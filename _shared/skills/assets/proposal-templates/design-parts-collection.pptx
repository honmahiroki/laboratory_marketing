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1145" r:id="rId2"/>
    <p:sldId id="262" r:id="rId3"/>
    <p:sldId id="271" r:id="rId4"/>
    <p:sldId id="257" r:id="rId5"/>
    <p:sldId id="270" r:id="rId6"/>
    <p:sldId id="256" r:id="rId7"/>
    <p:sldId id="269" r:id="rId8"/>
    <p:sldId id="261" r:id="rId9"/>
    <p:sldId id="264" r:id="rId10"/>
    <p:sldId id="265" r:id="rId11"/>
    <p:sldId id="1143" r:id="rId12"/>
    <p:sldId id="1144" r:id="rId13"/>
    <p:sldId id="258" r:id="rId14"/>
    <p:sldId id="259" r:id="rId15"/>
    <p:sldId id="260" r:id="rId16"/>
    <p:sldId id="266"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4DB"/>
    <a:srgbClr val="0083B0"/>
    <a:srgbClr val="3498DB"/>
    <a:srgbClr val="DAEBF9"/>
    <a:srgbClr val="A68B5D"/>
    <a:srgbClr val="AAAAAA"/>
    <a:srgbClr val="DCCE76"/>
    <a:srgbClr val="FBCC00"/>
    <a:srgbClr val="C89332"/>
    <a:srgbClr val="E67E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27"/>
    <p:restoredTop sz="94703"/>
  </p:normalViewPr>
  <p:slideViewPr>
    <p:cSldViewPr snapToGrid="0">
      <p:cViewPr>
        <p:scale>
          <a:sx n="71" d="100"/>
          <a:sy n="71" d="100"/>
        </p:scale>
        <p:origin x="1064" y="130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4840D-C1FD-CD4E-B6ED-7A4F36D1E315}" type="datetimeFigureOut">
              <a:rPr kumimoji="1" lang="ja-JP" altLang="en-US" smtClean="0"/>
              <a:t>2025/1/9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67FFCE-02EE-244D-9621-09F595E1261F}" type="slidenum">
              <a:rPr kumimoji="1" lang="ja-JP" altLang="en-US" smtClean="0"/>
              <a:t>‹#›</a:t>
            </a:fld>
            <a:endParaRPr kumimoji="1" lang="ja-JP" altLang="en-US"/>
          </a:p>
        </p:txBody>
      </p:sp>
    </p:spTree>
    <p:extLst>
      <p:ext uri="{BB962C8B-B14F-4D97-AF65-F5344CB8AC3E}">
        <p14:creationId xmlns:p14="http://schemas.microsoft.com/office/powerpoint/2010/main" val="34476328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E67FFCE-02EE-244D-9621-09F595E1261F}" type="slidenum">
              <a:rPr kumimoji="1" lang="ja-JP" altLang="en-US" smtClean="0"/>
              <a:t>3</a:t>
            </a:fld>
            <a:endParaRPr kumimoji="1" lang="ja-JP" altLang="en-US"/>
          </a:p>
        </p:txBody>
      </p:sp>
    </p:spTree>
    <p:extLst>
      <p:ext uri="{BB962C8B-B14F-4D97-AF65-F5344CB8AC3E}">
        <p14:creationId xmlns:p14="http://schemas.microsoft.com/office/powerpoint/2010/main" val="3633797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42F9F02-EEB9-C146-B180-21F80A752781}" type="slidenum">
              <a:rPr kumimoji="1" lang="ja-JP" altLang="en-US" smtClean="0"/>
              <a:t>9</a:t>
            </a:fld>
            <a:endParaRPr kumimoji="1" lang="ja-JP" altLang="en-US"/>
          </a:p>
        </p:txBody>
      </p:sp>
    </p:spTree>
    <p:extLst>
      <p:ext uri="{BB962C8B-B14F-4D97-AF65-F5344CB8AC3E}">
        <p14:creationId xmlns:p14="http://schemas.microsoft.com/office/powerpoint/2010/main" val="4029737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42F9F02-EEB9-C146-B180-21F80A752781}" type="slidenum">
              <a:rPr kumimoji="1" lang="ja-JP" altLang="en-US" smtClean="0"/>
              <a:t>10</a:t>
            </a:fld>
            <a:endParaRPr kumimoji="1" lang="ja-JP" altLang="en-US"/>
          </a:p>
        </p:txBody>
      </p:sp>
    </p:spTree>
    <p:extLst>
      <p:ext uri="{BB962C8B-B14F-4D97-AF65-F5344CB8AC3E}">
        <p14:creationId xmlns:p14="http://schemas.microsoft.com/office/powerpoint/2010/main" val="3522483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583E36-F919-D2BA-E24E-545647E4C29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83729A9-E712-CD6F-F9D6-A303248EE4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0DB9BF1-D07E-F234-A9F5-D5524330D95F}"/>
              </a:ext>
            </a:extLst>
          </p:cNvPr>
          <p:cNvSpPr>
            <a:spLocks noGrp="1"/>
          </p:cNvSpPr>
          <p:nvPr>
            <p:ph type="dt" sz="half" idx="10"/>
          </p:nvPr>
        </p:nvSpPr>
        <p:spPr/>
        <p:txBody>
          <a:bodyPr/>
          <a:lstStyle/>
          <a:p>
            <a:fld id="{A68EB777-893C-6D44-8511-9A1F1D06D1DF}" type="datetimeFigureOut">
              <a:rPr kumimoji="1" lang="ja-JP" altLang="en-US" smtClean="0"/>
              <a:t>2025/1/9</a:t>
            </a:fld>
            <a:endParaRPr kumimoji="1" lang="ja-JP" altLang="en-US"/>
          </a:p>
        </p:txBody>
      </p:sp>
      <p:sp>
        <p:nvSpPr>
          <p:cNvPr id="5" name="フッター プレースホルダー 4">
            <a:extLst>
              <a:ext uri="{FF2B5EF4-FFF2-40B4-BE49-F238E27FC236}">
                <a16:creationId xmlns:a16="http://schemas.microsoft.com/office/drawing/2014/main" id="{CE515AF2-5C21-53F2-07CF-1B8BDE2BAF2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F7A822D-839D-4D4D-20A7-5FBE61DBC6CA}"/>
              </a:ext>
            </a:extLst>
          </p:cNvPr>
          <p:cNvSpPr>
            <a:spLocks noGrp="1"/>
          </p:cNvSpPr>
          <p:nvPr>
            <p:ph type="sldNum" sz="quarter" idx="12"/>
          </p:nvPr>
        </p:nvSpPr>
        <p:spPr/>
        <p:txBody>
          <a:body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3701477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6CC082-C799-6C38-4629-0B1C82110B1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50BB1AB-2C93-5269-AB2E-56A46350F62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494A00-DFA8-ED4E-12E6-5E85852B0F3D}"/>
              </a:ext>
            </a:extLst>
          </p:cNvPr>
          <p:cNvSpPr>
            <a:spLocks noGrp="1"/>
          </p:cNvSpPr>
          <p:nvPr>
            <p:ph type="dt" sz="half" idx="10"/>
          </p:nvPr>
        </p:nvSpPr>
        <p:spPr/>
        <p:txBody>
          <a:bodyPr/>
          <a:lstStyle/>
          <a:p>
            <a:fld id="{A68EB777-893C-6D44-8511-9A1F1D06D1DF}" type="datetimeFigureOut">
              <a:rPr kumimoji="1" lang="ja-JP" altLang="en-US" smtClean="0"/>
              <a:t>2025/1/9</a:t>
            </a:fld>
            <a:endParaRPr kumimoji="1" lang="ja-JP" altLang="en-US"/>
          </a:p>
        </p:txBody>
      </p:sp>
      <p:sp>
        <p:nvSpPr>
          <p:cNvPr id="5" name="フッター プレースホルダー 4">
            <a:extLst>
              <a:ext uri="{FF2B5EF4-FFF2-40B4-BE49-F238E27FC236}">
                <a16:creationId xmlns:a16="http://schemas.microsoft.com/office/drawing/2014/main" id="{A78B55DD-9D1A-204D-DE58-6B7A36E09AF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DBDB055-4B06-F38A-2BCA-1C31D9A635A6}"/>
              </a:ext>
            </a:extLst>
          </p:cNvPr>
          <p:cNvSpPr>
            <a:spLocks noGrp="1"/>
          </p:cNvSpPr>
          <p:nvPr>
            <p:ph type="sldNum" sz="quarter" idx="12"/>
          </p:nvPr>
        </p:nvSpPr>
        <p:spPr/>
        <p:txBody>
          <a:body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996490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C0690F-EDE9-2C11-0DCD-EE1B8ECBA34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151F33D-4535-C9FC-4724-929613D5FA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3A5F568-BAFE-D31A-C5A6-FB4723AFDAC9}"/>
              </a:ext>
            </a:extLst>
          </p:cNvPr>
          <p:cNvSpPr>
            <a:spLocks noGrp="1"/>
          </p:cNvSpPr>
          <p:nvPr>
            <p:ph type="dt" sz="half" idx="10"/>
          </p:nvPr>
        </p:nvSpPr>
        <p:spPr/>
        <p:txBody>
          <a:bodyPr/>
          <a:lstStyle/>
          <a:p>
            <a:fld id="{A68EB777-893C-6D44-8511-9A1F1D06D1DF}" type="datetimeFigureOut">
              <a:rPr kumimoji="1" lang="ja-JP" altLang="en-US" smtClean="0"/>
              <a:t>2025/1/9</a:t>
            </a:fld>
            <a:endParaRPr kumimoji="1" lang="ja-JP" altLang="en-US"/>
          </a:p>
        </p:txBody>
      </p:sp>
      <p:sp>
        <p:nvSpPr>
          <p:cNvPr id="5" name="フッター プレースホルダー 4">
            <a:extLst>
              <a:ext uri="{FF2B5EF4-FFF2-40B4-BE49-F238E27FC236}">
                <a16:creationId xmlns:a16="http://schemas.microsoft.com/office/drawing/2014/main" id="{2395914E-6F8D-A184-5817-A8BA55D15EA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C227CF-62B5-DD30-50F5-D73C4474ACA1}"/>
              </a:ext>
            </a:extLst>
          </p:cNvPr>
          <p:cNvSpPr>
            <a:spLocks noGrp="1"/>
          </p:cNvSpPr>
          <p:nvPr>
            <p:ph type="sldNum" sz="quarter" idx="12"/>
          </p:nvPr>
        </p:nvSpPr>
        <p:spPr/>
        <p:txBody>
          <a:body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4148990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F62877-D19D-05BB-0FFF-17963087AE7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A9B766-4899-638B-CA96-868A2ABA4A0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4588D87-E7FD-4E5A-0210-08809B88966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87D2335-0D27-B9EB-7414-035D5C7A7F4A}"/>
              </a:ext>
            </a:extLst>
          </p:cNvPr>
          <p:cNvSpPr>
            <a:spLocks noGrp="1"/>
          </p:cNvSpPr>
          <p:nvPr>
            <p:ph type="dt" sz="half" idx="10"/>
          </p:nvPr>
        </p:nvSpPr>
        <p:spPr/>
        <p:txBody>
          <a:bodyPr/>
          <a:lstStyle/>
          <a:p>
            <a:fld id="{A68EB777-893C-6D44-8511-9A1F1D06D1DF}" type="datetimeFigureOut">
              <a:rPr kumimoji="1" lang="ja-JP" altLang="en-US" smtClean="0"/>
              <a:t>2025/1/9</a:t>
            </a:fld>
            <a:endParaRPr kumimoji="1" lang="ja-JP" altLang="en-US"/>
          </a:p>
        </p:txBody>
      </p:sp>
      <p:sp>
        <p:nvSpPr>
          <p:cNvPr id="6" name="フッター プレースホルダー 5">
            <a:extLst>
              <a:ext uri="{FF2B5EF4-FFF2-40B4-BE49-F238E27FC236}">
                <a16:creationId xmlns:a16="http://schemas.microsoft.com/office/drawing/2014/main" id="{3C02499D-6877-508E-2407-80A0B7B47FA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D327C8F-84F8-4F90-6F69-8546684F5C39}"/>
              </a:ext>
            </a:extLst>
          </p:cNvPr>
          <p:cNvSpPr>
            <a:spLocks noGrp="1"/>
          </p:cNvSpPr>
          <p:nvPr>
            <p:ph type="sldNum" sz="quarter" idx="12"/>
          </p:nvPr>
        </p:nvSpPr>
        <p:spPr/>
        <p:txBody>
          <a:body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795855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D38175-67D4-5F57-460A-AE29E50E4A7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C405916-4093-D03F-7BD0-6EF590AF08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05527DB-A8FB-B1CA-6D6A-55B672C191B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C79BB5A-1C03-8487-C98E-9B3A2D6BFB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9B43025-D54E-BDA2-119D-FFCDD186658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A80D8F2-3218-55D7-7B80-CBE3692AB344}"/>
              </a:ext>
            </a:extLst>
          </p:cNvPr>
          <p:cNvSpPr>
            <a:spLocks noGrp="1"/>
          </p:cNvSpPr>
          <p:nvPr>
            <p:ph type="dt" sz="half" idx="10"/>
          </p:nvPr>
        </p:nvSpPr>
        <p:spPr/>
        <p:txBody>
          <a:bodyPr/>
          <a:lstStyle/>
          <a:p>
            <a:fld id="{A68EB777-893C-6D44-8511-9A1F1D06D1DF}" type="datetimeFigureOut">
              <a:rPr kumimoji="1" lang="ja-JP" altLang="en-US" smtClean="0"/>
              <a:t>2025/1/9</a:t>
            </a:fld>
            <a:endParaRPr kumimoji="1" lang="ja-JP" altLang="en-US"/>
          </a:p>
        </p:txBody>
      </p:sp>
      <p:sp>
        <p:nvSpPr>
          <p:cNvPr id="8" name="フッター プレースホルダー 7">
            <a:extLst>
              <a:ext uri="{FF2B5EF4-FFF2-40B4-BE49-F238E27FC236}">
                <a16:creationId xmlns:a16="http://schemas.microsoft.com/office/drawing/2014/main" id="{EBFE1178-850B-5EE4-F774-0DC62609B69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66968E4-7D62-EABF-80B4-A090FB4C64D5}"/>
              </a:ext>
            </a:extLst>
          </p:cNvPr>
          <p:cNvSpPr>
            <a:spLocks noGrp="1"/>
          </p:cNvSpPr>
          <p:nvPr>
            <p:ph type="sldNum" sz="quarter" idx="12"/>
          </p:nvPr>
        </p:nvSpPr>
        <p:spPr/>
        <p:txBody>
          <a:body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666855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DC21BF-5013-AAFD-A6B0-EDF439C8E2C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177D4A0-AC52-DA51-6948-04091EF19BB4}"/>
              </a:ext>
            </a:extLst>
          </p:cNvPr>
          <p:cNvSpPr>
            <a:spLocks noGrp="1"/>
          </p:cNvSpPr>
          <p:nvPr>
            <p:ph type="dt" sz="half" idx="10"/>
          </p:nvPr>
        </p:nvSpPr>
        <p:spPr/>
        <p:txBody>
          <a:bodyPr/>
          <a:lstStyle/>
          <a:p>
            <a:fld id="{A68EB777-893C-6D44-8511-9A1F1D06D1DF}" type="datetimeFigureOut">
              <a:rPr kumimoji="1" lang="ja-JP" altLang="en-US" smtClean="0"/>
              <a:t>2025/1/9</a:t>
            </a:fld>
            <a:endParaRPr kumimoji="1" lang="ja-JP" altLang="en-US"/>
          </a:p>
        </p:txBody>
      </p:sp>
      <p:sp>
        <p:nvSpPr>
          <p:cNvPr id="4" name="フッター プレースホルダー 3">
            <a:extLst>
              <a:ext uri="{FF2B5EF4-FFF2-40B4-BE49-F238E27FC236}">
                <a16:creationId xmlns:a16="http://schemas.microsoft.com/office/drawing/2014/main" id="{ED7521C1-7E3F-5CCB-211D-12EAF9A984E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74B443B-2916-C17E-154F-FDFCCEDFF3FB}"/>
              </a:ext>
            </a:extLst>
          </p:cNvPr>
          <p:cNvSpPr>
            <a:spLocks noGrp="1"/>
          </p:cNvSpPr>
          <p:nvPr>
            <p:ph type="sldNum" sz="quarter" idx="12"/>
          </p:nvPr>
        </p:nvSpPr>
        <p:spPr/>
        <p:txBody>
          <a:body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4205334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B547CF5-704C-DD3B-2BCB-C8A2F7394D1D}"/>
              </a:ext>
            </a:extLst>
          </p:cNvPr>
          <p:cNvSpPr>
            <a:spLocks noGrp="1"/>
          </p:cNvSpPr>
          <p:nvPr>
            <p:ph type="dt" sz="half" idx="10"/>
          </p:nvPr>
        </p:nvSpPr>
        <p:spPr/>
        <p:txBody>
          <a:bodyPr/>
          <a:lstStyle/>
          <a:p>
            <a:fld id="{A68EB777-893C-6D44-8511-9A1F1D06D1DF}" type="datetimeFigureOut">
              <a:rPr kumimoji="1" lang="ja-JP" altLang="en-US" smtClean="0"/>
              <a:t>2025/1/9</a:t>
            </a:fld>
            <a:endParaRPr kumimoji="1" lang="ja-JP" altLang="en-US"/>
          </a:p>
        </p:txBody>
      </p:sp>
      <p:sp>
        <p:nvSpPr>
          <p:cNvPr id="3" name="フッター プレースホルダー 2">
            <a:extLst>
              <a:ext uri="{FF2B5EF4-FFF2-40B4-BE49-F238E27FC236}">
                <a16:creationId xmlns:a16="http://schemas.microsoft.com/office/drawing/2014/main" id="{521BCCA7-8C56-2E8D-40F6-2E3401DB24E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6E53A5C-4680-B5FF-2948-FE0A9D83CB95}"/>
              </a:ext>
            </a:extLst>
          </p:cNvPr>
          <p:cNvSpPr>
            <a:spLocks noGrp="1"/>
          </p:cNvSpPr>
          <p:nvPr>
            <p:ph type="sldNum" sz="quarter" idx="12"/>
          </p:nvPr>
        </p:nvSpPr>
        <p:spPr/>
        <p:txBody>
          <a:body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3244295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B01F91-0E4B-2B23-D4BA-9CF356B89BF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5F842D2-F534-C284-7515-5EA48AEC98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1C0CCC0-9F33-CD04-ABB4-8DF360AF8F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5B0D815-605D-D341-3D44-0D2F5469E36C}"/>
              </a:ext>
            </a:extLst>
          </p:cNvPr>
          <p:cNvSpPr>
            <a:spLocks noGrp="1"/>
          </p:cNvSpPr>
          <p:nvPr>
            <p:ph type="dt" sz="half" idx="10"/>
          </p:nvPr>
        </p:nvSpPr>
        <p:spPr/>
        <p:txBody>
          <a:bodyPr/>
          <a:lstStyle/>
          <a:p>
            <a:fld id="{A68EB777-893C-6D44-8511-9A1F1D06D1DF}" type="datetimeFigureOut">
              <a:rPr kumimoji="1" lang="ja-JP" altLang="en-US" smtClean="0"/>
              <a:t>2025/1/9</a:t>
            </a:fld>
            <a:endParaRPr kumimoji="1" lang="ja-JP" altLang="en-US"/>
          </a:p>
        </p:txBody>
      </p:sp>
      <p:sp>
        <p:nvSpPr>
          <p:cNvPr id="6" name="フッター プレースホルダー 5">
            <a:extLst>
              <a:ext uri="{FF2B5EF4-FFF2-40B4-BE49-F238E27FC236}">
                <a16:creationId xmlns:a16="http://schemas.microsoft.com/office/drawing/2014/main" id="{385AF162-E630-EA1A-0D3D-83428D51C2C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7DE60E9-C5FF-CCB2-2CBC-FF787B347548}"/>
              </a:ext>
            </a:extLst>
          </p:cNvPr>
          <p:cNvSpPr>
            <a:spLocks noGrp="1"/>
          </p:cNvSpPr>
          <p:nvPr>
            <p:ph type="sldNum" sz="quarter" idx="12"/>
          </p:nvPr>
        </p:nvSpPr>
        <p:spPr/>
        <p:txBody>
          <a:body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4059606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7D31A-4CFF-9179-8323-45307197295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6EBFF85-EEBB-870D-AA34-E055C4C37B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A4DF492-52AE-419A-5D83-9EB9120F77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D2EAA3A-1374-466B-A5AD-261E3760DDB7}"/>
              </a:ext>
            </a:extLst>
          </p:cNvPr>
          <p:cNvSpPr>
            <a:spLocks noGrp="1"/>
          </p:cNvSpPr>
          <p:nvPr>
            <p:ph type="dt" sz="half" idx="10"/>
          </p:nvPr>
        </p:nvSpPr>
        <p:spPr/>
        <p:txBody>
          <a:bodyPr/>
          <a:lstStyle/>
          <a:p>
            <a:fld id="{A68EB777-893C-6D44-8511-9A1F1D06D1DF}" type="datetimeFigureOut">
              <a:rPr kumimoji="1" lang="ja-JP" altLang="en-US" smtClean="0"/>
              <a:t>2025/1/9</a:t>
            </a:fld>
            <a:endParaRPr kumimoji="1" lang="ja-JP" altLang="en-US"/>
          </a:p>
        </p:txBody>
      </p:sp>
      <p:sp>
        <p:nvSpPr>
          <p:cNvPr id="6" name="フッター プレースホルダー 5">
            <a:extLst>
              <a:ext uri="{FF2B5EF4-FFF2-40B4-BE49-F238E27FC236}">
                <a16:creationId xmlns:a16="http://schemas.microsoft.com/office/drawing/2014/main" id="{BEA6BE74-6505-1408-F339-B24D8CC61D4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6365E66-5FC1-62C0-EECC-4B84E55D8726}"/>
              </a:ext>
            </a:extLst>
          </p:cNvPr>
          <p:cNvSpPr>
            <a:spLocks noGrp="1"/>
          </p:cNvSpPr>
          <p:nvPr>
            <p:ph type="sldNum" sz="quarter" idx="12"/>
          </p:nvPr>
        </p:nvSpPr>
        <p:spPr/>
        <p:txBody>
          <a:body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2116824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F5861F-1314-425A-DB87-7D20F874438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155BB82-3172-380B-835A-88167A07D89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1019E65-379E-3A9A-7C70-A7E3C2ACAFFA}"/>
              </a:ext>
            </a:extLst>
          </p:cNvPr>
          <p:cNvSpPr>
            <a:spLocks noGrp="1"/>
          </p:cNvSpPr>
          <p:nvPr>
            <p:ph type="dt" sz="half" idx="10"/>
          </p:nvPr>
        </p:nvSpPr>
        <p:spPr/>
        <p:txBody>
          <a:bodyPr/>
          <a:lstStyle/>
          <a:p>
            <a:fld id="{A68EB777-893C-6D44-8511-9A1F1D06D1DF}" type="datetimeFigureOut">
              <a:rPr kumimoji="1" lang="ja-JP" altLang="en-US" smtClean="0"/>
              <a:t>2025/1/9</a:t>
            </a:fld>
            <a:endParaRPr kumimoji="1" lang="ja-JP" altLang="en-US"/>
          </a:p>
        </p:txBody>
      </p:sp>
      <p:sp>
        <p:nvSpPr>
          <p:cNvPr id="5" name="フッター プレースホルダー 4">
            <a:extLst>
              <a:ext uri="{FF2B5EF4-FFF2-40B4-BE49-F238E27FC236}">
                <a16:creationId xmlns:a16="http://schemas.microsoft.com/office/drawing/2014/main" id="{14961D87-F9E9-3165-7C6F-0BA8E82D9E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12BDF7-BB5C-6064-3EF6-8647A9B54F1B}"/>
              </a:ext>
            </a:extLst>
          </p:cNvPr>
          <p:cNvSpPr>
            <a:spLocks noGrp="1"/>
          </p:cNvSpPr>
          <p:nvPr>
            <p:ph type="sldNum" sz="quarter" idx="12"/>
          </p:nvPr>
        </p:nvSpPr>
        <p:spPr/>
        <p:txBody>
          <a:body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3850591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D373C3B-262C-E41D-21F8-66DF3DDBB50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2281EE3-6115-C0A9-407D-0FFC7ACFB30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B19D200-005D-763D-C3E9-FB98DA15A505}"/>
              </a:ext>
            </a:extLst>
          </p:cNvPr>
          <p:cNvSpPr>
            <a:spLocks noGrp="1"/>
          </p:cNvSpPr>
          <p:nvPr>
            <p:ph type="dt" sz="half" idx="10"/>
          </p:nvPr>
        </p:nvSpPr>
        <p:spPr/>
        <p:txBody>
          <a:bodyPr/>
          <a:lstStyle/>
          <a:p>
            <a:fld id="{A68EB777-893C-6D44-8511-9A1F1D06D1DF}" type="datetimeFigureOut">
              <a:rPr kumimoji="1" lang="ja-JP" altLang="en-US" smtClean="0"/>
              <a:t>2025/1/9</a:t>
            </a:fld>
            <a:endParaRPr kumimoji="1" lang="ja-JP" altLang="en-US"/>
          </a:p>
        </p:txBody>
      </p:sp>
      <p:sp>
        <p:nvSpPr>
          <p:cNvPr id="5" name="フッター プレースホルダー 4">
            <a:extLst>
              <a:ext uri="{FF2B5EF4-FFF2-40B4-BE49-F238E27FC236}">
                <a16:creationId xmlns:a16="http://schemas.microsoft.com/office/drawing/2014/main" id="{D6D4C528-46DE-1C08-A405-1DD25DF7882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B3FE9B2-B2FA-DF5B-63D9-FB2D7727B38E}"/>
              </a:ext>
            </a:extLst>
          </p:cNvPr>
          <p:cNvSpPr>
            <a:spLocks noGrp="1"/>
          </p:cNvSpPr>
          <p:nvPr>
            <p:ph type="sldNum" sz="quarter" idx="12"/>
          </p:nvPr>
        </p:nvSpPr>
        <p:spPr/>
        <p:txBody>
          <a:body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891273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1B9AB5F-5A5D-8F3B-EBFE-8EA04EFBB6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D4936EF-0106-BD9C-F472-3286F95050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8B1326-A7EC-8BF3-AF03-DE712099E6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8EB777-893C-6D44-8511-9A1F1D06D1DF}" type="datetimeFigureOut">
              <a:rPr kumimoji="1" lang="ja-JP" altLang="en-US" smtClean="0"/>
              <a:t>2025/1/9</a:t>
            </a:fld>
            <a:endParaRPr kumimoji="1" lang="ja-JP" altLang="en-US"/>
          </a:p>
        </p:txBody>
      </p:sp>
      <p:sp>
        <p:nvSpPr>
          <p:cNvPr id="5" name="フッター プレースホルダー 4">
            <a:extLst>
              <a:ext uri="{FF2B5EF4-FFF2-40B4-BE49-F238E27FC236}">
                <a16:creationId xmlns:a16="http://schemas.microsoft.com/office/drawing/2014/main" id="{97660A58-7630-E2B9-20A4-412A500A71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1358C3B-4297-0B3D-F4BE-0491EF7E4A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0BF202-604B-2843-8A72-A88EC9F84C75}" type="slidenum">
              <a:rPr kumimoji="1" lang="ja-JP" altLang="en-US" smtClean="0"/>
              <a:t>‹#›</a:t>
            </a:fld>
            <a:endParaRPr kumimoji="1" lang="ja-JP" altLang="en-US"/>
          </a:p>
        </p:txBody>
      </p:sp>
    </p:spTree>
    <p:extLst>
      <p:ext uri="{BB962C8B-B14F-4D97-AF65-F5344CB8AC3E}">
        <p14:creationId xmlns:p14="http://schemas.microsoft.com/office/powerpoint/2010/main" val="538723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グラフィカル ユーザー インターフェイス, テキスト, アプリケーション&#10;&#10;自動的に生成された説明">
            <a:extLst>
              <a:ext uri="{FF2B5EF4-FFF2-40B4-BE49-F238E27FC236}">
                <a16:creationId xmlns:a16="http://schemas.microsoft.com/office/drawing/2014/main" id="{903EC26E-ECB4-FE13-7174-087536B77C4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327222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2D2FD20E-72DF-C8CA-06B7-47695785D243}"/>
              </a:ext>
            </a:extLst>
          </p:cNvPr>
          <p:cNvSpPr txBox="1"/>
          <p:nvPr/>
        </p:nvSpPr>
        <p:spPr>
          <a:xfrm>
            <a:off x="263203" y="339936"/>
            <a:ext cx="902811"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数字</a:t>
            </a:r>
          </a:p>
        </p:txBody>
      </p:sp>
      <p:sp>
        <p:nvSpPr>
          <p:cNvPr id="2" name="円/楕円 1">
            <a:extLst>
              <a:ext uri="{FF2B5EF4-FFF2-40B4-BE49-F238E27FC236}">
                <a16:creationId xmlns:a16="http://schemas.microsoft.com/office/drawing/2014/main" id="{2611634C-E48B-4C0E-902F-FBF498A115D7}"/>
              </a:ext>
            </a:extLst>
          </p:cNvPr>
          <p:cNvSpPr/>
          <p:nvPr/>
        </p:nvSpPr>
        <p:spPr>
          <a:xfrm>
            <a:off x="442916" y="1142519"/>
            <a:ext cx="814387" cy="814387"/>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1</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4" name="円/楕円 3">
            <a:extLst>
              <a:ext uri="{FF2B5EF4-FFF2-40B4-BE49-F238E27FC236}">
                <a16:creationId xmlns:a16="http://schemas.microsoft.com/office/drawing/2014/main" id="{A8A4975D-9B43-D95A-46C7-35E41069807F}"/>
              </a:ext>
            </a:extLst>
          </p:cNvPr>
          <p:cNvSpPr/>
          <p:nvPr/>
        </p:nvSpPr>
        <p:spPr>
          <a:xfrm>
            <a:off x="1560912" y="1142519"/>
            <a:ext cx="814387" cy="814387"/>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lumMod val="75000"/>
                    <a:lumOff val="25000"/>
                  </a:schemeClr>
                </a:solidFill>
                <a:latin typeface="Arial" panose="020B0604020202020204" pitchFamily="34" charset="0"/>
                <a:cs typeface="Arial" panose="020B0604020202020204" pitchFamily="34" charset="0"/>
              </a:rPr>
              <a:t>2</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5" name="円/楕円 4">
            <a:extLst>
              <a:ext uri="{FF2B5EF4-FFF2-40B4-BE49-F238E27FC236}">
                <a16:creationId xmlns:a16="http://schemas.microsoft.com/office/drawing/2014/main" id="{3E6587BF-6843-D120-9853-7BE28F6BC9F1}"/>
              </a:ext>
            </a:extLst>
          </p:cNvPr>
          <p:cNvSpPr/>
          <p:nvPr/>
        </p:nvSpPr>
        <p:spPr>
          <a:xfrm>
            <a:off x="2678908" y="1142519"/>
            <a:ext cx="814387" cy="814387"/>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3</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10" name="円/楕円 9">
            <a:extLst>
              <a:ext uri="{FF2B5EF4-FFF2-40B4-BE49-F238E27FC236}">
                <a16:creationId xmlns:a16="http://schemas.microsoft.com/office/drawing/2014/main" id="{9FE8FA2D-5D9F-F7DE-EFA7-21CB91FEBF5F}"/>
              </a:ext>
            </a:extLst>
          </p:cNvPr>
          <p:cNvSpPr/>
          <p:nvPr/>
        </p:nvSpPr>
        <p:spPr>
          <a:xfrm>
            <a:off x="6729415" y="1142519"/>
            <a:ext cx="814387" cy="814387"/>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No.</a:t>
            </a: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3</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11" name="円/楕円 10">
            <a:extLst>
              <a:ext uri="{FF2B5EF4-FFF2-40B4-BE49-F238E27FC236}">
                <a16:creationId xmlns:a16="http://schemas.microsoft.com/office/drawing/2014/main" id="{51E87820-69D9-BDE6-78B3-40E710E45909}"/>
              </a:ext>
            </a:extLst>
          </p:cNvPr>
          <p:cNvSpPr/>
          <p:nvPr/>
        </p:nvSpPr>
        <p:spPr>
          <a:xfrm>
            <a:off x="4493422" y="1142519"/>
            <a:ext cx="814387" cy="814387"/>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No.</a:t>
            </a: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1</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円/楕円 11">
            <a:extLst>
              <a:ext uri="{FF2B5EF4-FFF2-40B4-BE49-F238E27FC236}">
                <a16:creationId xmlns:a16="http://schemas.microsoft.com/office/drawing/2014/main" id="{615986A0-6EC0-550A-1853-EFB1DD58499C}"/>
              </a:ext>
            </a:extLst>
          </p:cNvPr>
          <p:cNvSpPr/>
          <p:nvPr/>
        </p:nvSpPr>
        <p:spPr>
          <a:xfrm>
            <a:off x="5611417" y="1142519"/>
            <a:ext cx="814387" cy="814387"/>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No.</a:t>
            </a: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2</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15" name="円/楕円 14">
            <a:extLst>
              <a:ext uri="{FF2B5EF4-FFF2-40B4-BE49-F238E27FC236}">
                <a16:creationId xmlns:a16="http://schemas.microsoft.com/office/drawing/2014/main" id="{0C7DE041-42D1-08F3-4F34-983BD82A5F32}"/>
              </a:ext>
            </a:extLst>
          </p:cNvPr>
          <p:cNvSpPr/>
          <p:nvPr/>
        </p:nvSpPr>
        <p:spPr>
          <a:xfrm>
            <a:off x="8543929" y="1142518"/>
            <a:ext cx="814387" cy="814387"/>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Point</a:t>
            </a:r>
            <a:b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b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1</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円/楕円 16">
            <a:extLst>
              <a:ext uri="{FF2B5EF4-FFF2-40B4-BE49-F238E27FC236}">
                <a16:creationId xmlns:a16="http://schemas.microsoft.com/office/drawing/2014/main" id="{2AEE0FFC-C81B-1418-72C8-EF91CE0FE8B8}"/>
              </a:ext>
            </a:extLst>
          </p:cNvPr>
          <p:cNvSpPr/>
          <p:nvPr/>
        </p:nvSpPr>
        <p:spPr>
          <a:xfrm>
            <a:off x="9661923" y="1142518"/>
            <a:ext cx="814387" cy="814387"/>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Point</a:t>
            </a:r>
            <a:b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b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2</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18" name="円/楕円 17">
            <a:extLst>
              <a:ext uri="{FF2B5EF4-FFF2-40B4-BE49-F238E27FC236}">
                <a16:creationId xmlns:a16="http://schemas.microsoft.com/office/drawing/2014/main" id="{78E87351-238D-74FD-EAB3-10AEF5EC7EF3}"/>
              </a:ext>
            </a:extLst>
          </p:cNvPr>
          <p:cNvSpPr/>
          <p:nvPr/>
        </p:nvSpPr>
        <p:spPr>
          <a:xfrm>
            <a:off x="10779917" y="1142518"/>
            <a:ext cx="814387" cy="814387"/>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Point</a:t>
            </a:r>
            <a:b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b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3</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23" name="円/楕円 22">
            <a:extLst>
              <a:ext uri="{FF2B5EF4-FFF2-40B4-BE49-F238E27FC236}">
                <a16:creationId xmlns:a16="http://schemas.microsoft.com/office/drawing/2014/main" id="{653B5356-1795-46F5-5483-3770F8483B86}"/>
              </a:ext>
            </a:extLst>
          </p:cNvPr>
          <p:cNvSpPr/>
          <p:nvPr/>
        </p:nvSpPr>
        <p:spPr>
          <a:xfrm>
            <a:off x="442916" y="2281735"/>
            <a:ext cx="814387" cy="814387"/>
          </a:xfrm>
          <a:prstGeom prst="ellipse">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1</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24" name="円/楕円 23">
            <a:extLst>
              <a:ext uri="{FF2B5EF4-FFF2-40B4-BE49-F238E27FC236}">
                <a16:creationId xmlns:a16="http://schemas.microsoft.com/office/drawing/2014/main" id="{8AD4AC7D-0113-F9C3-99D2-4151B81BC690}"/>
              </a:ext>
            </a:extLst>
          </p:cNvPr>
          <p:cNvSpPr/>
          <p:nvPr/>
        </p:nvSpPr>
        <p:spPr>
          <a:xfrm>
            <a:off x="1560912" y="2281735"/>
            <a:ext cx="814387" cy="814387"/>
          </a:xfrm>
          <a:prstGeom prst="ellipse">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lumMod val="75000"/>
                    <a:lumOff val="25000"/>
                  </a:schemeClr>
                </a:solidFill>
                <a:latin typeface="Arial" panose="020B0604020202020204" pitchFamily="34" charset="0"/>
                <a:cs typeface="Arial" panose="020B0604020202020204" pitchFamily="34" charset="0"/>
              </a:rPr>
              <a:t>2</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25" name="円/楕円 24">
            <a:extLst>
              <a:ext uri="{FF2B5EF4-FFF2-40B4-BE49-F238E27FC236}">
                <a16:creationId xmlns:a16="http://schemas.microsoft.com/office/drawing/2014/main" id="{C95F401A-9C6F-392C-C28D-15F11468CD86}"/>
              </a:ext>
            </a:extLst>
          </p:cNvPr>
          <p:cNvSpPr/>
          <p:nvPr/>
        </p:nvSpPr>
        <p:spPr>
          <a:xfrm>
            <a:off x="2678908" y="2281735"/>
            <a:ext cx="814387" cy="814387"/>
          </a:xfrm>
          <a:prstGeom prst="ellipse">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3</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27" name="円/楕円 26">
            <a:extLst>
              <a:ext uri="{FF2B5EF4-FFF2-40B4-BE49-F238E27FC236}">
                <a16:creationId xmlns:a16="http://schemas.microsoft.com/office/drawing/2014/main" id="{09D97777-FF53-30AA-047E-AF354A5A96DF}"/>
              </a:ext>
            </a:extLst>
          </p:cNvPr>
          <p:cNvSpPr/>
          <p:nvPr/>
        </p:nvSpPr>
        <p:spPr>
          <a:xfrm>
            <a:off x="6729415" y="2281735"/>
            <a:ext cx="814387" cy="814387"/>
          </a:xfrm>
          <a:prstGeom prst="ellipse">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No.</a:t>
            </a: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3</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28" name="円/楕円 27">
            <a:extLst>
              <a:ext uri="{FF2B5EF4-FFF2-40B4-BE49-F238E27FC236}">
                <a16:creationId xmlns:a16="http://schemas.microsoft.com/office/drawing/2014/main" id="{031F93A7-829D-2872-E3D4-F00A9CFED2D4}"/>
              </a:ext>
            </a:extLst>
          </p:cNvPr>
          <p:cNvSpPr/>
          <p:nvPr/>
        </p:nvSpPr>
        <p:spPr>
          <a:xfrm>
            <a:off x="4493422" y="2281735"/>
            <a:ext cx="814387" cy="814387"/>
          </a:xfrm>
          <a:prstGeom prst="ellipse">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No.</a:t>
            </a: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1</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29" name="円/楕円 28">
            <a:extLst>
              <a:ext uri="{FF2B5EF4-FFF2-40B4-BE49-F238E27FC236}">
                <a16:creationId xmlns:a16="http://schemas.microsoft.com/office/drawing/2014/main" id="{9649ED2D-6CE3-C0CA-4102-6C20AAC6E017}"/>
              </a:ext>
            </a:extLst>
          </p:cNvPr>
          <p:cNvSpPr/>
          <p:nvPr/>
        </p:nvSpPr>
        <p:spPr>
          <a:xfrm>
            <a:off x="5611417" y="2281735"/>
            <a:ext cx="814387" cy="814387"/>
          </a:xfrm>
          <a:prstGeom prst="ellipse">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No.</a:t>
            </a: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2</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31" name="円/楕円 30">
            <a:extLst>
              <a:ext uri="{FF2B5EF4-FFF2-40B4-BE49-F238E27FC236}">
                <a16:creationId xmlns:a16="http://schemas.microsoft.com/office/drawing/2014/main" id="{8B0A28B7-A94B-6CF7-5A49-88FD6E01087A}"/>
              </a:ext>
            </a:extLst>
          </p:cNvPr>
          <p:cNvSpPr/>
          <p:nvPr/>
        </p:nvSpPr>
        <p:spPr>
          <a:xfrm>
            <a:off x="8543929" y="2281734"/>
            <a:ext cx="814387" cy="814387"/>
          </a:xfrm>
          <a:prstGeom prst="ellipse">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Point</a:t>
            </a:r>
            <a:b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b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1</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32" name="円/楕円 31">
            <a:extLst>
              <a:ext uri="{FF2B5EF4-FFF2-40B4-BE49-F238E27FC236}">
                <a16:creationId xmlns:a16="http://schemas.microsoft.com/office/drawing/2014/main" id="{3B89BEE9-A342-02A9-085D-99DE7949881F}"/>
              </a:ext>
            </a:extLst>
          </p:cNvPr>
          <p:cNvSpPr/>
          <p:nvPr/>
        </p:nvSpPr>
        <p:spPr>
          <a:xfrm>
            <a:off x="9661923" y="2281734"/>
            <a:ext cx="814387" cy="814387"/>
          </a:xfrm>
          <a:prstGeom prst="ellipse">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Point</a:t>
            </a:r>
            <a:b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b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2</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33" name="円/楕円 32">
            <a:extLst>
              <a:ext uri="{FF2B5EF4-FFF2-40B4-BE49-F238E27FC236}">
                <a16:creationId xmlns:a16="http://schemas.microsoft.com/office/drawing/2014/main" id="{2342A3E8-4D84-AD17-1055-AC7B25D58894}"/>
              </a:ext>
            </a:extLst>
          </p:cNvPr>
          <p:cNvSpPr/>
          <p:nvPr/>
        </p:nvSpPr>
        <p:spPr>
          <a:xfrm>
            <a:off x="10779917" y="2281734"/>
            <a:ext cx="814387" cy="814387"/>
          </a:xfrm>
          <a:prstGeom prst="ellipse">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Point</a:t>
            </a:r>
            <a:b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b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3</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35" name="円/楕円 34">
            <a:extLst>
              <a:ext uri="{FF2B5EF4-FFF2-40B4-BE49-F238E27FC236}">
                <a16:creationId xmlns:a16="http://schemas.microsoft.com/office/drawing/2014/main" id="{FA2E59B4-ACD3-45D9-02AE-7D7326C4B6E2}"/>
              </a:ext>
            </a:extLst>
          </p:cNvPr>
          <p:cNvSpPr/>
          <p:nvPr/>
        </p:nvSpPr>
        <p:spPr>
          <a:xfrm>
            <a:off x="442916" y="3420951"/>
            <a:ext cx="814387" cy="81438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bg1"/>
                </a:solidFill>
                <a:latin typeface="Arial" panose="020B0604020202020204" pitchFamily="34" charset="0"/>
                <a:cs typeface="Arial" panose="020B0604020202020204" pitchFamily="34" charset="0"/>
              </a:rPr>
              <a:t>1</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36" name="円/楕円 35">
            <a:extLst>
              <a:ext uri="{FF2B5EF4-FFF2-40B4-BE49-F238E27FC236}">
                <a16:creationId xmlns:a16="http://schemas.microsoft.com/office/drawing/2014/main" id="{8210D48F-8309-B2FA-0461-175E5643616C}"/>
              </a:ext>
            </a:extLst>
          </p:cNvPr>
          <p:cNvSpPr/>
          <p:nvPr/>
        </p:nvSpPr>
        <p:spPr>
          <a:xfrm>
            <a:off x="1560912" y="3420951"/>
            <a:ext cx="814387" cy="81438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bg1"/>
                </a:solidFill>
                <a:latin typeface="Arial" panose="020B0604020202020204" pitchFamily="34" charset="0"/>
                <a:cs typeface="Arial" panose="020B0604020202020204" pitchFamily="34" charset="0"/>
              </a:rPr>
              <a:t>2</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37" name="円/楕円 36">
            <a:extLst>
              <a:ext uri="{FF2B5EF4-FFF2-40B4-BE49-F238E27FC236}">
                <a16:creationId xmlns:a16="http://schemas.microsoft.com/office/drawing/2014/main" id="{E4367844-D72C-3980-DAC2-420FC3204A8B}"/>
              </a:ext>
            </a:extLst>
          </p:cNvPr>
          <p:cNvSpPr/>
          <p:nvPr/>
        </p:nvSpPr>
        <p:spPr>
          <a:xfrm>
            <a:off x="2678908" y="3420951"/>
            <a:ext cx="814387" cy="81438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bg1"/>
                </a:solidFill>
                <a:latin typeface="Arial" panose="020B0604020202020204" pitchFamily="34" charset="0"/>
                <a:cs typeface="Arial" panose="020B0604020202020204" pitchFamily="34" charset="0"/>
              </a:rPr>
              <a:t>3</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51" name="円/楕円 50">
            <a:extLst>
              <a:ext uri="{FF2B5EF4-FFF2-40B4-BE49-F238E27FC236}">
                <a16:creationId xmlns:a16="http://schemas.microsoft.com/office/drawing/2014/main" id="{1F9B1F99-92F7-C1BD-E1D5-09107DC29819}"/>
              </a:ext>
            </a:extLst>
          </p:cNvPr>
          <p:cNvSpPr/>
          <p:nvPr/>
        </p:nvSpPr>
        <p:spPr>
          <a:xfrm>
            <a:off x="6729415" y="3420951"/>
            <a:ext cx="814387" cy="81438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bg1"/>
                </a:solidFill>
                <a:latin typeface="Arial" panose="020B0604020202020204" pitchFamily="34" charset="0"/>
                <a:cs typeface="Arial" panose="020B0604020202020204" pitchFamily="34" charset="0"/>
              </a:rPr>
              <a:t>No.</a:t>
            </a:r>
            <a:r>
              <a:rPr kumimoji="1" lang="en-US" altLang="ja-JP" sz="3200" b="1" dirty="0">
                <a:solidFill>
                  <a:schemeClr val="bg1"/>
                </a:solidFill>
                <a:latin typeface="Arial" panose="020B0604020202020204" pitchFamily="34" charset="0"/>
                <a:cs typeface="Arial" panose="020B0604020202020204" pitchFamily="34" charset="0"/>
              </a:rPr>
              <a:t>3</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52" name="円/楕円 51">
            <a:extLst>
              <a:ext uri="{FF2B5EF4-FFF2-40B4-BE49-F238E27FC236}">
                <a16:creationId xmlns:a16="http://schemas.microsoft.com/office/drawing/2014/main" id="{DA6944F8-0301-2576-0379-92E54C34F222}"/>
              </a:ext>
            </a:extLst>
          </p:cNvPr>
          <p:cNvSpPr/>
          <p:nvPr/>
        </p:nvSpPr>
        <p:spPr>
          <a:xfrm>
            <a:off x="4493422" y="3420951"/>
            <a:ext cx="814387" cy="81438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bg1"/>
                </a:solidFill>
                <a:latin typeface="Arial" panose="020B0604020202020204" pitchFamily="34" charset="0"/>
                <a:cs typeface="Arial" panose="020B0604020202020204" pitchFamily="34" charset="0"/>
              </a:rPr>
              <a:t>No.</a:t>
            </a:r>
            <a:r>
              <a:rPr kumimoji="1" lang="en-US" altLang="ja-JP" sz="3200" b="1" dirty="0">
                <a:solidFill>
                  <a:schemeClr val="bg1"/>
                </a:solidFill>
                <a:latin typeface="Arial" panose="020B0604020202020204" pitchFamily="34" charset="0"/>
                <a:cs typeface="Arial" panose="020B0604020202020204" pitchFamily="34" charset="0"/>
              </a:rPr>
              <a:t>1</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53" name="円/楕円 52">
            <a:extLst>
              <a:ext uri="{FF2B5EF4-FFF2-40B4-BE49-F238E27FC236}">
                <a16:creationId xmlns:a16="http://schemas.microsoft.com/office/drawing/2014/main" id="{508AA9AD-E19E-6162-FE1C-88B7ECF32DFA}"/>
              </a:ext>
            </a:extLst>
          </p:cNvPr>
          <p:cNvSpPr/>
          <p:nvPr/>
        </p:nvSpPr>
        <p:spPr>
          <a:xfrm>
            <a:off x="5611417" y="3420951"/>
            <a:ext cx="814387" cy="81438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bg1"/>
                </a:solidFill>
                <a:latin typeface="Arial" panose="020B0604020202020204" pitchFamily="34" charset="0"/>
                <a:cs typeface="Arial" panose="020B0604020202020204" pitchFamily="34" charset="0"/>
              </a:rPr>
              <a:t>No.</a:t>
            </a:r>
            <a:r>
              <a:rPr kumimoji="1" lang="en-US" altLang="ja-JP" sz="3200" b="1" dirty="0">
                <a:solidFill>
                  <a:schemeClr val="bg1"/>
                </a:solidFill>
                <a:latin typeface="Arial" panose="020B0604020202020204" pitchFamily="34" charset="0"/>
                <a:cs typeface="Arial" panose="020B0604020202020204" pitchFamily="34" charset="0"/>
              </a:rPr>
              <a:t>2</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57" name="円/楕円 56">
            <a:extLst>
              <a:ext uri="{FF2B5EF4-FFF2-40B4-BE49-F238E27FC236}">
                <a16:creationId xmlns:a16="http://schemas.microsoft.com/office/drawing/2014/main" id="{88783A5F-0A79-D1C1-CAC1-737C92062A2A}"/>
              </a:ext>
            </a:extLst>
          </p:cNvPr>
          <p:cNvSpPr/>
          <p:nvPr/>
        </p:nvSpPr>
        <p:spPr>
          <a:xfrm>
            <a:off x="8543929" y="3420950"/>
            <a:ext cx="814387" cy="81438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bg1"/>
                </a:solidFill>
                <a:latin typeface="Arial" panose="020B0604020202020204" pitchFamily="34" charset="0"/>
                <a:cs typeface="Arial" panose="020B0604020202020204" pitchFamily="34" charset="0"/>
              </a:rPr>
              <a:t>Point</a:t>
            </a:r>
            <a:br>
              <a:rPr kumimoji="1" lang="en-US" altLang="ja-JP" sz="1400" b="1" dirty="0">
                <a:solidFill>
                  <a:schemeClr val="bg1"/>
                </a:solidFill>
                <a:latin typeface="Arial" panose="020B0604020202020204" pitchFamily="34" charset="0"/>
                <a:cs typeface="Arial" panose="020B0604020202020204" pitchFamily="34" charset="0"/>
              </a:rPr>
            </a:br>
            <a:r>
              <a:rPr kumimoji="1" lang="en-US" altLang="ja-JP" sz="3200" b="1" dirty="0">
                <a:solidFill>
                  <a:schemeClr val="bg1"/>
                </a:solidFill>
                <a:latin typeface="Arial" panose="020B0604020202020204" pitchFamily="34" charset="0"/>
                <a:cs typeface="Arial" panose="020B0604020202020204" pitchFamily="34" charset="0"/>
              </a:rPr>
              <a:t>1</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58" name="円/楕円 57">
            <a:extLst>
              <a:ext uri="{FF2B5EF4-FFF2-40B4-BE49-F238E27FC236}">
                <a16:creationId xmlns:a16="http://schemas.microsoft.com/office/drawing/2014/main" id="{0915F939-FB96-7084-48FB-469FA7056DD3}"/>
              </a:ext>
            </a:extLst>
          </p:cNvPr>
          <p:cNvSpPr/>
          <p:nvPr/>
        </p:nvSpPr>
        <p:spPr>
          <a:xfrm>
            <a:off x="9661923" y="3420950"/>
            <a:ext cx="814387" cy="81438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bg1"/>
                </a:solidFill>
                <a:latin typeface="Arial" panose="020B0604020202020204" pitchFamily="34" charset="0"/>
                <a:cs typeface="Arial" panose="020B0604020202020204" pitchFamily="34" charset="0"/>
              </a:rPr>
              <a:t>Point</a:t>
            </a:r>
            <a:br>
              <a:rPr kumimoji="1" lang="en-US" altLang="ja-JP" sz="1400" b="1" dirty="0">
                <a:solidFill>
                  <a:schemeClr val="bg1"/>
                </a:solidFill>
                <a:latin typeface="Arial" panose="020B0604020202020204" pitchFamily="34" charset="0"/>
                <a:cs typeface="Arial" panose="020B0604020202020204" pitchFamily="34" charset="0"/>
              </a:rPr>
            </a:br>
            <a:r>
              <a:rPr kumimoji="1" lang="en-US" altLang="ja-JP" sz="3200" b="1" dirty="0">
                <a:solidFill>
                  <a:schemeClr val="bg1"/>
                </a:solidFill>
                <a:latin typeface="Arial" panose="020B0604020202020204" pitchFamily="34" charset="0"/>
                <a:cs typeface="Arial" panose="020B0604020202020204" pitchFamily="34" charset="0"/>
              </a:rPr>
              <a:t>2</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59" name="円/楕円 58">
            <a:extLst>
              <a:ext uri="{FF2B5EF4-FFF2-40B4-BE49-F238E27FC236}">
                <a16:creationId xmlns:a16="http://schemas.microsoft.com/office/drawing/2014/main" id="{348F701D-CE01-DEA8-25EE-5415344683F9}"/>
              </a:ext>
            </a:extLst>
          </p:cNvPr>
          <p:cNvSpPr/>
          <p:nvPr/>
        </p:nvSpPr>
        <p:spPr>
          <a:xfrm>
            <a:off x="10779917" y="3420950"/>
            <a:ext cx="814387" cy="81438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bg1"/>
                </a:solidFill>
                <a:latin typeface="Arial" panose="020B0604020202020204" pitchFamily="34" charset="0"/>
                <a:cs typeface="Arial" panose="020B0604020202020204" pitchFamily="34" charset="0"/>
              </a:rPr>
              <a:t>Point</a:t>
            </a:r>
            <a:br>
              <a:rPr kumimoji="1" lang="en-US" altLang="ja-JP" sz="1400" b="1" dirty="0">
                <a:solidFill>
                  <a:schemeClr val="bg1"/>
                </a:solidFill>
                <a:latin typeface="Arial" panose="020B0604020202020204" pitchFamily="34" charset="0"/>
                <a:cs typeface="Arial" panose="020B0604020202020204" pitchFamily="34" charset="0"/>
              </a:rPr>
            </a:br>
            <a:r>
              <a:rPr kumimoji="1" lang="en-US" altLang="ja-JP" sz="3200" b="1" dirty="0">
                <a:solidFill>
                  <a:schemeClr val="bg1"/>
                </a:solidFill>
                <a:latin typeface="Arial" panose="020B0604020202020204" pitchFamily="34" charset="0"/>
                <a:cs typeface="Arial" panose="020B0604020202020204" pitchFamily="34" charset="0"/>
              </a:rPr>
              <a:t>3</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61" name="円/楕円 60">
            <a:extLst>
              <a:ext uri="{FF2B5EF4-FFF2-40B4-BE49-F238E27FC236}">
                <a16:creationId xmlns:a16="http://schemas.microsoft.com/office/drawing/2014/main" id="{70978D1A-7C0D-C46B-4460-D43FA75B590D}"/>
              </a:ext>
            </a:extLst>
          </p:cNvPr>
          <p:cNvSpPr/>
          <p:nvPr/>
        </p:nvSpPr>
        <p:spPr>
          <a:xfrm>
            <a:off x="442916" y="4560167"/>
            <a:ext cx="814387" cy="814387"/>
          </a:xfrm>
          <a:prstGeom prst="ellipse">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bg1"/>
                </a:solidFill>
                <a:latin typeface="Arial" panose="020B0604020202020204" pitchFamily="34" charset="0"/>
                <a:cs typeface="Arial" panose="020B0604020202020204" pitchFamily="34" charset="0"/>
              </a:rPr>
              <a:t>1</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62" name="円/楕円 61">
            <a:extLst>
              <a:ext uri="{FF2B5EF4-FFF2-40B4-BE49-F238E27FC236}">
                <a16:creationId xmlns:a16="http://schemas.microsoft.com/office/drawing/2014/main" id="{3B70E255-5797-DAA9-1EBD-F78641DC5FFF}"/>
              </a:ext>
            </a:extLst>
          </p:cNvPr>
          <p:cNvSpPr/>
          <p:nvPr/>
        </p:nvSpPr>
        <p:spPr>
          <a:xfrm>
            <a:off x="1560912" y="4560167"/>
            <a:ext cx="814387" cy="814387"/>
          </a:xfrm>
          <a:prstGeom prst="ellipse">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bg1"/>
                </a:solidFill>
                <a:latin typeface="Arial" panose="020B0604020202020204" pitchFamily="34" charset="0"/>
                <a:cs typeface="Arial" panose="020B0604020202020204" pitchFamily="34" charset="0"/>
              </a:rPr>
              <a:t>2</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63" name="円/楕円 62">
            <a:extLst>
              <a:ext uri="{FF2B5EF4-FFF2-40B4-BE49-F238E27FC236}">
                <a16:creationId xmlns:a16="http://schemas.microsoft.com/office/drawing/2014/main" id="{7BF8BE80-758E-8C31-1AF3-8775DC6FD7EC}"/>
              </a:ext>
            </a:extLst>
          </p:cNvPr>
          <p:cNvSpPr/>
          <p:nvPr/>
        </p:nvSpPr>
        <p:spPr>
          <a:xfrm>
            <a:off x="2678908" y="4560167"/>
            <a:ext cx="814387" cy="814387"/>
          </a:xfrm>
          <a:prstGeom prst="ellipse">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bg1"/>
                </a:solidFill>
                <a:latin typeface="Arial" panose="020B0604020202020204" pitchFamily="34" charset="0"/>
                <a:cs typeface="Arial" panose="020B0604020202020204" pitchFamily="34" charset="0"/>
              </a:rPr>
              <a:t>3</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65" name="円/楕円 64">
            <a:extLst>
              <a:ext uri="{FF2B5EF4-FFF2-40B4-BE49-F238E27FC236}">
                <a16:creationId xmlns:a16="http://schemas.microsoft.com/office/drawing/2014/main" id="{C39F4A68-765C-CD22-4371-DB1AEA045B39}"/>
              </a:ext>
            </a:extLst>
          </p:cNvPr>
          <p:cNvSpPr/>
          <p:nvPr/>
        </p:nvSpPr>
        <p:spPr>
          <a:xfrm>
            <a:off x="6729415" y="4560167"/>
            <a:ext cx="814387" cy="814387"/>
          </a:xfrm>
          <a:prstGeom prst="ellipse">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bg1"/>
                </a:solidFill>
                <a:latin typeface="Arial" panose="020B0604020202020204" pitchFamily="34" charset="0"/>
                <a:cs typeface="Arial" panose="020B0604020202020204" pitchFamily="34" charset="0"/>
              </a:rPr>
              <a:t>No.</a:t>
            </a:r>
            <a:r>
              <a:rPr kumimoji="1" lang="en-US" altLang="ja-JP" sz="3200" b="1" dirty="0">
                <a:solidFill>
                  <a:schemeClr val="bg1"/>
                </a:solidFill>
                <a:latin typeface="Arial" panose="020B0604020202020204" pitchFamily="34" charset="0"/>
                <a:cs typeface="Arial" panose="020B0604020202020204" pitchFamily="34" charset="0"/>
              </a:rPr>
              <a:t>3</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66" name="円/楕円 65">
            <a:extLst>
              <a:ext uri="{FF2B5EF4-FFF2-40B4-BE49-F238E27FC236}">
                <a16:creationId xmlns:a16="http://schemas.microsoft.com/office/drawing/2014/main" id="{3A339614-147F-2167-E90A-F026C38F4BD0}"/>
              </a:ext>
            </a:extLst>
          </p:cNvPr>
          <p:cNvSpPr/>
          <p:nvPr/>
        </p:nvSpPr>
        <p:spPr>
          <a:xfrm>
            <a:off x="4493422" y="4560167"/>
            <a:ext cx="814387" cy="814387"/>
          </a:xfrm>
          <a:prstGeom prst="ellipse">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bg1"/>
                </a:solidFill>
                <a:latin typeface="Arial" panose="020B0604020202020204" pitchFamily="34" charset="0"/>
                <a:cs typeface="Arial" panose="020B0604020202020204" pitchFamily="34" charset="0"/>
              </a:rPr>
              <a:t>No.</a:t>
            </a:r>
            <a:r>
              <a:rPr kumimoji="1" lang="en-US" altLang="ja-JP" sz="3200" b="1" dirty="0">
                <a:solidFill>
                  <a:schemeClr val="bg1"/>
                </a:solidFill>
                <a:latin typeface="Arial" panose="020B0604020202020204" pitchFamily="34" charset="0"/>
                <a:cs typeface="Arial" panose="020B0604020202020204" pitchFamily="34" charset="0"/>
              </a:rPr>
              <a:t>1</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67" name="円/楕円 66">
            <a:extLst>
              <a:ext uri="{FF2B5EF4-FFF2-40B4-BE49-F238E27FC236}">
                <a16:creationId xmlns:a16="http://schemas.microsoft.com/office/drawing/2014/main" id="{04F8DF2D-30AE-D150-4997-692C4D4BD432}"/>
              </a:ext>
            </a:extLst>
          </p:cNvPr>
          <p:cNvSpPr/>
          <p:nvPr/>
        </p:nvSpPr>
        <p:spPr>
          <a:xfrm>
            <a:off x="5611417" y="4560167"/>
            <a:ext cx="814387" cy="814387"/>
          </a:xfrm>
          <a:prstGeom prst="ellipse">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bg1"/>
                </a:solidFill>
                <a:latin typeface="Arial" panose="020B0604020202020204" pitchFamily="34" charset="0"/>
                <a:cs typeface="Arial" panose="020B0604020202020204" pitchFamily="34" charset="0"/>
              </a:rPr>
              <a:t>No.</a:t>
            </a:r>
            <a:r>
              <a:rPr kumimoji="1" lang="en-US" altLang="ja-JP" sz="3200" b="1" dirty="0">
                <a:solidFill>
                  <a:schemeClr val="bg1"/>
                </a:solidFill>
                <a:latin typeface="Arial" panose="020B0604020202020204" pitchFamily="34" charset="0"/>
                <a:cs typeface="Arial" panose="020B0604020202020204" pitchFamily="34" charset="0"/>
              </a:rPr>
              <a:t>2</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69" name="円/楕円 68">
            <a:extLst>
              <a:ext uri="{FF2B5EF4-FFF2-40B4-BE49-F238E27FC236}">
                <a16:creationId xmlns:a16="http://schemas.microsoft.com/office/drawing/2014/main" id="{76E38B4E-3CFB-1788-4C85-32529ADB054C}"/>
              </a:ext>
            </a:extLst>
          </p:cNvPr>
          <p:cNvSpPr/>
          <p:nvPr/>
        </p:nvSpPr>
        <p:spPr>
          <a:xfrm>
            <a:off x="8543929" y="4560166"/>
            <a:ext cx="814387" cy="814387"/>
          </a:xfrm>
          <a:prstGeom prst="ellipse">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bg1"/>
                </a:solidFill>
                <a:latin typeface="Arial" panose="020B0604020202020204" pitchFamily="34" charset="0"/>
                <a:cs typeface="Arial" panose="020B0604020202020204" pitchFamily="34" charset="0"/>
              </a:rPr>
              <a:t>Point</a:t>
            </a:r>
            <a:br>
              <a:rPr kumimoji="1" lang="en-US" altLang="ja-JP" sz="1400" b="1" dirty="0">
                <a:solidFill>
                  <a:schemeClr val="bg1"/>
                </a:solidFill>
                <a:latin typeface="Arial" panose="020B0604020202020204" pitchFamily="34" charset="0"/>
                <a:cs typeface="Arial" panose="020B0604020202020204" pitchFamily="34" charset="0"/>
              </a:rPr>
            </a:br>
            <a:r>
              <a:rPr kumimoji="1" lang="en-US" altLang="ja-JP" sz="3200" b="1" dirty="0">
                <a:solidFill>
                  <a:schemeClr val="bg1"/>
                </a:solidFill>
                <a:latin typeface="Arial" panose="020B0604020202020204" pitchFamily="34" charset="0"/>
                <a:cs typeface="Arial" panose="020B0604020202020204" pitchFamily="34" charset="0"/>
              </a:rPr>
              <a:t>1</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70" name="円/楕円 69">
            <a:extLst>
              <a:ext uri="{FF2B5EF4-FFF2-40B4-BE49-F238E27FC236}">
                <a16:creationId xmlns:a16="http://schemas.microsoft.com/office/drawing/2014/main" id="{4B9FD637-32C9-F67A-FFF3-52725D56EED6}"/>
              </a:ext>
            </a:extLst>
          </p:cNvPr>
          <p:cNvSpPr/>
          <p:nvPr/>
        </p:nvSpPr>
        <p:spPr>
          <a:xfrm>
            <a:off x="9661923" y="4560166"/>
            <a:ext cx="814387" cy="814387"/>
          </a:xfrm>
          <a:prstGeom prst="ellipse">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bg1"/>
                </a:solidFill>
                <a:latin typeface="Arial" panose="020B0604020202020204" pitchFamily="34" charset="0"/>
                <a:cs typeface="Arial" panose="020B0604020202020204" pitchFamily="34" charset="0"/>
              </a:rPr>
              <a:t>Point</a:t>
            </a:r>
            <a:br>
              <a:rPr kumimoji="1" lang="en-US" altLang="ja-JP" sz="1400" b="1" dirty="0">
                <a:solidFill>
                  <a:schemeClr val="bg1"/>
                </a:solidFill>
                <a:latin typeface="Arial" panose="020B0604020202020204" pitchFamily="34" charset="0"/>
                <a:cs typeface="Arial" panose="020B0604020202020204" pitchFamily="34" charset="0"/>
              </a:rPr>
            </a:br>
            <a:r>
              <a:rPr kumimoji="1" lang="en-US" altLang="ja-JP" sz="3200" b="1" dirty="0">
                <a:solidFill>
                  <a:schemeClr val="bg1"/>
                </a:solidFill>
                <a:latin typeface="Arial" panose="020B0604020202020204" pitchFamily="34" charset="0"/>
                <a:cs typeface="Arial" panose="020B0604020202020204" pitchFamily="34" charset="0"/>
              </a:rPr>
              <a:t>2</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71" name="円/楕円 70">
            <a:extLst>
              <a:ext uri="{FF2B5EF4-FFF2-40B4-BE49-F238E27FC236}">
                <a16:creationId xmlns:a16="http://schemas.microsoft.com/office/drawing/2014/main" id="{2557AC1D-82A4-409A-FB91-C6E0B49FDB68}"/>
              </a:ext>
            </a:extLst>
          </p:cNvPr>
          <p:cNvSpPr/>
          <p:nvPr/>
        </p:nvSpPr>
        <p:spPr>
          <a:xfrm>
            <a:off x="10779917" y="4560166"/>
            <a:ext cx="814387" cy="814387"/>
          </a:xfrm>
          <a:prstGeom prst="ellipse">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bg1"/>
                </a:solidFill>
                <a:latin typeface="Arial" panose="020B0604020202020204" pitchFamily="34" charset="0"/>
                <a:cs typeface="Arial" panose="020B0604020202020204" pitchFamily="34" charset="0"/>
              </a:rPr>
              <a:t>Point</a:t>
            </a:r>
            <a:br>
              <a:rPr kumimoji="1" lang="en-US" altLang="ja-JP" sz="1400" b="1" dirty="0">
                <a:solidFill>
                  <a:schemeClr val="bg1"/>
                </a:solidFill>
                <a:latin typeface="Arial" panose="020B0604020202020204" pitchFamily="34" charset="0"/>
                <a:cs typeface="Arial" panose="020B0604020202020204" pitchFamily="34" charset="0"/>
              </a:rPr>
            </a:br>
            <a:r>
              <a:rPr kumimoji="1" lang="en-US" altLang="ja-JP" sz="3200" b="1" dirty="0">
                <a:solidFill>
                  <a:schemeClr val="bg1"/>
                </a:solidFill>
                <a:latin typeface="Arial" panose="020B0604020202020204" pitchFamily="34" charset="0"/>
                <a:cs typeface="Arial" panose="020B0604020202020204" pitchFamily="34" charset="0"/>
              </a:rPr>
              <a:t>3</a:t>
            </a:r>
            <a:endParaRPr kumimoji="1" lang="ja-JP" altLang="en-US" sz="3200" b="1">
              <a:solidFill>
                <a:schemeClr val="bg1"/>
              </a:solidFill>
              <a:latin typeface="Arial" panose="020B0604020202020204" pitchFamily="34" charset="0"/>
              <a:cs typeface="Arial" panose="020B0604020202020204" pitchFamily="34" charset="0"/>
            </a:endParaRPr>
          </a:p>
        </p:txBody>
      </p:sp>
      <p:sp>
        <p:nvSpPr>
          <p:cNvPr id="81" name="円/楕円 80">
            <a:extLst>
              <a:ext uri="{FF2B5EF4-FFF2-40B4-BE49-F238E27FC236}">
                <a16:creationId xmlns:a16="http://schemas.microsoft.com/office/drawing/2014/main" id="{6796F85C-F64C-00EB-346C-62C28E885CEA}"/>
              </a:ext>
            </a:extLst>
          </p:cNvPr>
          <p:cNvSpPr/>
          <p:nvPr/>
        </p:nvSpPr>
        <p:spPr>
          <a:xfrm>
            <a:off x="442916" y="5699382"/>
            <a:ext cx="814387" cy="814387"/>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1</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82" name="円/楕円 81">
            <a:extLst>
              <a:ext uri="{FF2B5EF4-FFF2-40B4-BE49-F238E27FC236}">
                <a16:creationId xmlns:a16="http://schemas.microsoft.com/office/drawing/2014/main" id="{3A05BEB6-0145-70AC-7A11-B63C71863D0F}"/>
              </a:ext>
            </a:extLst>
          </p:cNvPr>
          <p:cNvSpPr/>
          <p:nvPr/>
        </p:nvSpPr>
        <p:spPr>
          <a:xfrm>
            <a:off x="1560912" y="5699382"/>
            <a:ext cx="814387" cy="814387"/>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lumMod val="75000"/>
                    <a:lumOff val="25000"/>
                  </a:schemeClr>
                </a:solidFill>
                <a:latin typeface="Arial" panose="020B0604020202020204" pitchFamily="34" charset="0"/>
                <a:cs typeface="Arial" panose="020B0604020202020204" pitchFamily="34" charset="0"/>
              </a:rPr>
              <a:t>2</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83" name="円/楕円 82">
            <a:extLst>
              <a:ext uri="{FF2B5EF4-FFF2-40B4-BE49-F238E27FC236}">
                <a16:creationId xmlns:a16="http://schemas.microsoft.com/office/drawing/2014/main" id="{9A1DC6D1-1CD9-7563-24FE-97EB862DDEA1}"/>
              </a:ext>
            </a:extLst>
          </p:cNvPr>
          <p:cNvSpPr/>
          <p:nvPr/>
        </p:nvSpPr>
        <p:spPr>
          <a:xfrm>
            <a:off x="2678908" y="5699382"/>
            <a:ext cx="814387" cy="814387"/>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3</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84" name="円/楕円 83">
            <a:extLst>
              <a:ext uri="{FF2B5EF4-FFF2-40B4-BE49-F238E27FC236}">
                <a16:creationId xmlns:a16="http://schemas.microsoft.com/office/drawing/2014/main" id="{9143AA21-7DE3-FED3-6151-FFE490614492}"/>
              </a:ext>
            </a:extLst>
          </p:cNvPr>
          <p:cNvSpPr/>
          <p:nvPr/>
        </p:nvSpPr>
        <p:spPr>
          <a:xfrm>
            <a:off x="6729415" y="5699382"/>
            <a:ext cx="814387" cy="814387"/>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No.</a:t>
            </a: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3</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85" name="円/楕円 84">
            <a:extLst>
              <a:ext uri="{FF2B5EF4-FFF2-40B4-BE49-F238E27FC236}">
                <a16:creationId xmlns:a16="http://schemas.microsoft.com/office/drawing/2014/main" id="{78947208-57B9-0EE7-0551-8072051D1263}"/>
              </a:ext>
            </a:extLst>
          </p:cNvPr>
          <p:cNvSpPr/>
          <p:nvPr/>
        </p:nvSpPr>
        <p:spPr>
          <a:xfrm>
            <a:off x="4493422" y="5699382"/>
            <a:ext cx="814387" cy="814387"/>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No.</a:t>
            </a: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1</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86" name="円/楕円 85">
            <a:extLst>
              <a:ext uri="{FF2B5EF4-FFF2-40B4-BE49-F238E27FC236}">
                <a16:creationId xmlns:a16="http://schemas.microsoft.com/office/drawing/2014/main" id="{32C072FD-3D91-AE94-BF8B-775B389E43EA}"/>
              </a:ext>
            </a:extLst>
          </p:cNvPr>
          <p:cNvSpPr/>
          <p:nvPr/>
        </p:nvSpPr>
        <p:spPr>
          <a:xfrm>
            <a:off x="5611417" y="5699382"/>
            <a:ext cx="814387" cy="814387"/>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No.</a:t>
            </a: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2</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87" name="円/楕円 86">
            <a:extLst>
              <a:ext uri="{FF2B5EF4-FFF2-40B4-BE49-F238E27FC236}">
                <a16:creationId xmlns:a16="http://schemas.microsoft.com/office/drawing/2014/main" id="{C2023382-55E3-F5B0-DDB9-AB79F5F96EA7}"/>
              </a:ext>
            </a:extLst>
          </p:cNvPr>
          <p:cNvSpPr/>
          <p:nvPr/>
        </p:nvSpPr>
        <p:spPr>
          <a:xfrm>
            <a:off x="8543929" y="5699381"/>
            <a:ext cx="814387" cy="814387"/>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Point</a:t>
            </a:r>
            <a:b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b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1</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88" name="円/楕円 87">
            <a:extLst>
              <a:ext uri="{FF2B5EF4-FFF2-40B4-BE49-F238E27FC236}">
                <a16:creationId xmlns:a16="http://schemas.microsoft.com/office/drawing/2014/main" id="{51E23983-07E7-C7E4-F8CB-AC3432EF9E59}"/>
              </a:ext>
            </a:extLst>
          </p:cNvPr>
          <p:cNvSpPr/>
          <p:nvPr/>
        </p:nvSpPr>
        <p:spPr>
          <a:xfrm>
            <a:off x="9661923" y="5699381"/>
            <a:ext cx="814387" cy="814387"/>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Point</a:t>
            </a:r>
            <a:b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b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2</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
        <p:nvSpPr>
          <p:cNvPr id="89" name="円/楕円 88">
            <a:extLst>
              <a:ext uri="{FF2B5EF4-FFF2-40B4-BE49-F238E27FC236}">
                <a16:creationId xmlns:a16="http://schemas.microsoft.com/office/drawing/2014/main" id="{31E887AA-6D9B-44F3-B743-C2BFBB53DECB}"/>
              </a:ext>
            </a:extLst>
          </p:cNvPr>
          <p:cNvSpPr/>
          <p:nvPr/>
        </p:nvSpPr>
        <p:spPr>
          <a:xfrm>
            <a:off x="10779917" y="5699381"/>
            <a:ext cx="814387" cy="814387"/>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3040"/>
              </a:lnSpc>
            </a:pPr>
            <a: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t>Point</a:t>
            </a:r>
            <a:br>
              <a:rPr kumimoji="1" lang="en-US" altLang="ja-JP" sz="1400" b="1" dirty="0">
                <a:solidFill>
                  <a:schemeClr val="tx1">
                    <a:lumMod val="75000"/>
                    <a:lumOff val="25000"/>
                  </a:schemeClr>
                </a:solidFill>
                <a:latin typeface="Arial" panose="020B0604020202020204" pitchFamily="34" charset="0"/>
                <a:cs typeface="Arial" panose="020B0604020202020204" pitchFamily="34" charset="0"/>
              </a:rPr>
            </a:br>
            <a:r>
              <a:rPr kumimoji="1" lang="en-US" altLang="ja-JP" sz="3200" b="1" dirty="0">
                <a:solidFill>
                  <a:schemeClr val="tx1">
                    <a:lumMod val="75000"/>
                    <a:lumOff val="25000"/>
                  </a:schemeClr>
                </a:solidFill>
                <a:latin typeface="Arial" panose="020B0604020202020204" pitchFamily="34" charset="0"/>
                <a:cs typeface="Arial" panose="020B0604020202020204" pitchFamily="34" charset="0"/>
              </a:rPr>
              <a:t>3</a:t>
            </a:r>
            <a:endParaRPr kumimoji="1" lang="ja-JP" altLang="en-US" sz="3200" b="1">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3652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79D45-2E41-4D22-9B3F-8AA73EFAD573}"/>
            </a:ext>
          </a:extLst>
        </p:cNvPr>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03ABE3E2-38E8-4F4E-F512-703AA2D71A14}"/>
              </a:ext>
            </a:extLst>
          </p:cNvPr>
          <p:cNvSpPr txBox="1"/>
          <p:nvPr/>
        </p:nvSpPr>
        <p:spPr>
          <a:xfrm>
            <a:off x="263203" y="339936"/>
            <a:ext cx="1980029"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数字・日付</a:t>
            </a:r>
          </a:p>
        </p:txBody>
      </p:sp>
      <p:sp>
        <p:nvSpPr>
          <p:cNvPr id="9" name="テキスト ボックス 8">
            <a:extLst>
              <a:ext uri="{FF2B5EF4-FFF2-40B4-BE49-F238E27FC236}">
                <a16:creationId xmlns:a16="http://schemas.microsoft.com/office/drawing/2014/main" id="{62CAB69A-60C5-31D6-FE61-C2B23E33894E}"/>
              </a:ext>
            </a:extLst>
          </p:cNvPr>
          <p:cNvSpPr txBox="1"/>
          <p:nvPr/>
        </p:nvSpPr>
        <p:spPr>
          <a:xfrm>
            <a:off x="651303" y="1404445"/>
            <a:ext cx="585417" cy="523220"/>
          </a:xfrm>
          <a:prstGeom prst="rect">
            <a:avLst/>
          </a:prstGeom>
          <a:noFill/>
        </p:spPr>
        <p:txBody>
          <a:bodyPr wrap="none" rtlCol="0">
            <a:spAutoFit/>
          </a:bodyPr>
          <a:lstStyle/>
          <a:p>
            <a:r>
              <a:rPr kumimoji="1" lang="en-US" altLang="ja-JP" sz="2800" dirty="0">
                <a:solidFill>
                  <a:schemeClr val="tx1">
                    <a:lumMod val="75000"/>
                    <a:lumOff val="25000"/>
                  </a:schemeClr>
                </a:solidFill>
                <a:latin typeface="Arial" panose="020B0604020202020204" pitchFamily="34" charset="0"/>
                <a:ea typeface="Yu Gothic" panose="020B0400000000000000" pitchFamily="34" charset="-128"/>
              </a:rPr>
              <a:t>01</a:t>
            </a:r>
            <a:endParaRPr kumimoji="1" lang="ja-JP" altLang="en-US" sz="28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14" name="フリーフォーム 13">
            <a:extLst>
              <a:ext uri="{FF2B5EF4-FFF2-40B4-BE49-F238E27FC236}">
                <a16:creationId xmlns:a16="http://schemas.microsoft.com/office/drawing/2014/main" id="{834FBBCF-C63C-167E-E433-8F9C3C12726B}"/>
              </a:ext>
            </a:extLst>
          </p:cNvPr>
          <p:cNvSpPr/>
          <p:nvPr/>
        </p:nvSpPr>
        <p:spPr>
          <a:xfrm>
            <a:off x="613402" y="1339574"/>
            <a:ext cx="661790" cy="661790"/>
          </a:xfrm>
          <a:custGeom>
            <a:avLst/>
            <a:gdLst>
              <a:gd name="connsiteX0" fmla="*/ 86468 w 661790"/>
              <a:gd name="connsiteY0" fmla="*/ 109581 h 661790"/>
              <a:gd name="connsiteX1" fmla="*/ 104049 w 661790"/>
              <a:gd name="connsiteY1" fmla="*/ 127162 h 661790"/>
              <a:gd name="connsiteX2" fmla="*/ 77128 w 661790"/>
              <a:gd name="connsiteY2" fmla="*/ 159790 h 661790"/>
              <a:gd name="connsiteX3" fmla="*/ 24863 w 661790"/>
              <a:gd name="connsiteY3" fmla="*/ 330895 h 661790"/>
              <a:gd name="connsiteX4" fmla="*/ 330895 w 661790"/>
              <a:gd name="connsiteY4" fmla="*/ 636927 h 661790"/>
              <a:gd name="connsiteX5" fmla="*/ 502001 w 661790"/>
              <a:gd name="connsiteY5" fmla="*/ 584662 h 661790"/>
              <a:gd name="connsiteX6" fmla="*/ 534628 w 661790"/>
              <a:gd name="connsiteY6" fmla="*/ 557742 h 661790"/>
              <a:gd name="connsiteX7" fmla="*/ 552209 w 661790"/>
              <a:gd name="connsiteY7" fmla="*/ 575322 h 661790"/>
              <a:gd name="connsiteX8" fmla="*/ 515901 w 661790"/>
              <a:gd name="connsiteY8" fmla="*/ 605278 h 661790"/>
              <a:gd name="connsiteX9" fmla="*/ 330895 w 661790"/>
              <a:gd name="connsiteY9" fmla="*/ 661790 h 661790"/>
              <a:gd name="connsiteX10" fmla="*/ 0 w 661790"/>
              <a:gd name="connsiteY10" fmla="*/ 330895 h 661790"/>
              <a:gd name="connsiteX11" fmla="*/ 56512 w 661790"/>
              <a:gd name="connsiteY11" fmla="*/ 145889 h 661790"/>
              <a:gd name="connsiteX12" fmla="*/ 330895 w 661790"/>
              <a:gd name="connsiteY12" fmla="*/ 0 h 661790"/>
              <a:gd name="connsiteX13" fmla="*/ 661790 w 661790"/>
              <a:gd name="connsiteY13" fmla="*/ 330895 h 661790"/>
              <a:gd name="connsiteX14" fmla="*/ 605278 w 661790"/>
              <a:gd name="connsiteY14" fmla="*/ 515901 h 661790"/>
              <a:gd name="connsiteX15" fmla="*/ 587231 w 661790"/>
              <a:gd name="connsiteY15" fmla="*/ 537775 h 661790"/>
              <a:gd name="connsiteX16" fmla="*/ 569650 w 661790"/>
              <a:gd name="connsiteY16" fmla="*/ 520195 h 661790"/>
              <a:gd name="connsiteX17" fmla="*/ 584662 w 661790"/>
              <a:gd name="connsiteY17" fmla="*/ 502001 h 661790"/>
              <a:gd name="connsiteX18" fmla="*/ 636927 w 661790"/>
              <a:gd name="connsiteY18" fmla="*/ 330895 h 661790"/>
              <a:gd name="connsiteX19" fmla="*/ 330895 w 661790"/>
              <a:gd name="connsiteY19" fmla="*/ 24863 h 661790"/>
              <a:gd name="connsiteX20" fmla="*/ 159790 w 661790"/>
              <a:gd name="connsiteY20" fmla="*/ 77128 h 661790"/>
              <a:gd name="connsiteX21" fmla="*/ 141595 w 661790"/>
              <a:gd name="connsiteY21" fmla="*/ 92140 h 661790"/>
              <a:gd name="connsiteX22" fmla="*/ 124015 w 661790"/>
              <a:gd name="connsiteY22" fmla="*/ 74559 h 661790"/>
              <a:gd name="connsiteX23" fmla="*/ 145889 w 661790"/>
              <a:gd name="connsiteY23" fmla="*/ 56512 h 661790"/>
              <a:gd name="connsiteX24" fmla="*/ 330895 w 661790"/>
              <a:gd name="connsiteY24" fmla="*/ 0 h 661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61790" h="661790">
                <a:moveTo>
                  <a:pt x="86468" y="109581"/>
                </a:moveTo>
                <a:lnTo>
                  <a:pt x="104049" y="127162"/>
                </a:lnTo>
                <a:lnTo>
                  <a:pt x="77128" y="159790"/>
                </a:lnTo>
                <a:cubicBezTo>
                  <a:pt x="44131" y="208633"/>
                  <a:pt x="24863" y="267514"/>
                  <a:pt x="24863" y="330895"/>
                </a:cubicBezTo>
                <a:cubicBezTo>
                  <a:pt x="24863" y="499912"/>
                  <a:pt x="161878" y="636927"/>
                  <a:pt x="330895" y="636927"/>
                </a:cubicBezTo>
                <a:cubicBezTo>
                  <a:pt x="394276" y="636927"/>
                  <a:pt x="453158" y="617659"/>
                  <a:pt x="502001" y="584662"/>
                </a:cubicBezTo>
                <a:lnTo>
                  <a:pt x="534628" y="557742"/>
                </a:lnTo>
                <a:lnTo>
                  <a:pt x="552209" y="575322"/>
                </a:lnTo>
                <a:lnTo>
                  <a:pt x="515901" y="605278"/>
                </a:lnTo>
                <a:cubicBezTo>
                  <a:pt x="463090" y="640957"/>
                  <a:pt x="399426" y="661790"/>
                  <a:pt x="330895" y="661790"/>
                </a:cubicBezTo>
                <a:cubicBezTo>
                  <a:pt x="148147" y="661790"/>
                  <a:pt x="0" y="513643"/>
                  <a:pt x="0" y="330895"/>
                </a:cubicBezTo>
                <a:cubicBezTo>
                  <a:pt x="0" y="262365"/>
                  <a:pt x="20833" y="198700"/>
                  <a:pt x="56512" y="145889"/>
                </a:cubicBezTo>
                <a:close/>
                <a:moveTo>
                  <a:pt x="330895" y="0"/>
                </a:moveTo>
                <a:cubicBezTo>
                  <a:pt x="513643" y="0"/>
                  <a:pt x="661790" y="148147"/>
                  <a:pt x="661790" y="330895"/>
                </a:cubicBezTo>
                <a:cubicBezTo>
                  <a:pt x="661790" y="399426"/>
                  <a:pt x="640957" y="463090"/>
                  <a:pt x="605278" y="515901"/>
                </a:cubicBezTo>
                <a:lnTo>
                  <a:pt x="587231" y="537775"/>
                </a:lnTo>
                <a:lnTo>
                  <a:pt x="569650" y="520195"/>
                </a:lnTo>
                <a:lnTo>
                  <a:pt x="584662" y="502001"/>
                </a:lnTo>
                <a:cubicBezTo>
                  <a:pt x="617659" y="453158"/>
                  <a:pt x="636927" y="394276"/>
                  <a:pt x="636927" y="330895"/>
                </a:cubicBezTo>
                <a:cubicBezTo>
                  <a:pt x="636927" y="161878"/>
                  <a:pt x="499912" y="24863"/>
                  <a:pt x="330895" y="24863"/>
                </a:cubicBezTo>
                <a:cubicBezTo>
                  <a:pt x="267514" y="24863"/>
                  <a:pt x="208633" y="44131"/>
                  <a:pt x="159790" y="77128"/>
                </a:cubicBezTo>
                <a:lnTo>
                  <a:pt x="141595" y="92140"/>
                </a:lnTo>
                <a:lnTo>
                  <a:pt x="124015" y="74559"/>
                </a:lnTo>
                <a:lnTo>
                  <a:pt x="145889" y="56512"/>
                </a:lnTo>
                <a:cubicBezTo>
                  <a:pt x="198700" y="20833"/>
                  <a:pt x="262365" y="0"/>
                  <a:pt x="330895"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solidFill>
                <a:schemeClr val="tx1"/>
              </a:solidFill>
            </a:endParaRPr>
          </a:p>
        </p:txBody>
      </p:sp>
      <p:sp>
        <p:nvSpPr>
          <p:cNvPr id="19" name="テキスト ボックス 18">
            <a:extLst>
              <a:ext uri="{FF2B5EF4-FFF2-40B4-BE49-F238E27FC236}">
                <a16:creationId xmlns:a16="http://schemas.microsoft.com/office/drawing/2014/main" id="{C1558339-C9D4-489E-7FBD-BD07B13B7E82}"/>
              </a:ext>
            </a:extLst>
          </p:cNvPr>
          <p:cNvSpPr txBox="1"/>
          <p:nvPr/>
        </p:nvSpPr>
        <p:spPr>
          <a:xfrm>
            <a:off x="1551849" y="1404445"/>
            <a:ext cx="585417" cy="523220"/>
          </a:xfrm>
          <a:prstGeom prst="rect">
            <a:avLst/>
          </a:prstGeom>
          <a:noFill/>
        </p:spPr>
        <p:txBody>
          <a:bodyPr wrap="none" rtlCol="0">
            <a:spAutoFit/>
          </a:bodyPr>
          <a:lstStyle/>
          <a:p>
            <a:r>
              <a:rPr kumimoji="1" lang="en-US" altLang="ja-JP" sz="2800" dirty="0">
                <a:solidFill>
                  <a:schemeClr val="tx1">
                    <a:lumMod val="75000"/>
                    <a:lumOff val="25000"/>
                  </a:schemeClr>
                </a:solidFill>
                <a:latin typeface="Arial" panose="020B0604020202020204" pitchFamily="34" charset="0"/>
                <a:ea typeface="Yu Gothic" panose="020B0400000000000000" pitchFamily="34" charset="-128"/>
              </a:rPr>
              <a:t>02</a:t>
            </a:r>
            <a:endParaRPr kumimoji="1" lang="ja-JP" altLang="en-US" sz="28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20" name="フリーフォーム 19">
            <a:extLst>
              <a:ext uri="{FF2B5EF4-FFF2-40B4-BE49-F238E27FC236}">
                <a16:creationId xmlns:a16="http://schemas.microsoft.com/office/drawing/2014/main" id="{DFA3DEC7-4984-1326-1EF2-C5CE55134AAD}"/>
              </a:ext>
            </a:extLst>
          </p:cNvPr>
          <p:cNvSpPr/>
          <p:nvPr/>
        </p:nvSpPr>
        <p:spPr>
          <a:xfrm>
            <a:off x="1513948" y="1339574"/>
            <a:ext cx="661790" cy="661790"/>
          </a:xfrm>
          <a:custGeom>
            <a:avLst/>
            <a:gdLst>
              <a:gd name="connsiteX0" fmla="*/ 86468 w 661790"/>
              <a:gd name="connsiteY0" fmla="*/ 109581 h 661790"/>
              <a:gd name="connsiteX1" fmla="*/ 104049 w 661790"/>
              <a:gd name="connsiteY1" fmla="*/ 127162 h 661790"/>
              <a:gd name="connsiteX2" fmla="*/ 77128 w 661790"/>
              <a:gd name="connsiteY2" fmla="*/ 159790 h 661790"/>
              <a:gd name="connsiteX3" fmla="*/ 24863 w 661790"/>
              <a:gd name="connsiteY3" fmla="*/ 330895 h 661790"/>
              <a:gd name="connsiteX4" fmla="*/ 330895 w 661790"/>
              <a:gd name="connsiteY4" fmla="*/ 636927 h 661790"/>
              <a:gd name="connsiteX5" fmla="*/ 502001 w 661790"/>
              <a:gd name="connsiteY5" fmla="*/ 584662 h 661790"/>
              <a:gd name="connsiteX6" fmla="*/ 534628 w 661790"/>
              <a:gd name="connsiteY6" fmla="*/ 557742 h 661790"/>
              <a:gd name="connsiteX7" fmla="*/ 552209 w 661790"/>
              <a:gd name="connsiteY7" fmla="*/ 575322 h 661790"/>
              <a:gd name="connsiteX8" fmla="*/ 515901 w 661790"/>
              <a:gd name="connsiteY8" fmla="*/ 605278 h 661790"/>
              <a:gd name="connsiteX9" fmla="*/ 330895 w 661790"/>
              <a:gd name="connsiteY9" fmla="*/ 661790 h 661790"/>
              <a:gd name="connsiteX10" fmla="*/ 0 w 661790"/>
              <a:gd name="connsiteY10" fmla="*/ 330895 h 661790"/>
              <a:gd name="connsiteX11" fmla="*/ 56512 w 661790"/>
              <a:gd name="connsiteY11" fmla="*/ 145889 h 661790"/>
              <a:gd name="connsiteX12" fmla="*/ 330895 w 661790"/>
              <a:gd name="connsiteY12" fmla="*/ 0 h 661790"/>
              <a:gd name="connsiteX13" fmla="*/ 661790 w 661790"/>
              <a:gd name="connsiteY13" fmla="*/ 330895 h 661790"/>
              <a:gd name="connsiteX14" fmla="*/ 605278 w 661790"/>
              <a:gd name="connsiteY14" fmla="*/ 515901 h 661790"/>
              <a:gd name="connsiteX15" fmla="*/ 587231 w 661790"/>
              <a:gd name="connsiteY15" fmla="*/ 537775 h 661790"/>
              <a:gd name="connsiteX16" fmla="*/ 569650 w 661790"/>
              <a:gd name="connsiteY16" fmla="*/ 520195 h 661790"/>
              <a:gd name="connsiteX17" fmla="*/ 584662 w 661790"/>
              <a:gd name="connsiteY17" fmla="*/ 502001 h 661790"/>
              <a:gd name="connsiteX18" fmla="*/ 636927 w 661790"/>
              <a:gd name="connsiteY18" fmla="*/ 330895 h 661790"/>
              <a:gd name="connsiteX19" fmla="*/ 330895 w 661790"/>
              <a:gd name="connsiteY19" fmla="*/ 24863 h 661790"/>
              <a:gd name="connsiteX20" fmla="*/ 159790 w 661790"/>
              <a:gd name="connsiteY20" fmla="*/ 77128 h 661790"/>
              <a:gd name="connsiteX21" fmla="*/ 141595 w 661790"/>
              <a:gd name="connsiteY21" fmla="*/ 92140 h 661790"/>
              <a:gd name="connsiteX22" fmla="*/ 124015 w 661790"/>
              <a:gd name="connsiteY22" fmla="*/ 74559 h 661790"/>
              <a:gd name="connsiteX23" fmla="*/ 145889 w 661790"/>
              <a:gd name="connsiteY23" fmla="*/ 56512 h 661790"/>
              <a:gd name="connsiteX24" fmla="*/ 330895 w 661790"/>
              <a:gd name="connsiteY24" fmla="*/ 0 h 661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61790" h="661790">
                <a:moveTo>
                  <a:pt x="86468" y="109581"/>
                </a:moveTo>
                <a:lnTo>
                  <a:pt x="104049" y="127162"/>
                </a:lnTo>
                <a:lnTo>
                  <a:pt x="77128" y="159790"/>
                </a:lnTo>
                <a:cubicBezTo>
                  <a:pt x="44131" y="208633"/>
                  <a:pt x="24863" y="267514"/>
                  <a:pt x="24863" y="330895"/>
                </a:cubicBezTo>
                <a:cubicBezTo>
                  <a:pt x="24863" y="499912"/>
                  <a:pt x="161878" y="636927"/>
                  <a:pt x="330895" y="636927"/>
                </a:cubicBezTo>
                <a:cubicBezTo>
                  <a:pt x="394276" y="636927"/>
                  <a:pt x="453158" y="617659"/>
                  <a:pt x="502001" y="584662"/>
                </a:cubicBezTo>
                <a:lnTo>
                  <a:pt x="534628" y="557742"/>
                </a:lnTo>
                <a:lnTo>
                  <a:pt x="552209" y="575322"/>
                </a:lnTo>
                <a:lnTo>
                  <a:pt x="515901" y="605278"/>
                </a:lnTo>
                <a:cubicBezTo>
                  <a:pt x="463090" y="640957"/>
                  <a:pt x="399426" y="661790"/>
                  <a:pt x="330895" y="661790"/>
                </a:cubicBezTo>
                <a:cubicBezTo>
                  <a:pt x="148147" y="661790"/>
                  <a:pt x="0" y="513643"/>
                  <a:pt x="0" y="330895"/>
                </a:cubicBezTo>
                <a:cubicBezTo>
                  <a:pt x="0" y="262365"/>
                  <a:pt x="20833" y="198700"/>
                  <a:pt x="56512" y="145889"/>
                </a:cubicBezTo>
                <a:close/>
                <a:moveTo>
                  <a:pt x="330895" y="0"/>
                </a:moveTo>
                <a:cubicBezTo>
                  <a:pt x="513643" y="0"/>
                  <a:pt x="661790" y="148147"/>
                  <a:pt x="661790" y="330895"/>
                </a:cubicBezTo>
                <a:cubicBezTo>
                  <a:pt x="661790" y="399426"/>
                  <a:pt x="640957" y="463090"/>
                  <a:pt x="605278" y="515901"/>
                </a:cubicBezTo>
                <a:lnTo>
                  <a:pt x="587231" y="537775"/>
                </a:lnTo>
                <a:lnTo>
                  <a:pt x="569650" y="520195"/>
                </a:lnTo>
                <a:lnTo>
                  <a:pt x="584662" y="502001"/>
                </a:lnTo>
                <a:cubicBezTo>
                  <a:pt x="617659" y="453158"/>
                  <a:pt x="636927" y="394276"/>
                  <a:pt x="636927" y="330895"/>
                </a:cubicBezTo>
                <a:cubicBezTo>
                  <a:pt x="636927" y="161878"/>
                  <a:pt x="499912" y="24863"/>
                  <a:pt x="330895" y="24863"/>
                </a:cubicBezTo>
                <a:cubicBezTo>
                  <a:pt x="267514" y="24863"/>
                  <a:pt x="208633" y="44131"/>
                  <a:pt x="159790" y="77128"/>
                </a:cubicBezTo>
                <a:lnTo>
                  <a:pt x="141595" y="92140"/>
                </a:lnTo>
                <a:lnTo>
                  <a:pt x="124015" y="74559"/>
                </a:lnTo>
                <a:lnTo>
                  <a:pt x="145889" y="56512"/>
                </a:lnTo>
                <a:cubicBezTo>
                  <a:pt x="198700" y="20833"/>
                  <a:pt x="262365" y="0"/>
                  <a:pt x="330895"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solidFill>
                <a:schemeClr val="tx1"/>
              </a:solidFill>
            </a:endParaRPr>
          </a:p>
        </p:txBody>
      </p:sp>
      <p:sp>
        <p:nvSpPr>
          <p:cNvPr id="22" name="テキスト ボックス 21">
            <a:extLst>
              <a:ext uri="{FF2B5EF4-FFF2-40B4-BE49-F238E27FC236}">
                <a16:creationId xmlns:a16="http://schemas.microsoft.com/office/drawing/2014/main" id="{4CD3D550-AC6D-83E4-8B72-499AC2A38A7C}"/>
              </a:ext>
            </a:extLst>
          </p:cNvPr>
          <p:cNvSpPr txBox="1"/>
          <p:nvPr/>
        </p:nvSpPr>
        <p:spPr>
          <a:xfrm>
            <a:off x="2452395" y="1400031"/>
            <a:ext cx="585417" cy="523220"/>
          </a:xfrm>
          <a:prstGeom prst="rect">
            <a:avLst/>
          </a:prstGeom>
          <a:noFill/>
        </p:spPr>
        <p:txBody>
          <a:bodyPr wrap="none" rtlCol="0">
            <a:spAutoFit/>
          </a:bodyPr>
          <a:lstStyle/>
          <a:p>
            <a:r>
              <a:rPr kumimoji="1" lang="en-US" altLang="ja-JP" sz="2800" dirty="0">
                <a:solidFill>
                  <a:schemeClr val="tx1">
                    <a:lumMod val="75000"/>
                    <a:lumOff val="25000"/>
                  </a:schemeClr>
                </a:solidFill>
                <a:latin typeface="Arial" panose="020B0604020202020204" pitchFamily="34" charset="0"/>
                <a:ea typeface="Yu Gothic" panose="020B0400000000000000" pitchFamily="34" charset="-128"/>
              </a:rPr>
              <a:t>03</a:t>
            </a:r>
            <a:endParaRPr kumimoji="1" lang="ja-JP" altLang="en-US" sz="28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26" name="フリーフォーム 25">
            <a:extLst>
              <a:ext uri="{FF2B5EF4-FFF2-40B4-BE49-F238E27FC236}">
                <a16:creationId xmlns:a16="http://schemas.microsoft.com/office/drawing/2014/main" id="{FD62FA7F-1628-3533-B7AE-4EDD08AA8794}"/>
              </a:ext>
            </a:extLst>
          </p:cNvPr>
          <p:cNvSpPr/>
          <p:nvPr/>
        </p:nvSpPr>
        <p:spPr>
          <a:xfrm>
            <a:off x="2414494" y="1335160"/>
            <a:ext cx="661790" cy="661790"/>
          </a:xfrm>
          <a:custGeom>
            <a:avLst/>
            <a:gdLst>
              <a:gd name="connsiteX0" fmla="*/ 86468 w 661790"/>
              <a:gd name="connsiteY0" fmla="*/ 109581 h 661790"/>
              <a:gd name="connsiteX1" fmla="*/ 104049 w 661790"/>
              <a:gd name="connsiteY1" fmla="*/ 127162 h 661790"/>
              <a:gd name="connsiteX2" fmla="*/ 77128 w 661790"/>
              <a:gd name="connsiteY2" fmla="*/ 159790 h 661790"/>
              <a:gd name="connsiteX3" fmla="*/ 24863 w 661790"/>
              <a:gd name="connsiteY3" fmla="*/ 330895 h 661790"/>
              <a:gd name="connsiteX4" fmla="*/ 330895 w 661790"/>
              <a:gd name="connsiteY4" fmla="*/ 636927 h 661790"/>
              <a:gd name="connsiteX5" fmla="*/ 502001 w 661790"/>
              <a:gd name="connsiteY5" fmla="*/ 584662 h 661790"/>
              <a:gd name="connsiteX6" fmla="*/ 534628 w 661790"/>
              <a:gd name="connsiteY6" fmla="*/ 557742 h 661790"/>
              <a:gd name="connsiteX7" fmla="*/ 552209 w 661790"/>
              <a:gd name="connsiteY7" fmla="*/ 575322 h 661790"/>
              <a:gd name="connsiteX8" fmla="*/ 515901 w 661790"/>
              <a:gd name="connsiteY8" fmla="*/ 605278 h 661790"/>
              <a:gd name="connsiteX9" fmla="*/ 330895 w 661790"/>
              <a:gd name="connsiteY9" fmla="*/ 661790 h 661790"/>
              <a:gd name="connsiteX10" fmla="*/ 0 w 661790"/>
              <a:gd name="connsiteY10" fmla="*/ 330895 h 661790"/>
              <a:gd name="connsiteX11" fmla="*/ 56512 w 661790"/>
              <a:gd name="connsiteY11" fmla="*/ 145889 h 661790"/>
              <a:gd name="connsiteX12" fmla="*/ 330895 w 661790"/>
              <a:gd name="connsiteY12" fmla="*/ 0 h 661790"/>
              <a:gd name="connsiteX13" fmla="*/ 661790 w 661790"/>
              <a:gd name="connsiteY13" fmla="*/ 330895 h 661790"/>
              <a:gd name="connsiteX14" fmla="*/ 605278 w 661790"/>
              <a:gd name="connsiteY14" fmla="*/ 515901 h 661790"/>
              <a:gd name="connsiteX15" fmla="*/ 587231 w 661790"/>
              <a:gd name="connsiteY15" fmla="*/ 537775 h 661790"/>
              <a:gd name="connsiteX16" fmla="*/ 569650 w 661790"/>
              <a:gd name="connsiteY16" fmla="*/ 520195 h 661790"/>
              <a:gd name="connsiteX17" fmla="*/ 584662 w 661790"/>
              <a:gd name="connsiteY17" fmla="*/ 502001 h 661790"/>
              <a:gd name="connsiteX18" fmla="*/ 636927 w 661790"/>
              <a:gd name="connsiteY18" fmla="*/ 330895 h 661790"/>
              <a:gd name="connsiteX19" fmla="*/ 330895 w 661790"/>
              <a:gd name="connsiteY19" fmla="*/ 24863 h 661790"/>
              <a:gd name="connsiteX20" fmla="*/ 159790 w 661790"/>
              <a:gd name="connsiteY20" fmla="*/ 77128 h 661790"/>
              <a:gd name="connsiteX21" fmla="*/ 141595 w 661790"/>
              <a:gd name="connsiteY21" fmla="*/ 92140 h 661790"/>
              <a:gd name="connsiteX22" fmla="*/ 124015 w 661790"/>
              <a:gd name="connsiteY22" fmla="*/ 74559 h 661790"/>
              <a:gd name="connsiteX23" fmla="*/ 145889 w 661790"/>
              <a:gd name="connsiteY23" fmla="*/ 56512 h 661790"/>
              <a:gd name="connsiteX24" fmla="*/ 330895 w 661790"/>
              <a:gd name="connsiteY24" fmla="*/ 0 h 661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61790" h="661790">
                <a:moveTo>
                  <a:pt x="86468" y="109581"/>
                </a:moveTo>
                <a:lnTo>
                  <a:pt x="104049" y="127162"/>
                </a:lnTo>
                <a:lnTo>
                  <a:pt x="77128" y="159790"/>
                </a:lnTo>
                <a:cubicBezTo>
                  <a:pt x="44131" y="208633"/>
                  <a:pt x="24863" y="267514"/>
                  <a:pt x="24863" y="330895"/>
                </a:cubicBezTo>
                <a:cubicBezTo>
                  <a:pt x="24863" y="499912"/>
                  <a:pt x="161878" y="636927"/>
                  <a:pt x="330895" y="636927"/>
                </a:cubicBezTo>
                <a:cubicBezTo>
                  <a:pt x="394276" y="636927"/>
                  <a:pt x="453158" y="617659"/>
                  <a:pt x="502001" y="584662"/>
                </a:cubicBezTo>
                <a:lnTo>
                  <a:pt x="534628" y="557742"/>
                </a:lnTo>
                <a:lnTo>
                  <a:pt x="552209" y="575322"/>
                </a:lnTo>
                <a:lnTo>
                  <a:pt x="515901" y="605278"/>
                </a:lnTo>
                <a:cubicBezTo>
                  <a:pt x="463090" y="640957"/>
                  <a:pt x="399426" y="661790"/>
                  <a:pt x="330895" y="661790"/>
                </a:cubicBezTo>
                <a:cubicBezTo>
                  <a:pt x="148147" y="661790"/>
                  <a:pt x="0" y="513643"/>
                  <a:pt x="0" y="330895"/>
                </a:cubicBezTo>
                <a:cubicBezTo>
                  <a:pt x="0" y="262365"/>
                  <a:pt x="20833" y="198700"/>
                  <a:pt x="56512" y="145889"/>
                </a:cubicBezTo>
                <a:close/>
                <a:moveTo>
                  <a:pt x="330895" y="0"/>
                </a:moveTo>
                <a:cubicBezTo>
                  <a:pt x="513643" y="0"/>
                  <a:pt x="661790" y="148147"/>
                  <a:pt x="661790" y="330895"/>
                </a:cubicBezTo>
                <a:cubicBezTo>
                  <a:pt x="661790" y="399426"/>
                  <a:pt x="640957" y="463090"/>
                  <a:pt x="605278" y="515901"/>
                </a:cubicBezTo>
                <a:lnTo>
                  <a:pt x="587231" y="537775"/>
                </a:lnTo>
                <a:lnTo>
                  <a:pt x="569650" y="520195"/>
                </a:lnTo>
                <a:lnTo>
                  <a:pt x="584662" y="502001"/>
                </a:lnTo>
                <a:cubicBezTo>
                  <a:pt x="617659" y="453158"/>
                  <a:pt x="636927" y="394276"/>
                  <a:pt x="636927" y="330895"/>
                </a:cubicBezTo>
                <a:cubicBezTo>
                  <a:pt x="636927" y="161878"/>
                  <a:pt x="499912" y="24863"/>
                  <a:pt x="330895" y="24863"/>
                </a:cubicBezTo>
                <a:cubicBezTo>
                  <a:pt x="267514" y="24863"/>
                  <a:pt x="208633" y="44131"/>
                  <a:pt x="159790" y="77128"/>
                </a:cubicBezTo>
                <a:lnTo>
                  <a:pt x="141595" y="92140"/>
                </a:lnTo>
                <a:lnTo>
                  <a:pt x="124015" y="74559"/>
                </a:lnTo>
                <a:lnTo>
                  <a:pt x="145889" y="56512"/>
                </a:lnTo>
                <a:cubicBezTo>
                  <a:pt x="198700" y="20833"/>
                  <a:pt x="262365" y="0"/>
                  <a:pt x="330895"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solidFill>
                <a:schemeClr val="tx1"/>
              </a:solidFill>
            </a:endParaRPr>
          </a:p>
        </p:txBody>
      </p:sp>
      <p:sp>
        <p:nvSpPr>
          <p:cNvPr id="30" name="角丸四角形 29">
            <a:extLst>
              <a:ext uri="{FF2B5EF4-FFF2-40B4-BE49-F238E27FC236}">
                <a16:creationId xmlns:a16="http://schemas.microsoft.com/office/drawing/2014/main" id="{B2A87B6E-D6E1-1EBB-A8E5-472CFC6C8A53}"/>
              </a:ext>
            </a:extLst>
          </p:cNvPr>
          <p:cNvSpPr/>
          <p:nvPr/>
        </p:nvSpPr>
        <p:spPr>
          <a:xfrm>
            <a:off x="651303" y="2310238"/>
            <a:ext cx="559175" cy="559175"/>
          </a:xfrm>
          <a:prstGeom prst="roundRect">
            <a:avLst/>
          </a:prstGeom>
          <a:solidFill>
            <a:schemeClr val="bg1"/>
          </a:solidFill>
          <a:ln w="25400">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2400" dirty="0">
                <a:solidFill>
                  <a:schemeClr val="tx1">
                    <a:lumMod val="75000"/>
                    <a:lumOff val="25000"/>
                  </a:schemeClr>
                </a:solidFill>
                <a:latin typeface="Arial" panose="020B0604020202020204" pitchFamily="34" charset="0"/>
                <a:cs typeface="Arial" panose="020B0604020202020204" pitchFamily="34" charset="0"/>
              </a:rPr>
              <a:t>01</a:t>
            </a:r>
            <a:endParaRPr kumimoji="1" lang="ja-JP" alt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34" name="角丸四角形 33">
            <a:extLst>
              <a:ext uri="{FF2B5EF4-FFF2-40B4-BE49-F238E27FC236}">
                <a16:creationId xmlns:a16="http://schemas.microsoft.com/office/drawing/2014/main" id="{0BBC2713-8AE9-F178-EE7D-BA0E683E10BB}"/>
              </a:ext>
            </a:extLst>
          </p:cNvPr>
          <p:cNvSpPr/>
          <p:nvPr/>
        </p:nvSpPr>
        <p:spPr>
          <a:xfrm>
            <a:off x="1558409" y="2310238"/>
            <a:ext cx="559175" cy="559175"/>
          </a:xfrm>
          <a:prstGeom prst="roundRect">
            <a:avLst/>
          </a:prstGeom>
          <a:solidFill>
            <a:schemeClr val="bg1"/>
          </a:solidFill>
          <a:ln w="25400">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2400" dirty="0">
                <a:solidFill>
                  <a:schemeClr val="tx1">
                    <a:lumMod val="75000"/>
                    <a:lumOff val="25000"/>
                  </a:schemeClr>
                </a:solidFill>
                <a:latin typeface="Arial" panose="020B0604020202020204" pitchFamily="34" charset="0"/>
                <a:cs typeface="Arial" panose="020B0604020202020204" pitchFamily="34" charset="0"/>
              </a:rPr>
              <a:t>02</a:t>
            </a:r>
            <a:endParaRPr kumimoji="1" lang="ja-JP" alt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38" name="角丸四角形 37">
            <a:extLst>
              <a:ext uri="{FF2B5EF4-FFF2-40B4-BE49-F238E27FC236}">
                <a16:creationId xmlns:a16="http://schemas.microsoft.com/office/drawing/2014/main" id="{094C1EBF-D757-F9D2-FE0B-7FA80B251E4D}"/>
              </a:ext>
            </a:extLst>
          </p:cNvPr>
          <p:cNvSpPr/>
          <p:nvPr/>
        </p:nvSpPr>
        <p:spPr>
          <a:xfrm>
            <a:off x="2465515" y="2310237"/>
            <a:ext cx="559175" cy="559175"/>
          </a:xfrm>
          <a:prstGeom prst="roundRect">
            <a:avLst/>
          </a:prstGeom>
          <a:solidFill>
            <a:schemeClr val="bg1"/>
          </a:solidFill>
          <a:ln w="25400">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2400" dirty="0">
                <a:solidFill>
                  <a:schemeClr val="tx1">
                    <a:lumMod val="75000"/>
                    <a:lumOff val="25000"/>
                  </a:schemeClr>
                </a:solidFill>
                <a:latin typeface="Arial" panose="020B0604020202020204" pitchFamily="34" charset="0"/>
                <a:cs typeface="Arial" panose="020B0604020202020204" pitchFamily="34" charset="0"/>
              </a:rPr>
              <a:t>03</a:t>
            </a:r>
            <a:endParaRPr kumimoji="1" lang="ja-JP" alt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40" name="三角形 39">
            <a:extLst>
              <a:ext uri="{FF2B5EF4-FFF2-40B4-BE49-F238E27FC236}">
                <a16:creationId xmlns:a16="http://schemas.microsoft.com/office/drawing/2014/main" id="{6C4C1DA0-7BCE-AAA2-4CEC-3FDDD1793628}"/>
              </a:ext>
            </a:extLst>
          </p:cNvPr>
          <p:cNvSpPr/>
          <p:nvPr/>
        </p:nvSpPr>
        <p:spPr>
          <a:xfrm rot="10800000">
            <a:off x="691664" y="3601634"/>
            <a:ext cx="482755" cy="312674"/>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a:extLst>
              <a:ext uri="{FF2B5EF4-FFF2-40B4-BE49-F238E27FC236}">
                <a16:creationId xmlns:a16="http://schemas.microsoft.com/office/drawing/2014/main" id="{76A44112-F5E0-2108-1EFF-E9063CFEF703}"/>
              </a:ext>
            </a:extLst>
          </p:cNvPr>
          <p:cNvSpPr/>
          <p:nvPr/>
        </p:nvSpPr>
        <p:spPr>
          <a:xfrm>
            <a:off x="625496" y="3192142"/>
            <a:ext cx="615093" cy="615093"/>
          </a:xfrm>
          <a:prstGeom prst="ellipse">
            <a:avLst/>
          </a:prstGeom>
          <a:solidFill>
            <a:schemeClr val="bg1"/>
          </a:solid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2400" dirty="0">
                <a:solidFill>
                  <a:schemeClr val="tx1">
                    <a:lumMod val="75000"/>
                    <a:lumOff val="25000"/>
                  </a:schemeClr>
                </a:solidFill>
                <a:latin typeface="Arial" panose="020B0604020202020204" pitchFamily="34" charset="0"/>
                <a:cs typeface="Arial" panose="020B0604020202020204" pitchFamily="34" charset="0"/>
              </a:rPr>
              <a:t>01</a:t>
            </a:r>
            <a:endParaRPr kumimoji="1" lang="ja-JP" alt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43" name="三角形 42">
            <a:extLst>
              <a:ext uri="{FF2B5EF4-FFF2-40B4-BE49-F238E27FC236}">
                <a16:creationId xmlns:a16="http://schemas.microsoft.com/office/drawing/2014/main" id="{DF348B99-BBE4-9DC9-C485-AA1531FE1613}"/>
              </a:ext>
            </a:extLst>
          </p:cNvPr>
          <p:cNvSpPr/>
          <p:nvPr/>
        </p:nvSpPr>
        <p:spPr>
          <a:xfrm rot="10800000">
            <a:off x="1588341" y="3601634"/>
            <a:ext cx="482755" cy="312674"/>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43">
            <a:extLst>
              <a:ext uri="{FF2B5EF4-FFF2-40B4-BE49-F238E27FC236}">
                <a16:creationId xmlns:a16="http://schemas.microsoft.com/office/drawing/2014/main" id="{0EB6798E-FC91-A33B-E8B6-D54379CD691B}"/>
              </a:ext>
            </a:extLst>
          </p:cNvPr>
          <p:cNvSpPr/>
          <p:nvPr/>
        </p:nvSpPr>
        <p:spPr>
          <a:xfrm>
            <a:off x="1522173" y="3192142"/>
            <a:ext cx="615093" cy="615093"/>
          </a:xfrm>
          <a:prstGeom prst="ellipse">
            <a:avLst/>
          </a:prstGeom>
          <a:solidFill>
            <a:schemeClr val="bg1"/>
          </a:solid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2400" dirty="0">
                <a:solidFill>
                  <a:schemeClr val="tx1">
                    <a:lumMod val="75000"/>
                    <a:lumOff val="25000"/>
                  </a:schemeClr>
                </a:solidFill>
                <a:latin typeface="Arial" panose="020B0604020202020204" pitchFamily="34" charset="0"/>
                <a:cs typeface="Arial" panose="020B0604020202020204" pitchFamily="34" charset="0"/>
              </a:rPr>
              <a:t>02</a:t>
            </a:r>
            <a:endParaRPr kumimoji="1" lang="ja-JP" alt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46" name="三角形 45">
            <a:extLst>
              <a:ext uri="{FF2B5EF4-FFF2-40B4-BE49-F238E27FC236}">
                <a16:creationId xmlns:a16="http://schemas.microsoft.com/office/drawing/2014/main" id="{3581C794-D899-CF20-90BB-AEAFAEBD60DB}"/>
              </a:ext>
            </a:extLst>
          </p:cNvPr>
          <p:cNvSpPr/>
          <p:nvPr/>
        </p:nvSpPr>
        <p:spPr>
          <a:xfrm rot="10800000">
            <a:off x="2518563" y="3601634"/>
            <a:ext cx="482755" cy="312674"/>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円/楕円 46">
            <a:extLst>
              <a:ext uri="{FF2B5EF4-FFF2-40B4-BE49-F238E27FC236}">
                <a16:creationId xmlns:a16="http://schemas.microsoft.com/office/drawing/2014/main" id="{77A5442A-FDFD-C3D0-0AFB-4D04BABEBD61}"/>
              </a:ext>
            </a:extLst>
          </p:cNvPr>
          <p:cNvSpPr/>
          <p:nvPr/>
        </p:nvSpPr>
        <p:spPr>
          <a:xfrm>
            <a:off x="2452395" y="3192142"/>
            <a:ext cx="615093" cy="615093"/>
          </a:xfrm>
          <a:prstGeom prst="ellipse">
            <a:avLst/>
          </a:prstGeom>
          <a:solidFill>
            <a:schemeClr val="bg1"/>
          </a:solid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2400" dirty="0">
                <a:solidFill>
                  <a:schemeClr val="tx1">
                    <a:lumMod val="75000"/>
                    <a:lumOff val="25000"/>
                  </a:schemeClr>
                </a:solidFill>
                <a:latin typeface="Arial" panose="020B0604020202020204" pitchFamily="34" charset="0"/>
                <a:cs typeface="Arial" panose="020B0604020202020204" pitchFamily="34" charset="0"/>
              </a:rPr>
              <a:t>03</a:t>
            </a:r>
            <a:endParaRPr kumimoji="1" lang="ja-JP" alt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49" name="テキスト ボックス 48">
            <a:extLst>
              <a:ext uri="{FF2B5EF4-FFF2-40B4-BE49-F238E27FC236}">
                <a16:creationId xmlns:a16="http://schemas.microsoft.com/office/drawing/2014/main" id="{A1774AAE-F8E0-5C41-15F1-98F13104D090}"/>
              </a:ext>
            </a:extLst>
          </p:cNvPr>
          <p:cNvSpPr txBox="1"/>
          <p:nvPr/>
        </p:nvSpPr>
        <p:spPr>
          <a:xfrm>
            <a:off x="1180477" y="4360737"/>
            <a:ext cx="585417" cy="523220"/>
          </a:xfrm>
          <a:prstGeom prst="rect">
            <a:avLst/>
          </a:prstGeom>
          <a:noFill/>
        </p:spPr>
        <p:txBody>
          <a:bodyPr wrap="none" rtlCol="0">
            <a:spAutoFit/>
          </a:bodyPr>
          <a:lstStyle/>
          <a:p>
            <a:r>
              <a:rPr kumimoji="1" lang="en-US" altLang="ja-JP" sz="2800" dirty="0">
                <a:solidFill>
                  <a:schemeClr val="tx1">
                    <a:lumMod val="75000"/>
                    <a:lumOff val="25000"/>
                  </a:schemeClr>
                </a:solidFill>
                <a:latin typeface="Arial" panose="020B0604020202020204" pitchFamily="34" charset="0"/>
                <a:ea typeface="Yu Gothic" panose="020B0400000000000000" pitchFamily="34" charset="-128"/>
              </a:rPr>
              <a:t>01</a:t>
            </a:r>
            <a:endParaRPr kumimoji="1" lang="ja-JP" altLang="en-US" sz="28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50" name="テキスト ボックス 49">
            <a:extLst>
              <a:ext uri="{FF2B5EF4-FFF2-40B4-BE49-F238E27FC236}">
                <a16:creationId xmlns:a16="http://schemas.microsoft.com/office/drawing/2014/main" id="{EF9B6891-796D-7A97-D952-BA6A0230B467}"/>
              </a:ext>
            </a:extLst>
          </p:cNvPr>
          <p:cNvSpPr txBox="1"/>
          <p:nvPr/>
        </p:nvSpPr>
        <p:spPr>
          <a:xfrm>
            <a:off x="649031" y="4504715"/>
            <a:ext cx="662361" cy="276999"/>
          </a:xfrm>
          <a:prstGeom prst="rect">
            <a:avLst/>
          </a:prstGeom>
          <a:noFill/>
        </p:spPr>
        <p:txBody>
          <a:bodyPr wrap="none" rtlCol="0">
            <a:spAutoFit/>
          </a:bodyPr>
          <a:lstStyle/>
          <a:p>
            <a:pPr algn="ctr"/>
            <a:r>
              <a:rPr kumimoji="1" lang="en-US" altLang="ja-JP" sz="1200"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sz="12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54" name="アーチ 53">
            <a:extLst>
              <a:ext uri="{FF2B5EF4-FFF2-40B4-BE49-F238E27FC236}">
                <a16:creationId xmlns:a16="http://schemas.microsoft.com/office/drawing/2014/main" id="{90CFE623-12B3-1C7A-D010-6D7B52AFAC25}"/>
              </a:ext>
            </a:extLst>
          </p:cNvPr>
          <p:cNvSpPr/>
          <p:nvPr/>
        </p:nvSpPr>
        <p:spPr>
          <a:xfrm>
            <a:off x="1175019" y="4323800"/>
            <a:ext cx="596905" cy="596905"/>
          </a:xfrm>
          <a:prstGeom prst="blockArc">
            <a:avLst>
              <a:gd name="adj1" fmla="val 12394619"/>
              <a:gd name="adj2" fmla="val 9196771"/>
              <a:gd name="adj3" fmla="val 1405"/>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6" name="テキスト ボックス 55">
            <a:extLst>
              <a:ext uri="{FF2B5EF4-FFF2-40B4-BE49-F238E27FC236}">
                <a16:creationId xmlns:a16="http://schemas.microsoft.com/office/drawing/2014/main" id="{34FDC5A3-37CF-3F48-1CBC-B8966E8443B4}"/>
              </a:ext>
            </a:extLst>
          </p:cNvPr>
          <p:cNvSpPr txBox="1"/>
          <p:nvPr/>
        </p:nvSpPr>
        <p:spPr>
          <a:xfrm>
            <a:off x="1180477" y="5128920"/>
            <a:ext cx="585417" cy="523220"/>
          </a:xfrm>
          <a:prstGeom prst="rect">
            <a:avLst/>
          </a:prstGeom>
          <a:noFill/>
        </p:spPr>
        <p:txBody>
          <a:bodyPr wrap="none" rtlCol="0">
            <a:spAutoFit/>
          </a:bodyPr>
          <a:lstStyle/>
          <a:p>
            <a:r>
              <a:rPr kumimoji="1" lang="en-US" altLang="ja-JP" sz="2800" dirty="0">
                <a:solidFill>
                  <a:schemeClr val="tx1">
                    <a:lumMod val="75000"/>
                    <a:lumOff val="25000"/>
                  </a:schemeClr>
                </a:solidFill>
                <a:latin typeface="Arial" panose="020B0604020202020204" pitchFamily="34" charset="0"/>
                <a:ea typeface="Yu Gothic" panose="020B0400000000000000" pitchFamily="34" charset="-128"/>
              </a:rPr>
              <a:t>02</a:t>
            </a:r>
            <a:endParaRPr kumimoji="1" lang="ja-JP" altLang="en-US" sz="28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60" name="テキスト ボックス 59">
            <a:extLst>
              <a:ext uri="{FF2B5EF4-FFF2-40B4-BE49-F238E27FC236}">
                <a16:creationId xmlns:a16="http://schemas.microsoft.com/office/drawing/2014/main" id="{B4703555-C41F-3EE5-9C1F-D8E9F087B86E}"/>
              </a:ext>
            </a:extLst>
          </p:cNvPr>
          <p:cNvSpPr txBox="1"/>
          <p:nvPr/>
        </p:nvSpPr>
        <p:spPr>
          <a:xfrm>
            <a:off x="649031" y="5272898"/>
            <a:ext cx="662361" cy="276999"/>
          </a:xfrm>
          <a:prstGeom prst="rect">
            <a:avLst/>
          </a:prstGeom>
          <a:noFill/>
        </p:spPr>
        <p:txBody>
          <a:bodyPr wrap="none" rtlCol="0">
            <a:spAutoFit/>
          </a:bodyPr>
          <a:lstStyle/>
          <a:p>
            <a:pPr algn="ctr"/>
            <a:r>
              <a:rPr kumimoji="1" lang="en-US" altLang="ja-JP" sz="1200"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sz="12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64" name="アーチ 63">
            <a:extLst>
              <a:ext uri="{FF2B5EF4-FFF2-40B4-BE49-F238E27FC236}">
                <a16:creationId xmlns:a16="http://schemas.microsoft.com/office/drawing/2014/main" id="{0209F0CF-A0C3-D116-0680-7CB7046CACF5}"/>
              </a:ext>
            </a:extLst>
          </p:cNvPr>
          <p:cNvSpPr/>
          <p:nvPr/>
        </p:nvSpPr>
        <p:spPr>
          <a:xfrm>
            <a:off x="1175019" y="5091983"/>
            <a:ext cx="596905" cy="596905"/>
          </a:xfrm>
          <a:prstGeom prst="blockArc">
            <a:avLst>
              <a:gd name="adj1" fmla="val 12394619"/>
              <a:gd name="adj2" fmla="val 9196771"/>
              <a:gd name="adj3" fmla="val 1405"/>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2" name="テキスト ボックス 71">
            <a:extLst>
              <a:ext uri="{FF2B5EF4-FFF2-40B4-BE49-F238E27FC236}">
                <a16:creationId xmlns:a16="http://schemas.microsoft.com/office/drawing/2014/main" id="{EB551B90-B0E0-4C0F-452D-9754FF392247}"/>
              </a:ext>
            </a:extLst>
          </p:cNvPr>
          <p:cNvSpPr txBox="1"/>
          <p:nvPr/>
        </p:nvSpPr>
        <p:spPr>
          <a:xfrm>
            <a:off x="1174447" y="5891890"/>
            <a:ext cx="585417" cy="523220"/>
          </a:xfrm>
          <a:prstGeom prst="rect">
            <a:avLst/>
          </a:prstGeom>
          <a:noFill/>
        </p:spPr>
        <p:txBody>
          <a:bodyPr wrap="none" rtlCol="0">
            <a:spAutoFit/>
          </a:bodyPr>
          <a:lstStyle/>
          <a:p>
            <a:r>
              <a:rPr kumimoji="1" lang="en-US" altLang="ja-JP" sz="2800" dirty="0">
                <a:solidFill>
                  <a:schemeClr val="tx1">
                    <a:lumMod val="75000"/>
                    <a:lumOff val="25000"/>
                  </a:schemeClr>
                </a:solidFill>
                <a:latin typeface="Arial" panose="020B0604020202020204" pitchFamily="34" charset="0"/>
                <a:ea typeface="Yu Gothic" panose="020B0400000000000000" pitchFamily="34" charset="-128"/>
              </a:rPr>
              <a:t>03</a:t>
            </a:r>
            <a:endParaRPr kumimoji="1" lang="ja-JP" altLang="en-US" sz="28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73" name="テキスト ボックス 72">
            <a:extLst>
              <a:ext uri="{FF2B5EF4-FFF2-40B4-BE49-F238E27FC236}">
                <a16:creationId xmlns:a16="http://schemas.microsoft.com/office/drawing/2014/main" id="{6D119054-9DF6-76F4-F56F-3C90B048902D}"/>
              </a:ext>
            </a:extLst>
          </p:cNvPr>
          <p:cNvSpPr txBox="1"/>
          <p:nvPr/>
        </p:nvSpPr>
        <p:spPr>
          <a:xfrm>
            <a:off x="643001" y="6035868"/>
            <a:ext cx="662361" cy="276999"/>
          </a:xfrm>
          <a:prstGeom prst="rect">
            <a:avLst/>
          </a:prstGeom>
          <a:noFill/>
        </p:spPr>
        <p:txBody>
          <a:bodyPr wrap="none" rtlCol="0">
            <a:spAutoFit/>
          </a:bodyPr>
          <a:lstStyle/>
          <a:p>
            <a:pPr algn="ctr"/>
            <a:r>
              <a:rPr kumimoji="1" lang="en-US" altLang="ja-JP" sz="1200"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sz="12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74" name="アーチ 73">
            <a:extLst>
              <a:ext uri="{FF2B5EF4-FFF2-40B4-BE49-F238E27FC236}">
                <a16:creationId xmlns:a16="http://schemas.microsoft.com/office/drawing/2014/main" id="{486CAC6C-5447-835D-4D7A-C982C804EACA}"/>
              </a:ext>
            </a:extLst>
          </p:cNvPr>
          <p:cNvSpPr/>
          <p:nvPr/>
        </p:nvSpPr>
        <p:spPr>
          <a:xfrm>
            <a:off x="1168989" y="5854953"/>
            <a:ext cx="596905" cy="596905"/>
          </a:xfrm>
          <a:prstGeom prst="blockArc">
            <a:avLst>
              <a:gd name="adj1" fmla="val 12394619"/>
              <a:gd name="adj2" fmla="val 9196771"/>
              <a:gd name="adj3" fmla="val 1405"/>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6" name="テキスト ボックス 75">
            <a:extLst>
              <a:ext uri="{FF2B5EF4-FFF2-40B4-BE49-F238E27FC236}">
                <a16:creationId xmlns:a16="http://schemas.microsoft.com/office/drawing/2014/main" id="{4384EAAE-B71D-B375-55A7-EF088F2D5FCC}"/>
              </a:ext>
            </a:extLst>
          </p:cNvPr>
          <p:cNvSpPr txBox="1"/>
          <p:nvPr/>
        </p:nvSpPr>
        <p:spPr>
          <a:xfrm>
            <a:off x="2340761" y="4998013"/>
            <a:ext cx="755335" cy="707886"/>
          </a:xfrm>
          <a:prstGeom prst="rect">
            <a:avLst/>
          </a:prstGeom>
          <a:noFill/>
        </p:spPr>
        <p:txBody>
          <a:bodyPr wrap="none" rtlCol="0">
            <a:spAutoFit/>
          </a:bodyPr>
          <a:lstStyle/>
          <a:p>
            <a:pPr algn="ctr"/>
            <a:r>
              <a:rPr kumimoji="1" lang="en-US" altLang="ja-JP" sz="4000" dirty="0">
                <a:solidFill>
                  <a:schemeClr val="tx1">
                    <a:lumMod val="75000"/>
                    <a:lumOff val="25000"/>
                  </a:schemeClr>
                </a:solidFill>
                <a:latin typeface="Arial" panose="020B0604020202020204" pitchFamily="34" charset="0"/>
                <a:ea typeface="Yu Gothic" panose="020B0400000000000000" pitchFamily="34" charset="-128"/>
              </a:rPr>
              <a:t>02</a:t>
            </a:r>
            <a:endParaRPr kumimoji="1" lang="ja-JP" altLang="en-US" sz="40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77" name="テキスト ボックス 76">
            <a:extLst>
              <a:ext uri="{FF2B5EF4-FFF2-40B4-BE49-F238E27FC236}">
                <a16:creationId xmlns:a16="http://schemas.microsoft.com/office/drawing/2014/main" id="{B36E5BE3-D483-0F5C-957D-36F6C36ED04F}"/>
              </a:ext>
            </a:extLst>
          </p:cNvPr>
          <p:cNvSpPr txBox="1"/>
          <p:nvPr/>
        </p:nvSpPr>
        <p:spPr>
          <a:xfrm>
            <a:off x="2071096" y="5197470"/>
            <a:ext cx="604204" cy="307777"/>
          </a:xfrm>
          <a:prstGeom prst="rect">
            <a:avLst/>
          </a:prstGeom>
          <a:noFill/>
        </p:spPr>
        <p:txBody>
          <a:bodyPr wrap="none" rtlCol="0">
            <a:spAutoFit/>
          </a:bodyPr>
          <a:lstStyle/>
          <a:p>
            <a:r>
              <a:rPr kumimoji="1" lang="en-US" altLang="ja-JP" sz="1400" dirty="0">
                <a:ln w="44450">
                  <a:solidFill>
                    <a:schemeClr val="bg1"/>
                  </a:solidFill>
                </a:ln>
                <a:gradFill>
                  <a:gsLst>
                    <a:gs pos="0">
                      <a:srgbClr val="0575E6"/>
                    </a:gs>
                    <a:gs pos="100000">
                      <a:srgbClr val="36D1DC"/>
                    </a:gs>
                  </a:gsLst>
                  <a:lin ang="10800000" scaled="1"/>
                </a:gradFill>
                <a:latin typeface="Arial" panose="020B0604020202020204" pitchFamily="34" charset="0"/>
                <a:ea typeface="Yu Gothic" panose="020B0400000000000000" pitchFamily="34" charset="-128"/>
              </a:rPr>
              <a:t>Point</a:t>
            </a:r>
            <a:endParaRPr kumimoji="1" lang="ja-JP" altLang="en-US" sz="1400">
              <a:ln w="44450">
                <a:solidFill>
                  <a:schemeClr val="bg1"/>
                </a:solidFill>
              </a:ln>
              <a:gradFill>
                <a:gsLst>
                  <a:gs pos="0">
                    <a:srgbClr val="0575E6"/>
                  </a:gs>
                  <a:gs pos="100000">
                    <a:srgbClr val="36D1DC"/>
                  </a:gs>
                </a:gsLst>
                <a:lin ang="10800000" scaled="1"/>
              </a:gradFill>
              <a:latin typeface="Arial" panose="020B0604020202020204" pitchFamily="34" charset="0"/>
              <a:ea typeface="Yu Gothic" panose="020B0400000000000000" pitchFamily="34" charset="-128"/>
            </a:endParaRPr>
          </a:p>
        </p:txBody>
      </p:sp>
      <p:sp>
        <p:nvSpPr>
          <p:cNvPr id="78" name="テキスト ボックス 77">
            <a:extLst>
              <a:ext uri="{FF2B5EF4-FFF2-40B4-BE49-F238E27FC236}">
                <a16:creationId xmlns:a16="http://schemas.microsoft.com/office/drawing/2014/main" id="{2DA54B54-8D1D-23C3-AC3F-52B3FF347079}"/>
              </a:ext>
            </a:extLst>
          </p:cNvPr>
          <p:cNvSpPr txBox="1"/>
          <p:nvPr/>
        </p:nvSpPr>
        <p:spPr>
          <a:xfrm>
            <a:off x="2071096" y="5197470"/>
            <a:ext cx="604204" cy="307777"/>
          </a:xfrm>
          <a:prstGeom prst="rect">
            <a:avLst/>
          </a:prstGeom>
          <a:noFill/>
        </p:spPr>
        <p:txBody>
          <a:bodyPr wrap="none" rtlCol="0">
            <a:spAutoFit/>
          </a:bodyPr>
          <a:lstStyle/>
          <a:p>
            <a:r>
              <a:rPr kumimoji="1" lang="en-US" altLang="ja-JP" sz="1400"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sz="14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80" name="テキスト ボックス 79">
            <a:extLst>
              <a:ext uri="{FF2B5EF4-FFF2-40B4-BE49-F238E27FC236}">
                <a16:creationId xmlns:a16="http://schemas.microsoft.com/office/drawing/2014/main" id="{1AD1284D-A1E8-6A87-85A0-A531F1E526D2}"/>
              </a:ext>
            </a:extLst>
          </p:cNvPr>
          <p:cNvSpPr txBox="1"/>
          <p:nvPr/>
        </p:nvSpPr>
        <p:spPr>
          <a:xfrm>
            <a:off x="2340761" y="4216727"/>
            <a:ext cx="755335" cy="707886"/>
          </a:xfrm>
          <a:prstGeom prst="rect">
            <a:avLst/>
          </a:prstGeom>
          <a:noFill/>
        </p:spPr>
        <p:txBody>
          <a:bodyPr wrap="none" rtlCol="0">
            <a:spAutoFit/>
          </a:bodyPr>
          <a:lstStyle/>
          <a:p>
            <a:pPr algn="ctr"/>
            <a:r>
              <a:rPr kumimoji="1" lang="en-US" altLang="ja-JP" sz="4000" dirty="0">
                <a:solidFill>
                  <a:schemeClr val="tx1">
                    <a:lumMod val="75000"/>
                    <a:lumOff val="25000"/>
                  </a:schemeClr>
                </a:solidFill>
                <a:latin typeface="Arial" panose="020B0604020202020204" pitchFamily="34" charset="0"/>
                <a:ea typeface="Yu Gothic" panose="020B0400000000000000" pitchFamily="34" charset="-128"/>
              </a:rPr>
              <a:t>01</a:t>
            </a:r>
            <a:endParaRPr kumimoji="1" lang="ja-JP" altLang="en-US" sz="40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90" name="テキスト ボックス 89">
            <a:extLst>
              <a:ext uri="{FF2B5EF4-FFF2-40B4-BE49-F238E27FC236}">
                <a16:creationId xmlns:a16="http://schemas.microsoft.com/office/drawing/2014/main" id="{826222E7-2A53-FE15-746D-A174E5EB02BE}"/>
              </a:ext>
            </a:extLst>
          </p:cNvPr>
          <p:cNvSpPr txBox="1"/>
          <p:nvPr/>
        </p:nvSpPr>
        <p:spPr>
          <a:xfrm>
            <a:off x="2071096" y="4416184"/>
            <a:ext cx="604204" cy="307777"/>
          </a:xfrm>
          <a:prstGeom prst="rect">
            <a:avLst/>
          </a:prstGeom>
          <a:noFill/>
        </p:spPr>
        <p:txBody>
          <a:bodyPr wrap="none" rtlCol="0">
            <a:spAutoFit/>
          </a:bodyPr>
          <a:lstStyle/>
          <a:p>
            <a:r>
              <a:rPr kumimoji="1" lang="en-US" altLang="ja-JP" sz="1400" dirty="0">
                <a:ln w="44450">
                  <a:solidFill>
                    <a:schemeClr val="bg1"/>
                  </a:solidFill>
                </a:ln>
                <a:gradFill>
                  <a:gsLst>
                    <a:gs pos="0">
                      <a:srgbClr val="0575E6"/>
                    </a:gs>
                    <a:gs pos="100000">
                      <a:srgbClr val="36D1DC"/>
                    </a:gs>
                  </a:gsLst>
                  <a:lin ang="10800000" scaled="1"/>
                </a:gradFill>
                <a:latin typeface="Arial" panose="020B0604020202020204" pitchFamily="34" charset="0"/>
                <a:ea typeface="Yu Gothic" panose="020B0400000000000000" pitchFamily="34" charset="-128"/>
              </a:rPr>
              <a:t>Point</a:t>
            </a:r>
            <a:endParaRPr kumimoji="1" lang="ja-JP" altLang="en-US" sz="1400">
              <a:ln w="44450">
                <a:solidFill>
                  <a:schemeClr val="bg1"/>
                </a:solidFill>
              </a:ln>
              <a:gradFill>
                <a:gsLst>
                  <a:gs pos="0">
                    <a:srgbClr val="0575E6"/>
                  </a:gs>
                  <a:gs pos="100000">
                    <a:srgbClr val="36D1DC"/>
                  </a:gs>
                </a:gsLst>
                <a:lin ang="10800000" scaled="1"/>
              </a:gradFill>
              <a:latin typeface="Arial" panose="020B0604020202020204" pitchFamily="34" charset="0"/>
              <a:ea typeface="Yu Gothic" panose="020B0400000000000000" pitchFamily="34" charset="-128"/>
            </a:endParaRPr>
          </a:p>
        </p:txBody>
      </p:sp>
      <p:sp>
        <p:nvSpPr>
          <p:cNvPr id="91" name="テキスト ボックス 90">
            <a:extLst>
              <a:ext uri="{FF2B5EF4-FFF2-40B4-BE49-F238E27FC236}">
                <a16:creationId xmlns:a16="http://schemas.microsoft.com/office/drawing/2014/main" id="{4F293450-8D67-EB18-9592-4409D8742A6B}"/>
              </a:ext>
            </a:extLst>
          </p:cNvPr>
          <p:cNvSpPr txBox="1"/>
          <p:nvPr/>
        </p:nvSpPr>
        <p:spPr>
          <a:xfrm>
            <a:off x="2071096" y="4416184"/>
            <a:ext cx="604204" cy="307777"/>
          </a:xfrm>
          <a:prstGeom prst="rect">
            <a:avLst/>
          </a:prstGeom>
          <a:noFill/>
        </p:spPr>
        <p:txBody>
          <a:bodyPr wrap="none" rtlCol="0">
            <a:spAutoFit/>
          </a:bodyPr>
          <a:lstStyle/>
          <a:p>
            <a:r>
              <a:rPr kumimoji="1" lang="en-US" altLang="ja-JP" sz="1400"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sz="14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93" name="テキスト ボックス 92">
            <a:extLst>
              <a:ext uri="{FF2B5EF4-FFF2-40B4-BE49-F238E27FC236}">
                <a16:creationId xmlns:a16="http://schemas.microsoft.com/office/drawing/2014/main" id="{84366717-2042-75AE-C0D8-AE97574626F5}"/>
              </a:ext>
            </a:extLst>
          </p:cNvPr>
          <p:cNvSpPr txBox="1"/>
          <p:nvPr/>
        </p:nvSpPr>
        <p:spPr>
          <a:xfrm>
            <a:off x="2340761" y="5744427"/>
            <a:ext cx="755335" cy="707886"/>
          </a:xfrm>
          <a:prstGeom prst="rect">
            <a:avLst/>
          </a:prstGeom>
          <a:noFill/>
        </p:spPr>
        <p:txBody>
          <a:bodyPr wrap="none" rtlCol="0">
            <a:spAutoFit/>
          </a:bodyPr>
          <a:lstStyle/>
          <a:p>
            <a:pPr algn="ctr"/>
            <a:r>
              <a:rPr kumimoji="1" lang="en-US" altLang="ja-JP" sz="4000" dirty="0">
                <a:solidFill>
                  <a:schemeClr val="tx1">
                    <a:lumMod val="75000"/>
                    <a:lumOff val="25000"/>
                  </a:schemeClr>
                </a:solidFill>
                <a:latin typeface="Arial" panose="020B0604020202020204" pitchFamily="34" charset="0"/>
                <a:ea typeface="Yu Gothic" panose="020B0400000000000000" pitchFamily="34" charset="-128"/>
              </a:rPr>
              <a:t>03</a:t>
            </a:r>
            <a:endParaRPr kumimoji="1" lang="ja-JP" altLang="en-US" sz="40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94" name="テキスト ボックス 93">
            <a:extLst>
              <a:ext uri="{FF2B5EF4-FFF2-40B4-BE49-F238E27FC236}">
                <a16:creationId xmlns:a16="http://schemas.microsoft.com/office/drawing/2014/main" id="{40CD1E13-215F-D7F6-F233-8434F41F018B}"/>
              </a:ext>
            </a:extLst>
          </p:cNvPr>
          <p:cNvSpPr txBox="1"/>
          <p:nvPr/>
        </p:nvSpPr>
        <p:spPr>
          <a:xfrm>
            <a:off x="2071096" y="5943884"/>
            <a:ext cx="604204" cy="307777"/>
          </a:xfrm>
          <a:prstGeom prst="rect">
            <a:avLst/>
          </a:prstGeom>
          <a:noFill/>
        </p:spPr>
        <p:txBody>
          <a:bodyPr wrap="none" rtlCol="0">
            <a:spAutoFit/>
          </a:bodyPr>
          <a:lstStyle/>
          <a:p>
            <a:r>
              <a:rPr kumimoji="1" lang="en-US" altLang="ja-JP" sz="1400" dirty="0">
                <a:ln w="44450">
                  <a:solidFill>
                    <a:schemeClr val="bg1"/>
                  </a:solidFill>
                </a:ln>
                <a:gradFill>
                  <a:gsLst>
                    <a:gs pos="0">
                      <a:srgbClr val="0575E6"/>
                    </a:gs>
                    <a:gs pos="100000">
                      <a:srgbClr val="36D1DC"/>
                    </a:gs>
                  </a:gsLst>
                  <a:lin ang="10800000" scaled="1"/>
                </a:gradFill>
                <a:latin typeface="Arial" panose="020B0604020202020204" pitchFamily="34" charset="0"/>
                <a:ea typeface="Yu Gothic" panose="020B0400000000000000" pitchFamily="34" charset="-128"/>
              </a:rPr>
              <a:t>Point</a:t>
            </a:r>
            <a:endParaRPr kumimoji="1" lang="ja-JP" altLang="en-US" sz="1400">
              <a:ln w="44450">
                <a:solidFill>
                  <a:schemeClr val="bg1"/>
                </a:solidFill>
              </a:ln>
              <a:gradFill>
                <a:gsLst>
                  <a:gs pos="0">
                    <a:srgbClr val="0575E6"/>
                  </a:gs>
                  <a:gs pos="100000">
                    <a:srgbClr val="36D1DC"/>
                  </a:gs>
                </a:gsLst>
                <a:lin ang="10800000" scaled="1"/>
              </a:gradFill>
              <a:latin typeface="Arial" panose="020B0604020202020204" pitchFamily="34" charset="0"/>
              <a:ea typeface="Yu Gothic" panose="020B0400000000000000" pitchFamily="34" charset="-128"/>
            </a:endParaRPr>
          </a:p>
        </p:txBody>
      </p:sp>
      <p:sp>
        <p:nvSpPr>
          <p:cNvPr id="95" name="テキスト ボックス 94">
            <a:extLst>
              <a:ext uri="{FF2B5EF4-FFF2-40B4-BE49-F238E27FC236}">
                <a16:creationId xmlns:a16="http://schemas.microsoft.com/office/drawing/2014/main" id="{C96E3ABB-F2D2-68F9-25EE-B772E00FD0B6}"/>
              </a:ext>
            </a:extLst>
          </p:cNvPr>
          <p:cNvSpPr txBox="1"/>
          <p:nvPr/>
        </p:nvSpPr>
        <p:spPr>
          <a:xfrm>
            <a:off x="2071096" y="5943884"/>
            <a:ext cx="604204" cy="307777"/>
          </a:xfrm>
          <a:prstGeom prst="rect">
            <a:avLst/>
          </a:prstGeom>
          <a:noFill/>
        </p:spPr>
        <p:txBody>
          <a:bodyPr wrap="none" rtlCol="0">
            <a:spAutoFit/>
          </a:bodyPr>
          <a:lstStyle/>
          <a:p>
            <a:r>
              <a:rPr kumimoji="1" lang="en-US" altLang="ja-JP" sz="1400"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sz="14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97" name="テキスト ボックス 96">
            <a:extLst>
              <a:ext uri="{FF2B5EF4-FFF2-40B4-BE49-F238E27FC236}">
                <a16:creationId xmlns:a16="http://schemas.microsoft.com/office/drawing/2014/main" id="{0A338FBC-1621-9A73-721C-AD61CE419C0A}"/>
              </a:ext>
            </a:extLst>
          </p:cNvPr>
          <p:cNvSpPr txBox="1"/>
          <p:nvPr/>
        </p:nvSpPr>
        <p:spPr>
          <a:xfrm>
            <a:off x="4412643" y="1603671"/>
            <a:ext cx="585417" cy="523220"/>
          </a:xfrm>
          <a:prstGeom prst="rect">
            <a:avLst/>
          </a:prstGeom>
          <a:noFill/>
        </p:spPr>
        <p:txBody>
          <a:bodyPr wrap="none" rtlCol="0">
            <a:spAutoFit/>
          </a:bodyPr>
          <a:lstStyle/>
          <a:p>
            <a:pPr algn="ctr"/>
            <a:r>
              <a:rPr kumimoji="1" lang="en-US" altLang="ja-JP" sz="2800" dirty="0">
                <a:solidFill>
                  <a:schemeClr val="tx1">
                    <a:lumMod val="75000"/>
                    <a:lumOff val="25000"/>
                  </a:schemeClr>
                </a:solidFill>
                <a:latin typeface="Arial" panose="020B0604020202020204" pitchFamily="34" charset="0"/>
                <a:ea typeface="Yu Gothic" panose="020B0400000000000000" pitchFamily="34" charset="-128"/>
              </a:rPr>
              <a:t>02</a:t>
            </a:r>
            <a:endParaRPr kumimoji="1" lang="ja-JP" altLang="en-US" sz="28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98" name="テキスト ボックス 97">
            <a:extLst>
              <a:ext uri="{FF2B5EF4-FFF2-40B4-BE49-F238E27FC236}">
                <a16:creationId xmlns:a16="http://schemas.microsoft.com/office/drawing/2014/main" id="{9C1EB04F-DCBF-C4CD-EECE-5AF19DF582AD}"/>
              </a:ext>
            </a:extLst>
          </p:cNvPr>
          <p:cNvSpPr txBox="1"/>
          <p:nvPr/>
        </p:nvSpPr>
        <p:spPr>
          <a:xfrm>
            <a:off x="4396367" y="1473638"/>
            <a:ext cx="622286" cy="261610"/>
          </a:xfrm>
          <a:prstGeom prst="rect">
            <a:avLst/>
          </a:prstGeom>
          <a:noFill/>
        </p:spPr>
        <p:txBody>
          <a:bodyPr wrap="none" rtlCol="0">
            <a:spAutoFit/>
          </a:bodyPr>
          <a:lstStyle/>
          <a:p>
            <a:pPr algn="ctr"/>
            <a:r>
              <a:rPr lang="en-US" altLang="ja-JP" sz="1100"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sz="11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99" name="アーチ 98">
            <a:extLst>
              <a:ext uri="{FF2B5EF4-FFF2-40B4-BE49-F238E27FC236}">
                <a16:creationId xmlns:a16="http://schemas.microsoft.com/office/drawing/2014/main" id="{630DBE8F-B70D-2412-E64B-179FF9663172}"/>
              </a:ext>
            </a:extLst>
          </p:cNvPr>
          <p:cNvSpPr/>
          <p:nvPr/>
        </p:nvSpPr>
        <p:spPr>
          <a:xfrm rot="15300000">
            <a:off x="4408392" y="1335160"/>
            <a:ext cx="722256" cy="722256"/>
          </a:xfrm>
          <a:prstGeom prst="blockArc">
            <a:avLst>
              <a:gd name="adj1" fmla="val 20591726"/>
              <a:gd name="adj2" fmla="val 9196771"/>
              <a:gd name="adj3" fmla="val 1405"/>
            </a:avLst>
          </a:prstGeom>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1" name="テキスト ボックス 100">
            <a:extLst>
              <a:ext uri="{FF2B5EF4-FFF2-40B4-BE49-F238E27FC236}">
                <a16:creationId xmlns:a16="http://schemas.microsoft.com/office/drawing/2014/main" id="{AACBB56F-1FE3-37D9-3497-5DF49795B102}"/>
              </a:ext>
            </a:extLst>
          </p:cNvPr>
          <p:cNvSpPr txBox="1"/>
          <p:nvPr/>
        </p:nvSpPr>
        <p:spPr>
          <a:xfrm>
            <a:off x="3414969" y="1603671"/>
            <a:ext cx="585417" cy="523220"/>
          </a:xfrm>
          <a:prstGeom prst="rect">
            <a:avLst/>
          </a:prstGeom>
          <a:noFill/>
        </p:spPr>
        <p:txBody>
          <a:bodyPr wrap="none" rtlCol="0">
            <a:spAutoFit/>
          </a:bodyPr>
          <a:lstStyle/>
          <a:p>
            <a:pPr algn="ctr"/>
            <a:r>
              <a:rPr kumimoji="1" lang="en-US" altLang="ja-JP" sz="2800" dirty="0">
                <a:solidFill>
                  <a:schemeClr val="tx1">
                    <a:lumMod val="75000"/>
                    <a:lumOff val="25000"/>
                  </a:schemeClr>
                </a:solidFill>
                <a:latin typeface="Arial" panose="020B0604020202020204" pitchFamily="34" charset="0"/>
                <a:ea typeface="Yu Gothic" panose="020B0400000000000000" pitchFamily="34" charset="-128"/>
              </a:rPr>
              <a:t>01</a:t>
            </a:r>
            <a:endParaRPr kumimoji="1" lang="ja-JP" altLang="en-US" sz="28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102" name="テキスト ボックス 101">
            <a:extLst>
              <a:ext uri="{FF2B5EF4-FFF2-40B4-BE49-F238E27FC236}">
                <a16:creationId xmlns:a16="http://schemas.microsoft.com/office/drawing/2014/main" id="{51A8AD5C-EBA4-0B04-6437-03BF01204E86}"/>
              </a:ext>
            </a:extLst>
          </p:cNvPr>
          <p:cNvSpPr txBox="1"/>
          <p:nvPr/>
        </p:nvSpPr>
        <p:spPr>
          <a:xfrm>
            <a:off x="3398693" y="1473638"/>
            <a:ext cx="622286" cy="261610"/>
          </a:xfrm>
          <a:prstGeom prst="rect">
            <a:avLst/>
          </a:prstGeom>
          <a:noFill/>
        </p:spPr>
        <p:txBody>
          <a:bodyPr wrap="none" rtlCol="0">
            <a:spAutoFit/>
          </a:bodyPr>
          <a:lstStyle/>
          <a:p>
            <a:pPr algn="ctr"/>
            <a:r>
              <a:rPr lang="en-US" altLang="ja-JP" sz="1100"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sz="11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103" name="アーチ 102">
            <a:extLst>
              <a:ext uri="{FF2B5EF4-FFF2-40B4-BE49-F238E27FC236}">
                <a16:creationId xmlns:a16="http://schemas.microsoft.com/office/drawing/2014/main" id="{12500D3B-0170-0074-4ADF-8AEFB9C6B5DE}"/>
              </a:ext>
            </a:extLst>
          </p:cNvPr>
          <p:cNvSpPr/>
          <p:nvPr/>
        </p:nvSpPr>
        <p:spPr>
          <a:xfrm rot="15300000">
            <a:off x="3410718" y="1335160"/>
            <a:ext cx="722256" cy="722256"/>
          </a:xfrm>
          <a:prstGeom prst="blockArc">
            <a:avLst>
              <a:gd name="adj1" fmla="val 20591726"/>
              <a:gd name="adj2" fmla="val 9196771"/>
              <a:gd name="adj3" fmla="val 1405"/>
            </a:avLst>
          </a:prstGeom>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5" name="テキスト ボックス 104">
            <a:extLst>
              <a:ext uri="{FF2B5EF4-FFF2-40B4-BE49-F238E27FC236}">
                <a16:creationId xmlns:a16="http://schemas.microsoft.com/office/drawing/2014/main" id="{5FB7AA41-18DA-041E-92A0-6B453C405110}"/>
              </a:ext>
            </a:extLst>
          </p:cNvPr>
          <p:cNvSpPr txBox="1"/>
          <p:nvPr/>
        </p:nvSpPr>
        <p:spPr>
          <a:xfrm>
            <a:off x="5442937" y="1603671"/>
            <a:ext cx="585417" cy="523220"/>
          </a:xfrm>
          <a:prstGeom prst="rect">
            <a:avLst/>
          </a:prstGeom>
          <a:noFill/>
        </p:spPr>
        <p:txBody>
          <a:bodyPr wrap="none" rtlCol="0">
            <a:spAutoFit/>
          </a:bodyPr>
          <a:lstStyle/>
          <a:p>
            <a:pPr algn="ctr"/>
            <a:r>
              <a:rPr kumimoji="1" lang="en-US" altLang="ja-JP" sz="2800" dirty="0">
                <a:solidFill>
                  <a:schemeClr val="tx1">
                    <a:lumMod val="75000"/>
                    <a:lumOff val="25000"/>
                  </a:schemeClr>
                </a:solidFill>
                <a:latin typeface="Arial" panose="020B0604020202020204" pitchFamily="34" charset="0"/>
                <a:ea typeface="Yu Gothic" panose="020B0400000000000000" pitchFamily="34" charset="-128"/>
              </a:rPr>
              <a:t>03</a:t>
            </a:r>
            <a:endParaRPr kumimoji="1" lang="ja-JP" altLang="en-US" sz="28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106" name="テキスト ボックス 105">
            <a:extLst>
              <a:ext uri="{FF2B5EF4-FFF2-40B4-BE49-F238E27FC236}">
                <a16:creationId xmlns:a16="http://schemas.microsoft.com/office/drawing/2014/main" id="{4CF03091-CAF4-3DE2-BE98-91AF2D5CFBCE}"/>
              </a:ext>
            </a:extLst>
          </p:cNvPr>
          <p:cNvSpPr txBox="1"/>
          <p:nvPr/>
        </p:nvSpPr>
        <p:spPr>
          <a:xfrm>
            <a:off x="5426661" y="1473638"/>
            <a:ext cx="622286" cy="261610"/>
          </a:xfrm>
          <a:prstGeom prst="rect">
            <a:avLst/>
          </a:prstGeom>
          <a:noFill/>
        </p:spPr>
        <p:txBody>
          <a:bodyPr wrap="none" rtlCol="0">
            <a:spAutoFit/>
          </a:bodyPr>
          <a:lstStyle/>
          <a:p>
            <a:pPr algn="ctr"/>
            <a:r>
              <a:rPr lang="en-US" altLang="ja-JP" sz="1100"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sz="11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107" name="アーチ 106">
            <a:extLst>
              <a:ext uri="{FF2B5EF4-FFF2-40B4-BE49-F238E27FC236}">
                <a16:creationId xmlns:a16="http://schemas.microsoft.com/office/drawing/2014/main" id="{5B004200-4E44-0A69-9C8B-ABA78A4B64FE}"/>
              </a:ext>
            </a:extLst>
          </p:cNvPr>
          <p:cNvSpPr/>
          <p:nvPr/>
        </p:nvSpPr>
        <p:spPr>
          <a:xfrm rot="15300000">
            <a:off x="5438686" y="1335160"/>
            <a:ext cx="722256" cy="722256"/>
          </a:xfrm>
          <a:prstGeom prst="blockArc">
            <a:avLst>
              <a:gd name="adj1" fmla="val 20591726"/>
              <a:gd name="adj2" fmla="val 9196771"/>
              <a:gd name="adj3" fmla="val 1405"/>
            </a:avLst>
          </a:prstGeom>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9" name="フローチャート: 手操作入力 108">
            <a:extLst>
              <a:ext uri="{FF2B5EF4-FFF2-40B4-BE49-F238E27FC236}">
                <a16:creationId xmlns:a16="http://schemas.microsoft.com/office/drawing/2014/main" id="{091012E8-1468-6493-C632-1310BE425416}"/>
              </a:ext>
            </a:extLst>
          </p:cNvPr>
          <p:cNvSpPr/>
          <p:nvPr/>
        </p:nvSpPr>
        <p:spPr>
          <a:xfrm rot="5400000">
            <a:off x="3590426" y="2269965"/>
            <a:ext cx="466505" cy="697747"/>
          </a:xfrm>
          <a:prstGeom prst="flowChartManualInpu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フローチャート: 手操作入力 109">
            <a:extLst>
              <a:ext uri="{FF2B5EF4-FFF2-40B4-BE49-F238E27FC236}">
                <a16:creationId xmlns:a16="http://schemas.microsoft.com/office/drawing/2014/main" id="{BDE857B7-4DE2-F9A9-2198-0B67E6BF2520}"/>
              </a:ext>
            </a:extLst>
          </p:cNvPr>
          <p:cNvSpPr/>
          <p:nvPr/>
        </p:nvSpPr>
        <p:spPr>
          <a:xfrm rot="16200000">
            <a:off x="4141241" y="2270930"/>
            <a:ext cx="466505" cy="697747"/>
          </a:xfrm>
          <a:prstGeom prst="flowChartManualInpu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111" name="テキスト ボックス 110">
            <a:extLst>
              <a:ext uri="{FF2B5EF4-FFF2-40B4-BE49-F238E27FC236}">
                <a16:creationId xmlns:a16="http://schemas.microsoft.com/office/drawing/2014/main" id="{D787CD59-F8AE-E650-1926-F5865E5CF789}"/>
              </a:ext>
            </a:extLst>
          </p:cNvPr>
          <p:cNvSpPr txBox="1"/>
          <p:nvPr/>
        </p:nvSpPr>
        <p:spPr>
          <a:xfrm>
            <a:off x="4166030" y="2381368"/>
            <a:ext cx="585417" cy="523220"/>
          </a:xfrm>
          <a:prstGeom prst="rect">
            <a:avLst/>
          </a:prstGeom>
          <a:noFill/>
        </p:spPr>
        <p:txBody>
          <a:bodyPr wrap="none" rtlCol="0">
            <a:spAutoFit/>
          </a:bodyPr>
          <a:lstStyle/>
          <a:p>
            <a:pPr algn="ctr"/>
            <a:r>
              <a:rPr kumimoji="1" lang="en-US" altLang="ja-JP" sz="2800" dirty="0">
                <a:solidFill>
                  <a:schemeClr val="bg1"/>
                </a:solidFill>
                <a:latin typeface="Arial" panose="020B0604020202020204" pitchFamily="34" charset="0"/>
                <a:ea typeface="Yu Gothic" panose="020B0400000000000000" pitchFamily="34" charset="-128"/>
              </a:rPr>
              <a:t>01</a:t>
            </a:r>
            <a:endParaRPr kumimoji="1" lang="ja-JP" altLang="en-US" sz="2800">
              <a:solidFill>
                <a:schemeClr val="bg1"/>
              </a:solidFill>
              <a:latin typeface="Arial" panose="020B0604020202020204" pitchFamily="34" charset="0"/>
              <a:ea typeface="Yu Gothic" panose="020B0400000000000000" pitchFamily="34" charset="-128"/>
            </a:endParaRPr>
          </a:p>
        </p:txBody>
      </p:sp>
      <p:sp>
        <p:nvSpPr>
          <p:cNvPr id="112" name="テキスト ボックス 111">
            <a:extLst>
              <a:ext uri="{FF2B5EF4-FFF2-40B4-BE49-F238E27FC236}">
                <a16:creationId xmlns:a16="http://schemas.microsoft.com/office/drawing/2014/main" id="{8B9F7764-4967-2F20-4E99-4861E3C4B4E2}"/>
              </a:ext>
            </a:extLst>
          </p:cNvPr>
          <p:cNvSpPr txBox="1"/>
          <p:nvPr/>
        </p:nvSpPr>
        <p:spPr>
          <a:xfrm>
            <a:off x="3496990" y="2490139"/>
            <a:ext cx="739305" cy="307777"/>
          </a:xfrm>
          <a:prstGeom prst="rect">
            <a:avLst/>
          </a:prstGeom>
          <a:noFill/>
        </p:spPr>
        <p:txBody>
          <a:bodyPr wrap="none" rtlCol="0">
            <a:spAutoFit/>
          </a:bodyPr>
          <a:lstStyle/>
          <a:p>
            <a:pPr algn="ctr"/>
            <a:r>
              <a:rPr lang="en-US" altLang="ja-JP" sz="1400" dirty="0">
                <a:solidFill>
                  <a:schemeClr val="bg1"/>
                </a:solidFill>
                <a:latin typeface="Arial" panose="020B0604020202020204" pitchFamily="34" charset="0"/>
                <a:ea typeface="Yu Gothic" panose="020B0400000000000000" pitchFamily="34" charset="-128"/>
              </a:rPr>
              <a:t>POINT</a:t>
            </a:r>
            <a:endParaRPr kumimoji="1" lang="ja-JP" altLang="en-US" sz="1400">
              <a:solidFill>
                <a:schemeClr val="bg1"/>
              </a:solidFill>
              <a:latin typeface="Arial" panose="020B0604020202020204" pitchFamily="34" charset="0"/>
              <a:ea typeface="Yu Gothic" panose="020B0400000000000000" pitchFamily="34" charset="-128"/>
            </a:endParaRPr>
          </a:p>
        </p:txBody>
      </p:sp>
      <p:sp>
        <p:nvSpPr>
          <p:cNvPr id="114" name="フローチャート: 手操作入力 113">
            <a:extLst>
              <a:ext uri="{FF2B5EF4-FFF2-40B4-BE49-F238E27FC236}">
                <a16:creationId xmlns:a16="http://schemas.microsoft.com/office/drawing/2014/main" id="{9BB56781-06FE-D441-472A-DC8A85D2F69F}"/>
              </a:ext>
            </a:extLst>
          </p:cNvPr>
          <p:cNvSpPr/>
          <p:nvPr/>
        </p:nvSpPr>
        <p:spPr>
          <a:xfrm rot="5400000">
            <a:off x="3590426" y="3054601"/>
            <a:ext cx="466505" cy="697747"/>
          </a:xfrm>
          <a:prstGeom prst="flowChartManualInpu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フローチャート: 手操作入力 114">
            <a:extLst>
              <a:ext uri="{FF2B5EF4-FFF2-40B4-BE49-F238E27FC236}">
                <a16:creationId xmlns:a16="http://schemas.microsoft.com/office/drawing/2014/main" id="{75AC1984-FFE1-C1EB-592B-79CB74191E5C}"/>
              </a:ext>
            </a:extLst>
          </p:cNvPr>
          <p:cNvSpPr/>
          <p:nvPr/>
        </p:nvSpPr>
        <p:spPr>
          <a:xfrm rot="16200000">
            <a:off x="4141241" y="3055566"/>
            <a:ext cx="466505" cy="697747"/>
          </a:xfrm>
          <a:prstGeom prst="flowChartManualInpu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116" name="テキスト ボックス 115">
            <a:extLst>
              <a:ext uri="{FF2B5EF4-FFF2-40B4-BE49-F238E27FC236}">
                <a16:creationId xmlns:a16="http://schemas.microsoft.com/office/drawing/2014/main" id="{13C992AC-5920-8895-199E-0654BA868650}"/>
              </a:ext>
            </a:extLst>
          </p:cNvPr>
          <p:cNvSpPr txBox="1"/>
          <p:nvPr/>
        </p:nvSpPr>
        <p:spPr>
          <a:xfrm>
            <a:off x="4166030" y="3166004"/>
            <a:ext cx="585417" cy="523220"/>
          </a:xfrm>
          <a:prstGeom prst="rect">
            <a:avLst/>
          </a:prstGeom>
          <a:noFill/>
        </p:spPr>
        <p:txBody>
          <a:bodyPr wrap="none" rtlCol="0">
            <a:spAutoFit/>
          </a:bodyPr>
          <a:lstStyle/>
          <a:p>
            <a:pPr algn="ctr"/>
            <a:r>
              <a:rPr kumimoji="1" lang="en-US" altLang="ja-JP" sz="2800" dirty="0">
                <a:solidFill>
                  <a:schemeClr val="bg1"/>
                </a:solidFill>
                <a:latin typeface="Arial" panose="020B0604020202020204" pitchFamily="34" charset="0"/>
                <a:ea typeface="Yu Gothic" panose="020B0400000000000000" pitchFamily="34" charset="-128"/>
              </a:rPr>
              <a:t>02</a:t>
            </a:r>
            <a:endParaRPr kumimoji="1" lang="ja-JP" altLang="en-US" sz="2800">
              <a:solidFill>
                <a:schemeClr val="bg1"/>
              </a:solidFill>
              <a:latin typeface="Arial" panose="020B0604020202020204" pitchFamily="34" charset="0"/>
              <a:ea typeface="Yu Gothic" panose="020B0400000000000000" pitchFamily="34" charset="-128"/>
            </a:endParaRPr>
          </a:p>
        </p:txBody>
      </p:sp>
      <p:sp>
        <p:nvSpPr>
          <p:cNvPr id="117" name="テキスト ボックス 116">
            <a:extLst>
              <a:ext uri="{FF2B5EF4-FFF2-40B4-BE49-F238E27FC236}">
                <a16:creationId xmlns:a16="http://schemas.microsoft.com/office/drawing/2014/main" id="{378FBFA2-7DD0-9666-6042-1B25B8A2A998}"/>
              </a:ext>
            </a:extLst>
          </p:cNvPr>
          <p:cNvSpPr txBox="1"/>
          <p:nvPr/>
        </p:nvSpPr>
        <p:spPr>
          <a:xfrm>
            <a:off x="3496990" y="3274775"/>
            <a:ext cx="739305" cy="307777"/>
          </a:xfrm>
          <a:prstGeom prst="rect">
            <a:avLst/>
          </a:prstGeom>
          <a:noFill/>
        </p:spPr>
        <p:txBody>
          <a:bodyPr wrap="none" rtlCol="0">
            <a:spAutoFit/>
          </a:bodyPr>
          <a:lstStyle/>
          <a:p>
            <a:pPr algn="ctr"/>
            <a:r>
              <a:rPr lang="en-US" altLang="ja-JP" sz="1400" dirty="0">
                <a:solidFill>
                  <a:schemeClr val="bg1"/>
                </a:solidFill>
                <a:latin typeface="Arial" panose="020B0604020202020204" pitchFamily="34" charset="0"/>
                <a:ea typeface="Yu Gothic" panose="020B0400000000000000" pitchFamily="34" charset="-128"/>
              </a:rPr>
              <a:t>POINT</a:t>
            </a:r>
            <a:endParaRPr kumimoji="1" lang="ja-JP" altLang="en-US" sz="1400">
              <a:solidFill>
                <a:schemeClr val="bg1"/>
              </a:solidFill>
              <a:latin typeface="Arial" panose="020B0604020202020204" pitchFamily="34" charset="0"/>
              <a:ea typeface="Yu Gothic" panose="020B0400000000000000" pitchFamily="34" charset="-128"/>
            </a:endParaRPr>
          </a:p>
        </p:txBody>
      </p:sp>
      <p:sp>
        <p:nvSpPr>
          <p:cNvPr id="119" name="フローチャート: 手操作入力 118">
            <a:extLst>
              <a:ext uri="{FF2B5EF4-FFF2-40B4-BE49-F238E27FC236}">
                <a16:creationId xmlns:a16="http://schemas.microsoft.com/office/drawing/2014/main" id="{DED56C45-6C94-D5C5-6880-A726C3129767}"/>
              </a:ext>
            </a:extLst>
          </p:cNvPr>
          <p:cNvSpPr/>
          <p:nvPr/>
        </p:nvSpPr>
        <p:spPr>
          <a:xfrm rot="5400000">
            <a:off x="3590426" y="3828627"/>
            <a:ext cx="466505" cy="697747"/>
          </a:xfrm>
          <a:prstGeom prst="flowChartManualInpu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フローチャート: 手操作入力 119">
            <a:extLst>
              <a:ext uri="{FF2B5EF4-FFF2-40B4-BE49-F238E27FC236}">
                <a16:creationId xmlns:a16="http://schemas.microsoft.com/office/drawing/2014/main" id="{AB9E24DD-9E8D-2BB3-6C75-6B7430B159C6}"/>
              </a:ext>
            </a:extLst>
          </p:cNvPr>
          <p:cNvSpPr/>
          <p:nvPr/>
        </p:nvSpPr>
        <p:spPr>
          <a:xfrm rot="16200000">
            <a:off x="4141241" y="3829592"/>
            <a:ext cx="466505" cy="697747"/>
          </a:xfrm>
          <a:prstGeom prst="flowChartManualInpu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121" name="テキスト ボックス 120">
            <a:extLst>
              <a:ext uri="{FF2B5EF4-FFF2-40B4-BE49-F238E27FC236}">
                <a16:creationId xmlns:a16="http://schemas.microsoft.com/office/drawing/2014/main" id="{4A144338-F2B0-3307-9CD9-368334DEF109}"/>
              </a:ext>
            </a:extLst>
          </p:cNvPr>
          <p:cNvSpPr txBox="1"/>
          <p:nvPr/>
        </p:nvSpPr>
        <p:spPr>
          <a:xfrm>
            <a:off x="4166030" y="3940030"/>
            <a:ext cx="585417" cy="523220"/>
          </a:xfrm>
          <a:prstGeom prst="rect">
            <a:avLst/>
          </a:prstGeom>
          <a:noFill/>
        </p:spPr>
        <p:txBody>
          <a:bodyPr wrap="none" rtlCol="0">
            <a:spAutoFit/>
          </a:bodyPr>
          <a:lstStyle/>
          <a:p>
            <a:pPr algn="ctr"/>
            <a:r>
              <a:rPr kumimoji="1" lang="en-US" altLang="ja-JP" sz="2800" dirty="0">
                <a:solidFill>
                  <a:schemeClr val="bg1"/>
                </a:solidFill>
                <a:latin typeface="Arial" panose="020B0604020202020204" pitchFamily="34" charset="0"/>
                <a:ea typeface="Yu Gothic" panose="020B0400000000000000" pitchFamily="34" charset="-128"/>
              </a:rPr>
              <a:t>03</a:t>
            </a:r>
            <a:endParaRPr kumimoji="1" lang="ja-JP" altLang="en-US" sz="2800">
              <a:solidFill>
                <a:schemeClr val="bg1"/>
              </a:solidFill>
              <a:latin typeface="Arial" panose="020B0604020202020204" pitchFamily="34" charset="0"/>
              <a:ea typeface="Yu Gothic" panose="020B0400000000000000" pitchFamily="34" charset="-128"/>
            </a:endParaRPr>
          </a:p>
        </p:txBody>
      </p:sp>
      <p:sp>
        <p:nvSpPr>
          <p:cNvPr id="122" name="テキスト ボックス 121">
            <a:extLst>
              <a:ext uri="{FF2B5EF4-FFF2-40B4-BE49-F238E27FC236}">
                <a16:creationId xmlns:a16="http://schemas.microsoft.com/office/drawing/2014/main" id="{D36EA75D-5EC8-7FE2-AD30-18CEA45ECF04}"/>
              </a:ext>
            </a:extLst>
          </p:cNvPr>
          <p:cNvSpPr txBox="1"/>
          <p:nvPr/>
        </p:nvSpPr>
        <p:spPr>
          <a:xfrm>
            <a:off x="3496990" y="4048801"/>
            <a:ext cx="739305" cy="307777"/>
          </a:xfrm>
          <a:prstGeom prst="rect">
            <a:avLst/>
          </a:prstGeom>
          <a:noFill/>
        </p:spPr>
        <p:txBody>
          <a:bodyPr wrap="none" rtlCol="0">
            <a:spAutoFit/>
          </a:bodyPr>
          <a:lstStyle/>
          <a:p>
            <a:pPr algn="ctr"/>
            <a:r>
              <a:rPr lang="en-US" altLang="ja-JP" sz="1400" dirty="0">
                <a:solidFill>
                  <a:schemeClr val="bg1"/>
                </a:solidFill>
                <a:latin typeface="Arial" panose="020B0604020202020204" pitchFamily="34" charset="0"/>
                <a:ea typeface="Yu Gothic" panose="020B0400000000000000" pitchFamily="34" charset="-128"/>
              </a:rPr>
              <a:t>POINT</a:t>
            </a:r>
            <a:endParaRPr kumimoji="1" lang="ja-JP" altLang="en-US" sz="1400">
              <a:solidFill>
                <a:schemeClr val="bg1"/>
              </a:solidFill>
              <a:latin typeface="Arial" panose="020B0604020202020204" pitchFamily="34" charset="0"/>
              <a:ea typeface="Yu Gothic" panose="020B0400000000000000" pitchFamily="34" charset="-128"/>
            </a:endParaRPr>
          </a:p>
        </p:txBody>
      </p:sp>
      <p:sp>
        <p:nvSpPr>
          <p:cNvPr id="123" name="円/楕円 122">
            <a:extLst>
              <a:ext uri="{FF2B5EF4-FFF2-40B4-BE49-F238E27FC236}">
                <a16:creationId xmlns:a16="http://schemas.microsoft.com/office/drawing/2014/main" id="{6628F014-5243-C159-3349-E9F102949293}"/>
              </a:ext>
            </a:extLst>
          </p:cNvPr>
          <p:cNvSpPr/>
          <p:nvPr/>
        </p:nvSpPr>
        <p:spPr>
          <a:xfrm>
            <a:off x="5224795" y="2358218"/>
            <a:ext cx="615093" cy="615093"/>
          </a:xfrm>
          <a:prstGeom prst="ellipse">
            <a:avLst/>
          </a:prstGeom>
          <a:pattFill prst="wd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2400" dirty="0">
                <a:solidFill>
                  <a:schemeClr val="tx1">
                    <a:lumMod val="75000"/>
                    <a:lumOff val="25000"/>
                  </a:schemeClr>
                </a:solidFill>
                <a:latin typeface="Arial" panose="020B0604020202020204" pitchFamily="34" charset="0"/>
                <a:cs typeface="Arial" panose="020B0604020202020204" pitchFamily="34" charset="0"/>
              </a:rPr>
              <a:t>01</a:t>
            </a:r>
            <a:endParaRPr kumimoji="1" lang="ja-JP" alt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124" name="円/楕円 123">
            <a:extLst>
              <a:ext uri="{FF2B5EF4-FFF2-40B4-BE49-F238E27FC236}">
                <a16:creationId xmlns:a16="http://schemas.microsoft.com/office/drawing/2014/main" id="{234AA96D-BAEF-A806-2568-4E4CDE063684}"/>
              </a:ext>
            </a:extLst>
          </p:cNvPr>
          <p:cNvSpPr/>
          <p:nvPr/>
        </p:nvSpPr>
        <p:spPr>
          <a:xfrm>
            <a:off x="5224795" y="3089579"/>
            <a:ext cx="615093" cy="615093"/>
          </a:xfrm>
          <a:prstGeom prst="ellipse">
            <a:avLst/>
          </a:prstGeom>
          <a:pattFill prst="wd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2400" dirty="0">
                <a:solidFill>
                  <a:schemeClr val="tx1">
                    <a:lumMod val="75000"/>
                    <a:lumOff val="25000"/>
                  </a:schemeClr>
                </a:solidFill>
                <a:latin typeface="Arial" panose="020B0604020202020204" pitchFamily="34" charset="0"/>
                <a:cs typeface="Arial" panose="020B0604020202020204" pitchFamily="34" charset="0"/>
              </a:rPr>
              <a:t>02</a:t>
            </a:r>
            <a:endParaRPr kumimoji="1" lang="ja-JP" alt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125" name="円/楕円 124">
            <a:extLst>
              <a:ext uri="{FF2B5EF4-FFF2-40B4-BE49-F238E27FC236}">
                <a16:creationId xmlns:a16="http://schemas.microsoft.com/office/drawing/2014/main" id="{83843327-24E0-1CA1-0684-2AB8CD7565B4}"/>
              </a:ext>
            </a:extLst>
          </p:cNvPr>
          <p:cNvSpPr/>
          <p:nvPr/>
        </p:nvSpPr>
        <p:spPr>
          <a:xfrm>
            <a:off x="5224795" y="3831723"/>
            <a:ext cx="615093" cy="615093"/>
          </a:xfrm>
          <a:prstGeom prst="ellipse">
            <a:avLst/>
          </a:prstGeom>
          <a:pattFill prst="wd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2400" dirty="0">
                <a:solidFill>
                  <a:schemeClr val="tx1">
                    <a:lumMod val="75000"/>
                    <a:lumOff val="25000"/>
                  </a:schemeClr>
                </a:solidFill>
                <a:latin typeface="Arial" panose="020B0604020202020204" pitchFamily="34" charset="0"/>
                <a:cs typeface="Arial" panose="020B0604020202020204" pitchFamily="34" charset="0"/>
              </a:rPr>
              <a:t>03</a:t>
            </a:r>
            <a:endParaRPr kumimoji="1" lang="ja-JP" alt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126" name="ホームベース 125">
            <a:extLst>
              <a:ext uri="{FF2B5EF4-FFF2-40B4-BE49-F238E27FC236}">
                <a16:creationId xmlns:a16="http://schemas.microsoft.com/office/drawing/2014/main" id="{347E5DAF-4393-2049-B62A-B1BF6C3F305B}"/>
              </a:ext>
            </a:extLst>
          </p:cNvPr>
          <p:cNvSpPr/>
          <p:nvPr/>
        </p:nvSpPr>
        <p:spPr>
          <a:xfrm>
            <a:off x="3473033" y="4688778"/>
            <a:ext cx="1402653" cy="440142"/>
          </a:xfrm>
          <a:prstGeom prst="homePlate">
            <a:avLst>
              <a:gd name="adj" fmla="val 31114"/>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dirty="0">
                <a:latin typeface="Arial" panose="020B0604020202020204" pitchFamily="34" charset="0"/>
                <a:cs typeface="Arial" panose="020B0604020202020204" pitchFamily="34" charset="0"/>
              </a:rPr>
              <a:t>POINT </a:t>
            </a:r>
            <a:r>
              <a:rPr kumimoji="1" lang="en-US" altLang="ja-JP" sz="2000" dirty="0">
                <a:latin typeface="Arial" panose="020B0604020202020204" pitchFamily="34" charset="0"/>
                <a:cs typeface="Arial" panose="020B0604020202020204" pitchFamily="34" charset="0"/>
              </a:rPr>
              <a:t>01</a:t>
            </a:r>
            <a:endParaRPr kumimoji="1" lang="ja-JP" altLang="en-US" sz="1400">
              <a:latin typeface="Arial" panose="020B0604020202020204" pitchFamily="34" charset="0"/>
              <a:cs typeface="Arial" panose="020B0604020202020204" pitchFamily="34" charset="0"/>
            </a:endParaRPr>
          </a:p>
        </p:txBody>
      </p:sp>
      <p:sp>
        <p:nvSpPr>
          <p:cNvPr id="127" name="ホームベース 126">
            <a:extLst>
              <a:ext uri="{FF2B5EF4-FFF2-40B4-BE49-F238E27FC236}">
                <a16:creationId xmlns:a16="http://schemas.microsoft.com/office/drawing/2014/main" id="{D5504442-4EA5-D0DD-E49E-CE7A14BA8532}"/>
              </a:ext>
            </a:extLst>
          </p:cNvPr>
          <p:cNvSpPr/>
          <p:nvPr/>
        </p:nvSpPr>
        <p:spPr>
          <a:xfrm>
            <a:off x="3473033" y="5350247"/>
            <a:ext cx="1402653" cy="440142"/>
          </a:xfrm>
          <a:prstGeom prst="homePlate">
            <a:avLst>
              <a:gd name="adj" fmla="val 31114"/>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dirty="0">
                <a:latin typeface="Arial" panose="020B0604020202020204" pitchFamily="34" charset="0"/>
                <a:cs typeface="Arial" panose="020B0604020202020204" pitchFamily="34" charset="0"/>
              </a:rPr>
              <a:t>POINT </a:t>
            </a:r>
            <a:r>
              <a:rPr kumimoji="1" lang="en-US" altLang="ja-JP" sz="2000" dirty="0">
                <a:latin typeface="Arial" panose="020B0604020202020204" pitchFamily="34" charset="0"/>
                <a:cs typeface="Arial" panose="020B0604020202020204" pitchFamily="34" charset="0"/>
              </a:rPr>
              <a:t>02</a:t>
            </a:r>
            <a:endParaRPr kumimoji="1" lang="ja-JP" altLang="en-US" sz="1400">
              <a:latin typeface="Arial" panose="020B0604020202020204" pitchFamily="34" charset="0"/>
              <a:cs typeface="Arial" panose="020B0604020202020204" pitchFamily="34" charset="0"/>
            </a:endParaRPr>
          </a:p>
        </p:txBody>
      </p:sp>
      <p:sp>
        <p:nvSpPr>
          <p:cNvPr id="128" name="ホームベース 127">
            <a:extLst>
              <a:ext uri="{FF2B5EF4-FFF2-40B4-BE49-F238E27FC236}">
                <a16:creationId xmlns:a16="http://schemas.microsoft.com/office/drawing/2014/main" id="{1D596E1D-5294-7177-F187-FF34D3967FB5}"/>
              </a:ext>
            </a:extLst>
          </p:cNvPr>
          <p:cNvSpPr/>
          <p:nvPr/>
        </p:nvSpPr>
        <p:spPr>
          <a:xfrm>
            <a:off x="3473033" y="6011716"/>
            <a:ext cx="1402653" cy="440142"/>
          </a:xfrm>
          <a:prstGeom prst="homePlate">
            <a:avLst>
              <a:gd name="adj" fmla="val 31114"/>
            </a:avLst>
          </a:prstGeom>
          <a:gradFill flip="none" rotWithShape="1">
            <a:gsLst>
              <a:gs pos="0">
                <a:srgbClr val="0083B0"/>
              </a:gs>
              <a:gs pos="100000">
                <a:srgbClr val="00B4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ja-JP" sz="1400" dirty="0">
                <a:latin typeface="Arial" panose="020B0604020202020204" pitchFamily="34" charset="0"/>
                <a:cs typeface="Arial" panose="020B0604020202020204" pitchFamily="34" charset="0"/>
              </a:rPr>
              <a:t>POINT </a:t>
            </a:r>
            <a:r>
              <a:rPr kumimoji="1" lang="en-US" altLang="ja-JP" sz="2000" dirty="0">
                <a:latin typeface="Arial" panose="020B0604020202020204" pitchFamily="34" charset="0"/>
                <a:cs typeface="Arial" panose="020B0604020202020204" pitchFamily="34" charset="0"/>
              </a:rPr>
              <a:t>03</a:t>
            </a:r>
            <a:endParaRPr kumimoji="1" lang="ja-JP" altLang="en-US" sz="1400">
              <a:latin typeface="Arial" panose="020B0604020202020204" pitchFamily="34" charset="0"/>
              <a:cs typeface="Arial" panose="020B0604020202020204" pitchFamily="34" charset="0"/>
            </a:endParaRPr>
          </a:p>
        </p:txBody>
      </p:sp>
      <p:sp>
        <p:nvSpPr>
          <p:cNvPr id="130" name="角丸四角形 129">
            <a:extLst>
              <a:ext uri="{FF2B5EF4-FFF2-40B4-BE49-F238E27FC236}">
                <a16:creationId xmlns:a16="http://schemas.microsoft.com/office/drawing/2014/main" id="{58282EB8-77A8-47A5-36BE-C0A59014E1EA}"/>
              </a:ext>
            </a:extLst>
          </p:cNvPr>
          <p:cNvSpPr/>
          <p:nvPr/>
        </p:nvSpPr>
        <p:spPr>
          <a:xfrm flipH="1">
            <a:off x="5115086" y="4744710"/>
            <a:ext cx="939172" cy="347273"/>
          </a:xfrm>
          <a:prstGeom prst="roundRect">
            <a:avLst>
              <a:gd name="adj" fmla="val 50000"/>
            </a:avLst>
          </a:prstGeom>
          <a:gradFill>
            <a:gsLst>
              <a:gs pos="0">
                <a:srgbClr val="0083B0">
                  <a:alpha val="15000"/>
                </a:srgbClr>
              </a:gs>
              <a:gs pos="100000">
                <a:srgbClr val="00B4DB">
                  <a:alpha val="15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sz="1400">
              <a:latin typeface="Arial" panose="020B0604020202020204" pitchFamily="34" charset="0"/>
            </a:endParaRPr>
          </a:p>
        </p:txBody>
      </p:sp>
      <p:sp>
        <p:nvSpPr>
          <p:cNvPr id="131" name="角丸四角形 130">
            <a:extLst>
              <a:ext uri="{FF2B5EF4-FFF2-40B4-BE49-F238E27FC236}">
                <a16:creationId xmlns:a16="http://schemas.microsoft.com/office/drawing/2014/main" id="{84A261C9-69F3-19CE-505F-8E72CE4D0E95}"/>
              </a:ext>
            </a:extLst>
          </p:cNvPr>
          <p:cNvSpPr/>
          <p:nvPr/>
        </p:nvSpPr>
        <p:spPr>
          <a:xfrm>
            <a:off x="5157779" y="4787891"/>
            <a:ext cx="853793" cy="260912"/>
          </a:xfrm>
          <a:prstGeom prst="roundRect">
            <a:avLst>
              <a:gd name="adj" fmla="val 50000"/>
            </a:avLst>
          </a:prstGeom>
          <a:gradFill>
            <a:gsLst>
              <a:gs pos="0">
                <a:srgbClr val="0083B0"/>
              </a:gs>
              <a:gs pos="100000">
                <a:srgbClr val="00B4DB"/>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kumimoji="1" lang="en-US" altLang="ja-JP" sz="1400" dirty="0">
                <a:latin typeface="Arial" panose="020B0604020202020204" pitchFamily="34" charset="0"/>
              </a:rPr>
              <a:t>Point 1</a:t>
            </a:r>
            <a:endParaRPr kumimoji="1" lang="ja-JP" altLang="en-US" sz="1400">
              <a:latin typeface="Arial" panose="020B0604020202020204" pitchFamily="34" charset="0"/>
            </a:endParaRPr>
          </a:p>
        </p:txBody>
      </p:sp>
      <p:sp>
        <p:nvSpPr>
          <p:cNvPr id="133" name="角丸四角形 132">
            <a:extLst>
              <a:ext uri="{FF2B5EF4-FFF2-40B4-BE49-F238E27FC236}">
                <a16:creationId xmlns:a16="http://schemas.microsoft.com/office/drawing/2014/main" id="{88AF8837-E820-0F2A-B511-9A6EC6C7D933}"/>
              </a:ext>
            </a:extLst>
          </p:cNvPr>
          <p:cNvSpPr/>
          <p:nvPr/>
        </p:nvSpPr>
        <p:spPr>
          <a:xfrm flipH="1">
            <a:off x="5115086" y="5401430"/>
            <a:ext cx="939172" cy="347273"/>
          </a:xfrm>
          <a:prstGeom prst="roundRect">
            <a:avLst>
              <a:gd name="adj" fmla="val 50000"/>
            </a:avLst>
          </a:prstGeom>
          <a:gradFill>
            <a:gsLst>
              <a:gs pos="0">
                <a:srgbClr val="0083B0">
                  <a:alpha val="15000"/>
                </a:srgbClr>
              </a:gs>
              <a:gs pos="100000">
                <a:srgbClr val="00B4DB">
                  <a:alpha val="15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sz="1400">
              <a:latin typeface="Arial" panose="020B0604020202020204" pitchFamily="34" charset="0"/>
            </a:endParaRPr>
          </a:p>
        </p:txBody>
      </p:sp>
      <p:sp>
        <p:nvSpPr>
          <p:cNvPr id="134" name="角丸四角形 133">
            <a:extLst>
              <a:ext uri="{FF2B5EF4-FFF2-40B4-BE49-F238E27FC236}">
                <a16:creationId xmlns:a16="http://schemas.microsoft.com/office/drawing/2014/main" id="{62239334-A513-CE93-06B9-7964DCB18C7E}"/>
              </a:ext>
            </a:extLst>
          </p:cNvPr>
          <p:cNvSpPr/>
          <p:nvPr/>
        </p:nvSpPr>
        <p:spPr>
          <a:xfrm>
            <a:off x="5157778" y="5440452"/>
            <a:ext cx="853793" cy="260912"/>
          </a:xfrm>
          <a:prstGeom prst="roundRect">
            <a:avLst>
              <a:gd name="adj" fmla="val 50000"/>
            </a:avLst>
          </a:prstGeom>
          <a:gradFill>
            <a:gsLst>
              <a:gs pos="0">
                <a:srgbClr val="0083B0"/>
              </a:gs>
              <a:gs pos="100000">
                <a:srgbClr val="00B4DB"/>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kumimoji="1" lang="en-US" altLang="ja-JP" sz="1400" dirty="0">
                <a:latin typeface="Arial" panose="020B0604020202020204" pitchFamily="34" charset="0"/>
              </a:rPr>
              <a:t>Point 2</a:t>
            </a:r>
            <a:endParaRPr kumimoji="1" lang="ja-JP" altLang="en-US" sz="1400">
              <a:latin typeface="Arial" panose="020B0604020202020204" pitchFamily="34" charset="0"/>
            </a:endParaRPr>
          </a:p>
        </p:txBody>
      </p:sp>
      <p:sp>
        <p:nvSpPr>
          <p:cNvPr id="136" name="角丸四角形 135">
            <a:extLst>
              <a:ext uri="{FF2B5EF4-FFF2-40B4-BE49-F238E27FC236}">
                <a16:creationId xmlns:a16="http://schemas.microsoft.com/office/drawing/2014/main" id="{5FF1C4AB-B868-A466-79B2-4E9359BC9D73}"/>
              </a:ext>
            </a:extLst>
          </p:cNvPr>
          <p:cNvSpPr/>
          <p:nvPr/>
        </p:nvSpPr>
        <p:spPr>
          <a:xfrm flipH="1">
            <a:off x="5115086" y="6058150"/>
            <a:ext cx="939172" cy="347273"/>
          </a:xfrm>
          <a:prstGeom prst="roundRect">
            <a:avLst>
              <a:gd name="adj" fmla="val 50000"/>
            </a:avLst>
          </a:prstGeom>
          <a:gradFill>
            <a:gsLst>
              <a:gs pos="0">
                <a:srgbClr val="0083B0">
                  <a:alpha val="15000"/>
                </a:srgbClr>
              </a:gs>
              <a:gs pos="100000">
                <a:srgbClr val="00B4DB">
                  <a:alpha val="15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endParaRPr kumimoji="1" lang="ja-JP" altLang="en-US" sz="1400">
              <a:latin typeface="Arial" panose="020B0604020202020204" pitchFamily="34" charset="0"/>
            </a:endParaRPr>
          </a:p>
        </p:txBody>
      </p:sp>
      <p:sp>
        <p:nvSpPr>
          <p:cNvPr id="137" name="角丸四角形 136">
            <a:extLst>
              <a:ext uri="{FF2B5EF4-FFF2-40B4-BE49-F238E27FC236}">
                <a16:creationId xmlns:a16="http://schemas.microsoft.com/office/drawing/2014/main" id="{6A41D695-8FCE-7C62-4E77-82F430FC89AB}"/>
              </a:ext>
            </a:extLst>
          </p:cNvPr>
          <p:cNvSpPr/>
          <p:nvPr/>
        </p:nvSpPr>
        <p:spPr>
          <a:xfrm>
            <a:off x="5157777" y="6100763"/>
            <a:ext cx="853793" cy="260912"/>
          </a:xfrm>
          <a:prstGeom prst="roundRect">
            <a:avLst>
              <a:gd name="adj" fmla="val 50000"/>
            </a:avLst>
          </a:prstGeom>
          <a:gradFill>
            <a:gsLst>
              <a:gs pos="0">
                <a:srgbClr val="0083B0"/>
              </a:gs>
              <a:gs pos="100000">
                <a:srgbClr val="00B4DB"/>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kumimoji="1" lang="en-US" altLang="ja-JP" sz="1400" dirty="0">
                <a:latin typeface="Arial" panose="020B0604020202020204" pitchFamily="34" charset="0"/>
              </a:rPr>
              <a:t>Point 3</a:t>
            </a:r>
            <a:endParaRPr kumimoji="1" lang="ja-JP" altLang="en-US" sz="1400">
              <a:latin typeface="Arial" panose="020B0604020202020204" pitchFamily="34" charset="0"/>
            </a:endParaRPr>
          </a:p>
        </p:txBody>
      </p:sp>
      <p:sp>
        <p:nvSpPr>
          <p:cNvPr id="139" name="テキスト ボックス 138">
            <a:extLst>
              <a:ext uri="{FF2B5EF4-FFF2-40B4-BE49-F238E27FC236}">
                <a16:creationId xmlns:a16="http://schemas.microsoft.com/office/drawing/2014/main" id="{DD67D453-B5F8-2334-B550-7DF7747EFCFB}"/>
              </a:ext>
            </a:extLst>
          </p:cNvPr>
          <p:cNvSpPr txBox="1"/>
          <p:nvPr/>
        </p:nvSpPr>
        <p:spPr>
          <a:xfrm>
            <a:off x="6545131" y="1530679"/>
            <a:ext cx="697627" cy="646331"/>
          </a:xfrm>
          <a:prstGeom prst="rect">
            <a:avLst/>
          </a:prstGeom>
          <a:noFill/>
        </p:spPr>
        <p:txBody>
          <a:bodyPr wrap="none" rtlCol="0">
            <a:spAutoFit/>
          </a:bodyPr>
          <a:lstStyle/>
          <a:p>
            <a:r>
              <a:rPr kumimoji="1" lang="en-US" altLang="ja-JP" sz="3600" dirty="0">
                <a:solidFill>
                  <a:schemeClr val="tx1">
                    <a:lumMod val="75000"/>
                    <a:lumOff val="25000"/>
                  </a:schemeClr>
                </a:solidFill>
                <a:latin typeface="Arial" panose="020B0604020202020204" pitchFamily="34" charset="0"/>
                <a:ea typeface="Yu Gothic" panose="020B0400000000000000" pitchFamily="34" charset="-128"/>
              </a:rPr>
              <a:t>01</a:t>
            </a:r>
            <a:endParaRPr kumimoji="1" lang="ja-JP" altLang="en-US" sz="36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140" name="テキスト ボックス 139">
            <a:extLst>
              <a:ext uri="{FF2B5EF4-FFF2-40B4-BE49-F238E27FC236}">
                <a16:creationId xmlns:a16="http://schemas.microsoft.com/office/drawing/2014/main" id="{2C4C07E5-6B64-8678-9576-0AD51B96A9FD}"/>
              </a:ext>
            </a:extLst>
          </p:cNvPr>
          <p:cNvSpPr txBox="1"/>
          <p:nvPr/>
        </p:nvSpPr>
        <p:spPr>
          <a:xfrm>
            <a:off x="6543095" y="1293486"/>
            <a:ext cx="727507" cy="369332"/>
          </a:xfrm>
          <a:prstGeom prst="rect">
            <a:avLst/>
          </a:prstGeom>
          <a:noFill/>
        </p:spPr>
        <p:txBody>
          <a:bodyPr wrap="none" rtlCol="0">
            <a:spAutoFit/>
          </a:bodyPr>
          <a:lstStyle/>
          <a:p>
            <a:r>
              <a:rPr lang="en-US" altLang="ja-JP"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a:solidFill>
                <a:schemeClr val="tx1">
                  <a:lumMod val="75000"/>
                  <a:lumOff val="25000"/>
                </a:schemeClr>
              </a:solidFill>
              <a:latin typeface="Arial" panose="020B0604020202020204" pitchFamily="34" charset="0"/>
              <a:ea typeface="Yu Gothic" panose="020B0400000000000000" pitchFamily="34" charset="-128"/>
            </a:endParaRPr>
          </a:p>
        </p:txBody>
      </p:sp>
      <p:sp>
        <p:nvSpPr>
          <p:cNvPr id="142" name="テキスト ボックス 141">
            <a:extLst>
              <a:ext uri="{FF2B5EF4-FFF2-40B4-BE49-F238E27FC236}">
                <a16:creationId xmlns:a16="http://schemas.microsoft.com/office/drawing/2014/main" id="{536EB9CB-EF67-022D-E64C-B19B789FA495}"/>
              </a:ext>
            </a:extLst>
          </p:cNvPr>
          <p:cNvSpPr txBox="1"/>
          <p:nvPr/>
        </p:nvSpPr>
        <p:spPr>
          <a:xfrm>
            <a:off x="7498380" y="1530679"/>
            <a:ext cx="697627" cy="646331"/>
          </a:xfrm>
          <a:prstGeom prst="rect">
            <a:avLst/>
          </a:prstGeom>
          <a:noFill/>
        </p:spPr>
        <p:txBody>
          <a:bodyPr wrap="none" rtlCol="0">
            <a:spAutoFit/>
          </a:bodyPr>
          <a:lstStyle/>
          <a:p>
            <a:r>
              <a:rPr kumimoji="1" lang="en-US" altLang="ja-JP" sz="3600" dirty="0">
                <a:solidFill>
                  <a:schemeClr val="tx1">
                    <a:lumMod val="75000"/>
                    <a:lumOff val="25000"/>
                  </a:schemeClr>
                </a:solidFill>
                <a:latin typeface="Arial" panose="020B0604020202020204" pitchFamily="34" charset="0"/>
                <a:ea typeface="Yu Gothic" panose="020B0400000000000000" pitchFamily="34" charset="-128"/>
              </a:rPr>
              <a:t>02</a:t>
            </a:r>
            <a:endParaRPr kumimoji="1" lang="ja-JP" altLang="en-US" sz="36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143" name="テキスト ボックス 142">
            <a:extLst>
              <a:ext uri="{FF2B5EF4-FFF2-40B4-BE49-F238E27FC236}">
                <a16:creationId xmlns:a16="http://schemas.microsoft.com/office/drawing/2014/main" id="{E9B6E319-34D5-539F-891D-4AF80DA8AB9C}"/>
              </a:ext>
            </a:extLst>
          </p:cNvPr>
          <p:cNvSpPr txBox="1"/>
          <p:nvPr/>
        </p:nvSpPr>
        <p:spPr>
          <a:xfrm>
            <a:off x="7496344" y="1293486"/>
            <a:ext cx="727507" cy="369332"/>
          </a:xfrm>
          <a:prstGeom prst="rect">
            <a:avLst/>
          </a:prstGeom>
          <a:noFill/>
        </p:spPr>
        <p:txBody>
          <a:bodyPr wrap="none" rtlCol="0">
            <a:spAutoFit/>
          </a:bodyPr>
          <a:lstStyle/>
          <a:p>
            <a:r>
              <a:rPr lang="en-US" altLang="ja-JP"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a:solidFill>
                <a:schemeClr val="tx1">
                  <a:lumMod val="75000"/>
                  <a:lumOff val="25000"/>
                </a:schemeClr>
              </a:solidFill>
              <a:latin typeface="Arial" panose="020B0604020202020204" pitchFamily="34" charset="0"/>
              <a:ea typeface="Yu Gothic" panose="020B0400000000000000" pitchFamily="34" charset="-128"/>
            </a:endParaRPr>
          </a:p>
        </p:txBody>
      </p:sp>
      <p:sp>
        <p:nvSpPr>
          <p:cNvPr id="145" name="テキスト ボックス 144">
            <a:extLst>
              <a:ext uri="{FF2B5EF4-FFF2-40B4-BE49-F238E27FC236}">
                <a16:creationId xmlns:a16="http://schemas.microsoft.com/office/drawing/2014/main" id="{9DAC5C05-D023-F5EF-2D43-972BD04AF46A}"/>
              </a:ext>
            </a:extLst>
          </p:cNvPr>
          <p:cNvSpPr txBox="1"/>
          <p:nvPr/>
        </p:nvSpPr>
        <p:spPr>
          <a:xfrm>
            <a:off x="8425821" y="1526165"/>
            <a:ext cx="697627" cy="646331"/>
          </a:xfrm>
          <a:prstGeom prst="rect">
            <a:avLst/>
          </a:prstGeom>
          <a:noFill/>
        </p:spPr>
        <p:txBody>
          <a:bodyPr wrap="none" rtlCol="0">
            <a:spAutoFit/>
          </a:bodyPr>
          <a:lstStyle/>
          <a:p>
            <a:r>
              <a:rPr kumimoji="1" lang="en-US" altLang="ja-JP" sz="3600" dirty="0">
                <a:solidFill>
                  <a:schemeClr val="tx1">
                    <a:lumMod val="75000"/>
                    <a:lumOff val="25000"/>
                  </a:schemeClr>
                </a:solidFill>
                <a:latin typeface="Arial" panose="020B0604020202020204" pitchFamily="34" charset="0"/>
                <a:ea typeface="Yu Gothic" panose="020B0400000000000000" pitchFamily="34" charset="-128"/>
              </a:rPr>
              <a:t>03</a:t>
            </a:r>
            <a:endParaRPr kumimoji="1" lang="ja-JP" altLang="en-US" sz="3600">
              <a:solidFill>
                <a:schemeClr val="tx1">
                  <a:lumMod val="75000"/>
                  <a:lumOff val="25000"/>
                </a:schemeClr>
              </a:solidFill>
              <a:latin typeface="Arial" panose="020B0604020202020204" pitchFamily="34" charset="0"/>
              <a:ea typeface="Yu Gothic" panose="020B0400000000000000" pitchFamily="34" charset="-128"/>
            </a:endParaRPr>
          </a:p>
        </p:txBody>
      </p:sp>
      <p:sp>
        <p:nvSpPr>
          <p:cNvPr id="146" name="テキスト ボックス 145">
            <a:extLst>
              <a:ext uri="{FF2B5EF4-FFF2-40B4-BE49-F238E27FC236}">
                <a16:creationId xmlns:a16="http://schemas.microsoft.com/office/drawing/2014/main" id="{B7D8823F-AF41-D3CE-C4F2-0613B765C3B4}"/>
              </a:ext>
            </a:extLst>
          </p:cNvPr>
          <p:cNvSpPr txBox="1"/>
          <p:nvPr/>
        </p:nvSpPr>
        <p:spPr>
          <a:xfrm>
            <a:off x="8423785" y="1288972"/>
            <a:ext cx="727507" cy="369332"/>
          </a:xfrm>
          <a:prstGeom prst="rect">
            <a:avLst/>
          </a:prstGeom>
          <a:noFill/>
        </p:spPr>
        <p:txBody>
          <a:bodyPr wrap="none" rtlCol="0">
            <a:spAutoFit/>
          </a:bodyPr>
          <a:lstStyle/>
          <a:p>
            <a:r>
              <a:rPr lang="en-US" altLang="ja-JP" dirty="0">
                <a:solidFill>
                  <a:schemeClr val="tx1">
                    <a:lumMod val="75000"/>
                    <a:lumOff val="25000"/>
                  </a:schemeClr>
                </a:solidFill>
                <a:latin typeface="Arial" panose="020B0604020202020204" pitchFamily="34" charset="0"/>
                <a:ea typeface="Yu Gothic" panose="020B0400000000000000" pitchFamily="34" charset="-128"/>
              </a:rPr>
              <a:t>Point</a:t>
            </a:r>
            <a:endParaRPr kumimoji="1" lang="ja-JP" altLang="en-US">
              <a:solidFill>
                <a:schemeClr val="tx1">
                  <a:lumMod val="75000"/>
                  <a:lumOff val="25000"/>
                </a:schemeClr>
              </a:solidFill>
              <a:latin typeface="Arial" panose="020B0604020202020204" pitchFamily="34" charset="0"/>
              <a:ea typeface="Yu Gothic" panose="020B0400000000000000" pitchFamily="34" charset="-128"/>
            </a:endParaRPr>
          </a:p>
        </p:txBody>
      </p:sp>
      <p:sp>
        <p:nvSpPr>
          <p:cNvPr id="202" name="テキスト ボックス 201">
            <a:extLst>
              <a:ext uri="{FF2B5EF4-FFF2-40B4-BE49-F238E27FC236}">
                <a16:creationId xmlns:a16="http://schemas.microsoft.com/office/drawing/2014/main" id="{214F2B3E-EEB4-079C-61F2-B83F80EA83A4}"/>
              </a:ext>
            </a:extLst>
          </p:cNvPr>
          <p:cNvSpPr txBox="1"/>
          <p:nvPr/>
        </p:nvSpPr>
        <p:spPr>
          <a:xfrm>
            <a:off x="6685258" y="3970807"/>
            <a:ext cx="907300" cy="492443"/>
          </a:xfrm>
          <a:prstGeom prst="rect">
            <a:avLst/>
          </a:prstGeom>
          <a:noFill/>
          <a:effectLst/>
        </p:spPr>
        <p:txBody>
          <a:bodyPr wrap="none" lIns="0" tIns="0" rIns="0" bIns="0" rtlCol="0" anchor="ctr" anchorCtr="0">
            <a:spAutoFit/>
          </a:bodyPr>
          <a:lstStyle/>
          <a:p>
            <a:pPr algn="ctr"/>
            <a:r>
              <a:rPr kumimoji="1" lang="en-US" altLang="ja-JP" sz="3200"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5</a:t>
            </a:r>
            <a:r>
              <a:rPr kumimoji="1" lang="en-US" altLang="ja-JP"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a:t>
            </a:r>
            <a:r>
              <a:rPr kumimoji="1" lang="en-US" altLang="ja-JP" sz="3200"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25</a:t>
            </a:r>
            <a:endParaRPr kumimoji="1" lang="en" altLang="ja-JP" sz="3200"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04" name="円/楕円 203">
            <a:extLst>
              <a:ext uri="{FF2B5EF4-FFF2-40B4-BE49-F238E27FC236}">
                <a16:creationId xmlns:a16="http://schemas.microsoft.com/office/drawing/2014/main" id="{60C6CD91-71A2-C006-33A3-0053F40343BA}"/>
              </a:ext>
            </a:extLst>
          </p:cNvPr>
          <p:cNvSpPr/>
          <p:nvPr/>
        </p:nvSpPr>
        <p:spPr>
          <a:xfrm>
            <a:off x="7675238" y="4075105"/>
            <a:ext cx="291186" cy="291186"/>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200" b="1"/>
              <a:t>水</a:t>
            </a:r>
          </a:p>
        </p:txBody>
      </p:sp>
      <p:sp>
        <p:nvSpPr>
          <p:cNvPr id="212" name="テキスト ボックス 211">
            <a:extLst>
              <a:ext uri="{FF2B5EF4-FFF2-40B4-BE49-F238E27FC236}">
                <a16:creationId xmlns:a16="http://schemas.microsoft.com/office/drawing/2014/main" id="{3A640545-3832-7C79-6129-F6FC5385BFC9}"/>
              </a:ext>
            </a:extLst>
          </p:cNvPr>
          <p:cNvSpPr txBox="1"/>
          <p:nvPr/>
        </p:nvSpPr>
        <p:spPr>
          <a:xfrm>
            <a:off x="8477345" y="3972825"/>
            <a:ext cx="780663" cy="451214"/>
          </a:xfrm>
          <a:prstGeom prst="rect">
            <a:avLst/>
          </a:prstGeom>
          <a:noFill/>
          <a:effectLst/>
        </p:spPr>
        <p:txBody>
          <a:bodyPr wrap="none" lIns="0" tIns="0" rIns="0" bIns="0" rtlCol="0" anchor="ctr" anchorCtr="0">
            <a:spAutoFit/>
          </a:bodyPr>
          <a:lstStyle/>
          <a:p>
            <a:r>
              <a:rPr kumimoji="1" lang="en-US" altLang="ja-JP" sz="2932"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9.28</a:t>
            </a:r>
            <a:endParaRPr kumimoji="1" lang="en" altLang="ja-JP" sz="2932"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13" name="テキスト ボックス 212">
            <a:extLst>
              <a:ext uri="{FF2B5EF4-FFF2-40B4-BE49-F238E27FC236}">
                <a16:creationId xmlns:a16="http://schemas.microsoft.com/office/drawing/2014/main" id="{28D555AF-122A-91B7-A385-9AB7FBC78B63}"/>
              </a:ext>
            </a:extLst>
          </p:cNvPr>
          <p:cNvSpPr txBox="1"/>
          <p:nvPr/>
        </p:nvSpPr>
        <p:spPr>
          <a:xfrm>
            <a:off x="8498223" y="3840002"/>
            <a:ext cx="352661" cy="164019"/>
          </a:xfrm>
          <a:prstGeom prst="rect">
            <a:avLst/>
          </a:prstGeom>
          <a:noFill/>
          <a:effectLst/>
        </p:spPr>
        <p:txBody>
          <a:bodyPr wrap="none" lIns="0" tIns="0" rIns="0" bIns="0" rtlCol="0" anchor="ctr" anchorCtr="0">
            <a:spAutoFit/>
          </a:bodyPr>
          <a:lstStyle/>
          <a:p>
            <a:r>
              <a:rPr kumimoji="1" lang="en-US" altLang="ja-JP" sz="1066"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2022</a:t>
            </a:r>
            <a:endParaRPr kumimoji="1" lang="en" altLang="ja-JP" sz="1066"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14" name="テキスト ボックス 213">
            <a:extLst>
              <a:ext uri="{FF2B5EF4-FFF2-40B4-BE49-F238E27FC236}">
                <a16:creationId xmlns:a16="http://schemas.microsoft.com/office/drawing/2014/main" id="{0E063D9C-2463-E652-8A2C-D0EBB3F0710F}"/>
              </a:ext>
            </a:extLst>
          </p:cNvPr>
          <p:cNvSpPr txBox="1"/>
          <p:nvPr/>
        </p:nvSpPr>
        <p:spPr>
          <a:xfrm>
            <a:off x="8497463" y="4378612"/>
            <a:ext cx="922176" cy="184666"/>
          </a:xfrm>
          <a:prstGeom prst="rect">
            <a:avLst/>
          </a:prstGeom>
          <a:noFill/>
          <a:effectLst/>
        </p:spPr>
        <p:txBody>
          <a:bodyPr wrap="none" lIns="0" tIns="0" rIns="0" bIns="0" rtlCol="0" anchor="ctr" anchorCtr="0">
            <a:spAutoFit/>
          </a:bodyPr>
          <a:lstStyle/>
          <a:p>
            <a:r>
              <a:rPr kumimoji="1" lang="en-US" altLang="ja-JP" sz="1200"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Wednesday</a:t>
            </a:r>
            <a:endParaRPr kumimoji="1" lang="en" altLang="ja-JP" sz="1200"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cxnSp>
        <p:nvCxnSpPr>
          <p:cNvPr id="215" name="直線コネクタ 214">
            <a:extLst>
              <a:ext uri="{FF2B5EF4-FFF2-40B4-BE49-F238E27FC236}">
                <a16:creationId xmlns:a16="http://schemas.microsoft.com/office/drawing/2014/main" id="{B89F46F1-3DDE-A603-F0C7-B9E37413A25A}"/>
              </a:ext>
            </a:extLst>
          </p:cNvPr>
          <p:cNvCxnSpPr>
            <a:cxnSpLocks/>
          </p:cNvCxnSpPr>
          <p:nvPr/>
        </p:nvCxnSpPr>
        <p:spPr>
          <a:xfrm>
            <a:off x="8385339" y="3860652"/>
            <a:ext cx="0" cy="672134"/>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7" name="テキスト ボックス 216">
            <a:extLst>
              <a:ext uri="{FF2B5EF4-FFF2-40B4-BE49-F238E27FC236}">
                <a16:creationId xmlns:a16="http://schemas.microsoft.com/office/drawing/2014/main" id="{9E940CA1-90FA-5A16-0E8E-4BC1AEA200E2}"/>
              </a:ext>
            </a:extLst>
          </p:cNvPr>
          <p:cNvSpPr txBox="1"/>
          <p:nvPr/>
        </p:nvSpPr>
        <p:spPr>
          <a:xfrm>
            <a:off x="6698237" y="5018284"/>
            <a:ext cx="847989" cy="492443"/>
          </a:xfrm>
          <a:prstGeom prst="rect">
            <a:avLst/>
          </a:prstGeom>
          <a:noFill/>
          <a:effectLst/>
        </p:spPr>
        <p:txBody>
          <a:bodyPr wrap="none" lIns="0" tIns="0" rIns="0" bIns="0" rtlCol="0" anchor="ctr" anchorCtr="0">
            <a:spAutoFit/>
          </a:bodyPr>
          <a:lstStyle/>
          <a:p>
            <a:pPr algn="ctr"/>
            <a:r>
              <a:rPr kumimoji="1" lang="en-US" altLang="ja-JP" sz="3200"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9.28</a:t>
            </a:r>
            <a:endParaRPr kumimoji="1" lang="en" altLang="ja-JP" sz="3200"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18" name="テキスト ボックス 217">
            <a:extLst>
              <a:ext uri="{FF2B5EF4-FFF2-40B4-BE49-F238E27FC236}">
                <a16:creationId xmlns:a16="http://schemas.microsoft.com/office/drawing/2014/main" id="{DFA254D2-53F5-D272-B4AD-9AC75EA7153F}"/>
              </a:ext>
            </a:extLst>
          </p:cNvPr>
          <p:cNvSpPr txBox="1"/>
          <p:nvPr/>
        </p:nvSpPr>
        <p:spPr>
          <a:xfrm>
            <a:off x="6711281" y="4898761"/>
            <a:ext cx="391133" cy="184666"/>
          </a:xfrm>
          <a:prstGeom prst="rect">
            <a:avLst/>
          </a:prstGeom>
          <a:noFill/>
          <a:effectLst/>
        </p:spPr>
        <p:txBody>
          <a:bodyPr wrap="none" lIns="0" tIns="0" rIns="0" bIns="0" rtlCol="0" anchor="ctr" anchorCtr="0">
            <a:spAutoFit/>
          </a:bodyPr>
          <a:lstStyle/>
          <a:p>
            <a:pPr algn="ctr"/>
            <a:r>
              <a:rPr kumimoji="1" lang="en-US" altLang="ja-JP" sz="1200"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2022</a:t>
            </a:r>
            <a:endParaRPr kumimoji="1" lang="en" altLang="ja-JP" sz="1200"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19" name="角丸四角形 218">
            <a:extLst>
              <a:ext uri="{FF2B5EF4-FFF2-40B4-BE49-F238E27FC236}">
                <a16:creationId xmlns:a16="http://schemas.microsoft.com/office/drawing/2014/main" id="{BBAB3D3C-3CCA-2C57-9DBE-A21772BE2A5A}"/>
              </a:ext>
            </a:extLst>
          </p:cNvPr>
          <p:cNvSpPr/>
          <p:nvPr/>
        </p:nvSpPr>
        <p:spPr>
          <a:xfrm>
            <a:off x="7586226" y="5211268"/>
            <a:ext cx="210439" cy="210439"/>
          </a:xfrm>
          <a:prstGeom prst="roundRect">
            <a:avLst/>
          </a:prstGeom>
          <a:no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kumimoji="1" lang="ja-JP" altLang="en-US" sz="1100" b="1">
                <a:solidFill>
                  <a:schemeClr val="tx1">
                    <a:lumMod val="75000"/>
                    <a:lumOff val="25000"/>
                  </a:schemeClr>
                </a:solidFill>
              </a:rPr>
              <a:t>水</a:t>
            </a:r>
          </a:p>
        </p:txBody>
      </p:sp>
      <p:sp>
        <p:nvSpPr>
          <p:cNvPr id="222" name="テキスト ボックス 221">
            <a:extLst>
              <a:ext uri="{FF2B5EF4-FFF2-40B4-BE49-F238E27FC236}">
                <a16:creationId xmlns:a16="http://schemas.microsoft.com/office/drawing/2014/main" id="{93891A22-7555-9FAB-C734-2F7718735036}"/>
              </a:ext>
            </a:extLst>
          </p:cNvPr>
          <p:cNvSpPr txBox="1"/>
          <p:nvPr/>
        </p:nvSpPr>
        <p:spPr>
          <a:xfrm>
            <a:off x="6711281" y="5759791"/>
            <a:ext cx="221214" cy="451214"/>
          </a:xfrm>
          <a:prstGeom prst="rect">
            <a:avLst/>
          </a:prstGeom>
          <a:noFill/>
          <a:effectLst/>
        </p:spPr>
        <p:txBody>
          <a:bodyPr wrap="none" lIns="0" tIns="0" rIns="0" bIns="0" rtlCol="0" anchor="ctr" anchorCtr="0">
            <a:spAutoFit/>
          </a:bodyPr>
          <a:lstStyle/>
          <a:p>
            <a:pPr algn="ctr"/>
            <a:r>
              <a:rPr kumimoji="1" lang="en-US" altLang="ja-JP" sz="2932"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7</a:t>
            </a:r>
            <a:endParaRPr kumimoji="1" lang="en" altLang="ja-JP" sz="2932"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cxnSp>
        <p:nvCxnSpPr>
          <p:cNvPr id="223" name="直線コネクタ 222">
            <a:extLst>
              <a:ext uri="{FF2B5EF4-FFF2-40B4-BE49-F238E27FC236}">
                <a16:creationId xmlns:a16="http://schemas.microsoft.com/office/drawing/2014/main" id="{6D966AA0-C208-C40C-F101-2EB68AE7CCDE}"/>
              </a:ext>
            </a:extLst>
          </p:cNvPr>
          <p:cNvCxnSpPr>
            <a:cxnSpLocks/>
          </p:cNvCxnSpPr>
          <p:nvPr/>
        </p:nvCxnSpPr>
        <p:spPr>
          <a:xfrm flipH="1">
            <a:off x="6788803" y="5845475"/>
            <a:ext cx="368961" cy="491308"/>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4" name="テキスト ボックス 223">
            <a:extLst>
              <a:ext uri="{FF2B5EF4-FFF2-40B4-BE49-F238E27FC236}">
                <a16:creationId xmlns:a16="http://schemas.microsoft.com/office/drawing/2014/main" id="{17705FE5-5EE7-142B-57B2-FAD4CC8B7459}"/>
              </a:ext>
            </a:extLst>
          </p:cNvPr>
          <p:cNvSpPr txBox="1"/>
          <p:nvPr/>
        </p:nvSpPr>
        <p:spPr>
          <a:xfrm>
            <a:off x="7025286" y="6000644"/>
            <a:ext cx="442429" cy="451214"/>
          </a:xfrm>
          <a:prstGeom prst="rect">
            <a:avLst/>
          </a:prstGeom>
          <a:noFill/>
          <a:effectLst/>
        </p:spPr>
        <p:txBody>
          <a:bodyPr wrap="none" lIns="0" tIns="0" rIns="0" bIns="0" rtlCol="0" anchor="ctr" anchorCtr="0">
            <a:spAutoFit/>
          </a:bodyPr>
          <a:lstStyle/>
          <a:p>
            <a:pPr algn="ctr"/>
            <a:r>
              <a:rPr kumimoji="1" lang="en-US" altLang="ja-JP" sz="2932"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21</a:t>
            </a:r>
            <a:endParaRPr kumimoji="1" lang="en" altLang="ja-JP" sz="2932"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25" name="円/楕円 224">
            <a:extLst>
              <a:ext uri="{FF2B5EF4-FFF2-40B4-BE49-F238E27FC236}">
                <a16:creationId xmlns:a16="http://schemas.microsoft.com/office/drawing/2014/main" id="{62DB82CA-F87D-F1E2-7C2E-68CDF12D2D60}"/>
              </a:ext>
            </a:extLst>
          </p:cNvPr>
          <p:cNvSpPr/>
          <p:nvPr/>
        </p:nvSpPr>
        <p:spPr>
          <a:xfrm>
            <a:off x="7524573" y="5968612"/>
            <a:ext cx="268520" cy="268520"/>
          </a:xfrm>
          <a:prstGeom prst="ellipse">
            <a:avLst/>
          </a:pr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b="1">
                <a:solidFill>
                  <a:schemeClr val="tx1">
                    <a:lumMod val="75000"/>
                    <a:lumOff val="25000"/>
                  </a:schemeClr>
                </a:solidFill>
                <a:latin typeface="Arial" panose="020B0604020202020204" pitchFamily="34" charset="0"/>
                <a:cs typeface="Arial" panose="020B0604020202020204" pitchFamily="34" charset="0"/>
              </a:rPr>
              <a:t>木</a:t>
            </a:r>
          </a:p>
        </p:txBody>
      </p:sp>
      <p:cxnSp>
        <p:nvCxnSpPr>
          <p:cNvPr id="228" name="直線コネクタ 227">
            <a:extLst>
              <a:ext uri="{FF2B5EF4-FFF2-40B4-BE49-F238E27FC236}">
                <a16:creationId xmlns:a16="http://schemas.microsoft.com/office/drawing/2014/main" id="{942A65DF-D339-1C74-0034-142D94D7AB25}"/>
              </a:ext>
            </a:extLst>
          </p:cNvPr>
          <p:cNvCxnSpPr>
            <a:cxnSpLocks/>
          </p:cNvCxnSpPr>
          <p:nvPr/>
        </p:nvCxnSpPr>
        <p:spPr>
          <a:xfrm>
            <a:off x="7970535" y="6095735"/>
            <a:ext cx="18759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9" name="テキスト ボックス 228">
            <a:extLst>
              <a:ext uri="{FF2B5EF4-FFF2-40B4-BE49-F238E27FC236}">
                <a16:creationId xmlns:a16="http://schemas.microsoft.com/office/drawing/2014/main" id="{7088FA06-1392-6FBE-4281-922859190DE8}"/>
              </a:ext>
            </a:extLst>
          </p:cNvPr>
          <p:cNvSpPr txBox="1"/>
          <p:nvPr/>
        </p:nvSpPr>
        <p:spPr>
          <a:xfrm>
            <a:off x="8300126" y="5759791"/>
            <a:ext cx="221214" cy="451214"/>
          </a:xfrm>
          <a:prstGeom prst="rect">
            <a:avLst/>
          </a:prstGeom>
          <a:noFill/>
          <a:effectLst/>
        </p:spPr>
        <p:txBody>
          <a:bodyPr wrap="none" lIns="0" tIns="0" rIns="0" bIns="0" rtlCol="0" anchor="ctr" anchorCtr="0">
            <a:spAutoFit/>
          </a:bodyPr>
          <a:lstStyle/>
          <a:p>
            <a:pPr algn="ctr"/>
            <a:r>
              <a:rPr kumimoji="1" lang="en-US" altLang="ja-JP" sz="2932"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9</a:t>
            </a:r>
            <a:endParaRPr kumimoji="1" lang="en" altLang="ja-JP" sz="2932"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cxnSp>
        <p:nvCxnSpPr>
          <p:cNvPr id="230" name="直線コネクタ 229">
            <a:extLst>
              <a:ext uri="{FF2B5EF4-FFF2-40B4-BE49-F238E27FC236}">
                <a16:creationId xmlns:a16="http://schemas.microsoft.com/office/drawing/2014/main" id="{CBE78B4F-5DCB-2154-289A-B8454F8B0252}"/>
              </a:ext>
            </a:extLst>
          </p:cNvPr>
          <p:cNvCxnSpPr>
            <a:cxnSpLocks/>
          </p:cNvCxnSpPr>
          <p:nvPr/>
        </p:nvCxnSpPr>
        <p:spPr>
          <a:xfrm flipH="1">
            <a:off x="8377649" y="5845475"/>
            <a:ext cx="368961" cy="491308"/>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31" name="テキスト ボックス 230">
            <a:extLst>
              <a:ext uri="{FF2B5EF4-FFF2-40B4-BE49-F238E27FC236}">
                <a16:creationId xmlns:a16="http://schemas.microsoft.com/office/drawing/2014/main" id="{FDA0BB51-6847-1663-E491-92A65D15BA05}"/>
              </a:ext>
            </a:extLst>
          </p:cNvPr>
          <p:cNvSpPr txBox="1"/>
          <p:nvPr/>
        </p:nvSpPr>
        <p:spPr>
          <a:xfrm>
            <a:off x="8614131" y="6000644"/>
            <a:ext cx="442429" cy="451214"/>
          </a:xfrm>
          <a:prstGeom prst="rect">
            <a:avLst/>
          </a:prstGeom>
          <a:noFill/>
          <a:effectLst/>
        </p:spPr>
        <p:txBody>
          <a:bodyPr wrap="none" lIns="0" tIns="0" rIns="0" bIns="0" rtlCol="0" anchor="ctr" anchorCtr="0">
            <a:spAutoFit/>
          </a:bodyPr>
          <a:lstStyle/>
          <a:p>
            <a:pPr algn="ctr"/>
            <a:r>
              <a:rPr kumimoji="1" lang="en-US" altLang="ja-JP" sz="2932"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28</a:t>
            </a:r>
            <a:endParaRPr kumimoji="1" lang="en" altLang="ja-JP" sz="2932"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32" name="円/楕円 231">
            <a:extLst>
              <a:ext uri="{FF2B5EF4-FFF2-40B4-BE49-F238E27FC236}">
                <a16:creationId xmlns:a16="http://schemas.microsoft.com/office/drawing/2014/main" id="{11D62488-B3E4-5E97-2A79-1D9191D02F78}"/>
              </a:ext>
            </a:extLst>
          </p:cNvPr>
          <p:cNvSpPr/>
          <p:nvPr/>
        </p:nvSpPr>
        <p:spPr>
          <a:xfrm>
            <a:off x="9122643" y="5968612"/>
            <a:ext cx="268520" cy="268520"/>
          </a:xfrm>
          <a:prstGeom prst="ellipse">
            <a:avLst/>
          </a:prstGeom>
          <a:no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b="1">
                <a:solidFill>
                  <a:schemeClr val="tx1">
                    <a:lumMod val="75000"/>
                    <a:lumOff val="25000"/>
                  </a:schemeClr>
                </a:solidFill>
                <a:latin typeface="Arial" panose="020B0604020202020204" pitchFamily="34" charset="0"/>
                <a:cs typeface="Arial" panose="020B0604020202020204" pitchFamily="34" charset="0"/>
              </a:rPr>
              <a:t>水</a:t>
            </a:r>
          </a:p>
        </p:txBody>
      </p:sp>
      <p:sp>
        <p:nvSpPr>
          <p:cNvPr id="234" name="テキスト ボックス 233">
            <a:extLst>
              <a:ext uri="{FF2B5EF4-FFF2-40B4-BE49-F238E27FC236}">
                <a16:creationId xmlns:a16="http://schemas.microsoft.com/office/drawing/2014/main" id="{60F5D76D-8452-D5BF-57D4-098C906C7FFB}"/>
              </a:ext>
            </a:extLst>
          </p:cNvPr>
          <p:cNvSpPr txBox="1"/>
          <p:nvPr/>
        </p:nvSpPr>
        <p:spPr>
          <a:xfrm>
            <a:off x="8333888" y="5009446"/>
            <a:ext cx="907300" cy="492443"/>
          </a:xfrm>
          <a:prstGeom prst="rect">
            <a:avLst/>
          </a:prstGeom>
          <a:noFill/>
          <a:effectLst/>
        </p:spPr>
        <p:txBody>
          <a:bodyPr wrap="none" lIns="0" tIns="0" rIns="0" bIns="0" rtlCol="0" anchor="ctr" anchorCtr="0">
            <a:spAutoFit/>
          </a:bodyPr>
          <a:lstStyle/>
          <a:p>
            <a:pPr algn="ctr"/>
            <a:r>
              <a:rPr kumimoji="1" lang="en-US" altLang="ja-JP" sz="3200"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7</a:t>
            </a:r>
            <a:r>
              <a:rPr kumimoji="1" lang="en-US" altLang="ja-JP"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a:t>
            </a:r>
            <a:r>
              <a:rPr kumimoji="1" lang="en-US" altLang="ja-JP" sz="3200"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21</a:t>
            </a:r>
            <a:endParaRPr kumimoji="1" lang="en" altLang="ja-JP" sz="3200"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35" name="テキスト ボックス 234">
            <a:extLst>
              <a:ext uri="{FF2B5EF4-FFF2-40B4-BE49-F238E27FC236}">
                <a16:creationId xmlns:a16="http://schemas.microsoft.com/office/drawing/2014/main" id="{D7D54968-545D-3781-B3E1-6AF05E6608E5}"/>
              </a:ext>
            </a:extLst>
          </p:cNvPr>
          <p:cNvSpPr txBox="1"/>
          <p:nvPr/>
        </p:nvSpPr>
        <p:spPr>
          <a:xfrm>
            <a:off x="8346932" y="4857752"/>
            <a:ext cx="391133" cy="184666"/>
          </a:xfrm>
          <a:prstGeom prst="rect">
            <a:avLst/>
          </a:prstGeom>
          <a:noFill/>
          <a:effectLst/>
        </p:spPr>
        <p:txBody>
          <a:bodyPr wrap="none" lIns="0" tIns="0" rIns="0" bIns="0" rtlCol="0" anchor="ctr" anchorCtr="0">
            <a:spAutoFit/>
          </a:bodyPr>
          <a:lstStyle/>
          <a:p>
            <a:pPr algn="ctr"/>
            <a:r>
              <a:rPr kumimoji="1" lang="en-US" altLang="ja-JP" sz="1200"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2022</a:t>
            </a:r>
            <a:endParaRPr kumimoji="1" lang="en" altLang="ja-JP" sz="1200" spc="1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36" name="円/楕円 235">
            <a:extLst>
              <a:ext uri="{FF2B5EF4-FFF2-40B4-BE49-F238E27FC236}">
                <a16:creationId xmlns:a16="http://schemas.microsoft.com/office/drawing/2014/main" id="{3088922A-D404-C590-C08F-DC1B69E70C0C}"/>
              </a:ext>
            </a:extLst>
          </p:cNvPr>
          <p:cNvSpPr/>
          <p:nvPr/>
        </p:nvSpPr>
        <p:spPr>
          <a:xfrm>
            <a:off x="8993875" y="4887749"/>
            <a:ext cx="138120" cy="13812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600" b="1"/>
              <a:t>水</a:t>
            </a:r>
          </a:p>
        </p:txBody>
      </p:sp>
      <p:cxnSp>
        <p:nvCxnSpPr>
          <p:cNvPr id="237" name="直線コネクタ 236">
            <a:extLst>
              <a:ext uri="{FF2B5EF4-FFF2-40B4-BE49-F238E27FC236}">
                <a16:creationId xmlns:a16="http://schemas.microsoft.com/office/drawing/2014/main" id="{77D69194-0035-AF0D-BBF8-FE49374481FF}"/>
              </a:ext>
            </a:extLst>
          </p:cNvPr>
          <p:cNvCxnSpPr>
            <a:cxnSpLocks/>
          </p:cNvCxnSpPr>
          <p:nvPr/>
        </p:nvCxnSpPr>
        <p:spPr>
          <a:xfrm>
            <a:off x="8765745" y="4953891"/>
            <a:ext cx="18759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43" name="フリーフォーム 242">
            <a:extLst>
              <a:ext uri="{FF2B5EF4-FFF2-40B4-BE49-F238E27FC236}">
                <a16:creationId xmlns:a16="http://schemas.microsoft.com/office/drawing/2014/main" id="{FD7EBA01-7DEE-5151-F487-5C0BB177F7D3}"/>
              </a:ext>
            </a:extLst>
          </p:cNvPr>
          <p:cNvSpPr/>
          <p:nvPr/>
        </p:nvSpPr>
        <p:spPr>
          <a:xfrm>
            <a:off x="6628701" y="2562718"/>
            <a:ext cx="955307" cy="893671"/>
          </a:xfrm>
          <a:custGeom>
            <a:avLst/>
            <a:gdLst>
              <a:gd name="connsiteX0" fmla="*/ 390733 w 2226452"/>
              <a:gd name="connsiteY0" fmla="*/ 0 h 2082800"/>
              <a:gd name="connsiteX1" fmla="*/ 1692067 w 2226452"/>
              <a:gd name="connsiteY1" fmla="*/ 0 h 2082800"/>
              <a:gd name="connsiteX2" fmla="*/ 2082800 w 2226452"/>
              <a:gd name="connsiteY2" fmla="*/ 390733 h 2082800"/>
              <a:gd name="connsiteX3" fmla="*/ 2082800 w 2226452"/>
              <a:gd name="connsiteY3" fmla="*/ 889000 h 2082800"/>
              <a:gd name="connsiteX4" fmla="*/ 2226452 w 2226452"/>
              <a:gd name="connsiteY4" fmla="*/ 1041400 h 2082800"/>
              <a:gd name="connsiteX5" fmla="*/ 2082800 w 2226452"/>
              <a:gd name="connsiteY5" fmla="*/ 1193800 h 2082800"/>
              <a:gd name="connsiteX6" fmla="*/ 2082800 w 2226452"/>
              <a:gd name="connsiteY6" fmla="*/ 1692067 h 2082800"/>
              <a:gd name="connsiteX7" fmla="*/ 1692067 w 2226452"/>
              <a:gd name="connsiteY7" fmla="*/ 2082800 h 2082800"/>
              <a:gd name="connsiteX8" fmla="*/ 390733 w 2226452"/>
              <a:gd name="connsiteY8" fmla="*/ 2082800 h 2082800"/>
              <a:gd name="connsiteX9" fmla="*/ 0 w 2226452"/>
              <a:gd name="connsiteY9" fmla="*/ 1692067 h 2082800"/>
              <a:gd name="connsiteX10" fmla="*/ 0 w 2226452"/>
              <a:gd name="connsiteY10" fmla="*/ 390733 h 2082800"/>
              <a:gd name="connsiteX11" fmla="*/ 390733 w 2226452"/>
              <a:gd name="connsiteY11" fmla="*/ 0 h 208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6452" h="2082800">
                <a:moveTo>
                  <a:pt x="390733" y="0"/>
                </a:moveTo>
                <a:lnTo>
                  <a:pt x="1692067" y="0"/>
                </a:lnTo>
                <a:cubicBezTo>
                  <a:pt x="1907863" y="0"/>
                  <a:pt x="2082800" y="174937"/>
                  <a:pt x="2082800" y="390733"/>
                </a:cubicBezTo>
                <a:lnTo>
                  <a:pt x="2082800" y="889000"/>
                </a:lnTo>
                <a:lnTo>
                  <a:pt x="2226452" y="1041400"/>
                </a:lnTo>
                <a:lnTo>
                  <a:pt x="2082800" y="1193800"/>
                </a:lnTo>
                <a:lnTo>
                  <a:pt x="2082800" y="1692067"/>
                </a:lnTo>
                <a:cubicBezTo>
                  <a:pt x="2082800" y="1907863"/>
                  <a:pt x="1907863" y="2082800"/>
                  <a:pt x="1692067" y="2082800"/>
                </a:cubicBezTo>
                <a:lnTo>
                  <a:pt x="390733" y="2082800"/>
                </a:lnTo>
                <a:cubicBezTo>
                  <a:pt x="174937" y="2082800"/>
                  <a:pt x="0" y="1907863"/>
                  <a:pt x="0" y="1692067"/>
                </a:cubicBezTo>
                <a:lnTo>
                  <a:pt x="0" y="390733"/>
                </a:lnTo>
                <a:cubicBezTo>
                  <a:pt x="0" y="174937"/>
                  <a:pt x="174937" y="0"/>
                  <a:pt x="390733" y="0"/>
                </a:cubicBezTo>
                <a:close/>
              </a:path>
            </a:pathLst>
          </a:custGeom>
          <a:noFill/>
          <a:ln w="317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700"/>
          </a:p>
        </p:txBody>
      </p:sp>
      <p:sp>
        <p:nvSpPr>
          <p:cNvPr id="244" name="テキスト ボックス 243">
            <a:extLst>
              <a:ext uri="{FF2B5EF4-FFF2-40B4-BE49-F238E27FC236}">
                <a16:creationId xmlns:a16="http://schemas.microsoft.com/office/drawing/2014/main" id="{72C6C0B5-1CDD-1750-9D6A-C18145C61314}"/>
              </a:ext>
            </a:extLst>
          </p:cNvPr>
          <p:cNvSpPr txBox="1"/>
          <p:nvPr/>
        </p:nvSpPr>
        <p:spPr>
          <a:xfrm>
            <a:off x="6788465" y="2694545"/>
            <a:ext cx="623569" cy="169277"/>
          </a:xfrm>
          <a:prstGeom prst="rect">
            <a:avLst/>
          </a:prstGeom>
          <a:noFill/>
        </p:spPr>
        <p:txBody>
          <a:bodyPr wrap="none" lIns="0" tIns="0" rIns="0" bIns="0" rtlCol="0">
            <a:spAutoFit/>
          </a:bodyPr>
          <a:lstStyle/>
          <a:p>
            <a:pPr algn="ctr"/>
            <a:r>
              <a:rPr kumimoji="1" lang="en-US" altLang="ja-JP" sz="1100" b="1"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POINT</a:t>
            </a:r>
            <a:endParaRPr kumimoji="1" lang="ja-JP" altLang="en-US" sz="1100" b="1" spc="30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45" name="テキスト ボックス 244">
            <a:extLst>
              <a:ext uri="{FF2B5EF4-FFF2-40B4-BE49-F238E27FC236}">
                <a16:creationId xmlns:a16="http://schemas.microsoft.com/office/drawing/2014/main" id="{68929BA0-5609-4756-D19E-2828DF992818}"/>
              </a:ext>
            </a:extLst>
          </p:cNvPr>
          <p:cNvSpPr txBox="1"/>
          <p:nvPr/>
        </p:nvSpPr>
        <p:spPr>
          <a:xfrm>
            <a:off x="6805140" y="2849278"/>
            <a:ext cx="589905" cy="553998"/>
          </a:xfrm>
          <a:prstGeom prst="rect">
            <a:avLst/>
          </a:prstGeom>
          <a:noFill/>
        </p:spPr>
        <p:txBody>
          <a:bodyPr wrap="none" lIns="0" tIns="0" rIns="0" bIns="0" rtlCol="0">
            <a:spAutoFit/>
          </a:bodyPr>
          <a:lstStyle/>
          <a:p>
            <a:pPr algn="ctr"/>
            <a:r>
              <a:rPr kumimoji="1" lang="en-US" altLang="ja-JP" sz="3600" b="1"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01</a:t>
            </a:r>
            <a:endParaRPr kumimoji="1" lang="ja-JP" altLang="en-US" sz="3600" b="1" spc="30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46" name="フリーフォーム 245">
            <a:extLst>
              <a:ext uri="{FF2B5EF4-FFF2-40B4-BE49-F238E27FC236}">
                <a16:creationId xmlns:a16="http://schemas.microsoft.com/office/drawing/2014/main" id="{ADC961A0-7454-6653-A946-A31987705D62}"/>
              </a:ext>
            </a:extLst>
          </p:cNvPr>
          <p:cNvSpPr/>
          <p:nvPr/>
        </p:nvSpPr>
        <p:spPr>
          <a:xfrm rot="5400000">
            <a:off x="7818674" y="2562718"/>
            <a:ext cx="955307" cy="893671"/>
          </a:xfrm>
          <a:custGeom>
            <a:avLst/>
            <a:gdLst>
              <a:gd name="connsiteX0" fmla="*/ 390733 w 2226452"/>
              <a:gd name="connsiteY0" fmla="*/ 0 h 2082800"/>
              <a:gd name="connsiteX1" fmla="*/ 1692067 w 2226452"/>
              <a:gd name="connsiteY1" fmla="*/ 0 h 2082800"/>
              <a:gd name="connsiteX2" fmla="*/ 2082800 w 2226452"/>
              <a:gd name="connsiteY2" fmla="*/ 390733 h 2082800"/>
              <a:gd name="connsiteX3" fmla="*/ 2082800 w 2226452"/>
              <a:gd name="connsiteY3" fmla="*/ 889000 h 2082800"/>
              <a:gd name="connsiteX4" fmla="*/ 2226452 w 2226452"/>
              <a:gd name="connsiteY4" fmla="*/ 1041400 h 2082800"/>
              <a:gd name="connsiteX5" fmla="*/ 2082800 w 2226452"/>
              <a:gd name="connsiteY5" fmla="*/ 1193800 h 2082800"/>
              <a:gd name="connsiteX6" fmla="*/ 2082800 w 2226452"/>
              <a:gd name="connsiteY6" fmla="*/ 1692067 h 2082800"/>
              <a:gd name="connsiteX7" fmla="*/ 1692067 w 2226452"/>
              <a:gd name="connsiteY7" fmla="*/ 2082800 h 2082800"/>
              <a:gd name="connsiteX8" fmla="*/ 390733 w 2226452"/>
              <a:gd name="connsiteY8" fmla="*/ 2082800 h 2082800"/>
              <a:gd name="connsiteX9" fmla="*/ 0 w 2226452"/>
              <a:gd name="connsiteY9" fmla="*/ 1692067 h 2082800"/>
              <a:gd name="connsiteX10" fmla="*/ 0 w 2226452"/>
              <a:gd name="connsiteY10" fmla="*/ 390733 h 2082800"/>
              <a:gd name="connsiteX11" fmla="*/ 390733 w 2226452"/>
              <a:gd name="connsiteY11" fmla="*/ 0 h 208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6452" h="2082800">
                <a:moveTo>
                  <a:pt x="390733" y="0"/>
                </a:moveTo>
                <a:lnTo>
                  <a:pt x="1692067" y="0"/>
                </a:lnTo>
                <a:cubicBezTo>
                  <a:pt x="1907863" y="0"/>
                  <a:pt x="2082800" y="174937"/>
                  <a:pt x="2082800" y="390733"/>
                </a:cubicBezTo>
                <a:lnTo>
                  <a:pt x="2082800" y="889000"/>
                </a:lnTo>
                <a:lnTo>
                  <a:pt x="2226452" y="1041400"/>
                </a:lnTo>
                <a:lnTo>
                  <a:pt x="2082800" y="1193800"/>
                </a:lnTo>
                <a:lnTo>
                  <a:pt x="2082800" y="1692067"/>
                </a:lnTo>
                <a:cubicBezTo>
                  <a:pt x="2082800" y="1907863"/>
                  <a:pt x="1907863" y="2082800"/>
                  <a:pt x="1692067" y="2082800"/>
                </a:cubicBezTo>
                <a:lnTo>
                  <a:pt x="390733" y="2082800"/>
                </a:lnTo>
                <a:cubicBezTo>
                  <a:pt x="174937" y="2082800"/>
                  <a:pt x="0" y="1907863"/>
                  <a:pt x="0" y="1692067"/>
                </a:cubicBezTo>
                <a:lnTo>
                  <a:pt x="0" y="390733"/>
                </a:lnTo>
                <a:cubicBezTo>
                  <a:pt x="0" y="174937"/>
                  <a:pt x="174937" y="0"/>
                  <a:pt x="390733" y="0"/>
                </a:cubicBezTo>
                <a:close/>
              </a:path>
            </a:pathLst>
          </a:custGeom>
          <a:noFill/>
          <a:ln w="317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700"/>
          </a:p>
        </p:txBody>
      </p:sp>
      <p:sp>
        <p:nvSpPr>
          <p:cNvPr id="247" name="テキスト ボックス 246">
            <a:extLst>
              <a:ext uri="{FF2B5EF4-FFF2-40B4-BE49-F238E27FC236}">
                <a16:creationId xmlns:a16="http://schemas.microsoft.com/office/drawing/2014/main" id="{40AEF17E-86F9-D7DD-C993-318086BA2433}"/>
              </a:ext>
            </a:extLst>
          </p:cNvPr>
          <p:cNvSpPr txBox="1"/>
          <p:nvPr/>
        </p:nvSpPr>
        <p:spPr>
          <a:xfrm>
            <a:off x="7997227" y="2694545"/>
            <a:ext cx="623569" cy="169277"/>
          </a:xfrm>
          <a:prstGeom prst="rect">
            <a:avLst/>
          </a:prstGeom>
          <a:noFill/>
        </p:spPr>
        <p:txBody>
          <a:bodyPr wrap="none" lIns="0" tIns="0" rIns="0" bIns="0" rtlCol="0">
            <a:spAutoFit/>
          </a:bodyPr>
          <a:lstStyle/>
          <a:p>
            <a:pPr algn="ctr"/>
            <a:r>
              <a:rPr kumimoji="1" lang="en-US" altLang="ja-JP" sz="1100" b="1"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POINT</a:t>
            </a:r>
            <a:endParaRPr kumimoji="1" lang="ja-JP" altLang="en-US" sz="1100" b="1" spc="30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48" name="テキスト ボックス 247">
            <a:extLst>
              <a:ext uri="{FF2B5EF4-FFF2-40B4-BE49-F238E27FC236}">
                <a16:creationId xmlns:a16="http://schemas.microsoft.com/office/drawing/2014/main" id="{BA49E681-2ED6-7B88-2407-A176270338E1}"/>
              </a:ext>
            </a:extLst>
          </p:cNvPr>
          <p:cNvSpPr txBox="1"/>
          <p:nvPr/>
        </p:nvSpPr>
        <p:spPr>
          <a:xfrm>
            <a:off x="8013902" y="2849278"/>
            <a:ext cx="589905" cy="553998"/>
          </a:xfrm>
          <a:prstGeom prst="rect">
            <a:avLst/>
          </a:prstGeom>
          <a:noFill/>
        </p:spPr>
        <p:txBody>
          <a:bodyPr wrap="none" lIns="0" tIns="0" rIns="0" bIns="0" rtlCol="0">
            <a:spAutoFit/>
          </a:bodyPr>
          <a:lstStyle/>
          <a:p>
            <a:pPr algn="ctr"/>
            <a:r>
              <a:rPr kumimoji="1" lang="en-US" altLang="ja-JP" sz="3600" b="1"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02</a:t>
            </a:r>
            <a:endParaRPr kumimoji="1" lang="ja-JP" altLang="en-US" sz="3600" b="1" spc="30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50" name="フリーフォーム 249">
            <a:extLst>
              <a:ext uri="{FF2B5EF4-FFF2-40B4-BE49-F238E27FC236}">
                <a16:creationId xmlns:a16="http://schemas.microsoft.com/office/drawing/2014/main" id="{A7687D8B-F97A-48B9-A52F-39919D4C0D19}"/>
              </a:ext>
            </a:extLst>
          </p:cNvPr>
          <p:cNvSpPr/>
          <p:nvPr/>
        </p:nvSpPr>
        <p:spPr>
          <a:xfrm flipV="1">
            <a:off x="9869865" y="1372309"/>
            <a:ext cx="1929509" cy="690713"/>
          </a:xfrm>
          <a:custGeom>
            <a:avLst/>
            <a:gdLst>
              <a:gd name="connsiteX0" fmla="*/ 3664817 w 3664817"/>
              <a:gd name="connsiteY0" fmla="*/ 0 h 1311907"/>
              <a:gd name="connsiteX1" fmla="*/ 3428457 w 3664817"/>
              <a:gd name="connsiteY1" fmla="*/ 646553 h 1311907"/>
              <a:gd name="connsiteX2" fmla="*/ 3664817 w 3664817"/>
              <a:gd name="connsiteY2" fmla="*/ 1176512 h 1311907"/>
              <a:gd name="connsiteX3" fmla="*/ 3419343 w 3664817"/>
              <a:gd name="connsiteY3" fmla="*/ 1243670 h 1311907"/>
              <a:gd name="connsiteX4" fmla="*/ 3419343 w 3664817"/>
              <a:gd name="connsiteY4" fmla="*/ 1243816 h 1311907"/>
              <a:gd name="connsiteX5" fmla="*/ 3417933 w 3664817"/>
              <a:gd name="connsiteY5" fmla="*/ 1244056 h 1311907"/>
              <a:gd name="connsiteX6" fmla="*/ 3417236 w 3664817"/>
              <a:gd name="connsiteY6" fmla="*/ 1244246 h 1311907"/>
              <a:gd name="connsiteX7" fmla="*/ 3417236 w 3664817"/>
              <a:gd name="connsiteY7" fmla="*/ 1244174 h 1311907"/>
              <a:gd name="connsiteX8" fmla="*/ 3205634 w 3664817"/>
              <a:gd name="connsiteY8" fmla="*/ 1280096 h 1311907"/>
              <a:gd name="connsiteX9" fmla="*/ 0 w 3664817"/>
              <a:gd name="connsiteY9" fmla="*/ 1243816 h 1311907"/>
              <a:gd name="connsiteX10" fmla="*/ 0 w 3664817"/>
              <a:gd name="connsiteY10" fmla="*/ 77114 h 1311907"/>
              <a:gd name="connsiteX11" fmla="*/ 641127 w 3664817"/>
              <a:gd name="connsiteY11" fmla="*/ 9738 h 1311907"/>
              <a:gd name="connsiteX12" fmla="*/ 3245705 w 3664817"/>
              <a:gd name="connsiteY12" fmla="*/ 107759 h 1311907"/>
              <a:gd name="connsiteX13" fmla="*/ 3417236 w 3664817"/>
              <a:gd name="connsiteY13" fmla="*/ 77486 h 1311907"/>
              <a:gd name="connsiteX14" fmla="*/ 3417236 w 3664817"/>
              <a:gd name="connsiteY14" fmla="*/ 77455 h 1311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64817" h="1311907">
                <a:moveTo>
                  <a:pt x="3664817" y="0"/>
                </a:moveTo>
                <a:lnTo>
                  <a:pt x="3428457" y="646553"/>
                </a:lnTo>
                <a:lnTo>
                  <a:pt x="3664817" y="1176512"/>
                </a:lnTo>
                <a:lnTo>
                  <a:pt x="3419343" y="1243670"/>
                </a:lnTo>
                <a:lnTo>
                  <a:pt x="3419343" y="1243816"/>
                </a:lnTo>
                <a:lnTo>
                  <a:pt x="3417933" y="1244056"/>
                </a:lnTo>
                <a:lnTo>
                  <a:pt x="3417236" y="1244246"/>
                </a:lnTo>
                <a:lnTo>
                  <a:pt x="3417236" y="1244174"/>
                </a:lnTo>
                <a:lnTo>
                  <a:pt x="3205634" y="1280096"/>
                </a:lnTo>
                <a:cubicBezTo>
                  <a:pt x="2137090" y="1423485"/>
                  <a:pt x="1068545" y="1022685"/>
                  <a:pt x="0" y="1243816"/>
                </a:cubicBezTo>
                <a:lnTo>
                  <a:pt x="0" y="77114"/>
                </a:lnTo>
                <a:cubicBezTo>
                  <a:pt x="213709" y="32888"/>
                  <a:pt x="427418" y="13539"/>
                  <a:pt x="641127" y="9738"/>
                </a:cubicBezTo>
                <a:cubicBezTo>
                  <a:pt x="1509320" y="-5702"/>
                  <a:pt x="2377512" y="235465"/>
                  <a:pt x="3245705" y="107759"/>
                </a:cubicBezTo>
                <a:lnTo>
                  <a:pt x="3417236" y="77486"/>
                </a:lnTo>
                <a:lnTo>
                  <a:pt x="3417236" y="77455"/>
                </a:lnTo>
                <a:close/>
              </a:path>
            </a:pathLst>
          </a:custGeom>
          <a:noFill/>
          <a:ln w="444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cxnSp>
        <p:nvCxnSpPr>
          <p:cNvPr id="251" name="直線コネクタ 250">
            <a:extLst>
              <a:ext uri="{FF2B5EF4-FFF2-40B4-BE49-F238E27FC236}">
                <a16:creationId xmlns:a16="http://schemas.microsoft.com/office/drawing/2014/main" id="{A31B025A-C6FD-B98E-CD5E-BB58116A6705}"/>
              </a:ext>
            </a:extLst>
          </p:cNvPr>
          <p:cNvCxnSpPr>
            <a:cxnSpLocks/>
            <a:stCxn id="250" idx="10"/>
          </p:cNvCxnSpPr>
          <p:nvPr/>
        </p:nvCxnSpPr>
        <p:spPr>
          <a:xfrm>
            <a:off x="9869865" y="2022422"/>
            <a:ext cx="0" cy="1184791"/>
          </a:xfrm>
          <a:prstGeom prst="line">
            <a:avLst/>
          </a:prstGeom>
          <a:ln w="47625" cap="rnd">
            <a:solidFill>
              <a:schemeClr val="tx1">
                <a:lumMod val="75000"/>
                <a:lumOff val="25000"/>
              </a:schemeClr>
            </a:solidFill>
            <a:round/>
          </a:ln>
        </p:spPr>
        <p:style>
          <a:lnRef idx="1">
            <a:schemeClr val="accent1"/>
          </a:lnRef>
          <a:fillRef idx="0">
            <a:schemeClr val="accent1"/>
          </a:fillRef>
          <a:effectRef idx="0">
            <a:schemeClr val="accent1"/>
          </a:effectRef>
          <a:fontRef idx="minor">
            <a:schemeClr val="tx1"/>
          </a:fontRef>
        </p:style>
      </p:cxnSp>
      <p:sp>
        <p:nvSpPr>
          <p:cNvPr id="252" name="円/楕円 251">
            <a:extLst>
              <a:ext uri="{FF2B5EF4-FFF2-40B4-BE49-F238E27FC236}">
                <a16:creationId xmlns:a16="http://schemas.microsoft.com/office/drawing/2014/main" id="{47BA311C-588C-5540-9B2A-AB4D6A4FCEEE}"/>
              </a:ext>
            </a:extLst>
          </p:cNvPr>
          <p:cNvSpPr/>
          <p:nvPr/>
        </p:nvSpPr>
        <p:spPr>
          <a:xfrm>
            <a:off x="9790561" y="1313478"/>
            <a:ext cx="150513" cy="15051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3" name="テキスト ボックス 252">
            <a:extLst>
              <a:ext uri="{FF2B5EF4-FFF2-40B4-BE49-F238E27FC236}">
                <a16:creationId xmlns:a16="http://schemas.microsoft.com/office/drawing/2014/main" id="{E456E8D4-27AC-3FA8-FF22-B0111CF4E34B}"/>
              </a:ext>
            </a:extLst>
          </p:cNvPr>
          <p:cNvSpPr txBox="1"/>
          <p:nvPr/>
        </p:nvSpPr>
        <p:spPr>
          <a:xfrm>
            <a:off x="9973585" y="1581487"/>
            <a:ext cx="984995" cy="307777"/>
          </a:xfrm>
          <a:prstGeom prst="rect">
            <a:avLst/>
          </a:prstGeom>
          <a:noFill/>
        </p:spPr>
        <p:txBody>
          <a:bodyPr wrap="square" rtlCol="0">
            <a:spAutoFit/>
          </a:bodyPr>
          <a:lstStyle/>
          <a:p>
            <a:pPr algn="ctr"/>
            <a:r>
              <a:rPr kumimoji="1" lang="en-US" altLang="ja-JP" sz="1400" b="1"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POINT</a:t>
            </a:r>
          </a:p>
        </p:txBody>
      </p:sp>
      <p:sp>
        <p:nvSpPr>
          <p:cNvPr id="254" name="テキスト ボックス 253">
            <a:extLst>
              <a:ext uri="{FF2B5EF4-FFF2-40B4-BE49-F238E27FC236}">
                <a16:creationId xmlns:a16="http://schemas.microsoft.com/office/drawing/2014/main" id="{D3E1260E-D3CA-A5EF-92AC-E17D9A2BAD1A}"/>
              </a:ext>
            </a:extLst>
          </p:cNvPr>
          <p:cNvSpPr txBox="1"/>
          <p:nvPr/>
        </p:nvSpPr>
        <p:spPr>
          <a:xfrm>
            <a:off x="10803667" y="1375513"/>
            <a:ext cx="887950" cy="646331"/>
          </a:xfrm>
          <a:prstGeom prst="rect">
            <a:avLst/>
          </a:prstGeom>
          <a:noFill/>
        </p:spPr>
        <p:txBody>
          <a:bodyPr wrap="square" rtlCol="0">
            <a:spAutoFit/>
          </a:bodyPr>
          <a:lstStyle/>
          <a:p>
            <a:pPr algn="ctr"/>
            <a:r>
              <a:rPr kumimoji="1" lang="en-US" altLang="ja-JP" sz="3600" b="1"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01</a:t>
            </a:r>
          </a:p>
        </p:txBody>
      </p:sp>
      <p:sp>
        <p:nvSpPr>
          <p:cNvPr id="255" name="角丸四角形 254">
            <a:extLst>
              <a:ext uri="{FF2B5EF4-FFF2-40B4-BE49-F238E27FC236}">
                <a16:creationId xmlns:a16="http://schemas.microsoft.com/office/drawing/2014/main" id="{C841D9FC-C00B-6755-3C95-1B4A3588D380}"/>
              </a:ext>
            </a:extLst>
          </p:cNvPr>
          <p:cNvSpPr/>
          <p:nvPr/>
        </p:nvSpPr>
        <p:spPr>
          <a:xfrm>
            <a:off x="9844004" y="3759109"/>
            <a:ext cx="1965376" cy="723272"/>
          </a:xfrm>
          <a:prstGeom prst="roundRect">
            <a:avLst>
              <a:gd name="adj" fmla="val 6831"/>
            </a:avLst>
          </a:prstGeom>
          <a:noFill/>
          <a:ln w="349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6" name="テキスト ボックス 255">
            <a:extLst>
              <a:ext uri="{FF2B5EF4-FFF2-40B4-BE49-F238E27FC236}">
                <a16:creationId xmlns:a16="http://schemas.microsoft.com/office/drawing/2014/main" id="{4162C340-BBD7-2FC3-565F-65AA5B0746C6}"/>
              </a:ext>
            </a:extLst>
          </p:cNvPr>
          <p:cNvSpPr txBox="1"/>
          <p:nvPr/>
        </p:nvSpPr>
        <p:spPr>
          <a:xfrm>
            <a:off x="10001614" y="3993720"/>
            <a:ext cx="925253" cy="307777"/>
          </a:xfrm>
          <a:prstGeom prst="rect">
            <a:avLst/>
          </a:prstGeom>
          <a:noFill/>
        </p:spPr>
        <p:txBody>
          <a:bodyPr wrap="none" rtlCol="0">
            <a:spAutoFit/>
          </a:bodyPr>
          <a:lstStyle/>
          <a:p>
            <a:pPr algn="ctr"/>
            <a:r>
              <a:rPr kumimoji="1" lang="en-US" altLang="ja-JP" sz="1400" b="1"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POINT</a:t>
            </a:r>
          </a:p>
        </p:txBody>
      </p:sp>
      <p:sp>
        <p:nvSpPr>
          <p:cNvPr id="257" name="テキスト ボックス 256">
            <a:extLst>
              <a:ext uri="{FF2B5EF4-FFF2-40B4-BE49-F238E27FC236}">
                <a16:creationId xmlns:a16="http://schemas.microsoft.com/office/drawing/2014/main" id="{8E91F960-B719-27DF-A2FD-424E565A1075}"/>
              </a:ext>
            </a:extLst>
          </p:cNvPr>
          <p:cNvSpPr txBox="1"/>
          <p:nvPr/>
        </p:nvSpPr>
        <p:spPr>
          <a:xfrm>
            <a:off x="10868086" y="3734738"/>
            <a:ext cx="887950" cy="769441"/>
          </a:xfrm>
          <a:prstGeom prst="rect">
            <a:avLst/>
          </a:prstGeom>
          <a:noFill/>
        </p:spPr>
        <p:txBody>
          <a:bodyPr wrap="none" rtlCol="0">
            <a:spAutoFit/>
          </a:bodyPr>
          <a:lstStyle/>
          <a:p>
            <a:pPr algn="ctr"/>
            <a:r>
              <a:rPr kumimoji="1" lang="en-US" altLang="ja-JP" sz="4400" b="1"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01</a:t>
            </a:r>
          </a:p>
        </p:txBody>
      </p:sp>
      <p:sp>
        <p:nvSpPr>
          <p:cNvPr id="258" name="円/楕円 257">
            <a:extLst>
              <a:ext uri="{FF2B5EF4-FFF2-40B4-BE49-F238E27FC236}">
                <a16:creationId xmlns:a16="http://schemas.microsoft.com/office/drawing/2014/main" id="{006CB4AB-EB01-6C44-5418-F1FACEAFA122}"/>
              </a:ext>
            </a:extLst>
          </p:cNvPr>
          <p:cNvSpPr/>
          <p:nvPr/>
        </p:nvSpPr>
        <p:spPr>
          <a:xfrm>
            <a:off x="9732442" y="3621447"/>
            <a:ext cx="340294" cy="34029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9" name="L 字 258">
            <a:extLst>
              <a:ext uri="{FF2B5EF4-FFF2-40B4-BE49-F238E27FC236}">
                <a16:creationId xmlns:a16="http://schemas.microsoft.com/office/drawing/2014/main" id="{3E6E4BA1-EDFD-D708-09A0-7AE4F8351C0B}"/>
              </a:ext>
            </a:extLst>
          </p:cNvPr>
          <p:cNvSpPr/>
          <p:nvPr/>
        </p:nvSpPr>
        <p:spPr>
          <a:xfrm rot="18494557">
            <a:off x="9820725" y="3720391"/>
            <a:ext cx="159325" cy="107846"/>
          </a:xfrm>
          <a:prstGeom prst="corner">
            <a:avLst>
              <a:gd name="adj1" fmla="val 22035"/>
              <a:gd name="adj2" fmla="val 2198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2" name="アーチ 261">
            <a:extLst>
              <a:ext uri="{FF2B5EF4-FFF2-40B4-BE49-F238E27FC236}">
                <a16:creationId xmlns:a16="http://schemas.microsoft.com/office/drawing/2014/main" id="{D5430966-D27D-9F69-EF0D-C63B6CFEE2D7}"/>
              </a:ext>
            </a:extLst>
          </p:cNvPr>
          <p:cNvSpPr/>
          <p:nvPr/>
        </p:nvSpPr>
        <p:spPr>
          <a:xfrm rot="13871828">
            <a:off x="10172764" y="5003444"/>
            <a:ext cx="1228343" cy="1228343"/>
          </a:xfrm>
          <a:prstGeom prst="blockArc">
            <a:avLst>
              <a:gd name="adj1" fmla="val 10800000"/>
              <a:gd name="adj2" fmla="val 9570957"/>
              <a:gd name="adj3" fmla="val 1831"/>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cxnSp>
        <p:nvCxnSpPr>
          <p:cNvPr id="263" name="直線コネクタ 262">
            <a:extLst>
              <a:ext uri="{FF2B5EF4-FFF2-40B4-BE49-F238E27FC236}">
                <a16:creationId xmlns:a16="http://schemas.microsoft.com/office/drawing/2014/main" id="{6DA06207-09FC-0CF3-86B8-976A18CB62AB}"/>
              </a:ext>
            </a:extLst>
          </p:cNvPr>
          <p:cNvCxnSpPr>
            <a:cxnSpLocks/>
          </p:cNvCxnSpPr>
          <p:nvPr/>
        </p:nvCxnSpPr>
        <p:spPr>
          <a:xfrm>
            <a:off x="11154223" y="5944722"/>
            <a:ext cx="199478" cy="155414"/>
          </a:xfrm>
          <a:prstGeom prst="line">
            <a:avLst/>
          </a:prstGeom>
          <a:ln w="222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64" name="テキスト ボックス 263">
            <a:extLst>
              <a:ext uri="{FF2B5EF4-FFF2-40B4-BE49-F238E27FC236}">
                <a16:creationId xmlns:a16="http://schemas.microsoft.com/office/drawing/2014/main" id="{A67A2081-DAC2-8604-037D-88FF67AC4CDA}"/>
              </a:ext>
            </a:extLst>
          </p:cNvPr>
          <p:cNvSpPr txBox="1"/>
          <p:nvPr/>
        </p:nvSpPr>
        <p:spPr>
          <a:xfrm>
            <a:off x="10387247" y="5251163"/>
            <a:ext cx="848309" cy="276999"/>
          </a:xfrm>
          <a:prstGeom prst="rect">
            <a:avLst/>
          </a:prstGeom>
          <a:noFill/>
        </p:spPr>
        <p:txBody>
          <a:bodyPr wrap="none" rtlCol="0">
            <a:spAutoFit/>
          </a:bodyPr>
          <a:lstStyle/>
          <a:p>
            <a:pPr algn="ctr"/>
            <a:r>
              <a:rPr kumimoji="1" lang="en-US" altLang="ja-JP" sz="1200" b="1"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POINT</a:t>
            </a:r>
            <a:endParaRPr kumimoji="1" lang="ja-JP" altLang="en-US" sz="1200" b="1" spc="30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
        <p:nvSpPr>
          <p:cNvPr id="265" name="テキスト ボックス 264">
            <a:extLst>
              <a:ext uri="{FF2B5EF4-FFF2-40B4-BE49-F238E27FC236}">
                <a16:creationId xmlns:a16="http://schemas.microsoft.com/office/drawing/2014/main" id="{E69A1B7A-129F-4E72-EB71-FA042053D0F6}"/>
              </a:ext>
            </a:extLst>
          </p:cNvPr>
          <p:cNvSpPr txBox="1"/>
          <p:nvPr/>
        </p:nvSpPr>
        <p:spPr>
          <a:xfrm>
            <a:off x="10389400" y="5375028"/>
            <a:ext cx="832279" cy="707886"/>
          </a:xfrm>
          <a:prstGeom prst="rect">
            <a:avLst/>
          </a:prstGeom>
          <a:noFill/>
        </p:spPr>
        <p:txBody>
          <a:bodyPr wrap="none" rtlCol="0">
            <a:spAutoFit/>
          </a:bodyPr>
          <a:lstStyle/>
          <a:p>
            <a:pPr algn="ctr"/>
            <a:r>
              <a:rPr kumimoji="1" lang="en-US" altLang="ja-JP" sz="4000" b="1" spc="300" dirty="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rPr>
              <a:t>01</a:t>
            </a:r>
            <a:endParaRPr kumimoji="1" lang="ja-JP" altLang="en-US" sz="4000" b="1" spc="300">
              <a:solidFill>
                <a:schemeClr val="tx1">
                  <a:lumMod val="75000"/>
                  <a:lumOff val="25000"/>
                </a:schemeClr>
              </a:solidFill>
              <a:latin typeface="Arial" panose="020B0604020202020204" pitchFamily="34" charset="0"/>
              <a:ea typeface="Yu Gothic" panose="020B0400000000000000" pitchFamily="34" charset="-128"/>
              <a:cs typeface="Arial" panose="020B0604020202020204" pitchFamily="34" charset="0"/>
            </a:endParaRPr>
          </a:p>
        </p:txBody>
      </p:sp>
    </p:spTree>
    <p:extLst>
      <p:ext uri="{BB962C8B-B14F-4D97-AF65-F5344CB8AC3E}">
        <p14:creationId xmlns:p14="http://schemas.microsoft.com/office/powerpoint/2010/main" val="1666682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正方形/長方形 109">
            <a:extLst>
              <a:ext uri="{FF2B5EF4-FFF2-40B4-BE49-F238E27FC236}">
                <a16:creationId xmlns:a16="http://schemas.microsoft.com/office/drawing/2014/main" id="{4406CC99-3069-DF88-37E4-52DD49102E4D}"/>
              </a:ext>
            </a:extLst>
          </p:cNvPr>
          <p:cNvSpPr/>
          <p:nvPr/>
        </p:nvSpPr>
        <p:spPr>
          <a:xfrm>
            <a:off x="10435918" y="5709237"/>
            <a:ext cx="1082448" cy="10705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フリーフォーム 81">
            <a:extLst>
              <a:ext uri="{FF2B5EF4-FFF2-40B4-BE49-F238E27FC236}">
                <a16:creationId xmlns:a16="http://schemas.microsoft.com/office/drawing/2014/main" id="{DB904BC9-E17A-3BEC-EE67-F0476C9E9F00}"/>
              </a:ext>
            </a:extLst>
          </p:cNvPr>
          <p:cNvSpPr/>
          <p:nvPr/>
        </p:nvSpPr>
        <p:spPr>
          <a:xfrm rot="3876917">
            <a:off x="7635340" y="3788113"/>
            <a:ext cx="857272" cy="444162"/>
          </a:xfrm>
          <a:custGeom>
            <a:avLst/>
            <a:gdLst>
              <a:gd name="connsiteX0" fmla="*/ 0 w 857272"/>
              <a:gd name="connsiteY0" fmla="*/ 0 h 444162"/>
              <a:gd name="connsiteX1" fmla="*/ 0 w 857272"/>
              <a:gd name="connsiteY1" fmla="*/ 444161 h 444162"/>
              <a:gd name="connsiteX2" fmla="*/ 574867 w 857272"/>
              <a:gd name="connsiteY2" fmla="*/ 444160 h 444162"/>
              <a:gd name="connsiteX3" fmla="*/ 574868 w 857272"/>
              <a:gd name="connsiteY3" fmla="*/ 444162 h 444162"/>
              <a:gd name="connsiteX4" fmla="*/ 857272 w 857272"/>
              <a:gd name="connsiteY4" fmla="*/ 444162 h 444162"/>
              <a:gd name="connsiteX5" fmla="*/ 731572 w 857272"/>
              <a:gd name="connsiteY5" fmla="*/ 222081 h 444162"/>
              <a:gd name="connsiteX6" fmla="*/ 857271 w 857272"/>
              <a:gd name="connsiteY6" fmla="*/ 1 h 444162"/>
              <a:gd name="connsiteX7" fmla="*/ 655683 w 857272"/>
              <a:gd name="connsiteY7" fmla="*/ 0 h 444162"/>
              <a:gd name="connsiteX8" fmla="*/ 655683 w 857272"/>
              <a:gd name="connsiteY8" fmla="*/ 0 h 444162"/>
              <a:gd name="connsiteX9" fmla="*/ 593945 w 857272"/>
              <a:gd name="connsiteY9" fmla="*/ 0 h 444162"/>
              <a:gd name="connsiteX10" fmla="*/ 574868 w 857272"/>
              <a:gd name="connsiteY10" fmla="*/ 0 h 444162"/>
              <a:gd name="connsiteX11" fmla="*/ 574868 w 857272"/>
              <a:gd name="connsiteY11" fmla="*/ 0 h 44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7272" h="444162">
                <a:moveTo>
                  <a:pt x="0" y="0"/>
                </a:moveTo>
                <a:lnTo>
                  <a:pt x="0" y="444161"/>
                </a:lnTo>
                <a:lnTo>
                  <a:pt x="574867" y="444160"/>
                </a:lnTo>
                <a:lnTo>
                  <a:pt x="574868" y="444162"/>
                </a:lnTo>
                <a:lnTo>
                  <a:pt x="857272" y="444162"/>
                </a:lnTo>
                <a:lnTo>
                  <a:pt x="731572" y="222081"/>
                </a:lnTo>
                <a:lnTo>
                  <a:pt x="857271" y="1"/>
                </a:lnTo>
                <a:lnTo>
                  <a:pt x="655683" y="0"/>
                </a:lnTo>
                <a:lnTo>
                  <a:pt x="655683" y="0"/>
                </a:lnTo>
                <a:lnTo>
                  <a:pt x="593945" y="0"/>
                </a:lnTo>
                <a:lnTo>
                  <a:pt x="574868" y="0"/>
                </a:lnTo>
                <a:lnTo>
                  <a:pt x="574868" y="0"/>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81" name="フリーフォーム 80">
            <a:extLst>
              <a:ext uri="{FF2B5EF4-FFF2-40B4-BE49-F238E27FC236}">
                <a16:creationId xmlns:a16="http://schemas.microsoft.com/office/drawing/2014/main" id="{13D0B4E1-712F-80FE-4D78-84493CE90CB0}"/>
              </a:ext>
            </a:extLst>
          </p:cNvPr>
          <p:cNvSpPr/>
          <p:nvPr/>
        </p:nvSpPr>
        <p:spPr>
          <a:xfrm rot="17723083" flipH="1">
            <a:off x="7178141" y="3788113"/>
            <a:ext cx="857272" cy="444162"/>
          </a:xfrm>
          <a:custGeom>
            <a:avLst/>
            <a:gdLst>
              <a:gd name="connsiteX0" fmla="*/ 0 w 857272"/>
              <a:gd name="connsiteY0" fmla="*/ 0 h 444162"/>
              <a:gd name="connsiteX1" fmla="*/ 0 w 857272"/>
              <a:gd name="connsiteY1" fmla="*/ 444161 h 444162"/>
              <a:gd name="connsiteX2" fmla="*/ 574867 w 857272"/>
              <a:gd name="connsiteY2" fmla="*/ 444160 h 444162"/>
              <a:gd name="connsiteX3" fmla="*/ 574868 w 857272"/>
              <a:gd name="connsiteY3" fmla="*/ 444162 h 444162"/>
              <a:gd name="connsiteX4" fmla="*/ 857272 w 857272"/>
              <a:gd name="connsiteY4" fmla="*/ 444162 h 444162"/>
              <a:gd name="connsiteX5" fmla="*/ 731572 w 857272"/>
              <a:gd name="connsiteY5" fmla="*/ 222081 h 444162"/>
              <a:gd name="connsiteX6" fmla="*/ 857271 w 857272"/>
              <a:gd name="connsiteY6" fmla="*/ 1 h 444162"/>
              <a:gd name="connsiteX7" fmla="*/ 655683 w 857272"/>
              <a:gd name="connsiteY7" fmla="*/ 0 h 444162"/>
              <a:gd name="connsiteX8" fmla="*/ 655683 w 857272"/>
              <a:gd name="connsiteY8" fmla="*/ 0 h 444162"/>
              <a:gd name="connsiteX9" fmla="*/ 593945 w 857272"/>
              <a:gd name="connsiteY9" fmla="*/ 0 h 444162"/>
              <a:gd name="connsiteX10" fmla="*/ 574868 w 857272"/>
              <a:gd name="connsiteY10" fmla="*/ 0 h 444162"/>
              <a:gd name="connsiteX11" fmla="*/ 574868 w 857272"/>
              <a:gd name="connsiteY11" fmla="*/ 0 h 44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7272" h="444162">
                <a:moveTo>
                  <a:pt x="0" y="0"/>
                </a:moveTo>
                <a:lnTo>
                  <a:pt x="0" y="444161"/>
                </a:lnTo>
                <a:lnTo>
                  <a:pt x="574867" y="444160"/>
                </a:lnTo>
                <a:lnTo>
                  <a:pt x="574868" y="444162"/>
                </a:lnTo>
                <a:lnTo>
                  <a:pt x="857272" y="444162"/>
                </a:lnTo>
                <a:lnTo>
                  <a:pt x="731572" y="222081"/>
                </a:lnTo>
                <a:lnTo>
                  <a:pt x="857271" y="1"/>
                </a:lnTo>
                <a:lnTo>
                  <a:pt x="655683" y="0"/>
                </a:lnTo>
                <a:lnTo>
                  <a:pt x="655683" y="0"/>
                </a:lnTo>
                <a:lnTo>
                  <a:pt x="593945" y="0"/>
                </a:lnTo>
                <a:lnTo>
                  <a:pt x="574868" y="0"/>
                </a:lnTo>
                <a:lnTo>
                  <a:pt x="574868" y="0"/>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6" name="星 24 15">
            <a:extLst>
              <a:ext uri="{FF2B5EF4-FFF2-40B4-BE49-F238E27FC236}">
                <a16:creationId xmlns:a16="http://schemas.microsoft.com/office/drawing/2014/main" id="{AE78C573-117D-EEED-563B-CD52428784B9}"/>
              </a:ext>
            </a:extLst>
          </p:cNvPr>
          <p:cNvSpPr/>
          <p:nvPr/>
        </p:nvSpPr>
        <p:spPr>
          <a:xfrm>
            <a:off x="2347145" y="3083527"/>
            <a:ext cx="1288473" cy="1288473"/>
          </a:xfrm>
          <a:prstGeom prst="star24">
            <a:avLst>
              <a:gd name="adj" fmla="val 47910"/>
            </a:avLst>
          </a:prstGeom>
          <a:gradFill>
            <a:gsLst>
              <a:gs pos="0">
                <a:schemeClr val="tx1">
                  <a:lumMod val="75000"/>
                  <a:lumOff val="25000"/>
                </a:schemeClr>
              </a:gs>
              <a:gs pos="49000">
                <a:schemeClr val="tx1">
                  <a:lumMod val="85000"/>
                  <a:lumOff val="15000"/>
                </a:schemeClr>
              </a:gs>
              <a:gs pos="50000">
                <a:schemeClr val="tx1">
                  <a:lumMod val="75000"/>
                  <a:lumOff val="25000"/>
                </a:schemeClr>
              </a:gs>
              <a:gs pos="100000">
                <a:schemeClr val="tx1">
                  <a:lumMod val="75000"/>
                  <a:lumOff val="25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2400" b="1"/>
              <a:t>第</a:t>
            </a:r>
            <a:r>
              <a:rPr kumimoji="1" lang="en-US" altLang="ja-JP" sz="3600" b="1" dirty="0"/>
              <a:t>1</a:t>
            </a:r>
            <a:r>
              <a:rPr kumimoji="1" lang="ja-JP" altLang="en-US" sz="2400" b="1"/>
              <a:t>位</a:t>
            </a:r>
          </a:p>
        </p:txBody>
      </p:sp>
      <p:sp>
        <p:nvSpPr>
          <p:cNvPr id="3" name="星 24 2">
            <a:extLst>
              <a:ext uri="{FF2B5EF4-FFF2-40B4-BE49-F238E27FC236}">
                <a16:creationId xmlns:a16="http://schemas.microsoft.com/office/drawing/2014/main" id="{A5D361ED-DC49-DED8-6946-A2B1FE573329}"/>
              </a:ext>
            </a:extLst>
          </p:cNvPr>
          <p:cNvSpPr/>
          <p:nvPr/>
        </p:nvSpPr>
        <p:spPr>
          <a:xfrm>
            <a:off x="720554" y="1488994"/>
            <a:ext cx="1288473" cy="1288473"/>
          </a:xfrm>
          <a:prstGeom prst="star24">
            <a:avLst>
              <a:gd name="adj" fmla="val 47910"/>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2400" b="1"/>
              <a:t>第</a:t>
            </a:r>
            <a:r>
              <a:rPr kumimoji="1" lang="en-US" altLang="ja-JP" sz="3600" b="1" dirty="0"/>
              <a:t>1</a:t>
            </a:r>
            <a:r>
              <a:rPr kumimoji="1" lang="ja-JP" altLang="en-US" sz="2400" b="1"/>
              <a:t>位</a:t>
            </a:r>
          </a:p>
        </p:txBody>
      </p:sp>
      <p:sp>
        <p:nvSpPr>
          <p:cNvPr id="5" name="星 24 4">
            <a:extLst>
              <a:ext uri="{FF2B5EF4-FFF2-40B4-BE49-F238E27FC236}">
                <a16:creationId xmlns:a16="http://schemas.microsoft.com/office/drawing/2014/main" id="{6217107B-687E-C694-F2F5-04CD91F32506}"/>
              </a:ext>
            </a:extLst>
          </p:cNvPr>
          <p:cNvSpPr/>
          <p:nvPr/>
        </p:nvSpPr>
        <p:spPr>
          <a:xfrm>
            <a:off x="2347145" y="1488994"/>
            <a:ext cx="1288473" cy="1288473"/>
          </a:xfrm>
          <a:prstGeom prst="star24">
            <a:avLst>
              <a:gd name="adj" fmla="val 47910"/>
            </a:avLst>
          </a:prstGeom>
          <a:gradFill>
            <a:gsLst>
              <a:gs pos="0">
                <a:schemeClr val="tx1">
                  <a:lumMod val="75000"/>
                  <a:lumOff val="25000"/>
                </a:schemeClr>
              </a:gs>
              <a:gs pos="49000">
                <a:schemeClr val="tx1">
                  <a:lumMod val="85000"/>
                  <a:lumOff val="15000"/>
                </a:schemeClr>
              </a:gs>
              <a:gs pos="50000">
                <a:schemeClr val="tx1">
                  <a:lumMod val="75000"/>
                  <a:lumOff val="25000"/>
                </a:schemeClr>
              </a:gs>
              <a:gs pos="100000">
                <a:schemeClr val="tx1">
                  <a:lumMod val="75000"/>
                  <a:lumOff val="25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2400" b="1"/>
              <a:t>第</a:t>
            </a:r>
            <a:r>
              <a:rPr kumimoji="1" lang="en-US" altLang="ja-JP" sz="3600" b="1" dirty="0"/>
              <a:t>1</a:t>
            </a:r>
            <a:r>
              <a:rPr kumimoji="1" lang="ja-JP" altLang="en-US" sz="2400" b="1"/>
              <a:t>位</a:t>
            </a:r>
          </a:p>
        </p:txBody>
      </p:sp>
      <p:sp>
        <p:nvSpPr>
          <p:cNvPr id="6" name="星 16 5">
            <a:extLst>
              <a:ext uri="{FF2B5EF4-FFF2-40B4-BE49-F238E27FC236}">
                <a16:creationId xmlns:a16="http://schemas.microsoft.com/office/drawing/2014/main" id="{E7F3AB43-D695-D8A6-D3C8-AB09D545ACF3}"/>
              </a:ext>
            </a:extLst>
          </p:cNvPr>
          <p:cNvSpPr/>
          <p:nvPr/>
        </p:nvSpPr>
        <p:spPr>
          <a:xfrm>
            <a:off x="3973735" y="1547561"/>
            <a:ext cx="1171339" cy="1171339"/>
          </a:xfrm>
          <a:prstGeom prst="star16">
            <a:avLst>
              <a:gd name="adj" fmla="val 45548"/>
            </a:avLst>
          </a:prstGeom>
          <a:solidFill>
            <a:srgbClr val="0083B0"/>
          </a:solidFill>
          <a:ln w="104775">
            <a:solidFill>
              <a:srgbClr val="0083B0"/>
            </a:solidFill>
            <a:beve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2000" b="1"/>
              <a:t>第</a:t>
            </a:r>
            <a:r>
              <a:rPr kumimoji="1" lang="en-US" altLang="ja-JP" sz="3200" b="1" dirty="0"/>
              <a:t>1</a:t>
            </a:r>
            <a:r>
              <a:rPr kumimoji="1" lang="ja-JP" altLang="en-US" sz="2000" b="1"/>
              <a:t>位</a:t>
            </a:r>
          </a:p>
        </p:txBody>
      </p:sp>
      <p:sp>
        <p:nvSpPr>
          <p:cNvPr id="7" name="テキスト ボックス 6">
            <a:extLst>
              <a:ext uri="{FF2B5EF4-FFF2-40B4-BE49-F238E27FC236}">
                <a16:creationId xmlns:a16="http://schemas.microsoft.com/office/drawing/2014/main" id="{2CDC8E1B-642F-20C9-7585-50C52BE9394D}"/>
              </a:ext>
            </a:extLst>
          </p:cNvPr>
          <p:cNvSpPr txBox="1"/>
          <p:nvPr/>
        </p:nvSpPr>
        <p:spPr>
          <a:xfrm>
            <a:off x="263203" y="339936"/>
            <a:ext cx="1980029"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ランキング</a:t>
            </a:r>
          </a:p>
        </p:txBody>
      </p:sp>
      <p:sp>
        <p:nvSpPr>
          <p:cNvPr id="8" name="星 24 7">
            <a:extLst>
              <a:ext uri="{FF2B5EF4-FFF2-40B4-BE49-F238E27FC236}">
                <a16:creationId xmlns:a16="http://schemas.microsoft.com/office/drawing/2014/main" id="{89D402CE-D8D2-D817-8DD2-80AD3B3A5819}"/>
              </a:ext>
            </a:extLst>
          </p:cNvPr>
          <p:cNvSpPr/>
          <p:nvPr/>
        </p:nvSpPr>
        <p:spPr>
          <a:xfrm>
            <a:off x="720554" y="3078844"/>
            <a:ext cx="1288473" cy="1288473"/>
          </a:xfrm>
          <a:prstGeom prst="star24">
            <a:avLst>
              <a:gd name="adj" fmla="val 47910"/>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2400" b="1"/>
              <a:t>第</a:t>
            </a:r>
            <a:r>
              <a:rPr kumimoji="1" lang="en-US" altLang="ja-JP" sz="3600" b="1" dirty="0"/>
              <a:t>1</a:t>
            </a:r>
            <a:r>
              <a:rPr kumimoji="1" lang="ja-JP" altLang="en-US" sz="2400" b="1"/>
              <a:t>位</a:t>
            </a:r>
          </a:p>
        </p:txBody>
      </p:sp>
      <p:sp>
        <p:nvSpPr>
          <p:cNvPr id="10" name="星 16 9">
            <a:extLst>
              <a:ext uri="{FF2B5EF4-FFF2-40B4-BE49-F238E27FC236}">
                <a16:creationId xmlns:a16="http://schemas.microsoft.com/office/drawing/2014/main" id="{72B5E9EA-EAAC-9859-8964-B5B5C22C26CE}"/>
              </a:ext>
            </a:extLst>
          </p:cNvPr>
          <p:cNvSpPr/>
          <p:nvPr/>
        </p:nvSpPr>
        <p:spPr>
          <a:xfrm>
            <a:off x="3973735" y="3137411"/>
            <a:ext cx="1171339" cy="1171339"/>
          </a:xfrm>
          <a:prstGeom prst="star16">
            <a:avLst>
              <a:gd name="adj" fmla="val 45548"/>
            </a:avLst>
          </a:prstGeom>
          <a:solidFill>
            <a:srgbClr val="0083B0"/>
          </a:solidFill>
          <a:ln w="104775">
            <a:solidFill>
              <a:srgbClr val="0083B0"/>
            </a:solidFill>
            <a:beve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2000" b="1"/>
              <a:t>第</a:t>
            </a:r>
            <a:r>
              <a:rPr kumimoji="1" lang="en-US" altLang="ja-JP" sz="3200" b="1" dirty="0"/>
              <a:t>1</a:t>
            </a:r>
            <a:r>
              <a:rPr kumimoji="1" lang="ja-JP" altLang="en-US" sz="2000" b="1"/>
              <a:t>位</a:t>
            </a:r>
          </a:p>
        </p:txBody>
      </p:sp>
      <p:sp>
        <p:nvSpPr>
          <p:cNvPr id="11" name="星 24 10">
            <a:extLst>
              <a:ext uri="{FF2B5EF4-FFF2-40B4-BE49-F238E27FC236}">
                <a16:creationId xmlns:a16="http://schemas.microsoft.com/office/drawing/2014/main" id="{EB3EFDD0-A46E-6E30-E8E2-8ADF35743223}"/>
              </a:ext>
            </a:extLst>
          </p:cNvPr>
          <p:cNvSpPr/>
          <p:nvPr/>
        </p:nvSpPr>
        <p:spPr>
          <a:xfrm>
            <a:off x="778131" y="3136421"/>
            <a:ext cx="1173319" cy="1173319"/>
          </a:xfrm>
          <a:prstGeom prst="star24">
            <a:avLst>
              <a:gd name="adj" fmla="val 47910"/>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2400" b="1"/>
          </a:p>
        </p:txBody>
      </p:sp>
      <p:sp>
        <p:nvSpPr>
          <p:cNvPr id="14" name="星 24 13">
            <a:extLst>
              <a:ext uri="{FF2B5EF4-FFF2-40B4-BE49-F238E27FC236}">
                <a16:creationId xmlns:a16="http://schemas.microsoft.com/office/drawing/2014/main" id="{7F3BA24B-DACE-9F02-B407-91FE44121550}"/>
              </a:ext>
            </a:extLst>
          </p:cNvPr>
          <p:cNvSpPr/>
          <p:nvPr/>
        </p:nvSpPr>
        <p:spPr>
          <a:xfrm>
            <a:off x="2404339" y="3136421"/>
            <a:ext cx="1173319" cy="1173319"/>
          </a:xfrm>
          <a:prstGeom prst="star24">
            <a:avLst>
              <a:gd name="adj" fmla="val 47910"/>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2400" b="1"/>
          </a:p>
        </p:txBody>
      </p:sp>
      <p:sp>
        <p:nvSpPr>
          <p:cNvPr id="15" name="星 16 14">
            <a:extLst>
              <a:ext uri="{FF2B5EF4-FFF2-40B4-BE49-F238E27FC236}">
                <a16:creationId xmlns:a16="http://schemas.microsoft.com/office/drawing/2014/main" id="{A9237483-DA2A-0A72-624C-8E141F26CBBE}"/>
              </a:ext>
            </a:extLst>
          </p:cNvPr>
          <p:cNvSpPr/>
          <p:nvPr/>
        </p:nvSpPr>
        <p:spPr>
          <a:xfrm>
            <a:off x="3999824" y="3163500"/>
            <a:ext cx="1119160" cy="1119160"/>
          </a:xfrm>
          <a:prstGeom prst="star16">
            <a:avLst>
              <a:gd name="adj" fmla="val 45548"/>
            </a:avLst>
          </a:prstGeom>
          <a:noFill/>
          <a:ln w="19050">
            <a:solidFill>
              <a:schemeClr val="bg1"/>
            </a:solidFill>
            <a:beve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kumimoji="1" lang="ja-JP" altLang="en-US" sz="2000" b="1"/>
          </a:p>
        </p:txBody>
      </p:sp>
      <p:sp>
        <p:nvSpPr>
          <p:cNvPr id="22" name="フリーフォーム 21">
            <a:extLst>
              <a:ext uri="{FF2B5EF4-FFF2-40B4-BE49-F238E27FC236}">
                <a16:creationId xmlns:a16="http://schemas.microsoft.com/office/drawing/2014/main" id="{CD9969F0-54D8-CB6C-6843-369318AA73B9}"/>
              </a:ext>
            </a:extLst>
          </p:cNvPr>
          <p:cNvSpPr/>
          <p:nvPr/>
        </p:nvSpPr>
        <p:spPr>
          <a:xfrm flipH="1">
            <a:off x="720554" y="5025509"/>
            <a:ext cx="343755" cy="1171339"/>
          </a:xfrm>
          <a:custGeom>
            <a:avLst/>
            <a:gdLst>
              <a:gd name="connsiteX0" fmla="*/ 200080 w 583042"/>
              <a:gd name="connsiteY0" fmla="*/ 1448679 h 1986707"/>
              <a:gd name="connsiteX1" fmla="*/ 239551 w 583042"/>
              <a:gd name="connsiteY1" fmla="*/ 1509296 h 1986707"/>
              <a:gd name="connsiteX2" fmla="*/ 238611 w 583042"/>
              <a:gd name="connsiteY2" fmla="*/ 1652613 h 1986707"/>
              <a:gd name="connsiteX3" fmla="*/ 172826 w 583042"/>
              <a:gd name="connsiteY3" fmla="*/ 1569442 h 1986707"/>
              <a:gd name="connsiteX4" fmla="*/ 200080 w 583042"/>
              <a:gd name="connsiteY4" fmla="*/ 1448679 h 1986707"/>
              <a:gd name="connsiteX5" fmla="*/ 467919 w 583042"/>
              <a:gd name="connsiteY5" fmla="*/ 376854 h 1986707"/>
              <a:gd name="connsiteX6" fmla="*/ 466979 w 583042"/>
              <a:gd name="connsiteY6" fmla="*/ 475062 h 1986707"/>
              <a:gd name="connsiteX7" fmla="*/ 401194 w 583042"/>
              <a:gd name="connsiteY7" fmla="*/ 527220 h 1986707"/>
              <a:gd name="connsiteX8" fmla="*/ 426568 w 583042"/>
              <a:gd name="connsiteY8" fmla="*/ 416325 h 1986707"/>
              <a:gd name="connsiteX9" fmla="*/ 467919 w 583042"/>
              <a:gd name="connsiteY9" fmla="*/ 376854 h 1986707"/>
              <a:gd name="connsiteX10" fmla="*/ 92005 w 583042"/>
              <a:gd name="connsiteY10" fmla="*/ 0 h 1986707"/>
              <a:gd name="connsiteX11" fmla="*/ 168127 w 583042"/>
              <a:gd name="connsiteY11" fmla="*/ 27724 h 1986707"/>
              <a:gd name="connsiteX12" fmla="*/ 190212 w 583042"/>
              <a:gd name="connsiteY12" fmla="*/ 79882 h 1986707"/>
              <a:gd name="connsiteX13" fmla="*/ 219346 w 583042"/>
              <a:gd name="connsiteY13" fmla="*/ 118883 h 1986707"/>
              <a:gd name="connsiteX14" fmla="*/ 230623 w 583042"/>
              <a:gd name="connsiteY14" fmla="*/ 57327 h 1986707"/>
              <a:gd name="connsiteX15" fmla="*/ 255057 w 583042"/>
              <a:gd name="connsiteY15" fmla="*/ 23025 h 1986707"/>
              <a:gd name="connsiteX16" fmla="*/ 267745 w 583042"/>
              <a:gd name="connsiteY16" fmla="*/ 93979 h 1986707"/>
              <a:gd name="connsiteX17" fmla="*/ 232033 w 583042"/>
              <a:gd name="connsiteY17" fmla="*/ 137679 h 1986707"/>
              <a:gd name="connsiteX18" fmla="*/ 292649 w 583042"/>
              <a:gd name="connsiteY18" fmla="*/ 241525 h 1986707"/>
              <a:gd name="connsiteX19" fmla="*/ 301107 w 583042"/>
              <a:gd name="connsiteY19" fmla="*/ 163993 h 1986707"/>
              <a:gd name="connsiteX20" fmla="*/ 328361 w 583042"/>
              <a:gd name="connsiteY20" fmla="*/ 121232 h 1986707"/>
              <a:gd name="connsiteX21" fmla="*/ 348566 w 583042"/>
              <a:gd name="connsiteY21" fmla="*/ 205813 h 1986707"/>
              <a:gd name="connsiteX22" fmla="*/ 303926 w 583042"/>
              <a:gd name="connsiteY22" fmla="*/ 264080 h 1986707"/>
              <a:gd name="connsiteX23" fmla="*/ 344807 w 583042"/>
              <a:gd name="connsiteY23" fmla="*/ 359938 h 1986707"/>
              <a:gd name="connsiteX24" fmla="*/ 361723 w 583042"/>
              <a:gd name="connsiteY24" fmla="*/ 298852 h 1986707"/>
              <a:gd name="connsiteX25" fmla="*/ 393206 w 583042"/>
              <a:gd name="connsiteY25" fmla="*/ 255622 h 1986707"/>
              <a:gd name="connsiteX26" fmla="*/ 408712 w 583042"/>
              <a:gd name="connsiteY26" fmla="*/ 346311 h 1986707"/>
              <a:gd name="connsiteX27" fmla="*/ 363133 w 583042"/>
              <a:gd name="connsiteY27" fmla="*/ 401758 h 1986707"/>
              <a:gd name="connsiteX28" fmla="*/ 368302 w 583042"/>
              <a:gd name="connsiteY28" fmla="*/ 413506 h 1986707"/>
              <a:gd name="connsiteX29" fmla="*/ 364542 w 583042"/>
              <a:gd name="connsiteY29" fmla="*/ 414915 h 1986707"/>
              <a:gd name="connsiteX30" fmla="*/ 419050 w 583042"/>
              <a:gd name="connsiteY30" fmla="*/ 630596 h 1986707"/>
              <a:gd name="connsiteX31" fmla="*/ 468858 w 583042"/>
              <a:gd name="connsiteY31" fmla="*/ 564341 h 1986707"/>
              <a:gd name="connsiteX32" fmla="*/ 521486 w 583042"/>
              <a:gd name="connsiteY32" fmla="*/ 534738 h 1986707"/>
              <a:gd name="connsiteX33" fmla="*/ 494702 w 583042"/>
              <a:gd name="connsiteY33" fmla="*/ 634825 h 1986707"/>
              <a:gd name="connsiteX34" fmla="*/ 425158 w 583042"/>
              <a:gd name="connsiteY34" fmla="*/ 669597 h 1986707"/>
              <a:gd name="connsiteX35" fmla="*/ 439725 w 583042"/>
              <a:gd name="connsiteY35" fmla="*/ 809155 h 1986707"/>
              <a:gd name="connsiteX36" fmla="*/ 504100 w 583042"/>
              <a:gd name="connsiteY36" fmla="*/ 730213 h 1986707"/>
              <a:gd name="connsiteX37" fmla="*/ 560957 w 583042"/>
              <a:gd name="connsiteY37" fmla="*/ 705779 h 1986707"/>
              <a:gd name="connsiteX38" fmla="*/ 522896 w 583042"/>
              <a:gd name="connsiteY38" fmla="*/ 804926 h 1986707"/>
              <a:gd name="connsiteX39" fmla="*/ 441135 w 583042"/>
              <a:gd name="connsiteY39" fmla="*/ 833120 h 1986707"/>
              <a:gd name="connsiteX40" fmla="*/ 441605 w 583042"/>
              <a:gd name="connsiteY40" fmla="*/ 966569 h 1986707"/>
              <a:gd name="connsiteX41" fmla="*/ 521486 w 583042"/>
              <a:gd name="connsiteY41" fmla="*/ 900784 h 1986707"/>
              <a:gd name="connsiteX42" fmla="*/ 583042 w 583042"/>
              <a:gd name="connsiteY42" fmla="*/ 888097 h 1986707"/>
              <a:gd name="connsiteX43" fmla="*/ 525245 w 583042"/>
              <a:gd name="connsiteY43" fmla="*/ 979257 h 1986707"/>
              <a:gd name="connsiteX44" fmla="*/ 440665 w 583042"/>
              <a:gd name="connsiteY44" fmla="*/ 991474 h 1986707"/>
              <a:gd name="connsiteX45" fmla="*/ 436906 w 583042"/>
              <a:gd name="connsiteY45" fmla="*/ 1045981 h 1986707"/>
              <a:gd name="connsiteX46" fmla="*/ 428448 w 583042"/>
              <a:gd name="connsiteY46" fmla="*/ 1122104 h 1986707"/>
              <a:gd name="connsiteX47" fmla="*/ 500811 w 583042"/>
              <a:gd name="connsiteY47" fmla="*/ 1057729 h 1986707"/>
              <a:gd name="connsiteX48" fmla="*/ 563777 w 583042"/>
              <a:gd name="connsiteY48" fmla="*/ 1038933 h 1986707"/>
              <a:gd name="connsiteX49" fmla="*/ 511619 w 583042"/>
              <a:gd name="connsiteY49" fmla="*/ 1138550 h 1986707"/>
              <a:gd name="connsiteX50" fmla="*/ 423279 w 583042"/>
              <a:gd name="connsiteY50" fmla="*/ 1158286 h 1986707"/>
              <a:gd name="connsiteX51" fmla="*/ 401194 w 583042"/>
              <a:gd name="connsiteY51" fmla="*/ 1271530 h 1986707"/>
              <a:gd name="connsiteX52" fmla="*/ 480606 w 583042"/>
              <a:gd name="connsiteY52" fmla="*/ 1228770 h 1986707"/>
              <a:gd name="connsiteX53" fmla="*/ 547800 w 583042"/>
              <a:gd name="connsiteY53" fmla="*/ 1222191 h 1986707"/>
              <a:gd name="connsiteX54" fmla="*/ 475437 w 583042"/>
              <a:gd name="connsiteY54" fmla="*/ 1312410 h 1986707"/>
              <a:gd name="connsiteX55" fmla="*/ 390386 w 583042"/>
              <a:gd name="connsiteY55" fmla="*/ 1317109 h 1986707"/>
              <a:gd name="connsiteX56" fmla="*/ 351855 w 583042"/>
              <a:gd name="connsiteY56" fmla="*/ 1446800 h 1986707"/>
              <a:gd name="connsiteX57" fmla="*/ 443014 w 583042"/>
              <a:gd name="connsiteY57" fmla="*/ 1396051 h 1986707"/>
              <a:gd name="connsiteX58" fmla="*/ 519607 w 583042"/>
              <a:gd name="connsiteY58" fmla="*/ 1385244 h 1986707"/>
              <a:gd name="connsiteX59" fmla="*/ 439255 w 583042"/>
              <a:gd name="connsiteY59" fmla="*/ 1482512 h 1986707"/>
              <a:gd name="connsiteX60" fmla="*/ 335879 w 583042"/>
              <a:gd name="connsiteY60" fmla="*/ 1491440 h 1986707"/>
              <a:gd name="connsiteX61" fmla="*/ 287010 w 583042"/>
              <a:gd name="connsiteY61" fmla="*/ 1609853 h 1986707"/>
              <a:gd name="connsiteX62" fmla="*/ 385218 w 583042"/>
              <a:gd name="connsiteY62" fmla="*/ 1586828 h 1986707"/>
              <a:gd name="connsiteX63" fmla="*/ 456171 w 583042"/>
              <a:gd name="connsiteY63" fmla="*/ 1600455 h 1986707"/>
              <a:gd name="connsiteX64" fmla="*/ 354675 w 583042"/>
              <a:gd name="connsiteY64" fmla="*/ 1671409 h 1986707"/>
              <a:gd name="connsiteX65" fmla="*/ 266805 w 583042"/>
              <a:gd name="connsiteY65" fmla="*/ 1651673 h 1986707"/>
              <a:gd name="connsiteX66" fmla="*/ 195381 w 583042"/>
              <a:gd name="connsiteY66" fmla="*/ 1778544 h 1986707"/>
              <a:gd name="connsiteX67" fmla="*/ 319433 w 583042"/>
              <a:gd name="connsiteY67" fmla="*/ 1760688 h 1986707"/>
              <a:gd name="connsiteX68" fmla="*/ 386627 w 583042"/>
              <a:gd name="connsiteY68" fmla="*/ 1786532 h 1986707"/>
              <a:gd name="connsiteX69" fmla="*/ 274323 w 583042"/>
              <a:gd name="connsiteY69" fmla="*/ 1838690 h 1986707"/>
              <a:gd name="connsiteX70" fmla="*/ 183634 w 583042"/>
              <a:gd name="connsiteY70" fmla="*/ 1796870 h 1986707"/>
              <a:gd name="connsiteX71" fmla="*/ 125367 w 583042"/>
              <a:gd name="connsiteY71" fmla="*/ 1877692 h 1986707"/>
              <a:gd name="connsiteX72" fmla="*/ 207128 w 583042"/>
              <a:gd name="connsiteY72" fmla="*/ 1886619 h 1986707"/>
              <a:gd name="connsiteX73" fmla="*/ 276673 w 583042"/>
              <a:gd name="connsiteY73" fmla="*/ 1918572 h 1986707"/>
              <a:gd name="connsiteX74" fmla="*/ 153561 w 583042"/>
              <a:gd name="connsiteY74" fmla="*/ 1965561 h 1986707"/>
              <a:gd name="connsiteX75" fmla="*/ 78378 w 583042"/>
              <a:gd name="connsiteY75" fmla="*/ 1932199 h 1986707"/>
              <a:gd name="connsiteX76" fmla="*/ 22461 w 583042"/>
              <a:gd name="connsiteY76" fmla="*/ 1986707 h 1986707"/>
              <a:gd name="connsiteX77" fmla="*/ 1786 w 583042"/>
              <a:gd name="connsiteY77" fmla="*/ 1966501 h 1986707"/>
              <a:gd name="connsiteX78" fmla="*/ 54884 w 583042"/>
              <a:gd name="connsiteY78" fmla="*/ 1916693 h 1986707"/>
              <a:gd name="connsiteX79" fmla="*/ 846 w 583042"/>
              <a:gd name="connsiteY79" fmla="*/ 1826943 h 1986707"/>
              <a:gd name="connsiteX80" fmla="*/ 44076 w 583042"/>
              <a:gd name="connsiteY80" fmla="*/ 1702421 h 1986707"/>
              <a:gd name="connsiteX81" fmla="*/ 78378 w 583042"/>
              <a:gd name="connsiteY81" fmla="*/ 1771026 h 1986707"/>
              <a:gd name="connsiteX82" fmla="*/ 77908 w 583042"/>
              <a:gd name="connsiteY82" fmla="*/ 1893198 h 1986707"/>
              <a:gd name="connsiteX83" fmla="*/ 154501 w 583042"/>
              <a:gd name="connsiteY83" fmla="*/ 1794990 h 1986707"/>
              <a:gd name="connsiteX84" fmla="*/ 98583 w 583042"/>
              <a:gd name="connsiteY84" fmla="*/ 1719808 h 1986707"/>
              <a:gd name="connsiteX85" fmla="*/ 123958 w 583042"/>
              <a:gd name="connsiteY85" fmla="*/ 1598575 h 1986707"/>
              <a:gd name="connsiteX86" fmla="*/ 164368 w 583042"/>
              <a:gd name="connsiteY86" fmla="*/ 1658252 h 1986707"/>
              <a:gd name="connsiteX87" fmla="*/ 183164 w 583042"/>
              <a:gd name="connsiteY87" fmla="*/ 1751760 h 1986707"/>
              <a:gd name="connsiteX88" fmla="*/ 310505 w 583042"/>
              <a:gd name="connsiteY88" fmla="*/ 1494729 h 1986707"/>
              <a:gd name="connsiteX89" fmla="*/ 235792 w 583042"/>
              <a:gd name="connsiteY89" fmla="*/ 1424245 h 1986707"/>
              <a:gd name="connsiteX90" fmla="*/ 249889 w 583042"/>
              <a:gd name="connsiteY90" fmla="*/ 1305832 h 1986707"/>
              <a:gd name="connsiteX91" fmla="*/ 299227 w 583042"/>
              <a:gd name="connsiteY91" fmla="*/ 1359400 h 1986707"/>
              <a:gd name="connsiteX92" fmla="*/ 329300 w 583042"/>
              <a:gd name="connsiteY92" fmla="*/ 1442571 h 1986707"/>
              <a:gd name="connsiteX93" fmla="*/ 366892 w 583042"/>
              <a:gd name="connsiteY93" fmla="*/ 1318519 h 1986707"/>
              <a:gd name="connsiteX94" fmla="*/ 288890 w 583042"/>
              <a:gd name="connsiteY94" fmla="*/ 1262132 h 1986707"/>
              <a:gd name="connsiteX95" fmla="*/ 281841 w 583042"/>
              <a:gd name="connsiteY95" fmla="*/ 1146538 h 1986707"/>
              <a:gd name="connsiteX96" fmla="*/ 334469 w 583042"/>
              <a:gd name="connsiteY96" fmla="*/ 1189299 h 1986707"/>
              <a:gd name="connsiteX97" fmla="*/ 375350 w 583042"/>
              <a:gd name="connsiteY97" fmla="*/ 1288916 h 1986707"/>
              <a:gd name="connsiteX98" fmla="*/ 401664 w 583042"/>
              <a:gd name="connsiteY98" fmla="*/ 1160165 h 1986707"/>
              <a:gd name="connsiteX99" fmla="*/ 321782 w 583042"/>
              <a:gd name="connsiteY99" fmla="*/ 1111766 h 1986707"/>
              <a:gd name="connsiteX100" fmla="*/ 304866 w 583042"/>
              <a:gd name="connsiteY100" fmla="*/ 1000402 h 1986707"/>
              <a:gd name="connsiteX101" fmla="*/ 357964 w 583042"/>
              <a:gd name="connsiteY101" fmla="*/ 1038463 h 1986707"/>
              <a:gd name="connsiteX102" fmla="*/ 405893 w 583042"/>
              <a:gd name="connsiteY102" fmla="*/ 1129622 h 1986707"/>
              <a:gd name="connsiteX103" fmla="*/ 414821 w 583042"/>
              <a:gd name="connsiteY103" fmla="*/ 1057259 h 1986707"/>
              <a:gd name="connsiteX104" fmla="*/ 419990 w 583042"/>
              <a:gd name="connsiteY104" fmla="*/ 993823 h 1986707"/>
              <a:gd name="connsiteX105" fmla="*/ 345277 w 583042"/>
              <a:gd name="connsiteY105" fmla="*/ 959521 h 1986707"/>
              <a:gd name="connsiteX106" fmla="*/ 315204 w 583042"/>
              <a:gd name="connsiteY106" fmla="*/ 857084 h 1986707"/>
              <a:gd name="connsiteX107" fmla="*/ 370181 w 583042"/>
              <a:gd name="connsiteY107" fmla="*/ 886218 h 1986707"/>
              <a:gd name="connsiteX108" fmla="*/ 421869 w 583042"/>
              <a:gd name="connsiteY108" fmla="*/ 948713 h 1986707"/>
              <a:gd name="connsiteX109" fmla="*/ 421869 w 583042"/>
              <a:gd name="connsiteY109" fmla="*/ 841578 h 1986707"/>
              <a:gd name="connsiteX110" fmla="*/ 342458 w 583042"/>
              <a:gd name="connsiteY110" fmla="*/ 813854 h 1986707"/>
              <a:gd name="connsiteX111" fmla="*/ 303456 w 583042"/>
              <a:gd name="connsiteY111" fmla="*/ 714707 h 1986707"/>
              <a:gd name="connsiteX112" fmla="*/ 360783 w 583042"/>
              <a:gd name="connsiteY112" fmla="*/ 738671 h 1986707"/>
              <a:gd name="connsiteX113" fmla="*/ 419990 w 583042"/>
              <a:gd name="connsiteY113" fmla="*/ 801637 h 1986707"/>
              <a:gd name="connsiteX114" fmla="*/ 409182 w 583042"/>
              <a:gd name="connsiteY114" fmla="*/ 687923 h 1986707"/>
              <a:gd name="connsiteX115" fmla="*/ 329770 w 583042"/>
              <a:gd name="connsiteY115" fmla="*/ 666778 h 1986707"/>
              <a:gd name="connsiteX116" fmla="*/ 285600 w 583042"/>
              <a:gd name="connsiteY116" fmla="*/ 573269 h 1986707"/>
              <a:gd name="connsiteX117" fmla="*/ 342458 w 583042"/>
              <a:gd name="connsiteY117" fmla="*/ 592535 h 1986707"/>
              <a:gd name="connsiteX118" fmla="*/ 403073 w 583042"/>
              <a:gd name="connsiteY118" fmla="*/ 647512 h 1986707"/>
              <a:gd name="connsiteX119" fmla="*/ 382868 w 583042"/>
              <a:gd name="connsiteY119" fmla="*/ 543196 h 1986707"/>
              <a:gd name="connsiteX120" fmla="*/ 312854 w 583042"/>
              <a:gd name="connsiteY120" fmla="*/ 537087 h 1986707"/>
              <a:gd name="connsiteX121" fmla="*/ 253178 w 583042"/>
              <a:gd name="connsiteY121" fmla="*/ 459555 h 1986707"/>
              <a:gd name="connsiteX122" fmla="*/ 310035 w 583042"/>
              <a:gd name="connsiteY122" fmla="*/ 466134 h 1986707"/>
              <a:gd name="connsiteX123" fmla="*/ 372530 w 583042"/>
              <a:gd name="connsiteY123" fmla="*/ 499496 h 1986707"/>
              <a:gd name="connsiteX124" fmla="*/ 349036 w 583042"/>
              <a:gd name="connsiteY124" fmla="*/ 418205 h 1986707"/>
              <a:gd name="connsiteX125" fmla="*/ 289360 w 583042"/>
              <a:gd name="connsiteY125" fmla="*/ 411626 h 1986707"/>
              <a:gd name="connsiteX126" fmla="*/ 232972 w 583042"/>
              <a:gd name="connsiteY126" fmla="*/ 339263 h 1986707"/>
              <a:gd name="connsiteX127" fmla="*/ 286070 w 583042"/>
              <a:gd name="connsiteY127" fmla="*/ 344901 h 1986707"/>
              <a:gd name="connsiteX128" fmla="*/ 329300 w 583042"/>
              <a:gd name="connsiteY128" fmla="*/ 362287 h 1986707"/>
              <a:gd name="connsiteX129" fmla="*/ 292649 w 583042"/>
              <a:gd name="connsiteY129" fmla="*/ 274417 h 1986707"/>
              <a:gd name="connsiteX130" fmla="*/ 230623 w 583042"/>
              <a:gd name="connsiteY130" fmla="*/ 280056 h 1986707"/>
              <a:gd name="connsiteX131" fmla="*/ 166248 w 583042"/>
              <a:gd name="connsiteY131" fmla="*/ 221319 h 1986707"/>
              <a:gd name="connsiteX132" fmla="*/ 216996 w 583042"/>
              <a:gd name="connsiteY132" fmla="*/ 218500 h 1986707"/>
              <a:gd name="connsiteX133" fmla="*/ 273853 w 583042"/>
              <a:gd name="connsiteY133" fmla="*/ 235886 h 1986707"/>
              <a:gd name="connsiteX134" fmla="*/ 223105 w 583042"/>
              <a:gd name="connsiteY134" fmla="*/ 147546 h 1986707"/>
              <a:gd name="connsiteX135" fmla="*/ 168597 w 583042"/>
              <a:gd name="connsiteY135" fmla="*/ 153655 h 1986707"/>
              <a:gd name="connsiteX136" fmla="*/ 115499 w 583042"/>
              <a:gd name="connsiteY136" fmla="*/ 105256 h 1986707"/>
              <a:gd name="connsiteX137" fmla="*/ 157320 w 583042"/>
              <a:gd name="connsiteY137" fmla="*/ 102907 h 1986707"/>
              <a:gd name="connsiteX138" fmla="*/ 201020 w 583042"/>
              <a:gd name="connsiteY138" fmla="*/ 114654 h 1986707"/>
              <a:gd name="connsiteX139" fmla="*/ 185513 w 583042"/>
              <a:gd name="connsiteY139" fmla="*/ 93509 h 1986707"/>
              <a:gd name="connsiteX140" fmla="*/ 185513 w 583042"/>
              <a:gd name="connsiteY140" fmla="*/ 92569 h 1986707"/>
              <a:gd name="connsiteX141" fmla="*/ 111271 w 583042"/>
              <a:gd name="connsiteY141" fmla="*/ 42760 h 1986707"/>
              <a:gd name="connsiteX142" fmla="*/ 92005 w 583042"/>
              <a:gd name="connsiteY142" fmla="*/ 0 h 19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83042" h="1986707">
                <a:moveTo>
                  <a:pt x="200080" y="1448679"/>
                </a:moveTo>
                <a:cubicBezTo>
                  <a:pt x="200080" y="1448679"/>
                  <a:pt x="200080" y="1448679"/>
                  <a:pt x="239551" y="1509296"/>
                </a:cubicBezTo>
                <a:cubicBezTo>
                  <a:pt x="278552" y="1569912"/>
                  <a:pt x="247539" y="1640866"/>
                  <a:pt x="238611" y="1652613"/>
                </a:cubicBezTo>
                <a:cubicBezTo>
                  <a:pt x="238611" y="1652613"/>
                  <a:pt x="186453" y="1624889"/>
                  <a:pt x="172826" y="1569442"/>
                </a:cubicBezTo>
                <a:cubicBezTo>
                  <a:pt x="158730" y="1513995"/>
                  <a:pt x="200080" y="1448679"/>
                  <a:pt x="200080" y="1448679"/>
                </a:cubicBezTo>
                <a:close/>
                <a:moveTo>
                  <a:pt x="467919" y="376854"/>
                </a:moveTo>
                <a:cubicBezTo>
                  <a:pt x="467919" y="376854"/>
                  <a:pt x="487654" y="434651"/>
                  <a:pt x="466979" y="475062"/>
                </a:cubicBezTo>
                <a:cubicBezTo>
                  <a:pt x="446304" y="515472"/>
                  <a:pt x="400724" y="527220"/>
                  <a:pt x="401194" y="527220"/>
                </a:cubicBezTo>
                <a:cubicBezTo>
                  <a:pt x="396495" y="516412"/>
                  <a:pt x="385218" y="455796"/>
                  <a:pt x="426568" y="416325"/>
                </a:cubicBezTo>
                <a:cubicBezTo>
                  <a:pt x="467919" y="376854"/>
                  <a:pt x="467919" y="376854"/>
                  <a:pt x="467919" y="376854"/>
                </a:cubicBezTo>
                <a:close/>
                <a:moveTo>
                  <a:pt x="92005" y="0"/>
                </a:moveTo>
                <a:cubicBezTo>
                  <a:pt x="92005" y="0"/>
                  <a:pt x="141814" y="0"/>
                  <a:pt x="168127" y="27724"/>
                </a:cubicBezTo>
                <a:cubicBezTo>
                  <a:pt x="184104" y="44640"/>
                  <a:pt x="188803" y="66255"/>
                  <a:pt x="190212" y="79882"/>
                </a:cubicBezTo>
                <a:cubicBezTo>
                  <a:pt x="200080" y="92569"/>
                  <a:pt x="209948" y="105256"/>
                  <a:pt x="219346" y="118883"/>
                </a:cubicBezTo>
                <a:cubicBezTo>
                  <a:pt x="216056" y="101967"/>
                  <a:pt x="215587" y="78002"/>
                  <a:pt x="230623" y="57327"/>
                </a:cubicBezTo>
                <a:cubicBezTo>
                  <a:pt x="255057" y="23025"/>
                  <a:pt x="255057" y="23025"/>
                  <a:pt x="255057" y="23025"/>
                </a:cubicBezTo>
                <a:cubicBezTo>
                  <a:pt x="255057" y="23025"/>
                  <a:pt x="277142" y="62026"/>
                  <a:pt x="267745" y="93979"/>
                </a:cubicBezTo>
                <a:cubicBezTo>
                  <a:pt x="260226" y="117943"/>
                  <a:pt x="241431" y="132040"/>
                  <a:pt x="232033" y="137679"/>
                </a:cubicBezTo>
                <a:cubicBezTo>
                  <a:pt x="253648" y="169631"/>
                  <a:pt x="273853" y="204403"/>
                  <a:pt x="292649" y="241525"/>
                </a:cubicBezTo>
                <a:cubicBezTo>
                  <a:pt x="286540" y="221319"/>
                  <a:pt x="283721" y="191246"/>
                  <a:pt x="301107" y="163993"/>
                </a:cubicBezTo>
                <a:cubicBezTo>
                  <a:pt x="328361" y="121232"/>
                  <a:pt x="328361" y="121232"/>
                  <a:pt x="328361" y="121232"/>
                </a:cubicBezTo>
                <a:cubicBezTo>
                  <a:pt x="328361" y="121232"/>
                  <a:pt x="357964" y="166342"/>
                  <a:pt x="348566" y="205813"/>
                </a:cubicBezTo>
                <a:cubicBezTo>
                  <a:pt x="340108" y="241055"/>
                  <a:pt x="309565" y="260790"/>
                  <a:pt x="303926" y="264080"/>
                </a:cubicBezTo>
                <a:cubicBezTo>
                  <a:pt x="318493" y="294623"/>
                  <a:pt x="332120" y="326575"/>
                  <a:pt x="344807" y="359938"/>
                </a:cubicBezTo>
                <a:cubicBezTo>
                  <a:pt x="343867" y="341142"/>
                  <a:pt x="347156" y="318587"/>
                  <a:pt x="361723" y="298852"/>
                </a:cubicBezTo>
                <a:cubicBezTo>
                  <a:pt x="393206" y="255622"/>
                  <a:pt x="393206" y="255622"/>
                  <a:pt x="393206" y="255622"/>
                </a:cubicBezTo>
                <a:cubicBezTo>
                  <a:pt x="393206" y="255622"/>
                  <a:pt x="420929" y="305430"/>
                  <a:pt x="408712" y="346311"/>
                </a:cubicBezTo>
                <a:cubicBezTo>
                  <a:pt x="399784" y="376384"/>
                  <a:pt x="374880" y="394710"/>
                  <a:pt x="363133" y="401758"/>
                </a:cubicBezTo>
                <a:cubicBezTo>
                  <a:pt x="365952" y="406927"/>
                  <a:pt x="367832" y="411156"/>
                  <a:pt x="368302" y="413506"/>
                </a:cubicBezTo>
                <a:cubicBezTo>
                  <a:pt x="368302" y="413506"/>
                  <a:pt x="366892" y="413976"/>
                  <a:pt x="364542" y="414915"/>
                </a:cubicBezTo>
                <a:cubicBezTo>
                  <a:pt x="387567" y="483050"/>
                  <a:pt x="405893" y="555413"/>
                  <a:pt x="419050" y="630596"/>
                </a:cubicBezTo>
                <a:cubicBezTo>
                  <a:pt x="425628" y="607571"/>
                  <a:pt x="439725" y="580787"/>
                  <a:pt x="468858" y="564341"/>
                </a:cubicBezTo>
                <a:cubicBezTo>
                  <a:pt x="521486" y="534738"/>
                  <a:pt x="521486" y="534738"/>
                  <a:pt x="521486" y="534738"/>
                </a:cubicBezTo>
                <a:cubicBezTo>
                  <a:pt x="521486" y="534738"/>
                  <a:pt x="526185" y="599113"/>
                  <a:pt x="494702" y="634825"/>
                </a:cubicBezTo>
                <a:cubicBezTo>
                  <a:pt x="472617" y="659729"/>
                  <a:pt x="441605" y="667248"/>
                  <a:pt x="425158" y="669597"/>
                </a:cubicBezTo>
                <a:cubicBezTo>
                  <a:pt x="431737" y="715177"/>
                  <a:pt x="436906" y="761696"/>
                  <a:pt x="439725" y="809155"/>
                </a:cubicBezTo>
                <a:cubicBezTo>
                  <a:pt x="446773" y="784251"/>
                  <a:pt x="464630" y="747130"/>
                  <a:pt x="504100" y="730213"/>
                </a:cubicBezTo>
                <a:cubicBezTo>
                  <a:pt x="560957" y="705779"/>
                  <a:pt x="560957" y="705779"/>
                  <a:pt x="560957" y="705779"/>
                </a:cubicBezTo>
                <a:cubicBezTo>
                  <a:pt x="560957" y="705779"/>
                  <a:pt x="559548" y="771564"/>
                  <a:pt x="522896" y="804926"/>
                </a:cubicBezTo>
                <a:cubicBezTo>
                  <a:pt x="493293" y="831710"/>
                  <a:pt x="454762" y="833590"/>
                  <a:pt x="441135" y="833120"/>
                </a:cubicBezTo>
                <a:cubicBezTo>
                  <a:pt x="443014" y="877290"/>
                  <a:pt x="443484" y="921930"/>
                  <a:pt x="441605" y="966569"/>
                </a:cubicBezTo>
                <a:cubicBezTo>
                  <a:pt x="453822" y="943075"/>
                  <a:pt x="478726" y="909712"/>
                  <a:pt x="521486" y="900784"/>
                </a:cubicBezTo>
                <a:cubicBezTo>
                  <a:pt x="583042" y="888097"/>
                  <a:pt x="583042" y="888097"/>
                  <a:pt x="583042" y="888097"/>
                </a:cubicBezTo>
                <a:cubicBezTo>
                  <a:pt x="583042" y="888097"/>
                  <a:pt x="568006" y="953412"/>
                  <a:pt x="525245" y="979257"/>
                </a:cubicBezTo>
                <a:cubicBezTo>
                  <a:pt x="492353" y="998992"/>
                  <a:pt x="455701" y="994763"/>
                  <a:pt x="440665" y="991474"/>
                </a:cubicBezTo>
                <a:cubicBezTo>
                  <a:pt x="439725" y="1009800"/>
                  <a:pt x="438315" y="1027655"/>
                  <a:pt x="436906" y="1045981"/>
                </a:cubicBezTo>
                <a:cubicBezTo>
                  <a:pt x="435026" y="1071356"/>
                  <a:pt x="432207" y="1096730"/>
                  <a:pt x="428448" y="1122104"/>
                </a:cubicBezTo>
                <a:cubicBezTo>
                  <a:pt x="440665" y="1097670"/>
                  <a:pt x="463220" y="1069006"/>
                  <a:pt x="500811" y="1057729"/>
                </a:cubicBezTo>
                <a:cubicBezTo>
                  <a:pt x="563777" y="1038933"/>
                  <a:pt x="563777" y="1038933"/>
                  <a:pt x="563777" y="1038933"/>
                </a:cubicBezTo>
                <a:cubicBezTo>
                  <a:pt x="563777" y="1038933"/>
                  <a:pt x="553909" y="1108007"/>
                  <a:pt x="511619" y="1138550"/>
                </a:cubicBezTo>
                <a:cubicBezTo>
                  <a:pt x="478256" y="1162515"/>
                  <a:pt x="438315" y="1160165"/>
                  <a:pt x="423279" y="1158286"/>
                </a:cubicBezTo>
                <a:cubicBezTo>
                  <a:pt x="417170" y="1196347"/>
                  <a:pt x="409652" y="1234408"/>
                  <a:pt x="401194" y="1271530"/>
                </a:cubicBezTo>
                <a:cubicBezTo>
                  <a:pt x="418580" y="1251794"/>
                  <a:pt x="444894" y="1232059"/>
                  <a:pt x="480606" y="1228770"/>
                </a:cubicBezTo>
                <a:cubicBezTo>
                  <a:pt x="547800" y="1222191"/>
                  <a:pt x="547800" y="1222191"/>
                  <a:pt x="547800" y="1222191"/>
                </a:cubicBezTo>
                <a:cubicBezTo>
                  <a:pt x="547800" y="1222191"/>
                  <a:pt x="524306" y="1289856"/>
                  <a:pt x="475437" y="1312410"/>
                </a:cubicBezTo>
                <a:cubicBezTo>
                  <a:pt x="442545" y="1327447"/>
                  <a:pt x="408712" y="1322278"/>
                  <a:pt x="390386" y="1317109"/>
                </a:cubicBezTo>
                <a:cubicBezTo>
                  <a:pt x="379109" y="1361279"/>
                  <a:pt x="365952" y="1404509"/>
                  <a:pt x="351855" y="1446800"/>
                </a:cubicBezTo>
                <a:cubicBezTo>
                  <a:pt x="371121" y="1424715"/>
                  <a:pt x="401194" y="1401690"/>
                  <a:pt x="443014" y="1396051"/>
                </a:cubicBezTo>
                <a:cubicBezTo>
                  <a:pt x="519607" y="1385244"/>
                  <a:pt x="519607" y="1385244"/>
                  <a:pt x="519607" y="1385244"/>
                </a:cubicBezTo>
                <a:cubicBezTo>
                  <a:pt x="519607" y="1385244"/>
                  <a:pt x="494233" y="1456668"/>
                  <a:pt x="439255" y="1482512"/>
                </a:cubicBezTo>
                <a:cubicBezTo>
                  <a:pt x="397905" y="1501777"/>
                  <a:pt x="355144" y="1495669"/>
                  <a:pt x="335879" y="1491440"/>
                </a:cubicBezTo>
                <a:cubicBezTo>
                  <a:pt x="320842" y="1531850"/>
                  <a:pt x="304396" y="1571791"/>
                  <a:pt x="287010" y="1609853"/>
                </a:cubicBezTo>
                <a:cubicBezTo>
                  <a:pt x="310975" y="1593406"/>
                  <a:pt x="345277" y="1579310"/>
                  <a:pt x="385218" y="1586828"/>
                </a:cubicBezTo>
                <a:cubicBezTo>
                  <a:pt x="456171" y="1600455"/>
                  <a:pt x="456171" y="1600455"/>
                  <a:pt x="456171" y="1600455"/>
                </a:cubicBezTo>
                <a:cubicBezTo>
                  <a:pt x="456171" y="1600455"/>
                  <a:pt x="411531" y="1662951"/>
                  <a:pt x="354675" y="1671409"/>
                </a:cubicBezTo>
                <a:cubicBezTo>
                  <a:pt x="317083" y="1677047"/>
                  <a:pt x="284661" y="1662011"/>
                  <a:pt x="266805" y="1651673"/>
                </a:cubicBezTo>
                <a:cubicBezTo>
                  <a:pt x="244250" y="1696313"/>
                  <a:pt x="220286" y="1738603"/>
                  <a:pt x="195381" y="1778544"/>
                </a:cubicBezTo>
                <a:cubicBezTo>
                  <a:pt x="220286" y="1762098"/>
                  <a:pt x="268684" y="1741423"/>
                  <a:pt x="319433" y="1760688"/>
                </a:cubicBezTo>
                <a:cubicBezTo>
                  <a:pt x="386627" y="1786532"/>
                  <a:pt x="386627" y="1786532"/>
                  <a:pt x="386627" y="1786532"/>
                </a:cubicBezTo>
                <a:cubicBezTo>
                  <a:pt x="386627" y="1786532"/>
                  <a:pt x="331650" y="1840570"/>
                  <a:pt x="274323" y="1838690"/>
                </a:cubicBezTo>
                <a:cubicBezTo>
                  <a:pt x="228744" y="1837751"/>
                  <a:pt x="195381" y="1808617"/>
                  <a:pt x="183634" y="1796870"/>
                </a:cubicBezTo>
                <a:cubicBezTo>
                  <a:pt x="164838" y="1825533"/>
                  <a:pt x="145573" y="1852317"/>
                  <a:pt x="125367" y="1877692"/>
                </a:cubicBezTo>
                <a:cubicBezTo>
                  <a:pt x="150272" y="1872993"/>
                  <a:pt x="178465" y="1873463"/>
                  <a:pt x="207128" y="1886619"/>
                </a:cubicBezTo>
                <a:cubicBezTo>
                  <a:pt x="276673" y="1918572"/>
                  <a:pt x="276673" y="1918572"/>
                  <a:pt x="276673" y="1918572"/>
                </a:cubicBezTo>
                <a:cubicBezTo>
                  <a:pt x="276673" y="1918572"/>
                  <a:pt x="214177" y="1971670"/>
                  <a:pt x="153561" y="1965561"/>
                </a:cubicBezTo>
                <a:cubicBezTo>
                  <a:pt x="120668" y="1962742"/>
                  <a:pt x="95294" y="1946296"/>
                  <a:pt x="78378" y="1932199"/>
                </a:cubicBezTo>
                <a:cubicBezTo>
                  <a:pt x="60052" y="1951935"/>
                  <a:pt x="41257" y="1970260"/>
                  <a:pt x="22461" y="1986707"/>
                </a:cubicBezTo>
                <a:lnTo>
                  <a:pt x="1786" y="1966501"/>
                </a:lnTo>
                <a:cubicBezTo>
                  <a:pt x="20111" y="1951465"/>
                  <a:pt x="37497" y="1934549"/>
                  <a:pt x="54884" y="1916693"/>
                </a:cubicBezTo>
                <a:cubicBezTo>
                  <a:pt x="40787" y="1905415"/>
                  <a:pt x="6954" y="1873463"/>
                  <a:pt x="846" y="1826943"/>
                </a:cubicBezTo>
                <a:cubicBezTo>
                  <a:pt x="-7142" y="1766327"/>
                  <a:pt x="44076" y="1702421"/>
                  <a:pt x="44076" y="1702421"/>
                </a:cubicBezTo>
                <a:cubicBezTo>
                  <a:pt x="44076" y="1702421"/>
                  <a:pt x="44076" y="1702421"/>
                  <a:pt x="78378" y="1771026"/>
                </a:cubicBezTo>
                <a:cubicBezTo>
                  <a:pt x="101403" y="1816605"/>
                  <a:pt x="90595" y="1863595"/>
                  <a:pt x="77908" y="1893198"/>
                </a:cubicBezTo>
                <a:cubicBezTo>
                  <a:pt x="104222" y="1863125"/>
                  <a:pt x="130066" y="1830232"/>
                  <a:pt x="154501" y="1794990"/>
                </a:cubicBezTo>
                <a:cubicBezTo>
                  <a:pt x="138054" y="1783713"/>
                  <a:pt x="108921" y="1758809"/>
                  <a:pt x="98583" y="1719808"/>
                </a:cubicBezTo>
                <a:cubicBezTo>
                  <a:pt x="84017" y="1664360"/>
                  <a:pt x="123958" y="1598575"/>
                  <a:pt x="123958" y="1598575"/>
                </a:cubicBezTo>
                <a:cubicBezTo>
                  <a:pt x="123958" y="1598575"/>
                  <a:pt x="123958" y="1598575"/>
                  <a:pt x="164368" y="1658252"/>
                </a:cubicBezTo>
                <a:cubicBezTo>
                  <a:pt x="185983" y="1689734"/>
                  <a:pt x="187393" y="1724037"/>
                  <a:pt x="183164" y="1751760"/>
                </a:cubicBezTo>
                <a:cubicBezTo>
                  <a:pt x="232033" y="1674698"/>
                  <a:pt x="274793" y="1587768"/>
                  <a:pt x="310505" y="1494729"/>
                </a:cubicBezTo>
                <a:cubicBezTo>
                  <a:pt x="294998" y="1487681"/>
                  <a:pt x="253178" y="1466065"/>
                  <a:pt x="235792" y="1424245"/>
                </a:cubicBezTo>
                <a:cubicBezTo>
                  <a:pt x="214177" y="1372557"/>
                  <a:pt x="249889" y="1305832"/>
                  <a:pt x="249889" y="1305832"/>
                </a:cubicBezTo>
                <a:cubicBezTo>
                  <a:pt x="249889" y="1305832"/>
                  <a:pt x="249889" y="1305832"/>
                  <a:pt x="299227" y="1359400"/>
                </a:cubicBezTo>
                <a:cubicBezTo>
                  <a:pt x="323662" y="1385714"/>
                  <a:pt x="329770" y="1416727"/>
                  <a:pt x="329300" y="1442571"/>
                </a:cubicBezTo>
                <a:cubicBezTo>
                  <a:pt x="343397" y="1402160"/>
                  <a:pt x="355614" y="1360810"/>
                  <a:pt x="366892" y="1318519"/>
                </a:cubicBezTo>
                <a:cubicBezTo>
                  <a:pt x="354675" y="1315230"/>
                  <a:pt x="311915" y="1301603"/>
                  <a:pt x="288890" y="1262132"/>
                </a:cubicBezTo>
                <a:cubicBezTo>
                  <a:pt x="262106" y="1215613"/>
                  <a:pt x="281841" y="1146538"/>
                  <a:pt x="281841" y="1146538"/>
                </a:cubicBezTo>
                <a:cubicBezTo>
                  <a:pt x="281841" y="1146538"/>
                  <a:pt x="281841" y="1146538"/>
                  <a:pt x="334469" y="1189299"/>
                </a:cubicBezTo>
                <a:cubicBezTo>
                  <a:pt x="368302" y="1218432"/>
                  <a:pt x="375820" y="1260252"/>
                  <a:pt x="375350" y="1288916"/>
                </a:cubicBezTo>
                <a:cubicBezTo>
                  <a:pt x="385687" y="1246625"/>
                  <a:pt x="394615" y="1203395"/>
                  <a:pt x="401664" y="1160165"/>
                </a:cubicBezTo>
                <a:cubicBezTo>
                  <a:pt x="389447" y="1157816"/>
                  <a:pt x="347156" y="1147948"/>
                  <a:pt x="321782" y="1111766"/>
                </a:cubicBezTo>
                <a:cubicBezTo>
                  <a:pt x="291709" y="1069006"/>
                  <a:pt x="304866" y="1000402"/>
                  <a:pt x="304866" y="1000402"/>
                </a:cubicBezTo>
                <a:cubicBezTo>
                  <a:pt x="304866" y="1000402"/>
                  <a:pt x="304866" y="1000402"/>
                  <a:pt x="357964" y="1038463"/>
                </a:cubicBezTo>
                <a:cubicBezTo>
                  <a:pt x="392736" y="1063367"/>
                  <a:pt x="403544" y="1102368"/>
                  <a:pt x="405893" y="1129622"/>
                </a:cubicBezTo>
                <a:cubicBezTo>
                  <a:pt x="409182" y="1105658"/>
                  <a:pt x="412471" y="1081693"/>
                  <a:pt x="414821" y="1057259"/>
                </a:cubicBezTo>
                <a:cubicBezTo>
                  <a:pt x="417170" y="1036114"/>
                  <a:pt x="418580" y="1014968"/>
                  <a:pt x="419990" y="993823"/>
                </a:cubicBezTo>
                <a:cubicBezTo>
                  <a:pt x="403544" y="992414"/>
                  <a:pt x="369711" y="985835"/>
                  <a:pt x="345277" y="959521"/>
                </a:cubicBezTo>
                <a:cubicBezTo>
                  <a:pt x="311445" y="923339"/>
                  <a:pt x="315204" y="857084"/>
                  <a:pt x="315204" y="857084"/>
                </a:cubicBezTo>
                <a:cubicBezTo>
                  <a:pt x="315204" y="857084"/>
                  <a:pt x="315204" y="857084"/>
                  <a:pt x="370181" y="886218"/>
                </a:cubicBezTo>
                <a:cubicBezTo>
                  <a:pt x="398375" y="901254"/>
                  <a:pt x="413881" y="926159"/>
                  <a:pt x="421869" y="948713"/>
                </a:cubicBezTo>
                <a:cubicBezTo>
                  <a:pt x="423279" y="912532"/>
                  <a:pt x="423279" y="876820"/>
                  <a:pt x="421869" y="841578"/>
                </a:cubicBezTo>
                <a:cubicBezTo>
                  <a:pt x="406363" y="841578"/>
                  <a:pt x="370651" y="839229"/>
                  <a:pt x="342458" y="813854"/>
                </a:cubicBezTo>
                <a:cubicBezTo>
                  <a:pt x="305806" y="780962"/>
                  <a:pt x="303456" y="714707"/>
                  <a:pt x="303456" y="714707"/>
                </a:cubicBezTo>
                <a:cubicBezTo>
                  <a:pt x="303456" y="714707"/>
                  <a:pt x="303456" y="714707"/>
                  <a:pt x="360783" y="738671"/>
                </a:cubicBezTo>
                <a:cubicBezTo>
                  <a:pt x="392736" y="752298"/>
                  <a:pt x="410592" y="778612"/>
                  <a:pt x="419990" y="801637"/>
                </a:cubicBezTo>
                <a:cubicBezTo>
                  <a:pt x="417640" y="763106"/>
                  <a:pt x="413881" y="725045"/>
                  <a:pt x="409182" y="687923"/>
                </a:cubicBezTo>
                <a:cubicBezTo>
                  <a:pt x="394146" y="689333"/>
                  <a:pt x="358904" y="689333"/>
                  <a:pt x="329770" y="666778"/>
                </a:cubicBezTo>
                <a:cubicBezTo>
                  <a:pt x="292179" y="637175"/>
                  <a:pt x="285600" y="573269"/>
                  <a:pt x="285600" y="573269"/>
                </a:cubicBezTo>
                <a:cubicBezTo>
                  <a:pt x="285600" y="573269"/>
                  <a:pt x="285600" y="573269"/>
                  <a:pt x="342458" y="592535"/>
                </a:cubicBezTo>
                <a:cubicBezTo>
                  <a:pt x="373001" y="602872"/>
                  <a:pt x="392266" y="626367"/>
                  <a:pt x="403073" y="647512"/>
                </a:cubicBezTo>
                <a:cubicBezTo>
                  <a:pt x="397435" y="612270"/>
                  <a:pt x="390386" y="577028"/>
                  <a:pt x="382868" y="543196"/>
                </a:cubicBezTo>
                <a:cubicBezTo>
                  <a:pt x="366892" y="546955"/>
                  <a:pt x="339638" y="549775"/>
                  <a:pt x="312854" y="537087"/>
                </a:cubicBezTo>
                <a:cubicBezTo>
                  <a:pt x="271974" y="517352"/>
                  <a:pt x="253178" y="459555"/>
                  <a:pt x="253178" y="459555"/>
                </a:cubicBezTo>
                <a:cubicBezTo>
                  <a:pt x="253178" y="459555"/>
                  <a:pt x="253178" y="459555"/>
                  <a:pt x="310035" y="466134"/>
                </a:cubicBezTo>
                <a:cubicBezTo>
                  <a:pt x="337759" y="469423"/>
                  <a:pt x="358434" y="483990"/>
                  <a:pt x="372530" y="499496"/>
                </a:cubicBezTo>
                <a:cubicBezTo>
                  <a:pt x="365482" y="471772"/>
                  <a:pt x="357494" y="444519"/>
                  <a:pt x="349036" y="418205"/>
                </a:cubicBezTo>
                <a:cubicBezTo>
                  <a:pt x="333529" y="421024"/>
                  <a:pt x="310975" y="421964"/>
                  <a:pt x="289360" y="411626"/>
                </a:cubicBezTo>
                <a:cubicBezTo>
                  <a:pt x="250829" y="393300"/>
                  <a:pt x="232972" y="339263"/>
                  <a:pt x="232972" y="339263"/>
                </a:cubicBezTo>
                <a:cubicBezTo>
                  <a:pt x="232972" y="339263"/>
                  <a:pt x="232972" y="339263"/>
                  <a:pt x="286070" y="344901"/>
                </a:cubicBezTo>
                <a:cubicBezTo>
                  <a:pt x="303456" y="346781"/>
                  <a:pt x="317553" y="353829"/>
                  <a:pt x="329300" y="362287"/>
                </a:cubicBezTo>
                <a:cubicBezTo>
                  <a:pt x="318023" y="331744"/>
                  <a:pt x="305806" y="302611"/>
                  <a:pt x="292649" y="274417"/>
                </a:cubicBezTo>
                <a:cubicBezTo>
                  <a:pt x="279492" y="280526"/>
                  <a:pt x="255528" y="287104"/>
                  <a:pt x="230623" y="280056"/>
                </a:cubicBezTo>
                <a:cubicBezTo>
                  <a:pt x="191622" y="269249"/>
                  <a:pt x="166248" y="221319"/>
                  <a:pt x="166248" y="221319"/>
                </a:cubicBezTo>
                <a:cubicBezTo>
                  <a:pt x="166248" y="221319"/>
                  <a:pt x="166248" y="221319"/>
                  <a:pt x="216996" y="218500"/>
                </a:cubicBezTo>
                <a:cubicBezTo>
                  <a:pt x="240021" y="217090"/>
                  <a:pt x="259287" y="225549"/>
                  <a:pt x="273853" y="235886"/>
                </a:cubicBezTo>
                <a:cubicBezTo>
                  <a:pt x="257877" y="204403"/>
                  <a:pt x="240961" y="175270"/>
                  <a:pt x="223105" y="147546"/>
                </a:cubicBezTo>
                <a:cubicBezTo>
                  <a:pt x="212767" y="152715"/>
                  <a:pt x="191622" y="160233"/>
                  <a:pt x="168597" y="153655"/>
                </a:cubicBezTo>
                <a:cubicBezTo>
                  <a:pt x="136645" y="144727"/>
                  <a:pt x="115499" y="105256"/>
                  <a:pt x="115499" y="105256"/>
                </a:cubicBezTo>
                <a:cubicBezTo>
                  <a:pt x="115499" y="105256"/>
                  <a:pt x="115499" y="105256"/>
                  <a:pt x="157320" y="102907"/>
                </a:cubicBezTo>
                <a:cubicBezTo>
                  <a:pt x="174706" y="101497"/>
                  <a:pt x="189273" y="107136"/>
                  <a:pt x="201020" y="114654"/>
                </a:cubicBezTo>
                <a:cubicBezTo>
                  <a:pt x="195851" y="107605"/>
                  <a:pt x="190682" y="100557"/>
                  <a:pt x="185513" y="93509"/>
                </a:cubicBezTo>
                <a:lnTo>
                  <a:pt x="185513" y="92569"/>
                </a:lnTo>
                <a:cubicBezTo>
                  <a:pt x="170007" y="91629"/>
                  <a:pt x="128657" y="80822"/>
                  <a:pt x="111271" y="42760"/>
                </a:cubicBezTo>
                <a:cubicBezTo>
                  <a:pt x="92005" y="0"/>
                  <a:pt x="92005" y="0"/>
                  <a:pt x="92005" y="0"/>
                </a:cubicBezTo>
                <a:close/>
              </a:path>
            </a:pathLst>
          </a:custGeom>
          <a:solidFill>
            <a:srgbClr val="DCCE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23" name="フリーフォーム 22">
            <a:extLst>
              <a:ext uri="{FF2B5EF4-FFF2-40B4-BE49-F238E27FC236}">
                <a16:creationId xmlns:a16="http://schemas.microsoft.com/office/drawing/2014/main" id="{4BDB0C09-272F-23CD-DF5A-BDFB928EB512}"/>
              </a:ext>
            </a:extLst>
          </p:cNvPr>
          <p:cNvSpPr/>
          <p:nvPr/>
        </p:nvSpPr>
        <p:spPr>
          <a:xfrm>
            <a:off x="2482419" y="5025509"/>
            <a:ext cx="343755" cy="1171339"/>
          </a:xfrm>
          <a:custGeom>
            <a:avLst/>
            <a:gdLst>
              <a:gd name="connsiteX0" fmla="*/ 200080 w 583042"/>
              <a:gd name="connsiteY0" fmla="*/ 1448679 h 1986707"/>
              <a:gd name="connsiteX1" fmla="*/ 239551 w 583042"/>
              <a:gd name="connsiteY1" fmla="*/ 1509296 h 1986707"/>
              <a:gd name="connsiteX2" fmla="*/ 238611 w 583042"/>
              <a:gd name="connsiteY2" fmla="*/ 1652613 h 1986707"/>
              <a:gd name="connsiteX3" fmla="*/ 172826 w 583042"/>
              <a:gd name="connsiteY3" fmla="*/ 1569442 h 1986707"/>
              <a:gd name="connsiteX4" fmla="*/ 200080 w 583042"/>
              <a:gd name="connsiteY4" fmla="*/ 1448679 h 1986707"/>
              <a:gd name="connsiteX5" fmla="*/ 467919 w 583042"/>
              <a:gd name="connsiteY5" fmla="*/ 376854 h 1986707"/>
              <a:gd name="connsiteX6" fmla="*/ 466979 w 583042"/>
              <a:gd name="connsiteY6" fmla="*/ 475062 h 1986707"/>
              <a:gd name="connsiteX7" fmla="*/ 401194 w 583042"/>
              <a:gd name="connsiteY7" fmla="*/ 527220 h 1986707"/>
              <a:gd name="connsiteX8" fmla="*/ 426568 w 583042"/>
              <a:gd name="connsiteY8" fmla="*/ 416325 h 1986707"/>
              <a:gd name="connsiteX9" fmla="*/ 467919 w 583042"/>
              <a:gd name="connsiteY9" fmla="*/ 376854 h 1986707"/>
              <a:gd name="connsiteX10" fmla="*/ 92005 w 583042"/>
              <a:gd name="connsiteY10" fmla="*/ 0 h 1986707"/>
              <a:gd name="connsiteX11" fmla="*/ 168127 w 583042"/>
              <a:gd name="connsiteY11" fmla="*/ 27724 h 1986707"/>
              <a:gd name="connsiteX12" fmla="*/ 190212 w 583042"/>
              <a:gd name="connsiteY12" fmla="*/ 79882 h 1986707"/>
              <a:gd name="connsiteX13" fmla="*/ 219346 w 583042"/>
              <a:gd name="connsiteY13" fmla="*/ 118883 h 1986707"/>
              <a:gd name="connsiteX14" fmla="*/ 230623 w 583042"/>
              <a:gd name="connsiteY14" fmla="*/ 57327 h 1986707"/>
              <a:gd name="connsiteX15" fmla="*/ 255057 w 583042"/>
              <a:gd name="connsiteY15" fmla="*/ 23025 h 1986707"/>
              <a:gd name="connsiteX16" fmla="*/ 267745 w 583042"/>
              <a:gd name="connsiteY16" fmla="*/ 93979 h 1986707"/>
              <a:gd name="connsiteX17" fmla="*/ 232033 w 583042"/>
              <a:gd name="connsiteY17" fmla="*/ 137679 h 1986707"/>
              <a:gd name="connsiteX18" fmla="*/ 292649 w 583042"/>
              <a:gd name="connsiteY18" fmla="*/ 241525 h 1986707"/>
              <a:gd name="connsiteX19" fmla="*/ 301107 w 583042"/>
              <a:gd name="connsiteY19" fmla="*/ 163993 h 1986707"/>
              <a:gd name="connsiteX20" fmla="*/ 328361 w 583042"/>
              <a:gd name="connsiteY20" fmla="*/ 121232 h 1986707"/>
              <a:gd name="connsiteX21" fmla="*/ 348566 w 583042"/>
              <a:gd name="connsiteY21" fmla="*/ 205813 h 1986707"/>
              <a:gd name="connsiteX22" fmla="*/ 303926 w 583042"/>
              <a:gd name="connsiteY22" fmla="*/ 264080 h 1986707"/>
              <a:gd name="connsiteX23" fmla="*/ 344807 w 583042"/>
              <a:gd name="connsiteY23" fmla="*/ 359938 h 1986707"/>
              <a:gd name="connsiteX24" fmla="*/ 361723 w 583042"/>
              <a:gd name="connsiteY24" fmla="*/ 298852 h 1986707"/>
              <a:gd name="connsiteX25" fmla="*/ 393206 w 583042"/>
              <a:gd name="connsiteY25" fmla="*/ 255622 h 1986707"/>
              <a:gd name="connsiteX26" fmla="*/ 408712 w 583042"/>
              <a:gd name="connsiteY26" fmla="*/ 346311 h 1986707"/>
              <a:gd name="connsiteX27" fmla="*/ 363133 w 583042"/>
              <a:gd name="connsiteY27" fmla="*/ 401758 h 1986707"/>
              <a:gd name="connsiteX28" fmla="*/ 368302 w 583042"/>
              <a:gd name="connsiteY28" fmla="*/ 413506 h 1986707"/>
              <a:gd name="connsiteX29" fmla="*/ 364542 w 583042"/>
              <a:gd name="connsiteY29" fmla="*/ 414915 h 1986707"/>
              <a:gd name="connsiteX30" fmla="*/ 419050 w 583042"/>
              <a:gd name="connsiteY30" fmla="*/ 630596 h 1986707"/>
              <a:gd name="connsiteX31" fmla="*/ 468858 w 583042"/>
              <a:gd name="connsiteY31" fmla="*/ 564341 h 1986707"/>
              <a:gd name="connsiteX32" fmla="*/ 521486 w 583042"/>
              <a:gd name="connsiteY32" fmla="*/ 534738 h 1986707"/>
              <a:gd name="connsiteX33" fmla="*/ 494702 w 583042"/>
              <a:gd name="connsiteY33" fmla="*/ 634825 h 1986707"/>
              <a:gd name="connsiteX34" fmla="*/ 425158 w 583042"/>
              <a:gd name="connsiteY34" fmla="*/ 669597 h 1986707"/>
              <a:gd name="connsiteX35" fmla="*/ 439725 w 583042"/>
              <a:gd name="connsiteY35" fmla="*/ 809155 h 1986707"/>
              <a:gd name="connsiteX36" fmla="*/ 504100 w 583042"/>
              <a:gd name="connsiteY36" fmla="*/ 730213 h 1986707"/>
              <a:gd name="connsiteX37" fmla="*/ 560957 w 583042"/>
              <a:gd name="connsiteY37" fmla="*/ 705779 h 1986707"/>
              <a:gd name="connsiteX38" fmla="*/ 522896 w 583042"/>
              <a:gd name="connsiteY38" fmla="*/ 804926 h 1986707"/>
              <a:gd name="connsiteX39" fmla="*/ 441135 w 583042"/>
              <a:gd name="connsiteY39" fmla="*/ 833120 h 1986707"/>
              <a:gd name="connsiteX40" fmla="*/ 441605 w 583042"/>
              <a:gd name="connsiteY40" fmla="*/ 966569 h 1986707"/>
              <a:gd name="connsiteX41" fmla="*/ 521486 w 583042"/>
              <a:gd name="connsiteY41" fmla="*/ 900784 h 1986707"/>
              <a:gd name="connsiteX42" fmla="*/ 583042 w 583042"/>
              <a:gd name="connsiteY42" fmla="*/ 888097 h 1986707"/>
              <a:gd name="connsiteX43" fmla="*/ 525245 w 583042"/>
              <a:gd name="connsiteY43" fmla="*/ 979257 h 1986707"/>
              <a:gd name="connsiteX44" fmla="*/ 440665 w 583042"/>
              <a:gd name="connsiteY44" fmla="*/ 991474 h 1986707"/>
              <a:gd name="connsiteX45" fmla="*/ 436906 w 583042"/>
              <a:gd name="connsiteY45" fmla="*/ 1045981 h 1986707"/>
              <a:gd name="connsiteX46" fmla="*/ 428448 w 583042"/>
              <a:gd name="connsiteY46" fmla="*/ 1122104 h 1986707"/>
              <a:gd name="connsiteX47" fmla="*/ 500811 w 583042"/>
              <a:gd name="connsiteY47" fmla="*/ 1057729 h 1986707"/>
              <a:gd name="connsiteX48" fmla="*/ 563777 w 583042"/>
              <a:gd name="connsiteY48" fmla="*/ 1038933 h 1986707"/>
              <a:gd name="connsiteX49" fmla="*/ 511619 w 583042"/>
              <a:gd name="connsiteY49" fmla="*/ 1138550 h 1986707"/>
              <a:gd name="connsiteX50" fmla="*/ 423279 w 583042"/>
              <a:gd name="connsiteY50" fmla="*/ 1158286 h 1986707"/>
              <a:gd name="connsiteX51" fmla="*/ 401194 w 583042"/>
              <a:gd name="connsiteY51" fmla="*/ 1271530 h 1986707"/>
              <a:gd name="connsiteX52" fmla="*/ 480606 w 583042"/>
              <a:gd name="connsiteY52" fmla="*/ 1228770 h 1986707"/>
              <a:gd name="connsiteX53" fmla="*/ 547800 w 583042"/>
              <a:gd name="connsiteY53" fmla="*/ 1222191 h 1986707"/>
              <a:gd name="connsiteX54" fmla="*/ 475437 w 583042"/>
              <a:gd name="connsiteY54" fmla="*/ 1312410 h 1986707"/>
              <a:gd name="connsiteX55" fmla="*/ 390386 w 583042"/>
              <a:gd name="connsiteY55" fmla="*/ 1317109 h 1986707"/>
              <a:gd name="connsiteX56" fmla="*/ 351855 w 583042"/>
              <a:gd name="connsiteY56" fmla="*/ 1446800 h 1986707"/>
              <a:gd name="connsiteX57" fmla="*/ 443014 w 583042"/>
              <a:gd name="connsiteY57" fmla="*/ 1396051 h 1986707"/>
              <a:gd name="connsiteX58" fmla="*/ 519607 w 583042"/>
              <a:gd name="connsiteY58" fmla="*/ 1385244 h 1986707"/>
              <a:gd name="connsiteX59" fmla="*/ 439255 w 583042"/>
              <a:gd name="connsiteY59" fmla="*/ 1482512 h 1986707"/>
              <a:gd name="connsiteX60" fmla="*/ 335879 w 583042"/>
              <a:gd name="connsiteY60" fmla="*/ 1491440 h 1986707"/>
              <a:gd name="connsiteX61" fmla="*/ 287010 w 583042"/>
              <a:gd name="connsiteY61" fmla="*/ 1609853 h 1986707"/>
              <a:gd name="connsiteX62" fmla="*/ 385218 w 583042"/>
              <a:gd name="connsiteY62" fmla="*/ 1586828 h 1986707"/>
              <a:gd name="connsiteX63" fmla="*/ 456171 w 583042"/>
              <a:gd name="connsiteY63" fmla="*/ 1600455 h 1986707"/>
              <a:gd name="connsiteX64" fmla="*/ 354675 w 583042"/>
              <a:gd name="connsiteY64" fmla="*/ 1671409 h 1986707"/>
              <a:gd name="connsiteX65" fmla="*/ 266805 w 583042"/>
              <a:gd name="connsiteY65" fmla="*/ 1651673 h 1986707"/>
              <a:gd name="connsiteX66" fmla="*/ 195381 w 583042"/>
              <a:gd name="connsiteY66" fmla="*/ 1778544 h 1986707"/>
              <a:gd name="connsiteX67" fmla="*/ 319433 w 583042"/>
              <a:gd name="connsiteY67" fmla="*/ 1760688 h 1986707"/>
              <a:gd name="connsiteX68" fmla="*/ 386627 w 583042"/>
              <a:gd name="connsiteY68" fmla="*/ 1786532 h 1986707"/>
              <a:gd name="connsiteX69" fmla="*/ 274323 w 583042"/>
              <a:gd name="connsiteY69" fmla="*/ 1838690 h 1986707"/>
              <a:gd name="connsiteX70" fmla="*/ 183634 w 583042"/>
              <a:gd name="connsiteY70" fmla="*/ 1796870 h 1986707"/>
              <a:gd name="connsiteX71" fmla="*/ 125367 w 583042"/>
              <a:gd name="connsiteY71" fmla="*/ 1877692 h 1986707"/>
              <a:gd name="connsiteX72" fmla="*/ 207128 w 583042"/>
              <a:gd name="connsiteY72" fmla="*/ 1886619 h 1986707"/>
              <a:gd name="connsiteX73" fmla="*/ 276673 w 583042"/>
              <a:gd name="connsiteY73" fmla="*/ 1918572 h 1986707"/>
              <a:gd name="connsiteX74" fmla="*/ 153561 w 583042"/>
              <a:gd name="connsiteY74" fmla="*/ 1965561 h 1986707"/>
              <a:gd name="connsiteX75" fmla="*/ 78378 w 583042"/>
              <a:gd name="connsiteY75" fmla="*/ 1932199 h 1986707"/>
              <a:gd name="connsiteX76" fmla="*/ 22461 w 583042"/>
              <a:gd name="connsiteY76" fmla="*/ 1986707 h 1986707"/>
              <a:gd name="connsiteX77" fmla="*/ 1786 w 583042"/>
              <a:gd name="connsiteY77" fmla="*/ 1966501 h 1986707"/>
              <a:gd name="connsiteX78" fmla="*/ 54884 w 583042"/>
              <a:gd name="connsiteY78" fmla="*/ 1916693 h 1986707"/>
              <a:gd name="connsiteX79" fmla="*/ 846 w 583042"/>
              <a:gd name="connsiteY79" fmla="*/ 1826943 h 1986707"/>
              <a:gd name="connsiteX80" fmla="*/ 44076 w 583042"/>
              <a:gd name="connsiteY80" fmla="*/ 1702421 h 1986707"/>
              <a:gd name="connsiteX81" fmla="*/ 78378 w 583042"/>
              <a:gd name="connsiteY81" fmla="*/ 1771026 h 1986707"/>
              <a:gd name="connsiteX82" fmla="*/ 77908 w 583042"/>
              <a:gd name="connsiteY82" fmla="*/ 1893198 h 1986707"/>
              <a:gd name="connsiteX83" fmla="*/ 154501 w 583042"/>
              <a:gd name="connsiteY83" fmla="*/ 1794990 h 1986707"/>
              <a:gd name="connsiteX84" fmla="*/ 98583 w 583042"/>
              <a:gd name="connsiteY84" fmla="*/ 1719808 h 1986707"/>
              <a:gd name="connsiteX85" fmla="*/ 123958 w 583042"/>
              <a:gd name="connsiteY85" fmla="*/ 1598575 h 1986707"/>
              <a:gd name="connsiteX86" fmla="*/ 164368 w 583042"/>
              <a:gd name="connsiteY86" fmla="*/ 1658252 h 1986707"/>
              <a:gd name="connsiteX87" fmla="*/ 183164 w 583042"/>
              <a:gd name="connsiteY87" fmla="*/ 1751760 h 1986707"/>
              <a:gd name="connsiteX88" fmla="*/ 310505 w 583042"/>
              <a:gd name="connsiteY88" fmla="*/ 1494729 h 1986707"/>
              <a:gd name="connsiteX89" fmla="*/ 235792 w 583042"/>
              <a:gd name="connsiteY89" fmla="*/ 1424245 h 1986707"/>
              <a:gd name="connsiteX90" fmla="*/ 249889 w 583042"/>
              <a:gd name="connsiteY90" fmla="*/ 1305832 h 1986707"/>
              <a:gd name="connsiteX91" fmla="*/ 299227 w 583042"/>
              <a:gd name="connsiteY91" fmla="*/ 1359400 h 1986707"/>
              <a:gd name="connsiteX92" fmla="*/ 329300 w 583042"/>
              <a:gd name="connsiteY92" fmla="*/ 1442571 h 1986707"/>
              <a:gd name="connsiteX93" fmla="*/ 366892 w 583042"/>
              <a:gd name="connsiteY93" fmla="*/ 1318519 h 1986707"/>
              <a:gd name="connsiteX94" fmla="*/ 288890 w 583042"/>
              <a:gd name="connsiteY94" fmla="*/ 1262132 h 1986707"/>
              <a:gd name="connsiteX95" fmla="*/ 281841 w 583042"/>
              <a:gd name="connsiteY95" fmla="*/ 1146538 h 1986707"/>
              <a:gd name="connsiteX96" fmla="*/ 334469 w 583042"/>
              <a:gd name="connsiteY96" fmla="*/ 1189299 h 1986707"/>
              <a:gd name="connsiteX97" fmla="*/ 375350 w 583042"/>
              <a:gd name="connsiteY97" fmla="*/ 1288916 h 1986707"/>
              <a:gd name="connsiteX98" fmla="*/ 401664 w 583042"/>
              <a:gd name="connsiteY98" fmla="*/ 1160165 h 1986707"/>
              <a:gd name="connsiteX99" fmla="*/ 321782 w 583042"/>
              <a:gd name="connsiteY99" fmla="*/ 1111766 h 1986707"/>
              <a:gd name="connsiteX100" fmla="*/ 304866 w 583042"/>
              <a:gd name="connsiteY100" fmla="*/ 1000402 h 1986707"/>
              <a:gd name="connsiteX101" fmla="*/ 357964 w 583042"/>
              <a:gd name="connsiteY101" fmla="*/ 1038463 h 1986707"/>
              <a:gd name="connsiteX102" fmla="*/ 405893 w 583042"/>
              <a:gd name="connsiteY102" fmla="*/ 1129622 h 1986707"/>
              <a:gd name="connsiteX103" fmla="*/ 414821 w 583042"/>
              <a:gd name="connsiteY103" fmla="*/ 1057259 h 1986707"/>
              <a:gd name="connsiteX104" fmla="*/ 419990 w 583042"/>
              <a:gd name="connsiteY104" fmla="*/ 993823 h 1986707"/>
              <a:gd name="connsiteX105" fmla="*/ 345277 w 583042"/>
              <a:gd name="connsiteY105" fmla="*/ 959521 h 1986707"/>
              <a:gd name="connsiteX106" fmla="*/ 315204 w 583042"/>
              <a:gd name="connsiteY106" fmla="*/ 857084 h 1986707"/>
              <a:gd name="connsiteX107" fmla="*/ 370181 w 583042"/>
              <a:gd name="connsiteY107" fmla="*/ 886218 h 1986707"/>
              <a:gd name="connsiteX108" fmla="*/ 421869 w 583042"/>
              <a:gd name="connsiteY108" fmla="*/ 948713 h 1986707"/>
              <a:gd name="connsiteX109" fmla="*/ 421869 w 583042"/>
              <a:gd name="connsiteY109" fmla="*/ 841578 h 1986707"/>
              <a:gd name="connsiteX110" fmla="*/ 342458 w 583042"/>
              <a:gd name="connsiteY110" fmla="*/ 813854 h 1986707"/>
              <a:gd name="connsiteX111" fmla="*/ 303456 w 583042"/>
              <a:gd name="connsiteY111" fmla="*/ 714707 h 1986707"/>
              <a:gd name="connsiteX112" fmla="*/ 360783 w 583042"/>
              <a:gd name="connsiteY112" fmla="*/ 738671 h 1986707"/>
              <a:gd name="connsiteX113" fmla="*/ 419990 w 583042"/>
              <a:gd name="connsiteY113" fmla="*/ 801637 h 1986707"/>
              <a:gd name="connsiteX114" fmla="*/ 409182 w 583042"/>
              <a:gd name="connsiteY114" fmla="*/ 687923 h 1986707"/>
              <a:gd name="connsiteX115" fmla="*/ 329770 w 583042"/>
              <a:gd name="connsiteY115" fmla="*/ 666778 h 1986707"/>
              <a:gd name="connsiteX116" fmla="*/ 285600 w 583042"/>
              <a:gd name="connsiteY116" fmla="*/ 573269 h 1986707"/>
              <a:gd name="connsiteX117" fmla="*/ 342458 w 583042"/>
              <a:gd name="connsiteY117" fmla="*/ 592535 h 1986707"/>
              <a:gd name="connsiteX118" fmla="*/ 403073 w 583042"/>
              <a:gd name="connsiteY118" fmla="*/ 647512 h 1986707"/>
              <a:gd name="connsiteX119" fmla="*/ 382868 w 583042"/>
              <a:gd name="connsiteY119" fmla="*/ 543196 h 1986707"/>
              <a:gd name="connsiteX120" fmla="*/ 312854 w 583042"/>
              <a:gd name="connsiteY120" fmla="*/ 537087 h 1986707"/>
              <a:gd name="connsiteX121" fmla="*/ 253178 w 583042"/>
              <a:gd name="connsiteY121" fmla="*/ 459555 h 1986707"/>
              <a:gd name="connsiteX122" fmla="*/ 310035 w 583042"/>
              <a:gd name="connsiteY122" fmla="*/ 466134 h 1986707"/>
              <a:gd name="connsiteX123" fmla="*/ 372530 w 583042"/>
              <a:gd name="connsiteY123" fmla="*/ 499496 h 1986707"/>
              <a:gd name="connsiteX124" fmla="*/ 349036 w 583042"/>
              <a:gd name="connsiteY124" fmla="*/ 418205 h 1986707"/>
              <a:gd name="connsiteX125" fmla="*/ 289360 w 583042"/>
              <a:gd name="connsiteY125" fmla="*/ 411626 h 1986707"/>
              <a:gd name="connsiteX126" fmla="*/ 232972 w 583042"/>
              <a:gd name="connsiteY126" fmla="*/ 339263 h 1986707"/>
              <a:gd name="connsiteX127" fmla="*/ 286070 w 583042"/>
              <a:gd name="connsiteY127" fmla="*/ 344901 h 1986707"/>
              <a:gd name="connsiteX128" fmla="*/ 329300 w 583042"/>
              <a:gd name="connsiteY128" fmla="*/ 362287 h 1986707"/>
              <a:gd name="connsiteX129" fmla="*/ 292649 w 583042"/>
              <a:gd name="connsiteY129" fmla="*/ 274417 h 1986707"/>
              <a:gd name="connsiteX130" fmla="*/ 230623 w 583042"/>
              <a:gd name="connsiteY130" fmla="*/ 280056 h 1986707"/>
              <a:gd name="connsiteX131" fmla="*/ 166248 w 583042"/>
              <a:gd name="connsiteY131" fmla="*/ 221319 h 1986707"/>
              <a:gd name="connsiteX132" fmla="*/ 216996 w 583042"/>
              <a:gd name="connsiteY132" fmla="*/ 218500 h 1986707"/>
              <a:gd name="connsiteX133" fmla="*/ 273853 w 583042"/>
              <a:gd name="connsiteY133" fmla="*/ 235886 h 1986707"/>
              <a:gd name="connsiteX134" fmla="*/ 223105 w 583042"/>
              <a:gd name="connsiteY134" fmla="*/ 147546 h 1986707"/>
              <a:gd name="connsiteX135" fmla="*/ 168597 w 583042"/>
              <a:gd name="connsiteY135" fmla="*/ 153655 h 1986707"/>
              <a:gd name="connsiteX136" fmla="*/ 115499 w 583042"/>
              <a:gd name="connsiteY136" fmla="*/ 105256 h 1986707"/>
              <a:gd name="connsiteX137" fmla="*/ 157320 w 583042"/>
              <a:gd name="connsiteY137" fmla="*/ 102907 h 1986707"/>
              <a:gd name="connsiteX138" fmla="*/ 201020 w 583042"/>
              <a:gd name="connsiteY138" fmla="*/ 114654 h 1986707"/>
              <a:gd name="connsiteX139" fmla="*/ 185513 w 583042"/>
              <a:gd name="connsiteY139" fmla="*/ 93509 h 1986707"/>
              <a:gd name="connsiteX140" fmla="*/ 185513 w 583042"/>
              <a:gd name="connsiteY140" fmla="*/ 92569 h 1986707"/>
              <a:gd name="connsiteX141" fmla="*/ 111271 w 583042"/>
              <a:gd name="connsiteY141" fmla="*/ 42760 h 1986707"/>
              <a:gd name="connsiteX142" fmla="*/ 92005 w 583042"/>
              <a:gd name="connsiteY142" fmla="*/ 0 h 19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83042" h="1986707">
                <a:moveTo>
                  <a:pt x="200080" y="1448679"/>
                </a:moveTo>
                <a:cubicBezTo>
                  <a:pt x="200080" y="1448679"/>
                  <a:pt x="200080" y="1448679"/>
                  <a:pt x="239551" y="1509296"/>
                </a:cubicBezTo>
                <a:cubicBezTo>
                  <a:pt x="278552" y="1569912"/>
                  <a:pt x="247539" y="1640866"/>
                  <a:pt x="238611" y="1652613"/>
                </a:cubicBezTo>
                <a:cubicBezTo>
                  <a:pt x="238611" y="1652613"/>
                  <a:pt x="186453" y="1624889"/>
                  <a:pt x="172826" y="1569442"/>
                </a:cubicBezTo>
                <a:cubicBezTo>
                  <a:pt x="158730" y="1513995"/>
                  <a:pt x="200080" y="1448679"/>
                  <a:pt x="200080" y="1448679"/>
                </a:cubicBezTo>
                <a:close/>
                <a:moveTo>
                  <a:pt x="467919" y="376854"/>
                </a:moveTo>
                <a:cubicBezTo>
                  <a:pt x="467919" y="376854"/>
                  <a:pt x="487654" y="434651"/>
                  <a:pt x="466979" y="475062"/>
                </a:cubicBezTo>
                <a:cubicBezTo>
                  <a:pt x="446304" y="515472"/>
                  <a:pt x="400724" y="527220"/>
                  <a:pt x="401194" y="527220"/>
                </a:cubicBezTo>
                <a:cubicBezTo>
                  <a:pt x="396495" y="516412"/>
                  <a:pt x="385218" y="455796"/>
                  <a:pt x="426568" y="416325"/>
                </a:cubicBezTo>
                <a:cubicBezTo>
                  <a:pt x="467919" y="376854"/>
                  <a:pt x="467919" y="376854"/>
                  <a:pt x="467919" y="376854"/>
                </a:cubicBezTo>
                <a:close/>
                <a:moveTo>
                  <a:pt x="92005" y="0"/>
                </a:moveTo>
                <a:cubicBezTo>
                  <a:pt x="92005" y="0"/>
                  <a:pt x="141814" y="0"/>
                  <a:pt x="168127" y="27724"/>
                </a:cubicBezTo>
                <a:cubicBezTo>
                  <a:pt x="184104" y="44640"/>
                  <a:pt x="188803" y="66255"/>
                  <a:pt x="190212" y="79882"/>
                </a:cubicBezTo>
                <a:cubicBezTo>
                  <a:pt x="200080" y="92569"/>
                  <a:pt x="209948" y="105256"/>
                  <a:pt x="219346" y="118883"/>
                </a:cubicBezTo>
                <a:cubicBezTo>
                  <a:pt x="216056" y="101967"/>
                  <a:pt x="215587" y="78002"/>
                  <a:pt x="230623" y="57327"/>
                </a:cubicBezTo>
                <a:cubicBezTo>
                  <a:pt x="255057" y="23025"/>
                  <a:pt x="255057" y="23025"/>
                  <a:pt x="255057" y="23025"/>
                </a:cubicBezTo>
                <a:cubicBezTo>
                  <a:pt x="255057" y="23025"/>
                  <a:pt x="277142" y="62026"/>
                  <a:pt x="267745" y="93979"/>
                </a:cubicBezTo>
                <a:cubicBezTo>
                  <a:pt x="260226" y="117943"/>
                  <a:pt x="241431" y="132040"/>
                  <a:pt x="232033" y="137679"/>
                </a:cubicBezTo>
                <a:cubicBezTo>
                  <a:pt x="253648" y="169631"/>
                  <a:pt x="273853" y="204403"/>
                  <a:pt x="292649" y="241525"/>
                </a:cubicBezTo>
                <a:cubicBezTo>
                  <a:pt x="286540" y="221319"/>
                  <a:pt x="283721" y="191246"/>
                  <a:pt x="301107" y="163993"/>
                </a:cubicBezTo>
                <a:cubicBezTo>
                  <a:pt x="328361" y="121232"/>
                  <a:pt x="328361" y="121232"/>
                  <a:pt x="328361" y="121232"/>
                </a:cubicBezTo>
                <a:cubicBezTo>
                  <a:pt x="328361" y="121232"/>
                  <a:pt x="357964" y="166342"/>
                  <a:pt x="348566" y="205813"/>
                </a:cubicBezTo>
                <a:cubicBezTo>
                  <a:pt x="340108" y="241055"/>
                  <a:pt x="309565" y="260790"/>
                  <a:pt x="303926" y="264080"/>
                </a:cubicBezTo>
                <a:cubicBezTo>
                  <a:pt x="318493" y="294623"/>
                  <a:pt x="332120" y="326575"/>
                  <a:pt x="344807" y="359938"/>
                </a:cubicBezTo>
                <a:cubicBezTo>
                  <a:pt x="343867" y="341142"/>
                  <a:pt x="347156" y="318587"/>
                  <a:pt x="361723" y="298852"/>
                </a:cubicBezTo>
                <a:cubicBezTo>
                  <a:pt x="393206" y="255622"/>
                  <a:pt x="393206" y="255622"/>
                  <a:pt x="393206" y="255622"/>
                </a:cubicBezTo>
                <a:cubicBezTo>
                  <a:pt x="393206" y="255622"/>
                  <a:pt x="420929" y="305430"/>
                  <a:pt x="408712" y="346311"/>
                </a:cubicBezTo>
                <a:cubicBezTo>
                  <a:pt x="399784" y="376384"/>
                  <a:pt x="374880" y="394710"/>
                  <a:pt x="363133" y="401758"/>
                </a:cubicBezTo>
                <a:cubicBezTo>
                  <a:pt x="365952" y="406927"/>
                  <a:pt x="367832" y="411156"/>
                  <a:pt x="368302" y="413506"/>
                </a:cubicBezTo>
                <a:cubicBezTo>
                  <a:pt x="368302" y="413506"/>
                  <a:pt x="366892" y="413976"/>
                  <a:pt x="364542" y="414915"/>
                </a:cubicBezTo>
                <a:cubicBezTo>
                  <a:pt x="387567" y="483050"/>
                  <a:pt x="405893" y="555413"/>
                  <a:pt x="419050" y="630596"/>
                </a:cubicBezTo>
                <a:cubicBezTo>
                  <a:pt x="425628" y="607571"/>
                  <a:pt x="439725" y="580787"/>
                  <a:pt x="468858" y="564341"/>
                </a:cubicBezTo>
                <a:cubicBezTo>
                  <a:pt x="521486" y="534738"/>
                  <a:pt x="521486" y="534738"/>
                  <a:pt x="521486" y="534738"/>
                </a:cubicBezTo>
                <a:cubicBezTo>
                  <a:pt x="521486" y="534738"/>
                  <a:pt x="526185" y="599113"/>
                  <a:pt x="494702" y="634825"/>
                </a:cubicBezTo>
                <a:cubicBezTo>
                  <a:pt x="472617" y="659729"/>
                  <a:pt x="441605" y="667248"/>
                  <a:pt x="425158" y="669597"/>
                </a:cubicBezTo>
                <a:cubicBezTo>
                  <a:pt x="431737" y="715177"/>
                  <a:pt x="436906" y="761696"/>
                  <a:pt x="439725" y="809155"/>
                </a:cubicBezTo>
                <a:cubicBezTo>
                  <a:pt x="446773" y="784251"/>
                  <a:pt x="464630" y="747130"/>
                  <a:pt x="504100" y="730213"/>
                </a:cubicBezTo>
                <a:cubicBezTo>
                  <a:pt x="560957" y="705779"/>
                  <a:pt x="560957" y="705779"/>
                  <a:pt x="560957" y="705779"/>
                </a:cubicBezTo>
                <a:cubicBezTo>
                  <a:pt x="560957" y="705779"/>
                  <a:pt x="559548" y="771564"/>
                  <a:pt x="522896" y="804926"/>
                </a:cubicBezTo>
                <a:cubicBezTo>
                  <a:pt x="493293" y="831710"/>
                  <a:pt x="454762" y="833590"/>
                  <a:pt x="441135" y="833120"/>
                </a:cubicBezTo>
                <a:cubicBezTo>
                  <a:pt x="443014" y="877290"/>
                  <a:pt x="443484" y="921930"/>
                  <a:pt x="441605" y="966569"/>
                </a:cubicBezTo>
                <a:cubicBezTo>
                  <a:pt x="453822" y="943075"/>
                  <a:pt x="478726" y="909712"/>
                  <a:pt x="521486" y="900784"/>
                </a:cubicBezTo>
                <a:cubicBezTo>
                  <a:pt x="583042" y="888097"/>
                  <a:pt x="583042" y="888097"/>
                  <a:pt x="583042" y="888097"/>
                </a:cubicBezTo>
                <a:cubicBezTo>
                  <a:pt x="583042" y="888097"/>
                  <a:pt x="568006" y="953412"/>
                  <a:pt x="525245" y="979257"/>
                </a:cubicBezTo>
                <a:cubicBezTo>
                  <a:pt x="492353" y="998992"/>
                  <a:pt x="455701" y="994763"/>
                  <a:pt x="440665" y="991474"/>
                </a:cubicBezTo>
                <a:cubicBezTo>
                  <a:pt x="439725" y="1009800"/>
                  <a:pt x="438315" y="1027655"/>
                  <a:pt x="436906" y="1045981"/>
                </a:cubicBezTo>
                <a:cubicBezTo>
                  <a:pt x="435026" y="1071356"/>
                  <a:pt x="432207" y="1096730"/>
                  <a:pt x="428448" y="1122104"/>
                </a:cubicBezTo>
                <a:cubicBezTo>
                  <a:pt x="440665" y="1097670"/>
                  <a:pt x="463220" y="1069006"/>
                  <a:pt x="500811" y="1057729"/>
                </a:cubicBezTo>
                <a:cubicBezTo>
                  <a:pt x="563777" y="1038933"/>
                  <a:pt x="563777" y="1038933"/>
                  <a:pt x="563777" y="1038933"/>
                </a:cubicBezTo>
                <a:cubicBezTo>
                  <a:pt x="563777" y="1038933"/>
                  <a:pt x="553909" y="1108007"/>
                  <a:pt x="511619" y="1138550"/>
                </a:cubicBezTo>
                <a:cubicBezTo>
                  <a:pt x="478256" y="1162515"/>
                  <a:pt x="438315" y="1160165"/>
                  <a:pt x="423279" y="1158286"/>
                </a:cubicBezTo>
                <a:cubicBezTo>
                  <a:pt x="417170" y="1196347"/>
                  <a:pt x="409652" y="1234408"/>
                  <a:pt x="401194" y="1271530"/>
                </a:cubicBezTo>
                <a:cubicBezTo>
                  <a:pt x="418580" y="1251794"/>
                  <a:pt x="444894" y="1232059"/>
                  <a:pt x="480606" y="1228770"/>
                </a:cubicBezTo>
                <a:cubicBezTo>
                  <a:pt x="547800" y="1222191"/>
                  <a:pt x="547800" y="1222191"/>
                  <a:pt x="547800" y="1222191"/>
                </a:cubicBezTo>
                <a:cubicBezTo>
                  <a:pt x="547800" y="1222191"/>
                  <a:pt x="524306" y="1289856"/>
                  <a:pt x="475437" y="1312410"/>
                </a:cubicBezTo>
                <a:cubicBezTo>
                  <a:pt x="442545" y="1327447"/>
                  <a:pt x="408712" y="1322278"/>
                  <a:pt x="390386" y="1317109"/>
                </a:cubicBezTo>
                <a:cubicBezTo>
                  <a:pt x="379109" y="1361279"/>
                  <a:pt x="365952" y="1404509"/>
                  <a:pt x="351855" y="1446800"/>
                </a:cubicBezTo>
                <a:cubicBezTo>
                  <a:pt x="371121" y="1424715"/>
                  <a:pt x="401194" y="1401690"/>
                  <a:pt x="443014" y="1396051"/>
                </a:cubicBezTo>
                <a:cubicBezTo>
                  <a:pt x="519607" y="1385244"/>
                  <a:pt x="519607" y="1385244"/>
                  <a:pt x="519607" y="1385244"/>
                </a:cubicBezTo>
                <a:cubicBezTo>
                  <a:pt x="519607" y="1385244"/>
                  <a:pt x="494233" y="1456668"/>
                  <a:pt x="439255" y="1482512"/>
                </a:cubicBezTo>
                <a:cubicBezTo>
                  <a:pt x="397905" y="1501777"/>
                  <a:pt x="355144" y="1495669"/>
                  <a:pt x="335879" y="1491440"/>
                </a:cubicBezTo>
                <a:cubicBezTo>
                  <a:pt x="320842" y="1531850"/>
                  <a:pt x="304396" y="1571791"/>
                  <a:pt x="287010" y="1609853"/>
                </a:cubicBezTo>
                <a:cubicBezTo>
                  <a:pt x="310975" y="1593406"/>
                  <a:pt x="345277" y="1579310"/>
                  <a:pt x="385218" y="1586828"/>
                </a:cubicBezTo>
                <a:cubicBezTo>
                  <a:pt x="456171" y="1600455"/>
                  <a:pt x="456171" y="1600455"/>
                  <a:pt x="456171" y="1600455"/>
                </a:cubicBezTo>
                <a:cubicBezTo>
                  <a:pt x="456171" y="1600455"/>
                  <a:pt x="411531" y="1662951"/>
                  <a:pt x="354675" y="1671409"/>
                </a:cubicBezTo>
                <a:cubicBezTo>
                  <a:pt x="317083" y="1677047"/>
                  <a:pt x="284661" y="1662011"/>
                  <a:pt x="266805" y="1651673"/>
                </a:cubicBezTo>
                <a:cubicBezTo>
                  <a:pt x="244250" y="1696313"/>
                  <a:pt x="220286" y="1738603"/>
                  <a:pt x="195381" y="1778544"/>
                </a:cubicBezTo>
                <a:cubicBezTo>
                  <a:pt x="220286" y="1762098"/>
                  <a:pt x="268684" y="1741423"/>
                  <a:pt x="319433" y="1760688"/>
                </a:cubicBezTo>
                <a:cubicBezTo>
                  <a:pt x="386627" y="1786532"/>
                  <a:pt x="386627" y="1786532"/>
                  <a:pt x="386627" y="1786532"/>
                </a:cubicBezTo>
                <a:cubicBezTo>
                  <a:pt x="386627" y="1786532"/>
                  <a:pt x="331650" y="1840570"/>
                  <a:pt x="274323" y="1838690"/>
                </a:cubicBezTo>
                <a:cubicBezTo>
                  <a:pt x="228744" y="1837751"/>
                  <a:pt x="195381" y="1808617"/>
                  <a:pt x="183634" y="1796870"/>
                </a:cubicBezTo>
                <a:cubicBezTo>
                  <a:pt x="164838" y="1825533"/>
                  <a:pt x="145573" y="1852317"/>
                  <a:pt x="125367" y="1877692"/>
                </a:cubicBezTo>
                <a:cubicBezTo>
                  <a:pt x="150272" y="1872993"/>
                  <a:pt x="178465" y="1873463"/>
                  <a:pt x="207128" y="1886619"/>
                </a:cubicBezTo>
                <a:cubicBezTo>
                  <a:pt x="276673" y="1918572"/>
                  <a:pt x="276673" y="1918572"/>
                  <a:pt x="276673" y="1918572"/>
                </a:cubicBezTo>
                <a:cubicBezTo>
                  <a:pt x="276673" y="1918572"/>
                  <a:pt x="214177" y="1971670"/>
                  <a:pt x="153561" y="1965561"/>
                </a:cubicBezTo>
                <a:cubicBezTo>
                  <a:pt x="120668" y="1962742"/>
                  <a:pt x="95294" y="1946296"/>
                  <a:pt x="78378" y="1932199"/>
                </a:cubicBezTo>
                <a:cubicBezTo>
                  <a:pt x="60052" y="1951935"/>
                  <a:pt x="41257" y="1970260"/>
                  <a:pt x="22461" y="1986707"/>
                </a:cubicBezTo>
                <a:lnTo>
                  <a:pt x="1786" y="1966501"/>
                </a:lnTo>
                <a:cubicBezTo>
                  <a:pt x="20111" y="1951465"/>
                  <a:pt x="37497" y="1934549"/>
                  <a:pt x="54884" y="1916693"/>
                </a:cubicBezTo>
                <a:cubicBezTo>
                  <a:pt x="40787" y="1905415"/>
                  <a:pt x="6954" y="1873463"/>
                  <a:pt x="846" y="1826943"/>
                </a:cubicBezTo>
                <a:cubicBezTo>
                  <a:pt x="-7142" y="1766327"/>
                  <a:pt x="44076" y="1702421"/>
                  <a:pt x="44076" y="1702421"/>
                </a:cubicBezTo>
                <a:cubicBezTo>
                  <a:pt x="44076" y="1702421"/>
                  <a:pt x="44076" y="1702421"/>
                  <a:pt x="78378" y="1771026"/>
                </a:cubicBezTo>
                <a:cubicBezTo>
                  <a:pt x="101403" y="1816605"/>
                  <a:pt x="90595" y="1863595"/>
                  <a:pt x="77908" y="1893198"/>
                </a:cubicBezTo>
                <a:cubicBezTo>
                  <a:pt x="104222" y="1863125"/>
                  <a:pt x="130066" y="1830232"/>
                  <a:pt x="154501" y="1794990"/>
                </a:cubicBezTo>
                <a:cubicBezTo>
                  <a:pt x="138054" y="1783713"/>
                  <a:pt x="108921" y="1758809"/>
                  <a:pt x="98583" y="1719808"/>
                </a:cubicBezTo>
                <a:cubicBezTo>
                  <a:pt x="84017" y="1664360"/>
                  <a:pt x="123958" y="1598575"/>
                  <a:pt x="123958" y="1598575"/>
                </a:cubicBezTo>
                <a:cubicBezTo>
                  <a:pt x="123958" y="1598575"/>
                  <a:pt x="123958" y="1598575"/>
                  <a:pt x="164368" y="1658252"/>
                </a:cubicBezTo>
                <a:cubicBezTo>
                  <a:pt x="185983" y="1689734"/>
                  <a:pt x="187393" y="1724037"/>
                  <a:pt x="183164" y="1751760"/>
                </a:cubicBezTo>
                <a:cubicBezTo>
                  <a:pt x="232033" y="1674698"/>
                  <a:pt x="274793" y="1587768"/>
                  <a:pt x="310505" y="1494729"/>
                </a:cubicBezTo>
                <a:cubicBezTo>
                  <a:pt x="294998" y="1487681"/>
                  <a:pt x="253178" y="1466065"/>
                  <a:pt x="235792" y="1424245"/>
                </a:cubicBezTo>
                <a:cubicBezTo>
                  <a:pt x="214177" y="1372557"/>
                  <a:pt x="249889" y="1305832"/>
                  <a:pt x="249889" y="1305832"/>
                </a:cubicBezTo>
                <a:cubicBezTo>
                  <a:pt x="249889" y="1305832"/>
                  <a:pt x="249889" y="1305832"/>
                  <a:pt x="299227" y="1359400"/>
                </a:cubicBezTo>
                <a:cubicBezTo>
                  <a:pt x="323662" y="1385714"/>
                  <a:pt x="329770" y="1416727"/>
                  <a:pt x="329300" y="1442571"/>
                </a:cubicBezTo>
                <a:cubicBezTo>
                  <a:pt x="343397" y="1402160"/>
                  <a:pt x="355614" y="1360810"/>
                  <a:pt x="366892" y="1318519"/>
                </a:cubicBezTo>
                <a:cubicBezTo>
                  <a:pt x="354675" y="1315230"/>
                  <a:pt x="311915" y="1301603"/>
                  <a:pt x="288890" y="1262132"/>
                </a:cubicBezTo>
                <a:cubicBezTo>
                  <a:pt x="262106" y="1215613"/>
                  <a:pt x="281841" y="1146538"/>
                  <a:pt x="281841" y="1146538"/>
                </a:cubicBezTo>
                <a:cubicBezTo>
                  <a:pt x="281841" y="1146538"/>
                  <a:pt x="281841" y="1146538"/>
                  <a:pt x="334469" y="1189299"/>
                </a:cubicBezTo>
                <a:cubicBezTo>
                  <a:pt x="368302" y="1218432"/>
                  <a:pt x="375820" y="1260252"/>
                  <a:pt x="375350" y="1288916"/>
                </a:cubicBezTo>
                <a:cubicBezTo>
                  <a:pt x="385687" y="1246625"/>
                  <a:pt x="394615" y="1203395"/>
                  <a:pt x="401664" y="1160165"/>
                </a:cubicBezTo>
                <a:cubicBezTo>
                  <a:pt x="389447" y="1157816"/>
                  <a:pt x="347156" y="1147948"/>
                  <a:pt x="321782" y="1111766"/>
                </a:cubicBezTo>
                <a:cubicBezTo>
                  <a:pt x="291709" y="1069006"/>
                  <a:pt x="304866" y="1000402"/>
                  <a:pt x="304866" y="1000402"/>
                </a:cubicBezTo>
                <a:cubicBezTo>
                  <a:pt x="304866" y="1000402"/>
                  <a:pt x="304866" y="1000402"/>
                  <a:pt x="357964" y="1038463"/>
                </a:cubicBezTo>
                <a:cubicBezTo>
                  <a:pt x="392736" y="1063367"/>
                  <a:pt x="403544" y="1102368"/>
                  <a:pt x="405893" y="1129622"/>
                </a:cubicBezTo>
                <a:cubicBezTo>
                  <a:pt x="409182" y="1105658"/>
                  <a:pt x="412471" y="1081693"/>
                  <a:pt x="414821" y="1057259"/>
                </a:cubicBezTo>
                <a:cubicBezTo>
                  <a:pt x="417170" y="1036114"/>
                  <a:pt x="418580" y="1014968"/>
                  <a:pt x="419990" y="993823"/>
                </a:cubicBezTo>
                <a:cubicBezTo>
                  <a:pt x="403544" y="992414"/>
                  <a:pt x="369711" y="985835"/>
                  <a:pt x="345277" y="959521"/>
                </a:cubicBezTo>
                <a:cubicBezTo>
                  <a:pt x="311445" y="923339"/>
                  <a:pt x="315204" y="857084"/>
                  <a:pt x="315204" y="857084"/>
                </a:cubicBezTo>
                <a:cubicBezTo>
                  <a:pt x="315204" y="857084"/>
                  <a:pt x="315204" y="857084"/>
                  <a:pt x="370181" y="886218"/>
                </a:cubicBezTo>
                <a:cubicBezTo>
                  <a:pt x="398375" y="901254"/>
                  <a:pt x="413881" y="926159"/>
                  <a:pt x="421869" y="948713"/>
                </a:cubicBezTo>
                <a:cubicBezTo>
                  <a:pt x="423279" y="912532"/>
                  <a:pt x="423279" y="876820"/>
                  <a:pt x="421869" y="841578"/>
                </a:cubicBezTo>
                <a:cubicBezTo>
                  <a:pt x="406363" y="841578"/>
                  <a:pt x="370651" y="839229"/>
                  <a:pt x="342458" y="813854"/>
                </a:cubicBezTo>
                <a:cubicBezTo>
                  <a:pt x="305806" y="780962"/>
                  <a:pt x="303456" y="714707"/>
                  <a:pt x="303456" y="714707"/>
                </a:cubicBezTo>
                <a:cubicBezTo>
                  <a:pt x="303456" y="714707"/>
                  <a:pt x="303456" y="714707"/>
                  <a:pt x="360783" y="738671"/>
                </a:cubicBezTo>
                <a:cubicBezTo>
                  <a:pt x="392736" y="752298"/>
                  <a:pt x="410592" y="778612"/>
                  <a:pt x="419990" y="801637"/>
                </a:cubicBezTo>
                <a:cubicBezTo>
                  <a:pt x="417640" y="763106"/>
                  <a:pt x="413881" y="725045"/>
                  <a:pt x="409182" y="687923"/>
                </a:cubicBezTo>
                <a:cubicBezTo>
                  <a:pt x="394146" y="689333"/>
                  <a:pt x="358904" y="689333"/>
                  <a:pt x="329770" y="666778"/>
                </a:cubicBezTo>
                <a:cubicBezTo>
                  <a:pt x="292179" y="637175"/>
                  <a:pt x="285600" y="573269"/>
                  <a:pt x="285600" y="573269"/>
                </a:cubicBezTo>
                <a:cubicBezTo>
                  <a:pt x="285600" y="573269"/>
                  <a:pt x="285600" y="573269"/>
                  <a:pt x="342458" y="592535"/>
                </a:cubicBezTo>
                <a:cubicBezTo>
                  <a:pt x="373001" y="602872"/>
                  <a:pt x="392266" y="626367"/>
                  <a:pt x="403073" y="647512"/>
                </a:cubicBezTo>
                <a:cubicBezTo>
                  <a:pt x="397435" y="612270"/>
                  <a:pt x="390386" y="577028"/>
                  <a:pt x="382868" y="543196"/>
                </a:cubicBezTo>
                <a:cubicBezTo>
                  <a:pt x="366892" y="546955"/>
                  <a:pt x="339638" y="549775"/>
                  <a:pt x="312854" y="537087"/>
                </a:cubicBezTo>
                <a:cubicBezTo>
                  <a:pt x="271974" y="517352"/>
                  <a:pt x="253178" y="459555"/>
                  <a:pt x="253178" y="459555"/>
                </a:cubicBezTo>
                <a:cubicBezTo>
                  <a:pt x="253178" y="459555"/>
                  <a:pt x="253178" y="459555"/>
                  <a:pt x="310035" y="466134"/>
                </a:cubicBezTo>
                <a:cubicBezTo>
                  <a:pt x="337759" y="469423"/>
                  <a:pt x="358434" y="483990"/>
                  <a:pt x="372530" y="499496"/>
                </a:cubicBezTo>
                <a:cubicBezTo>
                  <a:pt x="365482" y="471772"/>
                  <a:pt x="357494" y="444519"/>
                  <a:pt x="349036" y="418205"/>
                </a:cubicBezTo>
                <a:cubicBezTo>
                  <a:pt x="333529" y="421024"/>
                  <a:pt x="310975" y="421964"/>
                  <a:pt x="289360" y="411626"/>
                </a:cubicBezTo>
                <a:cubicBezTo>
                  <a:pt x="250829" y="393300"/>
                  <a:pt x="232972" y="339263"/>
                  <a:pt x="232972" y="339263"/>
                </a:cubicBezTo>
                <a:cubicBezTo>
                  <a:pt x="232972" y="339263"/>
                  <a:pt x="232972" y="339263"/>
                  <a:pt x="286070" y="344901"/>
                </a:cubicBezTo>
                <a:cubicBezTo>
                  <a:pt x="303456" y="346781"/>
                  <a:pt x="317553" y="353829"/>
                  <a:pt x="329300" y="362287"/>
                </a:cubicBezTo>
                <a:cubicBezTo>
                  <a:pt x="318023" y="331744"/>
                  <a:pt x="305806" y="302611"/>
                  <a:pt x="292649" y="274417"/>
                </a:cubicBezTo>
                <a:cubicBezTo>
                  <a:pt x="279492" y="280526"/>
                  <a:pt x="255528" y="287104"/>
                  <a:pt x="230623" y="280056"/>
                </a:cubicBezTo>
                <a:cubicBezTo>
                  <a:pt x="191622" y="269249"/>
                  <a:pt x="166248" y="221319"/>
                  <a:pt x="166248" y="221319"/>
                </a:cubicBezTo>
                <a:cubicBezTo>
                  <a:pt x="166248" y="221319"/>
                  <a:pt x="166248" y="221319"/>
                  <a:pt x="216996" y="218500"/>
                </a:cubicBezTo>
                <a:cubicBezTo>
                  <a:pt x="240021" y="217090"/>
                  <a:pt x="259287" y="225549"/>
                  <a:pt x="273853" y="235886"/>
                </a:cubicBezTo>
                <a:cubicBezTo>
                  <a:pt x="257877" y="204403"/>
                  <a:pt x="240961" y="175270"/>
                  <a:pt x="223105" y="147546"/>
                </a:cubicBezTo>
                <a:cubicBezTo>
                  <a:pt x="212767" y="152715"/>
                  <a:pt x="191622" y="160233"/>
                  <a:pt x="168597" y="153655"/>
                </a:cubicBezTo>
                <a:cubicBezTo>
                  <a:pt x="136645" y="144727"/>
                  <a:pt x="115499" y="105256"/>
                  <a:pt x="115499" y="105256"/>
                </a:cubicBezTo>
                <a:cubicBezTo>
                  <a:pt x="115499" y="105256"/>
                  <a:pt x="115499" y="105256"/>
                  <a:pt x="157320" y="102907"/>
                </a:cubicBezTo>
                <a:cubicBezTo>
                  <a:pt x="174706" y="101497"/>
                  <a:pt x="189273" y="107136"/>
                  <a:pt x="201020" y="114654"/>
                </a:cubicBezTo>
                <a:cubicBezTo>
                  <a:pt x="195851" y="107605"/>
                  <a:pt x="190682" y="100557"/>
                  <a:pt x="185513" y="93509"/>
                </a:cubicBezTo>
                <a:lnTo>
                  <a:pt x="185513" y="92569"/>
                </a:lnTo>
                <a:cubicBezTo>
                  <a:pt x="170007" y="91629"/>
                  <a:pt x="128657" y="80822"/>
                  <a:pt x="111271" y="42760"/>
                </a:cubicBezTo>
                <a:cubicBezTo>
                  <a:pt x="92005" y="0"/>
                  <a:pt x="92005" y="0"/>
                  <a:pt x="92005" y="0"/>
                </a:cubicBezTo>
                <a:close/>
              </a:path>
            </a:pathLst>
          </a:custGeom>
          <a:solidFill>
            <a:srgbClr val="DCCE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24" name="テキスト ボックス 23">
            <a:extLst>
              <a:ext uri="{FF2B5EF4-FFF2-40B4-BE49-F238E27FC236}">
                <a16:creationId xmlns:a16="http://schemas.microsoft.com/office/drawing/2014/main" id="{1B8979D8-7A37-CBDD-B252-C0FE76A00928}"/>
              </a:ext>
            </a:extLst>
          </p:cNvPr>
          <p:cNvSpPr txBox="1"/>
          <p:nvPr/>
        </p:nvSpPr>
        <p:spPr>
          <a:xfrm>
            <a:off x="1045589" y="5385428"/>
            <a:ext cx="1473480" cy="830997"/>
          </a:xfrm>
          <a:prstGeom prst="rect">
            <a:avLst/>
          </a:prstGeom>
          <a:noFill/>
        </p:spPr>
        <p:txBody>
          <a:bodyPr wrap="none" rtlCol="0">
            <a:spAutoFit/>
          </a:bodyPr>
          <a:lstStyle/>
          <a:p>
            <a:pPr algn="ctr"/>
            <a:r>
              <a:rPr kumimoji="1" lang="ja-JP" altLang="en-US" sz="3200" b="1" spc="300">
                <a:solidFill>
                  <a:srgbClr val="DCCE76"/>
                </a:solidFill>
                <a:latin typeface="Yu Gothic" panose="020B0400000000000000" pitchFamily="34" charset="-128"/>
                <a:ea typeface="Yu Gothic" panose="020B0400000000000000" pitchFamily="34" charset="-128"/>
              </a:rPr>
              <a:t>第</a:t>
            </a:r>
            <a:r>
              <a:rPr kumimoji="1" lang="en-US" altLang="ja-JP" sz="4800" b="1" spc="300" dirty="0">
                <a:solidFill>
                  <a:srgbClr val="DCCE76"/>
                </a:solidFill>
                <a:latin typeface="Yu Gothic" panose="020B0400000000000000" pitchFamily="34" charset="-128"/>
                <a:ea typeface="Yu Gothic" panose="020B0400000000000000" pitchFamily="34" charset="-128"/>
              </a:rPr>
              <a:t>1</a:t>
            </a:r>
            <a:r>
              <a:rPr kumimoji="1" lang="ja-JP" altLang="en-US" sz="3200" b="1" spc="300">
                <a:solidFill>
                  <a:srgbClr val="DCCE76"/>
                </a:solidFill>
                <a:latin typeface="Yu Gothic" panose="020B0400000000000000" pitchFamily="34" charset="-128"/>
                <a:ea typeface="Yu Gothic" panose="020B0400000000000000" pitchFamily="34" charset="-128"/>
              </a:rPr>
              <a:t>位</a:t>
            </a:r>
            <a:endParaRPr kumimoji="1" lang="ja-JP" altLang="en-US" sz="3600" b="1" spc="300">
              <a:solidFill>
                <a:srgbClr val="DCCE76"/>
              </a:solidFill>
              <a:latin typeface="Yu Gothic" panose="020B0400000000000000" pitchFamily="34" charset="-128"/>
              <a:ea typeface="Yu Gothic" panose="020B0400000000000000" pitchFamily="34" charset="-128"/>
            </a:endParaRPr>
          </a:p>
        </p:txBody>
      </p:sp>
      <p:sp>
        <p:nvSpPr>
          <p:cNvPr id="25" name="テキスト ボックス 24">
            <a:extLst>
              <a:ext uri="{FF2B5EF4-FFF2-40B4-BE49-F238E27FC236}">
                <a16:creationId xmlns:a16="http://schemas.microsoft.com/office/drawing/2014/main" id="{B4E9E036-D637-A111-98B3-5D91B7B806E4}"/>
              </a:ext>
            </a:extLst>
          </p:cNvPr>
          <p:cNvSpPr txBox="1"/>
          <p:nvPr/>
        </p:nvSpPr>
        <p:spPr>
          <a:xfrm>
            <a:off x="1118526" y="5088008"/>
            <a:ext cx="1327607" cy="338554"/>
          </a:xfrm>
          <a:prstGeom prst="rect">
            <a:avLst/>
          </a:prstGeom>
          <a:noFill/>
        </p:spPr>
        <p:txBody>
          <a:bodyPr wrap="none" rtlCol="0">
            <a:spAutoFit/>
          </a:bodyPr>
          <a:lstStyle/>
          <a:p>
            <a:pPr algn="ctr"/>
            <a:r>
              <a:rPr kumimoji="1" lang="en-US" altLang="ja-JP" sz="1600" b="1" dirty="0">
                <a:solidFill>
                  <a:schemeClr val="tx1">
                    <a:lumMod val="75000"/>
                    <a:lumOff val="25000"/>
                  </a:schemeClr>
                </a:solidFill>
                <a:latin typeface="Yu Gothic" panose="020B0400000000000000" pitchFamily="34" charset="-128"/>
                <a:ea typeface="Yu Gothic" panose="020B0400000000000000" pitchFamily="34" charset="-128"/>
              </a:rPr>
              <a:t>5</a:t>
            </a:r>
            <a:r>
              <a:rPr kumimoji="1" lang="ja-JP" altLang="en-US" sz="1600" b="1">
                <a:solidFill>
                  <a:schemeClr val="tx1">
                    <a:lumMod val="75000"/>
                    <a:lumOff val="25000"/>
                  </a:schemeClr>
                </a:solidFill>
                <a:latin typeface="Yu Gothic" panose="020B0400000000000000" pitchFamily="34" charset="-128"/>
                <a:ea typeface="Yu Gothic" panose="020B0400000000000000" pitchFamily="34" charset="-128"/>
              </a:rPr>
              <a:t>月営業成績</a:t>
            </a:r>
          </a:p>
        </p:txBody>
      </p:sp>
      <p:sp>
        <p:nvSpPr>
          <p:cNvPr id="28" name="フリーフォーム 27">
            <a:extLst>
              <a:ext uri="{FF2B5EF4-FFF2-40B4-BE49-F238E27FC236}">
                <a16:creationId xmlns:a16="http://schemas.microsoft.com/office/drawing/2014/main" id="{07CC7B9A-19B8-932F-E66E-A5128A4C186D}"/>
              </a:ext>
            </a:extLst>
          </p:cNvPr>
          <p:cNvSpPr/>
          <p:nvPr/>
        </p:nvSpPr>
        <p:spPr>
          <a:xfrm flipH="1">
            <a:off x="2959254" y="5025509"/>
            <a:ext cx="343755" cy="1171339"/>
          </a:xfrm>
          <a:custGeom>
            <a:avLst/>
            <a:gdLst>
              <a:gd name="connsiteX0" fmla="*/ 200080 w 583042"/>
              <a:gd name="connsiteY0" fmla="*/ 1448679 h 1986707"/>
              <a:gd name="connsiteX1" fmla="*/ 239551 w 583042"/>
              <a:gd name="connsiteY1" fmla="*/ 1509296 h 1986707"/>
              <a:gd name="connsiteX2" fmla="*/ 238611 w 583042"/>
              <a:gd name="connsiteY2" fmla="*/ 1652613 h 1986707"/>
              <a:gd name="connsiteX3" fmla="*/ 172826 w 583042"/>
              <a:gd name="connsiteY3" fmla="*/ 1569442 h 1986707"/>
              <a:gd name="connsiteX4" fmla="*/ 200080 w 583042"/>
              <a:gd name="connsiteY4" fmla="*/ 1448679 h 1986707"/>
              <a:gd name="connsiteX5" fmla="*/ 467919 w 583042"/>
              <a:gd name="connsiteY5" fmla="*/ 376854 h 1986707"/>
              <a:gd name="connsiteX6" fmla="*/ 466979 w 583042"/>
              <a:gd name="connsiteY6" fmla="*/ 475062 h 1986707"/>
              <a:gd name="connsiteX7" fmla="*/ 401194 w 583042"/>
              <a:gd name="connsiteY7" fmla="*/ 527220 h 1986707"/>
              <a:gd name="connsiteX8" fmla="*/ 426568 w 583042"/>
              <a:gd name="connsiteY8" fmla="*/ 416325 h 1986707"/>
              <a:gd name="connsiteX9" fmla="*/ 467919 w 583042"/>
              <a:gd name="connsiteY9" fmla="*/ 376854 h 1986707"/>
              <a:gd name="connsiteX10" fmla="*/ 92005 w 583042"/>
              <a:gd name="connsiteY10" fmla="*/ 0 h 1986707"/>
              <a:gd name="connsiteX11" fmla="*/ 168127 w 583042"/>
              <a:gd name="connsiteY11" fmla="*/ 27724 h 1986707"/>
              <a:gd name="connsiteX12" fmla="*/ 190212 w 583042"/>
              <a:gd name="connsiteY12" fmla="*/ 79882 h 1986707"/>
              <a:gd name="connsiteX13" fmla="*/ 219346 w 583042"/>
              <a:gd name="connsiteY13" fmla="*/ 118883 h 1986707"/>
              <a:gd name="connsiteX14" fmla="*/ 230623 w 583042"/>
              <a:gd name="connsiteY14" fmla="*/ 57327 h 1986707"/>
              <a:gd name="connsiteX15" fmla="*/ 255057 w 583042"/>
              <a:gd name="connsiteY15" fmla="*/ 23025 h 1986707"/>
              <a:gd name="connsiteX16" fmla="*/ 267745 w 583042"/>
              <a:gd name="connsiteY16" fmla="*/ 93979 h 1986707"/>
              <a:gd name="connsiteX17" fmla="*/ 232033 w 583042"/>
              <a:gd name="connsiteY17" fmla="*/ 137679 h 1986707"/>
              <a:gd name="connsiteX18" fmla="*/ 292649 w 583042"/>
              <a:gd name="connsiteY18" fmla="*/ 241525 h 1986707"/>
              <a:gd name="connsiteX19" fmla="*/ 301107 w 583042"/>
              <a:gd name="connsiteY19" fmla="*/ 163993 h 1986707"/>
              <a:gd name="connsiteX20" fmla="*/ 328361 w 583042"/>
              <a:gd name="connsiteY20" fmla="*/ 121232 h 1986707"/>
              <a:gd name="connsiteX21" fmla="*/ 348566 w 583042"/>
              <a:gd name="connsiteY21" fmla="*/ 205813 h 1986707"/>
              <a:gd name="connsiteX22" fmla="*/ 303926 w 583042"/>
              <a:gd name="connsiteY22" fmla="*/ 264080 h 1986707"/>
              <a:gd name="connsiteX23" fmla="*/ 344807 w 583042"/>
              <a:gd name="connsiteY23" fmla="*/ 359938 h 1986707"/>
              <a:gd name="connsiteX24" fmla="*/ 361723 w 583042"/>
              <a:gd name="connsiteY24" fmla="*/ 298852 h 1986707"/>
              <a:gd name="connsiteX25" fmla="*/ 393206 w 583042"/>
              <a:gd name="connsiteY25" fmla="*/ 255622 h 1986707"/>
              <a:gd name="connsiteX26" fmla="*/ 408712 w 583042"/>
              <a:gd name="connsiteY26" fmla="*/ 346311 h 1986707"/>
              <a:gd name="connsiteX27" fmla="*/ 363133 w 583042"/>
              <a:gd name="connsiteY27" fmla="*/ 401758 h 1986707"/>
              <a:gd name="connsiteX28" fmla="*/ 368302 w 583042"/>
              <a:gd name="connsiteY28" fmla="*/ 413506 h 1986707"/>
              <a:gd name="connsiteX29" fmla="*/ 364542 w 583042"/>
              <a:gd name="connsiteY29" fmla="*/ 414915 h 1986707"/>
              <a:gd name="connsiteX30" fmla="*/ 419050 w 583042"/>
              <a:gd name="connsiteY30" fmla="*/ 630596 h 1986707"/>
              <a:gd name="connsiteX31" fmla="*/ 468858 w 583042"/>
              <a:gd name="connsiteY31" fmla="*/ 564341 h 1986707"/>
              <a:gd name="connsiteX32" fmla="*/ 521486 w 583042"/>
              <a:gd name="connsiteY32" fmla="*/ 534738 h 1986707"/>
              <a:gd name="connsiteX33" fmla="*/ 494702 w 583042"/>
              <a:gd name="connsiteY33" fmla="*/ 634825 h 1986707"/>
              <a:gd name="connsiteX34" fmla="*/ 425158 w 583042"/>
              <a:gd name="connsiteY34" fmla="*/ 669597 h 1986707"/>
              <a:gd name="connsiteX35" fmla="*/ 439725 w 583042"/>
              <a:gd name="connsiteY35" fmla="*/ 809155 h 1986707"/>
              <a:gd name="connsiteX36" fmla="*/ 504100 w 583042"/>
              <a:gd name="connsiteY36" fmla="*/ 730213 h 1986707"/>
              <a:gd name="connsiteX37" fmla="*/ 560957 w 583042"/>
              <a:gd name="connsiteY37" fmla="*/ 705779 h 1986707"/>
              <a:gd name="connsiteX38" fmla="*/ 522896 w 583042"/>
              <a:gd name="connsiteY38" fmla="*/ 804926 h 1986707"/>
              <a:gd name="connsiteX39" fmla="*/ 441135 w 583042"/>
              <a:gd name="connsiteY39" fmla="*/ 833120 h 1986707"/>
              <a:gd name="connsiteX40" fmla="*/ 441605 w 583042"/>
              <a:gd name="connsiteY40" fmla="*/ 966569 h 1986707"/>
              <a:gd name="connsiteX41" fmla="*/ 521486 w 583042"/>
              <a:gd name="connsiteY41" fmla="*/ 900784 h 1986707"/>
              <a:gd name="connsiteX42" fmla="*/ 583042 w 583042"/>
              <a:gd name="connsiteY42" fmla="*/ 888097 h 1986707"/>
              <a:gd name="connsiteX43" fmla="*/ 525245 w 583042"/>
              <a:gd name="connsiteY43" fmla="*/ 979257 h 1986707"/>
              <a:gd name="connsiteX44" fmla="*/ 440665 w 583042"/>
              <a:gd name="connsiteY44" fmla="*/ 991474 h 1986707"/>
              <a:gd name="connsiteX45" fmla="*/ 436906 w 583042"/>
              <a:gd name="connsiteY45" fmla="*/ 1045981 h 1986707"/>
              <a:gd name="connsiteX46" fmla="*/ 428448 w 583042"/>
              <a:gd name="connsiteY46" fmla="*/ 1122104 h 1986707"/>
              <a:gd name="connsiteX47" fmla="*/ 500811 w 583042"/>
              <a:gd name="connsiteY47" fmla="*/ 1057729 h 1986707"/>
              <a:gd name="connsiteX48" fmla="*/ 563777 w 583042"/>
              <a:gd name="connsiteY48" fmla="*/ 1038933 h 1986707"/>
              <a:gd name="connsiteX49" fmla="*/ 511619 w 583042"/>
              <a:gd name="connsiteY49" fmla="*/ 1138550 h 1986707"/>
              <a:gd name="connsiteX50" fmla="*/ 423279 w 583042"/>
              <a:gd name="connsiteY50" fmla="*/ 1158286 h 1986707"/>
              <a:gd name="connsiteX51" fmla="*/ 401194 w 583042"/>
              <a:gd name="connsiteY51" fmla="*/ 1271530 h 1986707"/>
              <a:gd name="connsiteX52" fmla="*/ 480606 w 583042"/>
              <a:gd name="connsiteY52" fmla="*/ 1228770 h 1986707"/>
              <a:gd name="connsiteX53" fmla="*/ 547800 w 583042"/>
              <a:gd name="connsiteY53" fmla="*/ 1222191 h 1986707"/>
              <a:gd name="connsiteX54" fmla="*/ 475437 w 583042"/>
              <a:gd name="connsiteY54" fmla="*/ 1312410 h 1986707"/>
              <a:gd name="connsiteX55" fmla="*/ 390386 w 583042"/>
              <a:gd name="connsiteY55" fmla="*/ 1317109 h 1986707"/>
              <a:gd name="connsiteX56" fmla="*/ 351855 w 583042"/>
              <a:gd name="connsiteY56" fmla="*/ 1446800 h 1986707"/>
              <a:gd name="connsiteX57" fmla="*/ 443014 w 583042"/>
              <a:gd name="connsiteY57" fmla="*/ 1396051 h 1986707"/>
              <a:gd name="connsiteX58" fmla="*/ 519607 w 583042"/>
              <a:gd name="connsiteY58" fmla="*/ 1385244 h 1986707"/>
              <a:gd name="connsiteX59" fmla="*/ 439255 w 583042"/>
              <a:gd name="connsiteY59" fmla="*/ 1482512 h 1986707"/>
              <a:gd name="connsiteX60" fmla="*/ 335879 w 583042"/>
              <a:gd name="connsiteY60" fmla="*/ 1491440 h 1986707"/>
              <a:gd name="connsiteX61" fmla="*/ 287010 w 583042"/>
              <a:gd name="connsiteY61" fmla="*/ 1609853 h 1986707"/>
              <a:gd name="connsiteX62" fmla="*/ 385218 w 583042"/>
              <a:gd name="connsiteY62" fmla="*/ 1586828 h 1986707"/>
              <a:gd name="connsiteX63" fmla="*/ 456171 w 583042"/>
              <a:gd name="connsiteY63" fmla="*/ 1600455 h 1986707"/>
              <a:gd name="connsiteX64" fmla="*/ 354675 w 583042"/>
              <a:gd name="connsiteY64" fmla="*/ 1671409 h 1986707"/>
              <a:gd name="connsiteX65" fmla="*/ 266805 w 583042"/>
              <a:gd name="connsiteY65" fmla="*/ 1651673 h 1986707"/>
              <a:gd name="connsiteX66" fmla="*/ 195381 w 583042"/>
              <a:gd name="connsiteY66" fmla="*/ 1778544 h 1986707"/>
              <a:gd name="connsiteX67" fmla="*/ 319433 w 583042"/>
              <a:gd name="connsiteY67" fmla="*/ 1760688 h 1986707"/>
              <a:gd name="connsiteX68" fmla="*/ 386627 w 583042"/>
              <a:gd name="connsiteY68" fmla="*/ 1786532 h 1986707"/>
              <a:gd name="connsiteX69" fmla="*/ 274323 w 583042"/>
              <a:gd name="connsiteY69" fmla="*/ 1838690 h 1986707"/>
              <a:gd name="connsiteX70" fmla="*/ 183634 w 583042"/>
              <a:gd name="connsiteY70" fmla="*/ 1796870 h 1986707"/>
              <a:gd name="connsiteX71" fmla="*/ 125367 w 583042"/>
              <a:gd name="connsiteY71" fmla="*/ 1877692 h 1986707"/>
              <a:gd name="connsiteX72" fmla="*/ 207128 w 583042"/>
              <a:gd name="connsiteY72" fmla="*/ 1886619 h 1986707"/>
              <a:gd name="connsiteX73" fmla="*/ 276673 w 583042"/>
              <a:gd name="connsiteY73" fmla="*/ 1918572 h 1986707"/>
              <a:gd name="connsiteX74" fmla="*/ 153561 w 583042"/>
              <a:gd name="connsiteY74" fmla="*/ 1965561 h 1986707"/>
              <a:gd name="connsiteX75" fmla="*/ 78378 w 583042"/>
              <a:gd name="connsiteY75" fmla="*/ 1932199 h 1986707"/>
              <a:gd name="connsiteX76" fmla="*/ 22461 w 583042"/>
              <a:gd name="connsiteY76" fmla="*/ 1986707 h 1986707"/>
              <a:gd name="connsiteX77" fmla="*/ 1786 w 583042"/>
              <a:gd name="connsiteY77" fmla="*/ 1966501 h 1986707"/>
              <a:gd name="connsiteX78" fmla="*/ 54884 w 583042"/>
              <a:gd name="connsiteY78" fmla="*/ 1916693 h 1986707"/>
              <a:gd name="connsiteX79" fmla="*/ 846 w 583042"/>
              <a:gd name="connsiteY79" fmla="*/ 1826943 h 1986707"/>
              <a:gd name="connsiteX80" fmla="*/ 44076 w 583042"/>
              <a:gd name="connsiteY80" fmla="*/ 1702421 h 1986707"/>
              <a:gd name="connsiteX81" fmla="*/ 78378 w 583042"/>
              <a:gd name="connsiteY81" fmla="*/ 1771026 h 1986707"/>
              <a:gd name="connsiteX82" fmla="*/ 77908 w 583042"/>
              <a:gd name="connsiteY82" fmla="*/ 1893198 h 1986707"/>
              <a:gd name="connsiteX83" fmla="*/ 154501 w 583042"/>
              <a:gd name="connsiteY83" fmla="*/ 1794990 h 1986707"/>
              <a:gd name="connsiteX84" fmla="*/ 98583 w 583042"/>
              <a:gd name="connsiteY84" fmla="*/ 1719808 h 1986707"/>
              <a:gd name="connsiteX85" fmla="*/ 123958 w 583042"/>
              <a:gd name="connsiteY85" fmla="*/ 1598575 h 1986707"/>
              <a:gd name="connsiteX86" fmla="*/ 164368 w 583042"/>
              <a:gd name="connsiteY86" fmla="*/ 1658252 h 1986707"/>
              <a:gd name="connsiteX87" fmla="*/ 183164 w 583042"/>
              <a:gd name="connsiteY87" fmla="*/ 1751760 h 1986707"/>
              <a:gd name="connsiteX88" fmla="*/ 310505 w 583042"/>
              <a:gd name="connsiteY88" fmla="*/ 1494729 h 1986707"/>
              <a:gd name="connsiteX89" fmla="*/ 235792 w 583042"/>
              <a:gd name="connsiteY89" fmla="*/ 1424245 h 1986707"/>
              <a:gd name="connsiteX90" fmla="*/ 249889 w 583042"/>
              <a:gd name="connsiteY90" fmla="*/ 1305832 h 1986707"/>
              <a:gd name="connsiteX91" fmla="*/ 299227 w 583042"/>
              <a:gd name="connsiteY91" fmla="*/ 1359400 h 1986707"/>
              <a:gd name="connsiteX92" fmla="*/ 329300 w 583042"/>
              <a:gd name="connsiteY92" fmla="*/ 1442571 h 1986707"/>
              <a:gd name="connsiteX93" fmla="*/ 366892 w 583042"/>
              <a:gd name="connsiteY93" fmla="*/ 1318519 h 1986707"/>
              <a:gd name="connsiteX94" fmla="*/ 288890 w 583042"/>
              <a:gd name="connsiteY94" fmla="*/ 1262132 h 1986707"/>
              <a:gd name="connsiteX95" fmla="*/ 281841 w 583042"/>
              <a:gd name="connsiteY95" fmla="*/ 1146538 h 1986707"/>
              <a:gd name="connsiteX96" fmla="*/ 334469 w 583042"/>
              <a:gd name="connsiteY96" fmla="*/ 1189299 h 1986707"/>
              <a:gd name="connsiteX97" fmla="*/ 375350 w 583042"/>
              <a:gd name="connsiteY97" fmla="*/ 1288916 h 1986707"/>
              <a:gd name="connsiteX98" fmla="*/ 401664 w 583042"/>
              <a:gd name="connsiteY98" fmla="*/ 1160165 h 1986707"/>
              <a:gd name="connsiteX99" fmla="*/ 321782 w 583042"/>
              <a:gd name="connsiteY99" fmla="*/ 1111766 h 1986707"/>
              <a:gd name="connsiteX100" fmla="*/ 304866 w 583042"/>
              <a:gd name="connsiteY100" fmla="*/ 1000402 h 1986707"/>
              <a:gd name="connsiteX101" fmla="*/ 357964 w 583042"/>
              <a:gd name="connsiteY101" fmla="*/ 1038463 h 1986707"/>
              <a:gd name="connsiteX102" fmla="*/ 405893 w 583042"/>
              <a:gd name="connsiteY102" fmla="*/ 1129622 h 1986707"/>
              <a:gd name="connsiteX103" fmla="*/ 414821 w 583042"/>
              <a:gd name="connsiteY103" fmla="*/ 1057259 h 1986707"/>
              <a:gd name="connsiteX104" fmla="*/ 419990 w 583042"/>
              <a:gd name="connsiteY104" fmla="*/ 993823 h 1986707"/>
              <a:gd name="connsiteX105" fmla="*/ 345277 w 583042"/>
              <a:gd name="connsiteY105" fmla="*/ 959521 h 1986707"/>
              <a:gd name="connsiteX106" fmla="*/ 315204 w 583042"/>
              <a:gd name="connsiteY106" fmla="*/ 857084 h 1986707"/>
              <a:gd name="connsiteX107" fmla="*/ 370181 w 583042"/>
              <a:gd name="connsiteY107" fmla="*/ 886218 h 1986707"/>
              <a:gd name="connsiteX108" fmla="*/ 421869 w 583042"/>
              <a:gd name="connsiteY108" fmla="*/ 948713 h 1986707"/>
              <a:gd name="connsiteX109" fmla="*/ 421869 w 583042"/>
              <a:gd name="connsiteY109" fmla="*/ 841578 h 1986707"/>
              <a:gd name="connsiteX110" fmla="*/ 342458 w 583042"/>
              <a:gd name="connsiteY110" fmla="*/ 813854 h 1986707"/>
              <a:gd name="connsiteX111" fmla="*/ 303456 w 583042"/>
              <a:gd name="connsiteY111" fmla="*/ 714707 h 1986707"/>
              <a:gd name="connsiteX112" fmla="*/ 360783 w 583042"/>
              <a:gd name="connsiteY112" fmla="*/ 738671 h 1986707"/>
              <a:gd name="connsiteX113" fmla="*/ 419990 w 583042"/>
              <a:gd name="connsiteY113" fmla="*/ 801637 h 1986707"/>
              <a:gd name="connsiteX114" fmla="*/ 409182 w 583042"/>
              <a:gd name="connsiteY114" fmla="*/ 687923 h 1986707"/>
              <a:gd name="connsiteX115" fmla="*/ 329770 w 583042"/>
              <a:gd name="connsiteY115" fmla="*/ 666778 h 1986707"/>
              <a:gd name="connsiteX116" fmla="*/ 285600 w 583042"/>
              <a:gd name="connsiteY116" fmla="*/ 573269 h 1986707"/>
              <a:gd name="connsiteX117" fmla="*/ 342458 w 583042"/>
              <a:gd name="connsiteY117" fmla="*/ 592535 h 1986707"/>
              <a:gd name="connsiteX118" fmla="*/ 403073 w 583042"/>
              <a:gd name="connsiteY118" fmla="*/ 647512 h 1986707"/>
              <a:gd name="connsiteX119" fmla="*/ 382868 w 583042"/>
              <a:gd name="connsiteY119" fmla="*/ 543196 h 1986707"/>
              <a:gd name="connsiteX120" fmla="*/ 312854 w 583042"/>
              <a:gd name="connsiteY120" fmla="*/ 537087 h 1986707"/>
              <a:gd name="connsiteX121" fmla="*/ 253178 w 583042"/>
              <a:gd name="connsiteY121" fmla="*/ 459555 h 1986707"/>
              <a:gd name="connsiteX122" fmla="*/ 310035 w 583042"/>
              <a:gd name="connsiteY122" fmla="*/ 466134 h 1986707"/>
              <a:gd name="connsiteX123" fmla="*/ 372530 w 583042"/>
              <a:gd name="connsiteY123" fmla="*/ 499496 h 1986707"/>
              <a:gd name="connsiteX124" fmla="*/ 349036 w 583042"/>
              <a:gd name="connsiteY124" fmla="*/ 418205 h 1986707"/>
              <a:gd name="connsiteX125" fmla="*/ 289360 w 583042"/>
              <a:gd name="connsiteY125" fmla="*/ 411626 h 1986707"/>
              <a:gd name="connsiteX126" fmla="*/ 232972 w 583042"/>
              <a:gd name="connsiteY126" fmla="*/ 339263 h 1986707"/>
              <a:gd name="connsiteX127" fmla="*/ 286070 w 583042"/>
              <a:gd name="connsiteY127" fmla="*/ 344901 h 1986707"/>
              <a:gd name="connsiteX128" fmla="*/ 329300 w 583042"/>
              <a:gd name="connsiteY128" fmla="*/ 362287 h 1986707"/>
              <a:gd name="connsiteX129" fmla="*/ 292649 w 583042"/>
              <a:gd name="connsiteY129" fmla="*/ 274417 h 1986707"/>
              <a:gd name="connsiteX130" fmla="*/ 230623 w 583042"/>
              <a:gd name="connsiteY130" fmla="*/ 280056 h 1986707"/>
              <a:gd name="connsiteX131" fmla="*/ 166248 w 583042"/>
              <a:gd name="connsiteY131" fmla="*/ 221319 h 1986707"/>
              <a:gd name="connsiteX132" fmla="*/ 216996 w 583042"/>
              <a:gd name="connsiteY132" fmla="*/ 218500 h 1986707"/>
              <a:gd name="connsiteX133" fmla="*/ 273853 w 583042"/>
              <a:gd name="connsiteY133" fmla="*/ 235886 h 1986707"/>
              <a:gd name="connsiteX134" fmla="*/ 223105 w 583042"/>
              <a:gd name="connsiteY134" fmla="*/ 147546 h 1986707"/>
              <a:gd name="connsiteX135" fmla="*/ 168597 w 583042"/>
              <a:gd name="connsiteY135" fmla="*/ 153655 h 1986707"/>
              <a:gd name="connsiteX136" fmla="*/ 115499 w 583042"/>
              <a:gd name="connsiteY136" fmla="*/ 105256 h 1986707"/>
              <a:gd name="connsiteX137" fmla="*/ 157320 w 583042"/>
              <a:gd name="connsiteY137" fmla="*/ 102907 h 1986707"/>
              <a:gd name="connsiteX138" fmla="*/ 201020 w 583042"/>
              <a:gd name="connsiteY138" fmla="*/ 114654 h 1986707"/>
              <a:gd name="connsiteX139" fmla="*/ 185513 w 583042"/>
              <a:gd name="connsiteY139" fmla="*/ 93509 h 1986707"/>
              <a:gd name="connsiteX140" fmla="*/ 185513 w 583042"/>
              <a:gd name="connsiteY140" fmla="*/ 92569 h 1986707"/>
              <a:gd name="connsiteX141" fmla="*/ 111271 w 583042"/>
              <a:gd name="connsiteY141" fmla="*/ 42760 h 1986707"/>
              <a:gd name="connsiteX142" fmla="*/ 92005 w 583042"/>
              <a:gd name="connsiteY142" fmla="*/ 0 h 19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83042" h="1986707">
                <a:moveTo>
                  <a:pt x="200080" y="1448679"/>
                </a:moveTo>
                <a:cubicBezTo>
                  <a:pt x="200080" y="1448679"/>
                  <a:pt x="200080" y="1448679"/>
                  <a:pt x="239551" y="1509296"/>
                </a:cubicBezTo>
                <a:cubicBezTo>
                  <a:pt x="278552" y="1569912"/>
                  <a:pt x="247539" y="1640866"/>
                  <a:pt x="238611" y="1652613"/>
                </a:cubicBezTo>
                <a:cubicBezTo>
                  <a:pt x="238611" y="1652613"/>
                  <a:pt x="186453" y="1624889"/>
                  <a:pt x="172826" y="1569442"/>
                </a:cubicBezTo>
                <a:cubicBezTo>
                  <a:pt x="158730" y="1513995"/>
                  <a:pt x="200080" y="1448679"/>
                  <a:pt x="200080" y="1448679"/>
                </a:cubicBezTo>
                <a:close/>
                <a:moveTo>
                  <a:pt x="467919" y="376854"/>
                </a:moveTo>
                <a:cubicBezTo>
                  <a:pt x="467919" y="376854"/>
                  <a:pt x="487654" y="434651"/>
                  <a:pt x="466979" y="475062"/>
                </a:cubicBezTo>
                <a:cubicBezTo>
                  <a:pt x="446304" y="515472"/>
                  <a:pt x="400724" y="527220"/>
                  <a:pt x="401194" y="527220"/>
                </a:cubicBezTo>
                <a:cubicBezTo>
                  <a:pt x="396495" y="516412"/>
                  <a:pt x="385218" y="455796"/>
                  <a:pt x="426568" y="416325"/>
                </a:cubicBezTo>
                <a:cubicBezTo>
                  <a:pt x="467919" y="376854"/>
                  <a:pt x="467919" y="376854"/>
                  <a:pt x="467919" y="376854"/>
                </a:cubicBezTo>
                <a:close/>
                <a:moveTo>
                  <a:pt x="92005" y="0"/>
                </a:moveTo>
                <a:cubicBezTo>
                  <a:pt x="92005" y="0"/>
                  <a:pt x="141814" y="0"/>
                  <a:pt x="168127" y="27724"/>
                </a:cubicBezTo>
                <a:cubicBezTo>
                  <a:pt x="184104" y="44640"/>
                  <a:pt x="188803" y="66255"/>
                  <a:pt x="190212" y="79882"/>
                </a:cubicBezTo>
                <a:cubicBezTo>
                  <a:pt x="200080" y="92569"/>
                  <a:pt x="209948" y="105256"/>
                  <a:pt x="219346" y="118883"/>
                </a:cubicBezTo>
                <a:cubicBezTo>
                  <a:pt x="216056" y="101967"/>
                  <a:pt x="215587" y="78002"/>
                  <a:pt x="230623" y="57327"/>
                </a:cubicBezTo>
                <a:cubicBezTo>
                  <a:pt x="255057" y="23025"/>
                  <a:pt x="255057" y="23025"/>
                  <a:pt x="255057" y="23025"/>
                </a:cubicBezTo>
                <a:cubicBezTo>
                  <a:pt x="255057" y="23025"/>
                  <a:pt x="277142" y="62026"/>
                  <a:pt x="267745" y="93979"/>
                </a:cubicBezTo>
                <a:cubicBezTo>
                  <a:pt x="260226" y="117943"/>
                  <a:pt x="241431" y="132040"/>
                  <a:pt x="232033" y="137679"/>
                </a:cubicBezTo>
                <a:cubicBezTo>
                  <a:pt x="253648" y="169631"/>
                  <a:pt x="273853" y="204403"/>
                  <a:pt x="292649" y="241525"/>
                </a:cubicBezTo>
                <a:cubicBezTo>
                  <a:pt x="286540" y="221319"/>
                  <a:pt x="283721" y="191246"/>
                  <a:pt x="301107" y="163993"/>
                </a:cubicBezTo>
                <a:cubicBezTo>
                  <a:pt x="328361" y="121232"/>
                  <a:pt x="328361" y="121232"/>
                  <a:pt x="328361" y="121232"/>
                </a:cubicBezTo>
                <a:cubicBezTo>
                  <a:pt x="328361" y="121232"/>
                  <a:pt x="357964" y="166342"/>
                  <a:pt x="348566" y="205813"/>
                </a:cubicBezTo>
                <a:cubicBezTo>
                  <a:pt x="340108" y="241055"/>
                  <a:pt x="309565" y="260790"/>
                  <a:pt x="303926" y="264080"/>
                </a:cubicBezTo>
                <a:cubicBezTo>
                  <a:pt x="318493" y="294623"/>
                  <a:pt x="332120" y="326575"/>
                  <a:pt x="344807" y="359938"/>
                </a:cubicBezTo>
                <a:cubicBezTo>
                  <a:pt x="343867" y="341142"/>
                  <a:pt x="347156" y="318587"/>
                  <a:pt x="361723" y="298852"/>
                </a:cubicBezTo>
                <a:cubicBezTo>
                  <a:pt x="393206" y="255622"/>
                  <a:pt x="393206" y="255622"/>
                  <a:pt x="393206" y="255622"/>
                </a:cubicBezTo>
                <a:cubicBezTo>
                  <a:pt x="393206" y="255622"/>
                  <a:pt x="420929" y="305430"/>
                  <a:pt x="408712" y="346311"/>
                </a:cubicBezTo>
                <a:cubicBezTo>
                  <a:pt x="399784" y="376384"/>
                  <a:pt x="374880" y="394710"/>
                  <a:pt x="363133" y="401758"/>
                </a:cubicBezTo>
                <a:cubicBezTo>
                  <a:pt x="365952" y="406927"/>
                  <a:pt x="367832" y="411156"/>
                  <a:pt x="368302" y="413506"/>
                </a:cubicBezTo>
                <a:cubicBezTo>
                  <a:pt x="368302" y="413506"/>
                  <a:pt x="366892" y="413976"/>
                  <a:pt x="364542" y="414915"/>
                </a:cubicBezTo>
                <a:cubicBezTo>
                  <a:pt x="387567" y="483050"/>
                  <a:pt x="405893" y="555413"/>
                  <a:pt x="419050" y="630596"/>
                </a:cubicBezTo>
                <a:cubicBezTo>
                  <a:pt x="425628" y="607571"/>
                  <a:pt x="439725" y="580787"/>
                  <a:pt x="468858" y="564341"/>
                </a:cubicBezTo>
                <a:cubicBezTo>
                  <a:pt x="521486" y="534738"/>
                  <a:pt x="521486" y="534738"/>
                  <a:pt x="521486" y="534738"/>
                </a:cubicBezTo>
                <a:cubicBezTo>
                  <a:pt x="521486" y="534738"/>
                  <a:pt x="526185" y="599113"/>
                  <a:pt x="494702" y="634825"/>
                </a:cubicBezTo>
                <a:cubicBezTo>
                  <a:pt x="472617" y="659729"/>
                  <a:pt x="441605" y="667248"/>
                  <a:pt x="425158" y="669597"/>
                </a:cubicBezTo>
                <a:cubicBezTo>
                  <a:pt x="431737" y="715177"/>
                  <a:pt x="436906" y="761696"/>
                  <a:pt x="439725" y="809155"/>
                </a:cubicBezTo>
                <a:cubicBezTo>
                  <a:pt x="446773" y="784251"/>
                  <a:pt x="464630" y="747130"/>
                  <a:pt x="504100" y="730213"/>
                </a:cubicBezTo>
                <a:cubicBezTo>
                  <a:pt x="560957" y="705779"/>
                  <a:pt x="560957" y="705779"/>
                  <a:pt x="560957" y="705779"/>
                </a:cubicBezTo>
                <a:cubicBezTo>
                  <a:pt x="560957" y="705779"/>
                  <a:pt x="559548" y="771564"/>
                  <a:pt x="522896" y="804926"/>
                </a:cubicBezTo>
                <a:cubicBezTo>
                  <a:pt x="493293" y="831710"/>
                  <a:pt x="454762" y="833590"/>
                  <a:pt x="441135" y="833120"/>
                </a:cubicBezTo>
                <a:cubicBezTo>
                  <a:pt x="443014" y="877290"/>
                  <a:pt x="443484" y="921930"/>
                  <a:pt x="441605" y="966569"/>
                </a:cubicBezTo>
                <a:cubicBezTo>
                  <a:pt x="453822" y="943075"/>
                  <a:pt x="478726" y="909712"/>
                  <a:pt x="521486" y="900784"/>
                </a:cubicBezTo>
                <a:cubicBezTo>
                  <a:pt x="583042" y="888097"/>
                  <a:pt x="583042" y="888097"/>
                  <a:pt x="583042" y="888097"/>
                </a:cubicBezTo>
                <a:cubicBezTo>
                  <a:pt x="583042" y="888097"/>
                  <a:pt x="568006" y="953412"/>
                  <a:pt x="525245" y="979257"/>
                </a:cubicBezTo>
                <a:cubicBezTo>
                  <a:pt x="492353" y="998992"/>
                  <a:pt x="455701" y="994763"/>
                  <a:pt x="440665" y="991474"/>
                </a:cubicBezTo>
                <a:cubicBezTo>
                  <a:pt x="439725" y="1009800"/>
                  <a:pt x="438315" y="1027655"/>
                  <a:pt x="436906" y="1045981"/>
                </a:cubicBezTo>
                <a:cubicBezTo>
                  <a:pt x="435026" y="1071356"/>
                  <a:pt x="432207" y="1096730"/>
                  <a:pt x="428448" y="1122104"/>
                </a:cubicBezTo>
                <a:cubicBezTo>
                  <a:pt x="440665" y="1097670"/>
                  <a:pt x="463220" y="1069006"/>
                  <a:pt x="500811" y="1057729"/>
                </a:cubicBezTo>
                <a:cubicBezTo>
                  <a:pt x="563777" y="1038933"/>
                  <a:pt x="563777" y="1038933"/>
                  <a:pt x="563777" y="1038933"/>
                </a:cubicBezTo>
                <a:cubicBezTo>
                  <a:pt x="563777" y="1038933"/>
                  <a:pt x="553909" y="1108007"/>
                  <a:pt x="511619" y="1138550"/>
                </a:cubicBezTo>
                <a:cubicBezTo>
                  <a:pt x="478256" y="1162515"/>
                  <a:pt x="438315" y="1160165"/>
                  <a:pt x="423279" y="1158286"/>
                </a:cubicBezTo>
                <a:cubicBezTo>
                  <a:pt x="417170" y="1196347"/>
                  <a:pt x="409652" y="1234408"/>
                  <a:pt x="401194" y="1271530"/>
                </a:cubicBezTo>
                <a:cubicBezTo>
                  <a:pt x="418580" y="1251794"/>
                  <a:pt x="444894" y="1232059"/>
                  <a:pt x="480606" y="1228770"/>
                </a:cubicBezTo>
                <a:cubicBezTo>
                  <a:pt x="547800" y="1222191"/>
                  <a:pt x="547800" y="1222191"/>
                  <a:pt x="547800" y="1222191"/>
                </a:cubicBezTo>
                <a:cubicBezTo>
                  <a:pt x="547800" y="1222191"/>
                  <a:pt x="524306" y="1289856"/>
                  <a:pt x="475437" y="1312410"/>
                </a:cubicBezTo>
                <a:cubicBezTo>
                  <a:pt x="442545" y="1327447"/>
                  <a:pt x="408712" y="1322278"/>
                  <a:pt x="390386" y="1317109"/>
                </a:cubicBezTo>
                <a:cubicBezTo>
                  <a:pt x="379109" y="1361279"/>
                  <a:pt x="365952" y="1404509"/>
                  <a:pt x="351855" y="1446800"/>
                </a:cubicBezTo>
                <a:cubicBezTo>
                  <a:pt x="371121" y="1424715"/>
                  <a:pt x="401194" y="1401690"/>
                  <a:pt x="443014" y="1396051"/>
                </a:cubicBezTo>
                <a:cubicBezTo>
                  <a:pt x="519607" y="1385244"/>
                  <a:pt x="519607" y="1385244"/>
                  <a:pt x="519607" y="1385244"/>
                </a:cubicBezTo>
                <a:cubicBezTo>
                  <a:pt x="519607" y="1385244"/>
                  <a:pt x="494233" y="1456668"/>
                  <a:pt x="439255" y="1482512"/>
                </a:cubicBezTo>
                <a:cubicBezTo>
                  <a:pt x="397905" y="1501777"/>
                  <a:pt x="355144" y="1495669"/>
                  <a:pt x="335879" y="1491440"/>
                </a:cubicBezTo>
                <a:cubicBezTo>
                  <a:pt x="320842" y="1531850"/>
                  <a:pt x="304396" y="1571791"/>
                  <a:pt x="287010" y="1609853"/>
                </a:cubicBezTo>
                <a:cubicBezTo>
                  <a:pt x="310975" y="1593406"/>
                  <a:pt x="345277" y="1579310"/>
                  <a:pt x="385218" y="1586828"/>
                </a:cubicBezTo>
                <a:cubicBezTo>
                  <a:pt x="456171" y="1600455"/>
                  <a:pt x="456171" y="1600455"/>
                  <a:pt x="456171" y="1600455"/>
                </a:cubicBezTo>
                <a:cubicBezTo>
                  <a:pt x="456171" y="1600455"/>
                  <a:pt x="411531" y="1662951"/>
                  <a:pt x="354675" y="1671409"/>
                </a:cubicBezTo>
                <a:cubicBezTo>
                  <a:pt x="317083" y="1677047"/>
                  <a:pt x="284661" y="1662011"/>
                  <a:pt x="266805" y="1651673"/>
                </a:cubicBezTo>
                <a:cubicBezTo>
                  <a:pt x="244250" y="1696313"/>
                  <a:pt x="220286" y="1738603"/>
                  <a:pt x="195381" y="1778544"/>
                </a:cubicBezTo>
                <a:cubicBezTo>
                  <a:pt x="220286" y="1762098"/>
                  <a:pt x="268684" y="1741423"/>
                  <a:pt x="319433" y="1760688"/>
                </a:cubicBezTo>
                <a:cubicBezTo>
                  <a:pt x="386627" y="1786532"/>
                  <a:pt x="386627" y="1786532"/>
                  <a:pt x="386627" y="1786532"/>
                </a:cubicBezTo>
                <a:cubicBezTo>
                  <a:pt x="386627" y="1786532"/>
                  <a:pt x="331650" y="1840570"/>
                  <a:pt x="274323" y="1838690"/>
                </a:cubicBezTo>
                <a:cubicBezTo>
                  <a:pt x="228744" y="1837751"/>
                  <a:pt x="195381" y="1808617"/>
                  <a:pt x="183634" y="1796870"/>
                </a:cubicBezTo>
                <a:cubicBezTo>
                  <a:pt x="164838" y="1825533"/>
                  <a:pt x="145573" y="1852317"/>
                  <a:pt x="125367" y="1877692"/>
                </a:cubicBezTo>
                <a:cubicBezTo>
                  <a:pt x="150272" y="1872993"/>
                  <a:pt x="178465" y="1873463"/>
                  <a:pt x="207128" y="1886619"/>
                </a:cubicBezTo>
                <a:cubicBezTo>
                  <a:pt x="276673" y="1918572"/>
                  <a:pt x="276673" y="1918572"/>
                  <a:pt x="276673" y="1918572"/>
                </a:cubicBezTo>
                <a:cubicBezTo>
                  <a:pt x="276673" y="1918572"/>
                  <a:pt x="214177" y="1971670"/>
                  <a:pt x="153561" y="1965561"/>
                </a:cubicBezTo>
                <a:cubicBezTo>
                  <a:pt x="120668" y="1962742"/>
                  <a:pt x="95294" y="1946296"/>
                  <a:pt x="78378" y="1932199"/>
                </a:cubicBezTo>
                <a:cubicBezTo>
                  <a:pt x="60052" y="1951935"/>
                  <a:pt x="41257" y="1970260"/>
                  <a:pt x="22461" y="1986707"/>
                </a:cubicBezTo>
                <a:lnTo>
                  <a:pt x="1786" y="1966501"/>
                </a:lnTo>
                <a:cubicBezTo>
                  <a:pt x="20111" y="1951465"/>
                  <a:pt x="37497" y="1934549"/>
                  <a:pt x="54884" y="1916693"/>
                </a:cubicBezTo>
                <a:cubicBezTo>
                  <a:pt x="40787" y="1905415"/>
                  <a:pt x="6954" y="1873463"/>
                  <a:pt x="846" y="1826943"/>
                </a:cubicBezTo>
                <a:cubicBezTo>
                  <a:pt x="-7142" y="1766327"/>
                  <a:pt x="44076" y="1702421"/>
                  <a:pt x="44076" y="1702421"/>
                </a:cubicBezTo>
                <a:cubicBezTo>
                  <a:pt x="44076" y="1702421"/>
                  <a:pt x="44076" y="1702421"/>
                  <a:pt x="78378" y="1771026"/>
                </a:cubicBezTo>
                <a:cubicBezTo>
                  <a:pt x="101403" y="1816605"/>
                  <a:pt x="90595" y="1863595"/>
                  <a:pt x="77908" y="1893198"/>
                </a:cubicBezTo>
                <a:cubicBezTo>
                  <a:pt x="104222" y="1863125"/>
                  <a:pt x="130066" y="1830232"/>
                  <a:pt x="154501" y="1794990"/>
                </a:cubicBezTo>
                <a:cubicBezTo>
                  <a:pt x="138054" y="1783713"/>
                  <a:pt x="108921" y="1758809"/>
                  <a:pt x="98583" y="1719808"/>
                </a:cubicBezTo>
                <a:cubicBezTo>
                  <a:pt x="84017" y="1664360"/>
                  <a:pt x="123958" y="1598575"/>
                  <a:pt x="123958" y="1598575"/>
                </a:cubicBezTo>
                <a:cubicBezTo>
                  <a:pt x="123958" y="1598575"/>
                  <a:pt x="123958" y="1598575"/>
                  <a:pt x="164368" y="1658252"/>
                </a:cubicBezTo>
                <a:cubicBezTo>
                  <a:pt x="185983" y="1689734"/>
                  <a:pt x="187393" y="1724037"/>
                  <a:pt x="183164" y="1751760"/>
                </a:cubicBezTo>
                <a:cubicBezTo>
                  <a:pt x="232033" y="1674698"/>
                  <a:pt x="274793" y="1587768"/>
                  <a:pt x="310505" y="1494729"/>
                </a:cubicBezTo>
                <a:cubicBezTo>
                  <a:pt x="294998" y="1487681"/>
                  <a:pt x="253178" y="1466065"/>
                  <a:pt x="235792" y="1424245"/>
                </a:cubicBezTo>
                <a:cubicBezTo>
                  <a:pt x="214177" y="1372557"/>
                  <a:pt x="249889" y="1305832"/>
                  <a:pt x="249889" y="1305832"/>
                </a:cubicBezTo>
                <a:cubicBezTo>
                  <a:pt x="249889" y="1305832"/>
                  <a:pt x="249889" y="1305832"/>
                  <a:pt x="299227" y="1359400"/>
                </a:cubicBezTo>
                <a:cubicBezTo>
                  <a:pt x="323662" y="1385714"/>
                  <a:pt x="329770" y="1416727"/>
                  <a:pt x="329300" y="1442571"/>
                </a:cubicBezTo>
                <a:cubicBezTo>
                  <a:pt x="343397" y="1402160"/>
                  <a:pt x="355614" y="1360810"/>
                  <a:pt x="366892" y="1318519"/>
                </a:cubicBezTo>
                <a:cubicBezTo>
                  <a:pt x="354675" y="1315230"/>
                  <a:pt x="311915" y="1301603"/>
                  <a:pt x="288890" y="1262132"/>
                </a:cubicBezTo>
                <a:cubicBezTo>
                  <a:pt x="262106" y="1215613"/>
                  <a:pt x="281841" y="1146538"/>
                  <a:pt x="281841" y="1146538"/>
                </a:cubicBezTo>
                <a:cubicBezTo>
                  <a:pt x="281841" y="1146538"/>
                  <a:pt x="281841" y="1146538"/>
                  <a:pt x="334469" y="1189299"/>
                </a:cubicBezTo>
                <a:cubicBezTo>
                  <a:pt x="368302" y="1218432"/>
                  <a:pt x="375820" y="1260252"/>
                  <a:pt x="375350" y="1288916"/>
                </a:cubicBezTo>
                <a:cubicBezTo>
                  <a:pt x="385687" y="1246625"/>
                  <a:pt x="394615" y="1203395"/>
                  <a:pt x="401664" y="1160165"/>
                </a:cubicBezTo>
                <a:cubicBezTo>
                  <a:pt x="389447" y="1157816"/>
                  <a:pt x="347156" y="1147948"/>
                  <a:pt x="321782" y="1111766"/>
                </a:cubicBezTo>
                <a:cubicBezTo>
                  <a:pt x="291709" y="1069006"/>
                  <a:pt x="304866" y="1000402"/>
                  <a:pt x="304866" y="1000402"/>
                </a:cubicBezTo>
                <a:cubicBezTo>
                  <a:pt x="304866" y="1000402"/>
                  <a:pt x="304866" y="1000402"/>
                  <a:pt x="357964" y="1038463"/>
                </a:cubicBezTo>
                <a:cubicBezTo>
                  <a:pt x="392736" y="1063367"/>
                  <a:pt x="403544" y="1102368"/>
                  <a:pt x="405893" y="1129622"/>
                </a:cubicBezTo>
                <a:cubicBezTo>
                  <a:pt x="409182" y="1105658"/>
                  <a:pt x="412471" y="1081693"/>
                  <a:pt x="414821" y="1057259"/>
                </a:cubicBezTo>
                <a:cubicBezTo>
                  <a:pt x="417170" y="1036114"/>
                  <a:pt x="418580" y="1014968"/>
                  <a:pt x="419990" y="993823"/>
                </a:cubicBezTo>
                <a:cubicBezTo>
                  <a:pt x="403544" y="992414"/>
                  <a:pt x="369711" y="985835"/>
                  <a:pt x="345277" y="959521"/>
                </a:cubicBezTo>
                <a:cubicBezTo>
                  <a:pt x="311445" y="923339"/>
                  <a:pt x="315204" y="857084"/>
                  <a:pt x="315204" y="857084"/>
                </a:cubicBezTo>
                <a:cubicBezTo>
                  <a:pt x="315204" y="857084"/>
                  <a:pt x="315204" y="857084"/>
                  <a:pt x="370181" y="886218"/>
                </a:cubicBezTo>
                <a:cubicBezTo>
                  <a:pt x="398375" y="901254"/>
                  <a:pt x="413881" y="926159"/>
                  <a:pt x="421869" y="948713"/>
                </a:cubicBezTo>
                <a:cubicBezTo>
                  <a:pt x="423279" y="912532"/>
                  <a:pt x="423279" y="876820"/>
                  <a:pt x="421869" y="841578"/>
                </a:cubicBezTo>
                <a:cubicBezTo>
                  <a:pt x="406363" y="841578"/>
                  <a:pt x="370651" y="839229"/>
                  <a:pt x="342458" y="813854"/>
                </a:cubicBezTo>
                <a:cubicBezTo>
                  <a:pt x="305806" y="780962"/>
                  <a:pt x="303456" y="714707"/>
                  <a:pt x="303456" y="714707"/>
                </a:cubicBezTo>
                <a:cubicBezTo>
                  <a:pt x="303456" y="714707"/>
                  <a:pt x="303456" y="714707"/>
                  <a:pt x="360783" y="738671"/>
                </a:cubicBezTo>
                <a:cubicBezTo>
                  <a:pt x="392736" y="752298"/>
                  <a:pt x="410592" y="778612"/>
                  <a:pt x="419990" y="801637"/>
                </a:cubicBezTo>
                <a:cubicBezTo>
                  <a:pt x="417640" y="763106"/>
                  <a:pt x="413881" y="725045"/>
                  <a:pt x="409182" y="687923"/>
                </a:cubicBezTo>
                <a:cubicBezTo>
                  <a:pt x="394146" y="689333"/>
                  <a:pt x="358904" y="689333"/>
                  <a:pt x="329770" y="666778"/>
                </a:cubicBezTo>
                <a:cubicBezTo>
                  <a:pt x="292179" y="637175"/>
                  <a:pt x="285600" y="573269"/>
                  <a:pt x="285600" y="573269"/>
                </a:cubicBezTo>
                <a:cubicBezTo>
                  <a:pt x="285600" y="573269"/>
                  <a:pt x="285600" y="573269"/>
                  <a:pt x="342458" y="592535"/>
                </a:cubicBezTo>
                <a:cubicBezTo>
                  <a:pt x="373001" y="602872"/>
                  <a:pt x="392266" y="626367"/>
                  <a:pt x="403073" y="647512"/>
                </a:cubicBezTo>
                <a:cubicBezTo>
                  <a:pt x="397435" y="612270"/>
                  <a:pt x="390386" y="577028"/>
                  <a:pt x="382868" y="543196"/>
                </a:cubicBezTo>
                <a:cubicBezTo>
                  <a:pt x="366892" y="546955"/>
                  <a:pt x="339638" y="549775"/>
                  <a:pt x="312854" y="537087"/>
                </a:cubicBezTo>
                <a:cubicBezTo>
                  <a:pt x="271974" y="517352"/>
                  <a:pt x="253178" y="459555"/>
                  <a:pt x="253178" y="459555"/>
                </a:cubicBezTo>
                <a:cubicBezTo>
                  <a:pt x="253178" y="459555"/>
                  <a:pt x="253178" y="459555"/>
                  <a:pt x="310035" y="466134"/>
                </a:cubicBezTo>
                <a:cubicBezTo>
                  <a:pt x="337759" y="469423"/>
                  <a:pt x="358434" y="483990"/>
                  <a:pt x="372530" y="499496"/>
                </a:cubicBezTo>
                <a:cubicBezTo>
                  <a:pt x="365482" y="471772"/>
                  <a:pt x="357494" y="444519"/>
                  <a:pt x="349036" y="418205"/>
                </a:cubicBezTo>
                <a:cubicBezTo>
                  <a:pt x="333529" y="421024"/>
                  <a:pt x="310975" y="421964"/>
                  <a:pt x="289360" y="411626"/>
                </a:cubicBezTo>
                <a:cubicBezTo>
                  <a:pt x="250829" y="393300"/>
                  <a:pt x="232972" y="339263"/>
                  <a:pt x="232972" y="339263"/>
                </a:cubicBezTo>
                <a:cubicBezTo>
                  <a:pt x="232972" y="339263"/>
                  <a:pt x="232972" y="339263"/>
                  <a:pt x="286070" y="344901"/>
                </a:cubicBezTo>
                <a:cubicBezTo>
                  <a:pt x="303456" y="346781"/>
                  <a:pt x="317553" y="353829"/>
                  <a:pt x="329300" y="362287"/>
                </a:cubicBezTo>
                <a:cubicBezTo>
                  <a:pt x="318023" y="331744"/>
                  <a:pt x="305806" y="302611"/>
                  <a:pt x="292649" y="274417"/>
                </a:cubicBezTo>
                <a:cubicBezTo>
                  <a:pt x="279492" y="280526"/>
                  <a:pt x="255528" y="287104"/>
                  <a:pt x="230623" y="280056"/>
                </a:cubicBezTo>
                <a:cubicBezTo>
                  <a:pt x="191622" y="269249"/>
                  <a:pt x="166248" y="221319"/>
                  <a:pt x="166248" y="221319"/>
                </a:cubicBezTo>
                <a:cubicBezTo>
                  <a:pt x="166248" y="221319"/>
                  <a:pt x="166248" y="221319"/>
                  <a:pt x="216996" y="218500"/>
                </a:cubicBezTo>
                <a:cubicBezTo>
                  <a:pt x="240021" y="217090"/>
                  <a:pt x="259287" y="225549"/>
                  <a:pt x="273853" y="235886"/>
                </a:cubicBezTo>
                <a:cubicBezTo>
                  <a:pt x="257877" y="204403"/>
                  <a:pt x="240961" y="175270"/>
                  <a:pt x="223105" y="147546"/>
                </a:cubicBezTo>
                <a:cubicBezTo>
                  <a:pt x="212767" y="152715"/>
                  <a:pt x="191622" y="160233"/>
                  <a:pt x="168597" y="153655"/>
                </a:cubicBezTo>
                <a:cubicBezTo>
                  <a:pt x="136645" y="144727"/>
                  <a:pt x="115499" y="105256"/>
                  <a:pt x="115499" y="105256"/>
                </a:cubicBezTo>
                <a:cubicBezTo>
                  <a:pt x="115499" y="105256"/>
                  <a:pt x="115499" y="105256"/>
                  <a:pt x="157320" y="102907"/>
                </a:cubicBezTo>
                <a:cubicBezTo>
                  <a:pt x="174706" y="101497"/>
                  <a:pt x="189273" y="107136"/>
                  <a:pt x="201020" y="114654"/>
                </a:cubicBezTo>
                <a:cubicBezTo>
                  <a:pt x="195851" y="107605"/>
                  <a:pt x="190682" y="100557"/>
                  <a:pt x="185513" y="93509"/>
                </a:cubicBezTo>
                <a:lnTo>
                  <a:pt x="185513" y="92569"/>
                </a:lnTo>
                <a:cubicBezTo>
                  <a:pt x="170007" y="91629"/>
                  <a:pt x="128657" y="80822"/>
                  <a:pt x="111271" y="42760"/>
                </a:cubicBezTo>
                <a:cubicBezTo>
                  <a:pt x="92005" y="0"/>
                  <a:pt x="92005" y="0"/>
                  <a:pt x="92005" y="0"/>
                </a:cubicBezTo>
                <a:close/>
              </a:path>
            </a:pathLst>
          </a:custGeom>
          <a:solidFill>
            <a:srgbClr val="AAAAA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29" name="フリーフォーム 28">
            <a:extLst>
              <a:ext uri="{FF2B5EF4-FFF2-40B4-BE49-F238E27FC236}">
                <a16:creationId xmlns:a16="http://schemas.microsoft.com/office/drawing/2014/main" id="{F51AE1D8-77C3-215F-57C0-8A5F9927473A}"/>
              </a:ext>
            </a:extLst>
          </p:cNvPr>
          <p:cNvSpPr/>
          <p:nvPr/>
        </p:nvSpPr>
        <p:spPr>
          <a:xfrm>
            <a:off x="4721119" y="5025509"/>
            <a:ext cx="343755" cy="1171339"/>
          </a:xfrm>
          <a:custGeom>
            <a:avLst/>
            <a:gdLst>
              <a:gd name="connsiteX0" fmla="*/ 200080 w 583042"/>
              <a:gd name="connsiteY0" fmla="*/ 1448679 h 1986707"/>
              <a:gd name="connsiteX1" fmla="*/ 239551 w 583042"/>
              <a:gd name="connsiteY1" fmla="*/ 1509296 h 1986707"/>
              <a:gd name="connsiteX2" fmla="*/ 238611 w 583042"/>
              <a:gd name="connsiteY2" fmla="*/ 1652613 h 1986707"/>
              <a:gd name="connsiteX3" fmla="*/ 172826 w 583042"/>
              <a:gd name="connsiteY3" fmla="*/ 1569442 h 1986707"/>
              <a:gd name="connsiteX4" fmla="*/ 200080 w 583042"/>
              <a:gd name="connsiteY4" fmla="*/ 1448679 h 1986707"/>
              <a:gd name="connsiteX5" fmla="*/ 467919 w 583042"/>
              <a:gd name="connsiteY5" fmla="*/ 376854 h 1986707"/>
              <a:gd name="connsiteX6" fmla="*/ 466979 w 583042"/>
              <a:gd name="connsiteY6" fmla="*/ 475062 h 1986707"/>
              <a:gd name="connsiteX7" fmla="*/ 401194 w 583042"/>
              <a:gd name="connsiteY7" fmla="*/ 527220 h 1986707"/>
              <a:gd name="connsiteX8" fmla="*/ 426568 w 583042"/>
              <a:gd name="connsiteY8" fmla="*/ 416325 h 1986707"/>
              <a:gd name="connsiteX9" fmla="*/ 467919 w 583042"/>
              <a:gd name="connsiteY9" fmla="*/ 376854 h 1986707"/>
              <a:gd name="connsiteX10" fmla="*/ 92005 w 583042"/>
              <a:gd name="connsiteY10" fmla="*/ 0 h 1986707"/>
              <a:gd name="connsiteX11" fmla="*/ 168127 w 583042"/>
              <a:gd name="connsiteY11" fmla="*/ 27724 h 1986707"/>
              <a:gd name="connsiteX12" fmla="*/ 190212 w 583042"/>
              <a:gd name="connsiteY12" fmla="*/ 79882 h 1986707"/>
              <a:gd name="connsiteX13" fmla="*/ 219346 w 583042"/>
              <a:gd name="connsiteY13" fmla="*/ 118883 h 1986707"/>
              <a:gd name="connsiteX14" fmla="*/ 230623 w 583042"/>
              <a:gd name="connsiteY14" fmla="*/ 57327 h 1986707"/>
              <a:gd name="connsiteX15" fmla="*/ 255057 w 583042"/>
              <a:gd name="connsiteY15" fmla="*/ 23025 h 1986707"/>
              <a:gd name="connsiteX16" fmla="*/ 267745 w 583042"/>
              <a:gd name="connsiteY16" fmla="*/ 93979 h 1986707"/>
              <a:gd name="connsiteX17" fmla="*/ 232033 w 583042"/>
              <a:gd name="connsiteY17" fmla="*/ 137679 h 1986707"/>
              <a:gd name="connsiteX18" fmla="*/ 292649 w 583042"/>
              <a:gd name="connsiteY18" fmla="*/ 241525 h 1986707"/>
              <a:gd name="connsiteX19" fmla="*/ 301107 w 583042"/>
              <a:gd name="connsiteY19" fmla="*/ 163993 h 1986707"/>
              <a:gd name="connsiteX20" fmla="*/ 328361 w 583042"/>
              <a:gd name="connsiteY20" fmla="*/ 121232 h 1986707"/>
              <a:gd name="connsiteX21" fmla="*/ 348566 w 583042"/>
              <a:gd name="connsiteY21" fmla="*/ 205813 h 1986707"/>
              <a:gd name="connsiteX22" fmla="*/ 303926 w 583042"/>
              <a:gd name="connsiteY22" fmla="*/ 264080 h 1986707"/>
              <a:gd name="connsiteX23" fmla="*/ 344807 w 583042"/>
              <a:gd name="connsiteY23" fmla="*/ 359938 h 1986707"/>
              <a:gd name="connsiteX24" fmla="*/ 361723 w 583042"/>
              <a:gd name="connsiteY24" fmla="*/ 298852 h 1986707"/>
              <a:gd name="connsiteX25" fmla="*/ 393206 w 583042"/>
              <a:gd name="connsiteY25" fmla="*/ 255622 h 1986707"/>
              <a:gd name="connsiteX26" fmla="*/ 408712 w 583042"/>
              <a:gd name="connsiteY26" fmla="*/ 346311 h 1986707"/>
              <a:gd name="connsiteX27" fmla="*/ 363133 w 583042"/>
              <a:gd name="connsiteY27" fmla="*/ 401758 h 1986707"/>
              <a:gd name="connsiteX28" fmla="*/ 368302 w 583042"/>
              <a:gd name="connsiteY28" fmla="*/ 413506 h 1986707"/>
              <a:gd name="connsiteX29" fmla="*/ 364542 w 583042"/>
              <a:gd name="connsiteY29" fmla="*/ 414915 h 1986707"/>
              <a:gd name="connsiteX30" fmla="*/ 419050 w 583042"/>
              <a:gd name="connsiteY30" fmla="*/ 630596 h 1986707"/>
              <a:gd name="connsiteX31" fmla="*/ 468858 w 583042"/>
              <a:gd name="connsiteY31" fmla="*/ 564341 h 1986707"/>
              <a:gd name="connsiteX32" fmla="*/ 521486 w 583042"/>
              <a:gd name="connsiteY32" fmla="*/ 534738 h 1986707"/>
              <a:gd name="connsiteX33" fmla="*/ 494702 w 583042"/>
              <a:gd name="connsiteY33" fmla="*/ 634825 h 1986707"/>
              <a:gd name="connsiteX34" fmla="*/ 425158 w 583042"/>
              <a:gd name="connsiteY34" fmla="*/ 669597 h 1986707"/>
              <a:gd name="connsiteX35" fmla="*/ 439725 w 583042"/>
              <a:gd name="connsiteY35" fmla="*/ 809155 h 1986707"/>
              <a:gd name="connsiteX36" fmla="*/ 504100 w 583042"/>
              <a:gd name="connsiteY36" fmla="*/ 730213 h 1986707"/>
              <a:gd name="connsiteX37" fmla="*/ 560957 w 583042"/>
              <a:gd name="connsiteY37" fmla="*/ 705779 h 1986707"/>
              <a:gd name="connsiteX38" fmla="*/ 522896 w 583042"/>
              <a:gd name="connsiteY38" fmla="*/ 804926 h 1986707"/>
              <a:gd name="connsiteX39" fmla="*/ 441135 w 583042"/>
              <a:gd name="connsiteY39" fmla="*/ 833120 h 1986707"/>
              <a:gd name="connsiteX40" fmla="*/ 441605 w 583042"/>
              <a:gd name="connsiteY40" fmla="*/ 966569 h 1986707"/>
              <a:gd name="connsiteX41" fmla="*/ 521486 w 583042"/>
              <a:gd name="connsiteY41" fmla="*/ 900784 h 1986707"/>
              <a:gd name="connsiteX42" fmla="*/ 583042 w 583042"/>
              <a:gd name="connsiteY42" fmla="*/ 888097 h 1986707"/>
              <a:gd name="connsiteX43" fmla="*/ 525245 w 583042"/>
              <a:gd name="connsiteY43" fmla="*/ 979257 h 1986707"/>
              <a:gd name="connsiteX44" fmla="*/ 440665 w 583042"/>
              <a:gd name="connsiteY44" fmla="*/ 991474 h 1986707"/>
              <a:gd name="connsiteX45" fmla="*/ 436906 w 583042"/>
              <a:gd name="connsiteY45" fmla="*/ 1045981 h 1986707"/>
              <a:gd name="connsiteX46" fmla="*/ 428448 w 583042"/>
              <a:gd name="connsiteY46" fmla="*/ 1122104 h 1986707"/>
              <a:gd name="connsiteX47" fmla="*/ 500811 w 583042"/>
              <a:gd name="connsiteY47" fmla="*/ 1057729 h 1986707"/>
              <a:gd name="connsiteX48" fmla="*/ 563777 w 583042"/>
              <a:gd name="connsiteY48" fmla="*/ 1038933 h 1986707"/>
              <a:gd name="connsiteX49" fmla="*/ 511619 w 583042"/>
              <a:gd name="connsiteY49" fmla="*/ 1138550 h 1986707"/>
              <a:gd name="connsiteX50" fmla="*/ 423279 w 583042"/>
              <a:gd name="connsiteY50" fmla="*/ 1158286 h 1986707"/>
              <a:gd name="connsiteX51" fmla="*/ 401194 w 583042"/>
              <a:gd name="connsiteY51" fmla="*/ 1271530 h 1986707"/>
              <a:gd name="connsiteX52" fmla="*/ 480606 w 583042"/>
              <a:gd name="connsiteY52" fmla="*/ 1228770 h 1986707"/>
              <a:gd name="connsiteX53" fmla="*/ 547800 w 583042"/>
              <a:gd name="connsiteY53" fmla="*/ 1222191 h 1986707"/>
              <a:gd name="connsiteX54" fmla="*/ 475437 w 583042"/>
              <a:gd name="connsiteY54" fmla="*/ 1312410 h 1986707"/>
              <a:gd name="connsiteX55" fmla="*/ 390386 w 583042"/>
              <a:gd name="connsiteY55" fmla="*/ 1317109 h 1986707"/>
              <a:gd name="connsiteX56" fmla="*/ 351855 w 583042"/>
              <a:gd name="connsiteY56" fmla="*/ 1446800 h 1986707"/>
              <a:gd name="connsiteX57" fmla="*/ 443014 w 583042"/>
              <a:gd name="connsiteY57" fmla="*/ 1396051 h 1986707"/>
              <a:gd name="connsiteX58" fmla="*/ 519607 w 583042"/>
              <a:gd name="connsiteY58" fmla="*/ 1385244 h 1986707"/>
              <a:gd name="connsiteX59" fmla="*/ 439255 w 583042"/>
              <a:gd name="connsiteY59" fmla="*/ 1482512 h 1986707"/>
              <a:gd name="connsiteX60" fmla="*/ 335879 w 583042"/>
              <a:gd name="connsiteY60" fmla="*/ 1491440 h 1986707"/>
              <a:gd name="connsiteX61" fmla="*/ 287010 w 583042"/>
              <a:gd name="connsiteY61" fmla="*/ 1609853 h 1986707"/>
              <a:gd name="connsiteX62" fmla="*/ 385218 w 583042"/>
              <a:gd name="connsiteY62" fmla="*/ 1586828 h 1986707"/>
              <a:gd name="connsiteX63" fmla="*/ 456171 w 583042"/>
              <a:gd name="connsiteY63" fmla="*/ 1600455 h 1986707"/>
              <a:gd name="connsiteX64" fmla="*/ 354675 w 583042"/>
              <a:gd name="connsiteY64" fmla="*/ 1671409 h 1986707"/>
              <a:gd name="connsiteX65" fmla="*/ 266805 w 583042"/>
              <a:gd name="connsiteY65" fmla="*/ 1651673 h 1986707"/>
              <a:gd name="connsiteX66" fmla="*/ 195381 w 583042"/>
              <a:gd name="connsiteY66" fmla="*/ 1778544 h 1986707"/>
              <a:gd name="connsiteX67" fmla="*/ 319433 w 583042"/>
              <a:gd name="connsiteY67" fmla="*/ 1760688 h 1986707"/>
              <a:gd name="connsiteX68" fmla="*/ 386627 w 583042"/>
              <a:gd name="connsiteY68" fmla="*/ 1786532 h 1986707"/>
              <a:gd name="connsiteX69" fmla="*/ 274323 w 583042"/>
              <a:gd name="connsiteY69" fmla="*/ 1838690 h 1986707"/>
              <a:gd name="connsiteX70" fmla="*/ 183634 w 583042"/>
              <a:gd name="connsiteY70" fmla="*/ 1796870 h 1986707"/>
              <a:gd name="connsiteX71" fmla="*/ 125367 w 583042"/>
              <a:gd name="connsiteY71" fmla="*/ 1877692 h 1986707"/>
              <a:gd name="connsiteX72" fmla="*/ 207128 w 583042"/>
              <a:gd name="connsiteY72" fmla="*/ 1886619 h 1986707"/>
              <a:gd name="connsiteX73" fmla="*/ 276673 w 583042"/>
              <a:gd name="connsiteY73" fmla="*/ 1918572 h 1986707"/>
              <a:gd name="connsiteX74" fmla="*/ 153561 w 583042"/>
              <a:gd name="connsiteY74" fmla="*/ 1965561 h 1986707"/>
              <a:gd name="connsiteX75" fmla="*/ 78378 w 583042"/>
              <a:gd name="connsiteY75" fmla="*/ 1932199 h 1986707"/>
              <a:gd name="connsiteX76" fmla="*/ 22461 w 583042"/>
              <a:gd name="connsiteY76" fmla="*/ 1986707 h 1986707"/>
              <a:gd name="connsiteX77" fmla="*/ 1786 w 583042"/>
              <a:gd name="connsiteY77" fmla="*/ 1966501 h 1986707"/>
              <a:gd name="connsiteX78" fmla="*/ 54884 w 583042"/>
              <a:gd name="connsiteY78" fmla="*/ 1916693 h 1986707"/>
              <a:gd name="connsiteX79" fmla="*/ 846 w 583042"/>
              <a:gd name="connsiteY79" fmla="*/ 1826943 h 1986707"/>
              <a:gd name="connsiteX80" fmla="*/ 44076 w 583042"/>
              <a:gd name="connsiteY80" fmla="*/ 1702421 h 1986707"/>
              <a:gd name="connsiteX81" fmla="*/ 78378 w 583042"/>
              <a:gd name="connsiteY81" fmla="*/ 1771026 h 1986707"/>
              <a:gd name="connsiteX82" fmla="*/ 77908 w 583042"/>
              <a:gd name="connsiteY82" fmla="*/ 1893198 h 1986707"/>
              <a:gd name="connsiteX83" fmla="*/ 154501 w 583042"/>
              <a:gd name="connsiteY83" fmla="*/ 1794990 h 1986707"/>
              <a:gd name="connsiteX84" fmla="*/ 98583 w 583042"/>
              <a:gd name="connsiteY84" fmla="*/ 1719808 h 1986707"/>
              <a:gd name="connsiteX85" fmla="*/ 123958 w 583042"/>
              <a:gd name="connsiteY85" fmla="*/ 1598575 h 1986707"/>
              <a:gd name="connsiteX86" fmla="*/ 164368 w 583042"/>
              <a:gd name="connsiteY86" fmla="*/ 1658252 h 1986707"/>
              <a:gd name="connsiteX87" fmla="*/ 183164 w 583042"/>
              <a:gd name="connsiteY87" fmla="*/ 1751760 h 1986707"/>
              <a:gd name="connsiteX88" fmla="*/ 310505 w 583042"/>
              <a:gd name="connsiteY88" fmla="*/ 1494729 h 1986707"/>
              <a:gd name="connsiteX89" fmla="*/ 235792 w 583042"/>
              <a:gd name="connsiteY89" fmla="*/ 1424245 h 1986707"/>
              <a:gd name="connsiteX90" fmla="*/ 249889 w 583042"/>
              <a:gd name="connsiteY90" fmla="*/ 1305832 h 1986707"/>
              <a:gd name="connsiteX91" fmla="*/ 299227 w 583042"/>
              <a:gd name="connsiteY91" fmla="*/ 1359400 h 1986707"/>
              <a:gd name="connsiteX92" fmla="*/ 329300 w 583042"/>
              <a:gd name="connsiteY92" fmla="*/ 1442571 h 1986707"/>
              <a:gd name="connsiteX93" fmla="*/ 366892 w 583042"/>
              <a:gd name="connsiteY93" fmla="*/ 1318519 h 1986707"/>
              <a:gd name="connsiteX94" fmla="*/ 288890 w 583042"/>
              <a:gd name="connsiteY94" fmla="*/ 1262132 h 1986707"/>
              <a:gd name="connsiteX95" fmla="*/ 281841 w 583042"/>
              <a:gd name="connsiteY95" fmla="*/ 1146538 h 1986707"/>
              <a:gd name="connsiteX96" fmla="*/ 334469 w 583042"/>
              <a:gd name="connsiteY96" fmla="*/ 1189299 h 1986707"/>
              <a:gd name="connsiteX97" fmla="*/ 375350 w 583042"/>
              <a:gd name="connsiteY97" fmla="*/ 1288916 h 1986707"/>
              <a:gd name="connsiteX98" fmla="*/ 401664 w 583042"/>
              <a:gd name="connsiteY98" fmla="*/ 1160165 h 1986707"/>
              <a:gd name="connsiteX99" fmla="*/ 321782 w 583042"/>
              <a:gd name="connsiteY99" fmla="*/ 1111766 h 1986707"/>
              <a:gd name="connsiteX100" fmla="*/ 304866 w 583042"/>
              <a:gd name="connsiteY100" fmla="*/ 1000402 h 1986707"/>
              <a:gd name="connsiteX101" fmla="*/ 357964 w 583042"/>
              <a:gd name="connsiteY101" fmla="*/ 1038463 h 1986707"/>
              <a:gd name="connsiteX102" fmla="*/ 405893 w 583042"/>
              <a:gd name="connsiteY102" fmla="*/ 1129622 h 1986707"/>
              <a:gd name="connsiteX103" fmla="*/ 414821 w 583042"/>
              <a:gd name="connsiteY103" fmla="*/ 1057259 h 1986707"/>
              <a:gd name="connsiteX104" fmla="*/ 419990 w 583042"/>
              <a:gd name="connsiteY104" fmla="*/ 993823 h 1986707"/>
              <a:gd name="connsiteX105" fmla="*/ 345277 w 583042"/>
              <a:gd name="connsiteY105" fmla="*/ 959521 h 1986707"/>
              <a:gd name="connsiteX106" fmla="*/ 315204 w 583042"/>
              <a:gd name="connsiteY106" fmla="*/ 857084 h 1986707"/>
              <a:gd name="connsiteX107" fmla="*/ 370181 w 583042"/>
              <a:gd name="connsiteY107" fmla="*/ 886218 h 1986707"/>
              <a:gd name="connsiteX108" fmla="*/ 421869 w 583042"/>
              <a:gd name="connsiteY108" fmla="*/ 948713 h 1986707"/>
              <a:gd name="connsiteX109" fmla="*/ 421869 w 583042"/>
              <a:gd name="connsiteY109" fmla="*/ 841578 h 1986707"/>
              <a:gd name="connsiteX110" fmla="*/ 342458 w 583042"/>
              <a:gd name="connsiteY110" fmla="*/ 813854 h 1986707"/>
              <a:gd name="connsiteX111" fmla="*/ 303456 w 583042"/>
              <a:gd name="connsiteY111" fmla="*/ 714707 h 1986707"/>
              <a:gd name="connsiteX112" fmla="*/ 360783 w 583042"/>
              <a:gd name="connsiteY112" fmla="*/ 738671 h 1986707"/>
              <a:gd name="connsiteX113" fmla="*/ 419990 w 583042"/>
              <a:gd name="connsiteY113" fmla="*/ 801637 h 1986707"/>
              <a:gd name="connsiteX114" fmla="*/ 409182 w 583042"/>
              <a:gd name="connsiteY114" fmla="*/ 687923 h 1986707"/>
              <a:gd name="connsiteX115" fmla="*/ 329770 w 583042"/>
              <a:gd name="connsiteY115" fmla="*/ 666778 h 1986707"/>
              <a:gd name="connsiteX116" fmla="*/ 285600 w 583042"/>
              <a:gd name="connsiteY116" fmla="*/ 573269 h 1986707"/>
              <a:gd name="connsiteX117" fmla="*/ 342458 w 583042"/>
              <a:gd name="connsiteY117" fmla="*/ 592535 h 1986707"/>
              <a:gd name="connsiteX118" fmla="*/ 403073 w 583042"/>
              <a:gd name="connsiteY118" fmla="*/ 647512 h 1986707"/>
              <a:gd name="connsiteX119" fmla="*/ 382868 w 583042"/>
              <a:gd name="connsiteY119" fmla="*/ 543196 h 1986707"/>
              <a:gd name="connsiteX120" fmla="*/ 312854 w 583042"/>
              <a:gd name="connsiteY120" fmla="*/ 537087 h 1986707"/>
              <a:gd name="connsiteX121" fmla="*/ 253178 w 583042"/>
              <a:gd name="connsiteY121" fmla="*/ 459555 h 1986707"/>
              <a:gd name="connsiteX122" fmla="*/ 310035 w 583042"/>
              <a:gd name="connsiteY122" fmla="*/ 466134 h 1986707"/>
              <a:gd name="connsiteX123" fmla="*/ 372530 w 583042"/>
              <a:gd name="connsiteY123" fmla="*/ 499496 h 1986707"/>
              <a:gd name="connsiteX124" fmla="*/ 349036 w 583042"/>
              <a:gd name="connsiteY124" fmla="*/ 418205 h 1986707"/>
              <a:gd name="connsiteX125" fmla="*/ 289360 w 583042"/>
              <a:gd name="connsiteY125" fmla="*/ 411626 h 1986707"/>
              <a:gd name="connsiteX126" fmla="*/ 232972 w 583042"/>
              <a:gd name="connsiteY126" fmla="*/ 339263 h 1986707"/>
              <a:gd name="connsiteX127" fmla="*/ 286070 w 583042"/>
              <a:gd name="connsiteY127" fmla="*/ 344901 h 1986707"/>
              <a:gd name="connsiteX128" fmla="*/ 329300 w 583042"/>
              <a:gd name="connsiteY128" fmla="*/ 362287 h 1986707"/>
              <a:gd name="connsiteX129" fmla="*/ 292649 w 583042"/>
              <a:gd name="connsiteY129" fmla="*/ 274417 h 1986707"/>
              <a:gd name="connsiteX130" fmla="*/ 230623 w 583042"/>
              <a:gd name="connsiteY130" fmla="*/ 280056 h 1986707"/>
              <a:gd name="connsiteX131" fmla="*/ 166248 w 583042"/>
              <a:gd name="connsiteY131" fmla="*/ 221319 h 1986707"/>
              <a:gd name="connsiteX132" fmla="*/ 216996 w 583042"/>
              <a:gd name="connsiteY132" fmla="*/ 218500 h 1986707"/>
              <a:gd name="connsiteX133" fmla="*/ 273853 w 583042"/>
              <a:gd name="connsiteY133" fmla="*/ 235886 h 1986707"/>
              <a:gd name="connsiteX134" fmla="*/ 223105 w 583042"/>
              <a:gd name="connsiteY134" fmla="*/ 147546 h 1986707"/>
              <a:gd name="connsiteX135" fmla="*/ 168597 w 583042"/>
              <a:gd name="connsiteY135" fmla="*/ 153655 h 1986707"/>
              <a:gd name="connsiteX136" fmla="*/ 115499 w 583042"/>
              <a:gd name="connsiteY136" fmla="*/ 105256 h 1986707"/>
              <a:gd name="connsiteX137" fmla="*/ 157320 w 583042"/>
              <a:gd name="connsiteY137" fmla="*/ 102907 h 1986707"/>
              <a:gd name="connsiteX138" fmla="*/ 201020 w 583042"/>
              <a:gd name="connsiteY138" fmla="*/ 114654 h 1986707"/>
              <a:gd name="connsiteX139" fmla="*/ 185513 w 583042"/>
              <a:gd name="connsiteY139" fmla="*/ 93509 h 1986707"/>
              <a:gd name="connsiteX140" fmla="*/ 185513 w 583042"/>
              <a:gd name="connsiteY140" fmla="*/ 92569 h 1986707"/>
              <a:gd name="connsiteX141" fmla="*/ 111271 w 583042"/>
              <a:gd name="connsiteY141" fmla="*/ 42760 h 1986707"/>
              <a:gd name="connsiteX142" fmla="*/ 92005 w 583042"/>
              <a:gd name="connsiteY142" fmla="*/ 0 h 19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83042" h="1986707">
                <a:moveTo>
                  <a:pt x="200080" y="1448679"/>
                </a:moveTo>
                <a:cubicBezTo>
                  <a:pt x="200080" y="1448679"/>
                  <a:pt x="200080" y="1448679"/>
                  <a:pt x="239551" y="1509296"/>
                </a:cubicBezTo>
                <a:cubicBezTo>
                  <a:pt x="278552" y="1569912"/>
                  <a:pt x="247539" y="1640866"/>
                  <a:pt x="238611" y="1652613"/>
                </a:cubicBezTo>
                <a:cubicBezTo>
                  <a:pt x="238611" y="1652613"/>
                  <a:pt x="186453" y="1624889"/>
                  <a:pt x="172826" y="1569442"/>
                </a:cubicBezTo>
                <a:cubicBezTo>
                  <a:pt x="158730" y="1513995"/>
                  <a:pt x="200080" y="1448679"/>
                  <a:pt x="200080" y="1448679"/>
                </a:cubicBezTo>
                <a:close/>
                <a:moveTo>
                  <a:pt x="467919" y="376854"/>
                </a:moveTo>
                <a:cubicBezTo>
                  <a:pt x="467919" y="376854"/>
                  <a:pt x="487654" y="434651"/>
                  <a:pt x="466979" y="475062"/>
                </a:cubicBezTo>
                <a:cubicBezTo>
                  <a:pt x="446304" y="515472"/>
                  <a:pt x="400724" y="527220"/>
                  <a:pt x="401194" y="527220"/>
                </a:cubicBezTo>
                <a:cubicBezTo>
                  <a:pt x="396495" y="516412"/>
                  <a:pt x="385218" y="455796"/>
                  <a:pt x="426568" y="416325"/>
                </a:cubicBezTo>
                <a:cubicBezTo>
                  <a:pt x="467919" y="376854"/>
                  <a:pt x="467919" y="376854"/>
                  <a:pt x="467919" y="376854"/>
                </a:cubicBezTo>
                <a:close/>
                <a:moveTo>
                  <a:pt x="92005" y="0"/>
                </a:moveTo>
                <a:cubicBezTo>
                  <a:pt x="92005" y="0"/>
                  <a:pt x="141814" y="0"/>
                  <a:pt x="168127" y="27724"/>
                </a:cubicBezTo>
                <a:cubicBezTo>
                  <a:pt x="184104" y="44640"/>
                  <a:pt x="188803" y="66255"/>
                  <a:pt x="190212" y="79882"/>
                </a:cubicBezTo>
                <a:cubicBezTo>
                  <a:pt x="200080" y="92569"/>
                  <a:pt x="209948" y="105256"/>
                  <a:pt x="219346" y="118883"/>
                </a:cubicBezTo>
                <a:cubicBezTo>
                  <a:pt x="216056" y="101967"/>
                  <a:pt x="215587" y="78002"/>
                  <a:pt x="230623" y="57327"/>
                </a:cubicBezTo>
                <a:cubicBezTo>
                  <a:pt x="255057" y="23025"/>
                  <a:pt x="255057" y="23025"/>
                  <a:pt x="255057" y="23025"/>
                </a:cubicBezTo>
                <a:cubicBezTo>
                  <a:pt x="255057" y="23025"/>
                  <a:pt x="277142" y="62026"/>
                  <a:pt x="267745" y="93979"/>
                </a:cubicBezTo>
                <a:cubicBezTo>
                  <a:pt x="260226" y="117943"/>
                  <a:pt x="241431" y="132040"/>
                  <a:pt x="232033" y="137679"/>
                </a:cubicBezTo>
                <a:cubicBezTo>
                  <a:pt x="253648" y="169631"/>
                  <a:pt x="273853" y="204403"/>
                  <a:pt x="292649" y="241525"/>
                </a:cubicBezTo>
                <a:cubicBezTo>
                  <a:pt x="286540" y="221319"/>
                  <a:pt x="283721" y="191246"/>
                  <a:pt x="301107" y="163993"/>
                </a:cubicBezTo>
                <a:cubicBezTo>
                  <a:pt x="328361" y="121232"/>
                  <a:pt x="328361" y="121232"/>
                  <a:pt x="328361" y="121232"/>
                </a:cubicBezTo>
                <a:cubicBezTo>
                  <a:pt x="328361" y="121232"/>
                  <a:pt x="357964" y="166342"/>
                  <a:pt x="348566" y="205813"/>
                </a:cubicBezTo>
                <a:cubicBezTo>
                  <a:pt x="340108" y="241055"/>
                  <a:pt x="309565" y="260790"/>
                  <a:pt x="303926" y="264080"/>
                </a:cubicBezTo>
                <a:cubicBezTo>
                  <a:pt x="318493" y="294623"/>
                  <a:pt x="332120" y="326575"/>
                  <a:pt x="344807" y="359938"/>
                </a:cubicBezTo>
                <a:cubicBezTo>
                  <a:pt x="343867" y="341142"/>
                  <a:pt x="347156" y="318587"/>
                  <a:pt x="361723" y="298852"/>
                </a:cubicBezTo>
                <a:cubicBezTo>
                  <a:pt x="393206" y="255622"/>
                  <a:pt x="393206" y="255622"/>
                  <a:pt x="393206" y="255622"/>
                </a:cubicBezTo>
                <a:cubicBezTo>
                  <a:pt x="393206" y="255622"/>
                  <a:pt x="420929" y="305430"/>
                  <a:pt x="408712" y="346311"/>
                </a:cubicBezTo>
                <a:cubicBezTo>
                  <a:pt x="399784" y="376384"/>
                  <a:pt x="374880" y="394710"/>
                  <a:pt x="363133" y="401758"/>
                </a:cubicBezTo>
                <a:cubicBezTo>
                  <a:pt x="365952" y="406927"/>
                  <a:pt x="367832" y="411156"/>
                  <a:pt x="368302" y="413506"/>
                </a:cubicBezTo>
                <a:cubicBezTo>
                  <a:pt x="368302" y="413506"/>
                  <a:pt x="366892" y="413976"/>
                  <a:pt x="364542" y="414915"/>
                </a:cubicBezTo>
                <a:cubicBezTo>
                  <a:pt x="387567" y="483050"/>
                  <a:pt x="405893" y="555413"/>
                  <a:pt x="419050" y="630596"/>
                </a:cubicBezTo>
                <a:cubicBezTo>
                  <a:pt x="425628" y="607571"/>
                  <a:pt x="439725" y="580787"/>
                  <a:pt x="468858" y="564341"/>
                </a:cubicBezTo>
                <a:cubicBezTo>
                  <a:pt x="521486" y="534738"/>
                  <a:pt x="521486" y="534738"/>
                  <a:pt x="521486" y="534738"/>
                </a:cubicBezTo>
                <a:cubicBezTo>
                  <a:pt x="521486" y="534738"/>
                  <a:pt x="526185" y="599113"/>
                  <a:pt x="494702" y="634825"/>
                </a:cubicBezTo>
                <a:cubicBezTo>
                  <a:pt x="472617" y="659729"/>
                  <a:pt x="441605" y="667248"/>
                  <a:pt x="425158" y="669597"/>
                </a:cubicBezTo>
                <a:cubicBezTo>
                  <a:pt x="431737" y="715177"/>
                  <a:pt x="436906" y="761696"/>
                  <a:pt x="439725" y="809155"/>
                </a:cubicBezTo>
                <a:cubicBezTo>
                  <a:pt x="446773" y="784251"/>
                  <a:pt x="464630" y="747130"/>
                  <a:pt x="504100" y="730213"/>
                </a:cubicBezTo>
                <a:cubicBezTo>
                  <a:pt x="560957" y="705779"/>
                  <a:pt x="560957" y="705779"/>
                  <a:pt x="560957" y="705779"/>
                </a:cubicBezTo>
                <a:cubicBezTo>
                  <a:pt x="560957" y="705779"/>
                  <a:pt x="559548" y="771564"/>
                  <a:pt x="522896" y="804926"/>
                </a:cubicBezTo>
                <a:cubicBezTo>
                  <a:pt x="493293" y="831710"/>
                  <a:pt x="454762" y="833590"/>
                  <a:pt x="441135" y="833120"/>
                </a:cubicBezTo>
                <a:cubicBezTo>
                  <a:pt x="443014" y="877290"/>
                  <a:pt x="443484" y="921930"/>
                  <a:pt x="441605" y="966569"/>
                </a:cubicBezTo>
                <a:cubicBezTo>
                  <a:pt x="453822" y="943075"/>
                  <a:pt x="478726" y="909712"/>
                  <a:pt x="521486" y="900784"/>
                </a:cubicBezTo>
                <a:cubicBezTo>
                  <a:pt x="583042" y="888097"/>
                  <a:pt x="583042" y="888097"/>
                  <a:pt x="583042" y="888097"/>
                </a:cubicBezTo>
                <a:cubicBezTo>
                  <a:pt x="583042" y="888097"/>
                  <a:pt x="568006" y="953412"/>
                  <a:pt x="525245" y="979257"/>
                </a:cubicBezTo>
                <a:cubicBezTo>
                  <a:pt x="492353" y="998992"/>
                  <a:pt x="455701" y="994763"/>
                  <a:pt x="440665" y="991474"/>
                </a:cubicBezTo>
                <a:cubicBezTo>
                  <a:pt x="439725" y="1009800"/>
                  <a:pt x="438315" y="1027655"/>
                  <a:pt x="436906" y="1045981"/>
                </a:cubicBezTo>
                <a:cubicBezTo>
                  <a:pt x="435026" y="1071356"/>
                  <a:pt x="432207" y="1096730"/>
                  <a:pt x="428448" y="1122104"/>
                </a:cubicBezTo>
                <a:cubicBezTo>
                  <a:pt x="440665" y="1097670"/>
                  <a:pt x="463220" y="1069006"/>
                  <a:pt x="500811" y="1057729"/>
                </a:cubicBezTo>
                <a:cubicBezTo>
                  <a:pt x="563777" y="1038933"/>
                  <a:pt x="563777" y="1038933"/>
                  <a:pt x="563777" y="1038933"/>
                </a:cubicBezTo>
                <a:cubicBezTo>
                  <a:pt x="563777" y="1038933"/>
                  <a:pt x="553909" y="1108007"/>
                  <a:pt x="511619" y="1138550"/>
                </a:cubicBezTo>
                <a:cubicBezTo>
                  <a:pt x="478256" y="1162515"/>
                  <a:pt x="438315" y="1160165"/>
                  <a:pt x="423279" y="1158286"/>
                </a:cubicBezTo>
                <a:cubicBezTo>
                  <a:pt x="417170" y="1196347"/>
                  <a:pt x="409652" y="1234408"/>
                  <a:pt x="401194" y="1271530"/>
                </a:cubicBezTo>
                <a:cubicBezTo>
                  <a:pt x="418580" y="1251794"/>
                  <a:pt x="444894" y="1232059"/>
                  <a:pt x="480606" y="1228770"/>
                </a:cubicBezTo>
                <a:cubicBezTo>
                  <a:pt x="547800" y="1222191"/>
                  <a:pt x="547800" y="1222191"/>
                  <a:pt x="547800" y="1222191"/>
                </a:cubicBezTo>
                <a:cubicBezTo>
                  <a:pt x="547800" y="1222191"/>
                  <a:pt x="524306" y="1289856"/>
                  <a:pt x="475437" y="1312410"/>
                </a:cubicBezTo>
                <a:cubicBezTo>
                  <a:pt x="442545" y="1327447"/>
                  <a:pt x="408712" y="1322278"/>
                  <a:pt x="390386" y="1317109"/>
                </a:cubicBezTo>
                <a:cubicBezTo>
                  <a:pt x="379109" y="1361279"/>
                  <a:pt x="365952" y="1404509"/>
                  <a:pt x="351855" y="1446800"/>
                </a:cubicBezTo>
                <a:cubicBezTo>
                  <a:pt x="371121" y="1424715"/>
                  <a:pt x="401194" y="1401690"/>
                  <a:pt x="443014" y="1396051"/>
                </a:cubicBezTo>
                <a:cubicBezTo>
                  <a:pt x="519607" y="1385244"/>
                  <a:pt x="519607" y="1385244"/>
                  <a:pt x="519607" y="1385244"/>
                </a:cubicBezTo>
                <a:cubicBezTo>
                  <a:pt x="519607" y="1385244"/>
                  <a:pt x="494233" y="1456668"/>
                  <a:pt x="439255" y="1482512"/>
                </a:cubicBezTo>
                <a:cubicBezTo>
                  <a:pt x="397905" y="1501777"/>
                  <a:pt x="355144" y="1495669"/>
                  <a:pt x="335879" y="1491440"/>
                </a:cubicBezTo>
                <a:cubicBezTo>
                  <a:pt x="320842" y="1531850"/>
                  <a:pt x="304396" y="1571791"/>
                  <a:pt x="287010" y="1609853"/>
                </a:cubicBezTo>
                <a:cubicBezTo>
                  <a:pt x="310975" y="1593406"/>
                  <a:pt x="345277" y="1579310"/>
                  <a:pt x="385218" y="1586828"/>
                </a:cubicBezTo>
                <a:cubicBezTo>
                  <a:pt x="456171" y="1600455"/>
                  <a:pt x="456171" y="1600455"/>
                  <a:pt x="456171" y="1600455"/>
                </a:cubicBezTo>
                <a:cubicBezTo>
                  <a:pt x="456171" y="1600455"/>
                  <a:pt x="411531" y="1662951"/>
                  <a:pt x="354675" y="1671409"/>
                </a:cubicBezTo>
                <a:cubicBezTo>
                  <a:pt x="317083" y="1677047"/>
                  <a:pt x="284661" y="1662011"/>
                  <a:pt x="266805" y="1651673"/>
                </a:cubicBezTo>
                <a:cubicBezTo>
                  <a:pt x="244250" y="1696313"/>
                  <a:pt x="220286" y="1738603"/>
                  <a:pt x="195381" y="1778544"/>
                </a:cubicBezTo>
                <a:cubicBezTo>
                  <a:pt x="220286" y="1762098"/>
                  <a:pt x="268684" y="1741423"/>
                  <a:pt x="319433" y="1760688"/>
                </a:cubicBezTo>
                <a:cubicBezTo>
                  <a:pt x="386627" y="1786532"/>
                  <a:pt x="386627" y="1786532"/>
                  <a:pt x="386627" y="1786532"/>
                </a:cubicBezTo>
                <a:cubicBezTo>
                  <a:pt x="386627" y="1786532"/>
                  <a:pt x="331650" y="1840570"/>
                  <a:pt x="274323" y="1838690"/>
                </a:cubicBezTo>
                <a:cubicBezTo>
                  <a:pt x="228744" y="1837751"/>
                  <a:pt x="195381" y="1808617"/>
                  <a:pt x="183634" y="1796870"/>
                </a:cubicBezTo>
                <a:cubicBezTo>
                  <a:pt x="164838" y="1825533"/>
                  <a:pt x="145573" y="1852317"/>
                  <a:pt x="125367" y="1877692"/>
                </a:cubicBezTo>
                <a:cubicBezTo>
                  <a:pt x="150272" y="1872993"/>
                  <a:pt x="178465" y="1873463"/>
                  <a:pt x="207128" y="1886619"/>
                </a:cubicBezTo>
                <a:cubicBezTo>
                  <a:pt x="276673" y="1918572"/>
                  <a:pt x="276673" y="1918572"/>
                  <a:pt x="276673" y="1918572"/>
                </a:cubicBezTo>
                <a:cubicBezTo>
                  <a:pt x="276673" y="1918572"/>
                  <a:pt x="214177" y="1971670"/>
                  <a:pt x="153561" y="1965561"/>
                </a:cubicBezTo>
                <a:cubicBezTo>
                  <a:pt x="120668" y="1962742"/>
                  <a:pt x="95294" y="1946296"/>
                  <a:pt x="78378" y="1932199"/>
                </a:cubicBezTo>
                <a:cubicBezTo>
                  <a:pt x="60052" y="1951935"/>
                  <a:pt x="41257" y="1970260"/>
                  <a:pt x="22461" y="1986707"/>
                </a:cubicBezTo>
                <a:lnTo>
                  <a:pt x="1786" y="1966501"/>
                </a:lnTo>
                <a:cubicBezTo>
                  <a:pt x="20111" y="1951465"/>
                  <a:pt x="37497" y="1934549"/>
                  <a:pt x="54884" y="1916693"/>
                </a:cubicBezTo>
                <a:cubicBezTo>
                  <a:pt x="40787" y="1905415"/>
                  <a:pt x="6954" y="1873463"/>
                  <a:pt x="846" y="1826943"/>
                </a:cubicBezTo>
                <a:cubicBezTo>
                  <a:pt x="-7142" y="1766327"/>
                  <a:pt x="44076" y="1702421"/>
                  <a:pt x="44076" y="1702421"/>
                </a:cubicBezTo>
                <a:cubicBezTo>
                  <a:pt x="44076" y="1702421"/>
                  <a:pt x="44076" y="1702421"/>
                  <a:pt x="78378" y="1771026"/>
                </a:cubicBezTo>
                <a:cubicBezTo>
                  <a:pt x="101403" y="1816605"/>
                  <a:pt x="90595" y="1863595"/>
                  <a:pt x="77908" y="1893198"/>
                </a:cubicBezTo>
                <a:cubicBezTo>
                  <a:pt x="104222" y="1863125"/>
                  <a:pt x="130066" y="1830232"/>
                  <a:pt x="154501" y="1794990"/>
                </a:cubicBezTo>
                <a:cubicBezTo>
                  <a:pt x="138054" y="1783713"/>
                  <a:pt x="108921" y="1758809"/>
                  <a:pt x="98583" y="1719808"/>
                </a:cubicBezTo>
                <a:cubicBezTo>
                  <a:pt x="84017" y="1664360"/>
                  <a:pt x="123958" y="1598575"/>
                  <a:pt x="123958" y="1598575"/>
                </a:cubicBezTo>
                <a:cubicBezTo>
                  <a:pt x="123958" y="1598575"/>
                  <a:pt x="123958" y="1598575"/>
                  <a:pt x="164368" y="1658252"/>
                </a:cubicBezTo>
                <a:cubicBezTo>
                  <a:pt x="185983" y="1689734"/>
                  <a:pt x="187393" y="1724037"/>
                  <a:pt x="183164" y="1751760"/>
                </a:cubicBezTo>
                <a:cubicBezTo>
                  <a:pt x="232033" y="1674698"/>
                  <a:pt x="274793" y="1587768"/>
                  <a:pt x="310505" y="1494729"/>
                </a:cubicBezTo>
                <a:cubicBezTo>
                  <a:pt x="294998" y="1487681"/>
                  <a:pt x="253178" y="1466065"/>
                  <a:pt x="235792" y="1424245"/>
                </a:cubicBezTo>
                <a:cubicBezTo>
                  <a:pt x="214177" y="1372557"/>
                  <a:pt x="249889" y="1305832"/>
                  <a:pt x="249889" y="1305832"/>
                </a:cubicBezTo>
                <a:cubicBezTo>
                  <a:pt x="249889" y="1305832"/>
                  <a:pt x="249889" y="1305832"/>
                  <a:pt x="299227" y="1359400"/>
                </a:cubicBezTo>
                <a:cubicBezTo>
                  <a:pt x="323662" y="1385714"/>
                  <a:pt x="329770" y="1416727"/>
                  <a:pt x="329300" y="1442571"/>
                </a:cubicBezTo>
                <a:cubicBezTo>
                  <a:pt x="343397" y="1402160"/>
                  <a:pt x="355614" y="1360810"/>
                  <a:pt x="366892" y="1318519"/>
                </a:cubicBezTo>
                <a:cubicBezTo>
                  <a:pt x="354675" y="1315230"/>
                  <a:pt x="311915" y="1301603"/>
                  <a:pt x="288890" y="1262132"/>
                </a:cubicBezTo>
                <a:cubicBezTo>
                  <a:pt x="262106" y="1215613"/>
                  <a:pt x="281841" y="1146538"/>
                  <a:pt x="281841" y="1146538"/>
                </a:cubicBezTo>
                <a:cubicBezTo>
                  <a:pt x="281841" y="1146538"/>
                  <a:pt x="281841" y="1146538"/>
                  <a:pt x="334469" y="1189299"/>
                </a:cubicBezTo>
                <a:cubicBezTo>
                  <a:pt x="368302" y="1218432"/>
                  <a:pt x="375820" y="1260252"/>
                  <a:pt x="375350" y="1288916"/>
                </a:cubicBezTo>
                <a:cubicBezTo>
                  <a:pt x="385687" y="1246625"/>
                  <a:pt x="394615" y="1203395"/>
                  <a:pt x="401664" y="1160165"/>
                </a:cubicBezTo>
                <a:cubicBezTo>
                  <a:pt x="389447" y="1157816"/>
                  <a:pt x="347156" y="1147948"/>
                  <a:pt x="321782" y="1111766"/>
                </a:cubicBezTo>
                <a:cubicBezTo>
                  <a:pt x="291709" y="1069006"/>
                  <a:pt x="304866" y="1000402"/>
                  <a:pt x="304866" y="1000402"/>
                </a:cubicBezTo>
                <a:cubicBezTo>
                  <a:pt x="304866" y="1000402"/>
                  <a:pt x="304866" y="1000402"/>
                  <a:pt x="357964" y="1038463"/>
                </a:cubicBezTo>
                <a:cubicBezTo>
                  <a:pt x="392736" y="1063367"/>
                  <a:pt x="403544" y="1102368"/>
                  <a:pt x="405893" y="1129622"/>
                </a:cubicBezTo>
                <a:cubicBezTo>
                  <a:pt x="409182" y="1105658"/>
                  <a:pt x="412471" y="1081693"/>
                  <a:pt x="414821" y="1057259"/>
                </a:cubicBezTo>
                <a:cubicBezTo>
                  <a:pt x="417170" y="1036114"/>
                  <a:pt x="418580" y="1014968"/>
                  <a:pt x="419990" y="993823"/>
                </a:cubicBezTo>
                <a:cubicBezTo>
                  <a:pt x="403544" y="992414"/>
                  <a:pt x="369711" y="985835"/>
                  <a:pt x="345277" y="959521"/>
                </a:cubicBezTo>
                <a:cubicBezTo>
                  <a:pt x="311445" y="923339"/>
                  <a:pt x="315204" y="857084"/>
                  <a:pt x="315204" y="857084"/>
                </a:cubicBezTo>
                <a:cubicBezTo>
                  <a:pt x="315204" y="857084"/>
                  <a:pt x="315204" y="857084"/>
                  <a:pt x="370181" y="886218"/>
                </a:cubicBezTo>
                <a:cubicBezTo>
                  <a:pt x="398375" y="901254"/>
                  <a:pt x="413881" y="926159"/>
                  <a:pt x="421869" y="948713"/>
                </a:cubicBezTo>
                <a:cubicBezTo>
                  <a:pt x="423279" y="912532"/>
                  <a:pt x="423279" y="876820"/>
                  <a:pt x="421869" y="841578"/>
                </a:cubicBezTo>
                <a:cubicBezTo>
                  <a:pt x="406363" y="841578"/>
                  <a:pt x="370651" y="839229"/>
                  <a:pt x="342458" y="813854"/>
                </a:cubicBezTo>
                <a:cubicBezTo>
                  <a:pt x="305806" y="780962"/>
                  <a:pt x="303456" y="714707"/>
                  <a:pt x="303456" y="714707"/>
                </a:cubicBezTo>
                <a:cubicBezTo>
                  <a:pt x="303456" y="714707"/>
                  <a:pt x="303456" y="714707"/>
                  <a:pt x="360783" y="738671"/>
                </a:cubicBezTo>
                <a:cubicBezTo>
                  <a:pt x="392736" y="752298"/>
                  <a:pt x="410592" y="778612"/>
                  <a:pt x="419990" y="801637"/>
                </a:cubicBezTo>
                <a:cubicBezTo>
                  <a:pt x="417640" y="763106"/>
                  <a:pt x="413881" y="725045"/>
                  <a:pt x="409182" y="687923"/>
                </a:cubicBezTo>
                <a:cubicBezTo>
                  <a:pt x="394146" y="689333"/>
                  <a:pt x="358904" y="689333"/>
                  <a:pt x="329770" y="666778"/>
                </a:cubicBezTo>
                <a:cubicBezTo>
                  <a:pt x="292179" y="637175"/>
                  <a:pt x="285600" y="573269"/>
                  <a:pt x="285600" y="573269"/>
                </a:cubicBezTo>
                <a:cubicBezTo>
                  <a:pt x="285600" y="573269"/>
                  <a:pt x="285600" y="573269"/>
                  <a:pt x="342458" y="592535"/>
                </a:cubicBezTo>
                <a:cubicBezTo>
                  <a:pt x="373001" y="602872"/>
                  <a:pt x="392266" y="626367"/>
                  <a:pt x="403073" y="647512"/>
                </a:cubicBezTo>
                <a:cubicBezTo>
                  <a:pt x="397435" y="612270"/>
                  <a:pt x="390386" y="577028"/>
                  <a:pt x="382868" y="543196"/>
                </a:cubicBezTo>
                <a:cubicBezTo>
                  <a:pt x="366892" y="546955"/>
                  <a:pt x="339638" y="549775"/>
                  <a:pt x="312854" y="537087"/>
                </a:cubicBezTo>
                <a:cubicBezTo>
                  <a:pt x="271974" y="517352"/>
                  <a:pt x="253178" y="459555"/>
                  <a:pt x="253178" y="459555"/>
                </a:cubicBezTo>
                <a:cubicBezTo>
                  <a:pt x="253178" y="459555"/>
                  <a:pt x="253178" y="459555"/>
                  <a:pt x="310035" y="466134"/>
                </a:cubicBezTo>
                <a:cubicBezTo>
                  <a:pt x="337759" y="469423"/>
                  <a:pt x="358434" y="483990"/>
                  <a:pt x="372530" y="499496"/>
                </a:cubicBezTo>
                <a:cubicBezTo>
                  <a:pt x="365482" y="471772"/>
                  <a:pt x="357494" y="444519"/>
                  <a:pt x="349036" y="418205"/>
                </a:cubicBezTo>
                <a:cubicBezTo>
                  <a:pt x="333529" y="421024"/>
                  <a:pt x="310975" y="421964"/>
                  <a:pt x="289360" y="411626"/>
                </a:cubicBezTo>
                <a:cubicBezTo>
                  <a:pt x="250829" y="393300"/>
                  <a:pt x="232972" y="339263"/>
                  <a:pt x="232972" y="339263"/>
                </a:cubicBezTo>
                <a:cubicBezTo>
                  <a:pt x="232972" y="339263"/>
                  <a:pt x="232972" y="339263"/>
                  <a:pt x="286070" y="344901"/>
                </a:cubicBezTo>
                <a:cubicBezTo>
                  <a:pt x="303456" y="346781"/>
                  <a:pt x="317553" y="353829"/>
                  <a:pt x="329300" y="362287"/>
                </a:cubicBezTo>
                <a:cubicBezTo>
                  <a:pt x="318023" y="331744"/>
                  <a:pt x="305806" y="302611"/>
                  <a:pt x="292649" y="274417"/>
                </a:cubicBezTo>
                <a:cubicBezTo>
                  <a:pt x="279492" y="280526"/>
                  <a:pt x="255528" y="287104"/>
                  <a:pt x="230623" y="280056"/>
                </a:cubicBezTo>
                <a:cubicBezTo>
                  <a:pt x="191622" y="269249"/>
                  <a:pt x="166248" y="221319"/>
                  <a:pt x="166248" y="221319"/>
                </a:cubicBezTo>
                <a:cubicBezTo>
                  <a:pt x="166248" y="221319"/>
                  <a:pt x="166248" y="221319"/>
                  <a:pt x="216996" y="218500"/>
                </a:cubicBezTo>
                <a:cubicBezTo>
                  <a:pt x="240021" y="217090"/>
                  <a:pt x="259287" y="225549"/>
                  <a:pt x="273853" y="235886"/>
                </a:cubicBezTo>
                <a:cubicBezTo>
                  <a:pt x="257877" y="204403"/>
                  <a:pt x="240961" y="175270"/>
                  <a:pt x="223105" y="147546"/>
                </a:cubicBezTo>
                <a:cubicBezTo>
                  <a:pt x="212767" y="152715"/>
                  <a:pt x="191622" y="160233"/>
                  <a:pt x="168597" y="153655"/>
                </a:cubicBezTo>
                <a:cubicBezTo>
                  <a:pt x="136645" y="144727"/>
                  <a:pt x="115499" y="105256"/>
                  <a:pt x="115499" y="105256"/>
                </a:cubicBezTo>
                <a:cubicBezTo>
                  <a:pt x="115499" y="105256"/>
                  <a:pt x="115499" y="105256"/>
                  <a:pt x="157320" y="102907"/>
                </a:cubicBezTo>
                <a:cubicBezTo>
                  <a:pt x="174706" y="101497"/>
                  <a:pt x="189273" y="107136"/>
                  <a:pt x="201020" y="114654"/>
                </a:cubicBezTo>
                <a:cubicBezTo>
                  <a:pt x="195851" y="107605"/>
                  <a:pt x="190682" y="100557"/>
                  <a:pt x="185513" y="93509"/>
                </a:cubicBezTo>
                <a:lnTo>
                  <a:pt x="185513" y="92569"/>
                </a:lnTo>
                <a:cubicBezTo>
                  <a:pt x="170007" y="91629"/>
                  <a:pt x="128657" y="80822"/>
                  <a:pt x="111271" y="42760"/>
                </a:cubicBezTo>
                <a:cubicBezTo>
                  <a:pt x="92005" y="0"/>
                  <a:pt x="92005" y="0"/>
                  <a:pt x="92005" y="0"/>
                </a:cubicBezTo>
                <a:close/>
              </a:path>
            </a:pathLst>
          </a:custGeom>
          <a:solidFill>
            <a:srgbClr val="AAAAA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30" name="テキスト ボックス 29">
            <a:extLst>
              <a:ext uri="{FF2B5EF4-FFF2-40B4-BE49-F238E27FC236}">
                <a16:creationId xmlns:a16="http://schemas.microsoft.com/office/drawing/2014/main" id="{2890E0EB-82C5-E441-1694-AF448C53816C}"/>
              </a:ext>
            </a:extLst>
          </p:cNvPr>
          <p:cNvSpPr txBox="1"/>
          <p:nvPr/>
        </p:nvSpPr>
        <p:spPr>
          <a:xfrm>
            <a:off x="3284289" y="5385428"/>
            <a:ext cx="1473480" cy="830997"/>
          </a:xfrm>
          <a:prstGeom prst="rect">
            <a:avLst/>
          </a:prstGeom>
          <a:noFill/>
        </p:spPr>
        <p:txBody>
          <a:bodyPr wrap="none" rtlCol="0">
            <a:spAutoFit/>
          </a:bodyPr>
          <a:lstStyle/>
          <a:p>
            <a:pPr algn="ctr"/>
            <a:r>
              <a:rPr kumimoji="1" lang="ja-JP" altLang="en-US" sz="3200" b="1" spc="300">
                <a:solidFill>
                  <a:srgbClr val="AAAAAA"/>
                </a:solidFill>
                <a:latin typeface="Yu Gothic" panose="020B0400000000000000" pitchFamily="34" charset="-128"/>
                <a:ea typeface="Yu Gothic" panose="020B0400000000000000" pitchFamily="34" charset="-128"/>
              </a:rPr>
              <a:t>第</a:t>
            </a:r>
            <a:r>
              <a:rPr kumimoji="1" lang="en-US" altLang="ja-JP" sz="4800" b="1" spc="300" dirty="0">
                <a:solidFill>
                  <a:srgbClr val="AAAAAA"/>
                </a:solidFill>
                <a:latin typeface="Yu Gothic" panose="020B0400000000000000" pitchFamily="34" charset="-128"/>
                <a:ea typeface="Yu Gothic" panose="020B0400000000000000" pitchFamily="34" charset="-128"/>
              </a:rPr>
              <a:t>2</a:t>
            </a:r>
            <a:r>
              <a:rPr kumimoji="1" lang="ja-JP" altLang="en-US" sz="3200" b="1" spc="300">
                <a:solidFill>
                  <a:srgbClr val="AAAAAA"/>
                </a:solidFill>
                <a:latin typeface="Yu Gothic" panose="020B0400000000000000" pitchFamily="34" charset="-128"/>
                <a:ea typeface="Yu Gothic" panose="020B0400000000000000" pitchFamily="34" charset="-128"/>
              </a:rPr>
              <a:t>位</a:t>
            </a:r>
            <a:endParaRPr kumimoji="1" lang="ja-JP" altLang="en-US" sz="3600" b="1" spc="300">
              <a:solidFill>
                <a:srgbClr val="AAAAAA"/>
              </a:solidFill>
              <a:latin typeface="Yu Gothic" panose="020B0400000000000000" pitchFamily="34" charset="-128"/>
              <a:ea typeface="Yu Gothic" panose="020B0400000000000000" pitchFamily="34" charset="-128"/>
            </a:endParaRPr>
          </a:p>
        </p:txBody>
      </p:sp>
      <p:sp>
        <p:nvSpPr>
          <p:cNvPr id="31" name="テキスト ボックス 30">
            <a:extLst>
              <a:ext uri="{FF2B5EF4-FFF2-40B4-BE49-F238E27FC236}">
                <a16:creationId xmlns:a16="http://schemas.microsoft.com/office/drawing/2014/main" id="{10401664-B40F-A4B0-75FF-A97EEC6CACBD}"/>
              </a:ext>
            </a:extLst>
          </p:cNvPr>
          <p:cNvSpPr txBox="1"/>
          <p:nvPr/>
        </p:nvSpPr>
        <p:spPr>
          <a:xfrm>
            <a:off x="3357226" y="5088008"/>
            <a:ext cx="1327607" cy="338554"/>
          </a:xfrm>
          <a:prstGeom prst="rect">
            <a:avLst/>
          </a:prstGeom>
          <a:noFill/>
        </p:spPr>
        <p:txBody>
          <a:bodyPr wrap="none" rtlCol="0">
            <a:spAutoFit/>
          </a:bodyPr>
          <a:lstStyle/>
          <a:p>
            <a:pPr algn="ctr"/>
            <a:r>
              <a:rPr kumimoji="1" lang="en-US" altLang="ja-JP" sz="1600" b="1" dirty="0">
                <a:solidFill>
                  <a:schemeClr val="tx1">
                    <a:lumMod val="75000"/>
                    <a:lumOff val="25000"/>
                  </a:schemeClr>
                </a:solidFill>
                <a:latin typeface="Yu Gothic" panose="020B0400000000000000" pitchFamily="34" charset="-128"/>
                <a:ea typeface="Yu Gothic" panose="020B0400000000000000" pitchFamily="34" charset="-128"/>
              </a:rPr>
              <a:t>5</a:t>
            </a:r>
            <a:r>
              <a:rPr kumimoji="1" lang="ja-JP" altLang="en-US" sz="1600" b="1">
                <a:solidFill>
                  <a:schemeClr val="tx1">
                    <a:lumMod val="75000"/>
                    <a:lumOff val="25000"/>
                  </a:schemeClr>
                </a:solidFill>
                <a:latin typeface="Yu Gothic" panose="020B0400000000000000" pitchFamily="34" charset="-128"/>
                <a:ea typeface="Yu Gothic" panose="020B0400000000000000" pitchFamily="34" charset="-128"/>
              </a:rPr>
              <a:t>月営業成績</a:t>
            </a:r>
          </a:p>
        </p:txBody>
      </p:sp>
      <p:sp>
        <p:nvSpPr>
          <p:cNvPr id="32" name="フリーフォーム 31">
            <a:extLst>
              <a:ext uri="{FF2B5EF4-FFF2-40B4-BE49-F238E27FC236}">
                <a16:creationId xmlns:a16="http://schemas.microsoft.com/office/drawing/2014/main" id="{C27ECDA3-D901-E9C5-7A54-3F6FAB4B1212}"/>
              </a:ext>
            </a:extLst>
          </p:cNvPr>
          <p:cNvSpPr/>
          <p:nvPr/>
        </p:nvSpPr>
        <p:spPr>
          <a:xfrm flipH="1">
            <a:off x="5206752" y="5025509"/>
            <a:ext cx="343755" cy="1171339"/>
          </a:xfrm>
          <a:custGeom>
            <a:avLst/>
            <a:gdLst>
              <a:gd name="connsiteX0" fmla="*/ 200080 w 583042"/>
              <a:gd name="connsiteY0" fmla="*/ 1448679 h 1986707"/>
              <a:gd name="connsiteX1" fmla="*/ 239551 w 583042"/>
              <a:gd name="connsiteY1" fmla="*/ 1509296 h 1986707"/>
              <a:gd name="connsiteX2" fmla="*/ 238611 w 583042"/>
              <a:gd name="connsiteY2" fmla="*/ 1652613 h 1986707"/>
              <a:gd name="connsiteX3" fmla="*/ 172826 w 583042"/>
              <a:gd name="connsiteY3" fmla="*/ 1569442 h 1986707"/>
              <a:gd name="connsiteX4" fmla="*/ 200080 w 583042"/>
              <a:gd name="connsiteY4" fmla="*/ 1448679 h 1986707"/>
              <a:gd name="connsiteX5" fmla="*/ 467919 w 583042"/>
              <a:gd name="connsiteY5" fmla="*/ 376854 h 1986707"/>
              <a:gd name="connsiteX6" fmla="*/ 466979 w 583042"/>
              <a:gd name="connsiteY6" fmla="*/ 475062 h 1986707"/>
              <a:gd name="connsiteX7" fmla="*/ 401194 w 583042"/>
              <a:gd name="connsiteY7" fmla="*/ 527220 h 1986707"/>
              <a:gd name="connsiteX8" fmla="*/ 426568 w 583042"/>
              <a:gd name="connsiteY8" fmla="*/ 416325 h 1986707"/>
              <a:gd name="connsiteX9" fmla="*/ 467919 w 583042"/>
              <a:gd name="connsiteY9" fmla="*/ 376854 h 1986707"/>
              <a:gd name="connsiteX10" fmla="*/ 92005 w 583042"/>
              <a:gd name="connsiteY10" fmla="*/ 0 h 1986707"/>
              <a:gd name="connsiteX11" fmla="*/ 168127 w 583042"/>
              <a:gd name="connsiteY11" fmla="*/ 27724 h 1986707"/>
              <a:gd name="connsiteX12" fmla="*/ 190212 w 583042"/>
              <a:gd name="connsiteY12" fmla="*/ 79882 h 1986707"/>
              <a:gd name="connsiteX13" fmla="*/ 219346 w 583042"/>
              <a:gd name="connsiteY13" fmla="*/ 118883 h 1986707"/>
              <a:gd name="connsiteX14" fmla="*/ 230623 w 583042"/>
              <a:gd name="connsiteY14" fmla="*/ 57327 h 1986707"/>
              <a:gd name="connsiteX15" fmla="*/ 255057 w 583042"/>
              <a:gd name="connsiteY15" fmla="*/ 23025 h 1986707"/>
              <a:gd name="connsiteX16" fmla="*/ 267745 w 583042"/>
              <a:gd name="connsiteY16" fmla="*/ 93979 h 1986707"/>
              <a:gd name="connsiteX17" fmla="*/ 232033 w 583042"/>
              <a:gd name="connsiteY17" fmla="*/ 137679 h 1986707"/>
              <a:gd name="connsiteX18" fmla="*/ 292649 w 583042"/>
              <a:gd name="connsiteY18" fmla="*/ 241525 h 1986707"/>
              <a:gd name="connsiteX19" fmla="*/ 301107 w 583042"/>
              <a:gd name="connsiteY19" fmla="*/ 163993 h 1986707"/>
              <a:gd name="connsiteX20" fmla="*/ 328361 w 583042"/>
              <a:gd name="connsiteY20" fmla="*/ 121232 h 1986707"/>
              <a:gd name="connsiteX21" fmla="*/ 348566 w 583042"/>
              <a:gd name="connsiteY21" fmla="*/ 205813 h 1986707"/>
              <a:gd name="connsiteX22" fmla="*/ 303926 w 583042"/>
              <a:gd name="connsiteY22" fmla="*/ 264080 h 1986707"/>
              <a:gd name="connsiteX23" fmla="*/ 344807 w 583042"/>
              <a:gd name="connsiteY23" fmla="*/ 359938 h 1986707"/>
              <a:gd name="connsiteX24" fmla="*/ 361723 w 583042"/>
              <a:gd name="connsiteY24" fmla="*/ 298852 h 1986707"/>
              <a:gd name="connsiteX25" fmla="*/ 393206 w 583042"/>
              <a:gd name="connsiteY25" fmla="*/ 255622 h 1986707"/>
              <a:gd name="connsiteX26" fmla="*/ 408712 w 583042"/>
              <a:gd name="connsiteY26" fmla="*/ 346311 h 1986707"/>
              <a:gd name="connsiteX27" fmla="*/ 363133 w 583042"/>
              <a:gd name="connsiteY27" fmla="*/ 401758 h 1986707"/>
              <a:gd name="connsiteX28" fmla="*/ 368302 w 583042"/>
              <a:gd name="connsiteY28" fmla="*/ 413506 h 1986707"/>
              <a:gd name="connsiteX29" fmla="*/ 364542 w 583042"/>
              <a:gd name="connsiteY29" fmla="*/ 414915 h 1986707"/>
              <a:gd name="connsiteX30" fmla="*/ 419050 w 583042"/>
              <a:gd name="connsiteY30" fmla="*/ 630596 h 1986707"/>
              <a:gd name="connsiteX31" fmla="*/ 468858 w 583042"/>
              <a:gd name="connsiteY31" fmla="*/ 564341 h 1986707"/>
              <a:gd name="connsiteX32" fmla="*/ 521486 w 583042"/>
              <a:gd name="connsiteY32" fmla="*/ 534738 h 1986707"/>
              <a:gd name="connsiteX33" fmla="*/ 494702 w 583042"/>
              <a:gd name="connsiteY33" fmla="*/ 634825 h 1986707"/>
              <a:gd name="connsiteX34" fmla="*/ 425158 w 583042"/>
              <a:gd name="connsiteY34" fmla="*/ 669597 h 1986707"/>
              <a:gd name="connsiteX35" fmla="*/ 439725 w 583042"/>
              <a:gd name="connsiteY35" fmla="*/ 809155 h 1986707"/>
              <a:gd name="connsiteX36" fmla="*/ 504100 w 583042"/>
              <a:gd name="connsiteY36" fmla="*/ 730213 h 1986707"/>
              <a:gd name="connsiteX37" fmla="*/ 560957 w 583042"/>
              <a:gd name="connsiteY37" fmla="*/ 705779 h 1986707"/>
              <a:gd name="connsiteX38" fmla="*/ 522896 w 583042"/>
              <a:gd name="connsiteY38" fmla="*/ 804926 h 1986707"/>
              <a:gd name="connsiteX39" fmla="*/ 441135 w 583042"/>
              <a:gd name="connsiteY39" fmla="*/ 833120 h 1986707"/>
              <a:gd name="connsiteX40" fmla="*/ 441605 w 583042"/>
              <a:gd name="connsiteY40" fmla="*/ 966569 h 1986707"/>
              <a:gd name="connsiteX41" fmla="*/ 521486 w 583042"/>
              <a:gd name="connsiteY41" fmla="*/ 900784 h 1986707"/>
              <a:gd name="connsiteX42" fmla="*/ 583042 w 583042"/>
              <a:gd name="connsiteY42" fmla="*/ 888097 h 1986707"/>
              <a:gd name="connsiteX43" fmla="*/ 525245 w 583042"/>
              <a:gd name="connsiteY43" fmla="*/ 979257 h 1986707"/>
              <a:gd name="connsiteX44" fmla="*/ 440665 w 583042"/>
              <a:gd name="connsiteY44" fmla="*/ 991474 h 1986707"/>
              <a:gd name="connsiteX45" fmla="*/ 436906 w 583042"/>
              <a:gd name="connsiteY45" fmla="*/ 1045981 h 1986707"/>
              <a:gd name="connsiteX46" fmla="*/ 428448 w 583042"/>
              <a:gd name="connsiteY46" fmla="*/ 1122104 h 1986707"/>
              <a:gd name="connsiteX47" fmla="*/ 500811 w 583042"/>
              <a:gd name="connsiteY47" fmla="*/ 1057729 h 1986707"/>
              <a:gd name="connsiteX48" fmla="*/ 563777 w 583042"/>
              <a:gd name="connsiteY48" fmla="*/ 1038933 h 1986707"/>
              <a:gd name="connsiteX49" fmla="*/ 511619 w 583042"/>
              <a:gd name="connsiteY49" fmla="*/ 1138550 h 1986707"/>
              <a:gd name="connsiteX50" fmla="*/ 423279 w 583042"/>
              <a:gd name="connsiteY50" fmla="*/ 1158286 h 1986707"/>
              <a:gd name="connsiteX51" fmla="*/ 401194 w 583042"/>
              <a:gd name="connsiteY51" fmla="*/ 1271530 h 1986707"/>
              <a:gd name="connsiteX52" fmla="*/ 480606 w 583042"/>
              <a:gd name="connsiteY52" fmla="*/ 1228770 h 1986707"/>
              <a:gd name="connsiteX53" fmla="*/ 547800 w 583042"/>
              <a:gd name="connsiteY53" fmla="*/ 1222191 h 1986707"/>
              <a:gd name="connsiteX54" fmla="*/ 475437 w 583042"/>
              <a:gd name="connsiteY54" fmla="*/ 1312410 h 1986707"/>
              <a:gd name="connsiteX55" fmla="*/ 390386 w 583042"/>
              <a:gd name="connsiteY55" fmla="*/ 1317109 h 1986707"/>
              <a:gd name="connsiteX56" fmla="*/ 351855 w 583042"/>
              <a:gd name="connsiteY56" fmla="*/ 1446800 h 1986707"/>
              <a:gd name="connsiteX57" fmla="*/ 443014 w 583042"/>
              <a:gd name="connsiteY57" fmla="*/ 1396051 h 1986707"/>
              <a:gd name="connsiteX58" fmla="*/ 519607 w 583042"/>
              <a:gd name="connsiteY58" fmla="*/ 1385244 h 1986707"/>
              <a:gd name="connsiteX59" fmla="*/ 439255 w 583042"/>
              <a:gd name="connsiteY59" fmla="*/ 1482512 h 1986707"/>
              <a:gd name="connsiteX60" fmla="*/ 335879 w 583042"/>
              <a:gd name="connsiteY60" fmla="*/ 1491440 h 1986707"/>
              <a:gd name="connsiteX61" fmla="*/ 287010 w 583042"/>
              <a:gd name="connsiteY61" fmla="*/ 1609853 h 1986707"/>
              <a:gd name="connsiteX62" fmla="*/ 385218 w 583042"/>
              <a:gd name="connsiteY62" fmla="*/ 1586828 h 1986707"/>
              <a:gd name="connsiteX63" fmla="*/ 456171 w 583042"/>
              <a:gd name="connsiteY63" fmla="*/ 1600455 h 1986707"/>
              <a:gd name="connsiteX64" fmla="*/ 354675 w 583042"/>
              <a:gd name="connsiteY64" fmla="*/ 1671409 h 1986707"/>
              <a:gd name="connsiteX65" fmla="*/ 266805 w 583042"/>
              <a:gd name="connsiteY65" fmla="*/ 1651673 h 1986707"/>
              <a:gd name="connsiteX66" fmla="*/ 195381 w 583042"/>
              <a:gd name="connsiteY66" fmla="*/ 1778544 h 1986707"/>
              <a:gd name="connsiteX67" fmla="*/ 319433 w 583042"/>
              <a:gd name="connsiteY67" fmla="*/ 1760688 h 1986707"/>
              <a:gd name="connsiteX68" fmla="*/ 386627 w 583042"/>
              <a:gd name="connsiteY68" fmla="*/ 1786532 h 1986707"/>
              <a:gd name="connsiteX69" fmla="*/ 274323 w 583042"/>
              <a:gd name="connsiteY69" fmla="*/ 1838690 h 1986707"/>
              <a:gd name="connsiteX70" fmla="*/ 183634 w 583042"/>
              <a:gd name="connsiteY70" fmla="*/ 1796870 h 1986707"/>
              <a:gd name="connsiteX71" fmla="*/ 125367 w 583042"/>
              <a:gd name="connsiteY71" fmla="*/ 1877692 h 1986707"/>
              <a:gd name="connsiteX72" fmla="*/ 207128 w 583042"/>
              <a:gd name="connsiteY72" fmla="*/ 1886619 h 1986707"/>
              <a:gd name="connsiteX73" fmla="*/ 276673 w 583042"/>
              <a:gd name="connsiteY73" fmla="*/ 1918572 h 1986707"/>
              <a:gd name="connsiteX74" fmla="*/ 153561 w 583042"/>
              <a:gd name="connsiteY74" fmla="*/ 1965561 h 1986707"/>
              <a:gd name="connsiteX75" fmla="*/ 78378 w 583042"/>
              <a:gd name="connsiteY75" fmla="*/ 1932199 h 1986707"/>
              <a:gd name="connsiteX76" fmla="*/ 22461 w 583042"/>
              <a:gd name="connsiteY76" fmla="*/ 1986707 h 1986707"/>
              <a:gd name="connsiteX77" fmla="*/ 1786 w 583042"/>
              <a:gd name="connsiteY77" fmla="*/ 1966501 h 1986707"/>
              <a:gd name="connsiteX78" fmla="*/ 54884 w 583042"/>
              <a:gd name="connsiteY78" fmla="*/ 1916693 h 1986707"/>
              <a:gd name="connsiteX79" fmla="*/ 846 w 583042"/>
              <a:gd name="connsiteY79" fmla="*/ 1826943 h 1986707"/>
              <a:gd name="connsiteX80" fmla="*/ 44076 w 583042"/>
              <a:gd name="connsiteY80" fmla="*/ 1702421 h 1986707"/>
              <a:gd name="connsiteX81" fmla="*/ 78378 w 583042"/>
              <a:gd name="connsiteY81" fmla="*/ 1771026 h 1986707"/>
              <a:gd name="connsiteX82" fmla="*/ 77908 w 583042"/>
              <a:gd name="connsiteY82" fmla="*/ 1893198 h 1986707"/>
              <a:gd name="connsiteX83" fmla="*/ 154501 w 583042"/>
              <a:gd name="connsiteY83" fmla="*/ 1794990 h 1986707"/>
              <a:gd name="connsiteX84" fmla="*/ 98583 w 583042"/>
              <a:gd name="connsiteY84" fmla="*/ 1719808 h 1986707"/>
              <a:gd name="connsiteX85" fmla="*/ 123958 w 583042"/>
              <a:gd name="connsiteY85" fmla="*/ 1598575 h 1986707"/>
              <a:gd name="connsiteX86" fmla="*/ 164368 w 583042"/>
              <a:gd name="connsiteY86" fmla="*/ 1658252 h 1986707"/>
              <a:gd name="connsiteX87" fmla="*/ 183164 w 583042"/>
              <a:gd name="connsiteY87" fmla="*/ 1751760 h 1986707"/>
              <a:gd name="connsiteX88" fmla="*/ 310505 w 583042"/>
              <a:gd name="connsiteY88" fmla="*/ 1494729 h 1986707"/>
              <a:gd name="connsiteX89" fmla="*/ 235792 w 583042"/>
              <a:gd name="connsiteY89" fmla="*/ 1424245 h 1986707"/>
              <a:gd name="connsiteX90" fmla="*/ 249889 w 583042"/>
              <a:gd name="connsiteY90" fmla="*/ 1305832 h 1986707"/>
              <a:gd name="connsiteX91" fmla="*/ 299227 w 583042"/>
              <a:gd name="connsiteY91" fmla="*/ 1359400 h 1986707"/>
              <a:gd name="connsiteX92" fmla="*/ 329300 w 583042"/>
              <a:gd name="connsiteY92" fmla="*/ 1442571 h 1986707"/>
              <a:gd name="connsiteX93" fmla="*/ 366892 w 583042"/>
              <a:gd name="connsiteY93" fmla="*/ 1318519 h 1986707"/>
              <a:gd name="connsiteX94" fmla="*/ 288890 w 583042"/>
              <a:gd name="connsiteY94" fmla="*/ 1262132 h 1986707"/>
              <a:gd name="connsiteX95" fmla="*/ 281841 w 583042"/>
              <a:gd name="connsiteY95" fmla="*/ 1146538 h 1986707"/>
              <a:gd name="connsiteX96" fmla="*/ 334469 w 583042"/>
              <a:gd name="connsiteY96" fmla="*/ 1189299 h 1986707"/>
              <a:gd name="connsiteX97" fmla="*/ 375350 w 583042"/>
              <a:gd name="connsiteY97" fmla="*/ 1288916 h 1986707"/>
              <a:gd name="connsiteX98" fmla="*/ 401664 w 583042"/>
              <a:gd name="connsiteY98" fmla="*/ 1160165 h 1986707"/>
              <a:gd name="connsiteX99" fmla="*/ 321782 w 583042"/>
              <a:gd name="connsiteY99" fmla="*/ 1111766 h 1986707"/>
              <a:gd name="connsiteX100" fmla="*/ 304866 w 583042"/>
              <a:gd name="connsiteY100" fmla="*/ 1000402 h 1986707"/>
              <a:gd name="connsiteX101" fmla="*/ 357964 w 583042"/>
              <a:gd name="connsiteY101" fmla="*/ 1038463 h 1986707"/>
              <a:gd name="connsiteX102" fmla="*/ 405893 w 583042"/>
              <a:gd name="connsiteY102" fmla="*/ 1129622 h 1986707"/>
              <a:gd name="connsiteX103" fmla="*/ 414821 w 583042"/>
              <a:gd name="connsiteY103" fmla="*/ 1057259 h 1986707"/>
              <a:gd name="connsiteX104" fmla="*/ 419990 w 583042"/>
              <a:gd name="connsiteY104" fmla="*/ 993823 h 1986707"/>
              <a:gd name="connsiteX105" fmla="*/ 345277 w 583042"/>
              <a:gd name="connsiteY105" fmla="*/ 959521 h 1986707"/>
              <a:gd name="connsiteX106" fmla="*/ 315204 w 583042"/>
              <a:gd name="connsiteY106" fmla="*/ 857084 h 1986707"/>
              <a:gd name="connsiteX107" fmla="*/ 370181 w 583042"/>
              <a:gd name="connsiteY107" fmla="*/ 886218 h 1986707"/>
              <a:gd name="connsiteX108" fmla="*/ 421869 w 583042"/>
              <a:gd name="connsiteY108" fmla="*/ 948713 h 1986707"/>
              <a:gd name="connsiteX109" fmla="*/ 421869 w 583042"/>
              <a:gd name="connsiteY109" fmla="*/ 841578 h 1986707"/>
              <a:gd name="connsiteX110" fmla="*/ 342458 w 583042"/>
              <a:gd name="connsiteY110" fmla="*/ 813854 h 1986707"/>
              <a:gd name="connsiteX111" fmla="*/ 303456 w 583042"/>
              <a:gd name="connsiteY111" fmla="*/ 714707 h 1986707"/>
              <a:gd name="connsiteX112" fmla="*/ 360783 w 583042"/>
              <a:gd name="connsiteY112" fmla="*/ 738671 h 1986707"/>
              <a:gd name="connsiteX113" fmla="*/ 419990 w 583042"/>
              <a:gd name="connsiteY113" fmla="*/ 801637 h 1986707"/>
              <a:gd name="connsiteX114" fmla="*/ 409182 w 583042"/>
              <a:gd name="connsiteY114" fmla="*/ 687923 h 1986707"/>
              <a:gd name="connsiteX115" fmla="*/ 329770 w 583042"/>
              <a:gd name="connsiteY115" fmla="*/ 666778 h 1986707"/>
              <a:gd name="connsiteX116" fmla="*/ 285600 w 583042"/>
              <a:gd name="connsiteY116" fmla="*/ 573269 h 1986707"/>
              <a:gd name="connsiteX117" fmla="*/ 342458 w 583042"/>
              <a:gd name="connsiteY117" fmla="*/ 592535 h 1986707"/>
              <a:gd name="connsiteX118" fmla="*/ 403073 w 583042"/>
              <a:gd name="connsiteY118" fmla="*/ 647512 h 1986707"/>
              <a:gd name="connsiteX119" fmla="*/ 382868 w 583042"/>
              <a:gd name="connsiteY119" fmla="*/ 543196 h 1986707"/>
              <a:gd name="connsiteX120" fmla="*/ 312854 w 583042"/>
              <a:gd name="connsiteY120" fmla="*/ 537087 h 1986707"/>
              <a:gd name="connsiteX121" fmla="*/ 253178 w 583042"/>
              <a:gd name="connsiteY121" fmla="*/ 459555 h 1986707"/>
              <a:gd name="connsiteX122" fmla="*/ 310035 w 583042"/>
              <a:gd name="connsiteY122" fmla="*/ 466134 h 1986707"/>
              <a:gd name="connsiteX123" fmla="*/ 372530 w 583042"/>
              <a:gd name="connsiteY123" fmla="*/ 499496 h 1986707"/>
              <a:gd name="connsiteX124" fmla="*/ 349036 w 583042"/>
              <a:gd name="connsiteY124" fmla="*/ 418205 h 1986707"/>
              <a:gd name="connsiteX125" fmla="*/ 289360 w 583042"/>
              <a:gd name="connsiteY125" fmla="*/ 411626 h 1986707"/>
              <a:gd name="connsiteX126" fmla="*/ 232972 w 583042"/>
              <a:gd name="connsiteY126" fmla="*/ 339263 h 1986707"/>
              <a:gd name="connsiteX127" fmla="*/ 286070 w 583042"/>
              <a:gd name="connsiteY127" fmla="*/ 344901 h 1986707"/>
              <a:gd name="connsiteX128" fmla="*/ 329300 w 583042"/>
              <a:gd name="connsiteY128" fmla="*/ 362287 h 1986707"/>
              <a:gd name="connsiteX129" fmla="*/ 292649 w 583042"/>
              <a:gd name="connsiteY129" fmla="*/ 274417 h 1986707"/>
              <a:gd name="connsiteX130" fmla="*/ 230623 w 583042"/>
              <a:gd name="connsiteY130" fmla="*/ 280056 h 1986707"/>
              <a:gd name="connsiteX131" fmla="*/ 166248 w 583042"/>
              <a:gd name="connsiteY131" fmla="*/ 221319 h 1986707"/>
              <a:gd name="connsiteX132" fmla="*/ 216996 w 583042"/>
              <a:gd name="connsiteY132" fmla="*/ 218500 h 1986707"/>
              <a:gd name="connsiteX133" fmla="*/ 273853 w 583042"/>
              <a:gd name="connsiteY133" fmla="*/ 235886 h 1986707"/>
              <a:gd name="connsiteX134" fmla="*/ 223105 w 583042"/>
              <a:gd name="connsiteY134" fmla="*/ 147546 h 1986707"/>
              <a:gd name="connsiteX135" fmla="*/ 168597 w 583042"/>
              <a:gd name="connsiteY135" fmla="*/ 153655 h 1986707"/>
              <a:gd name="connsiteX136" fmla="*/ 115499 w 583042"/>
              <a:gd name="connsiteY136" fmla="*/ 105256 h 1986707"/>
              <a:gd name="connsiteX137" fmla="*/ 157320 w 583042"/>
              <a:gd name="connsiteY137" fmla="*/ 102907 h 1986707"/>
              <a:gd name="connsiteX138" fmla="*/ 201020 w 583042"/>
              <a:gd name="connsiteY138" fmla="*/ 114654 h 1986707"/>
              <a:gd name="connsiteX139" fmla="*/ 185513 w 583042"/>
              <a:gd name="connsiteY139" fmla="*/ 93509 h 1986707"/>
              <a:gd name="connsiteX140" fmla="*/ 185513 w 583042"/>
              <a:gd name="connsiteY140" fmla="*/ 92569 h 1986707"/>
              <a:gd name="connsiteX141" fmla="*/ 111271 w 583042"/>
              <a:gd name="connsiteY141" fmla="*/ 42760 h 1986707"/>
              <a:gd name="connsiteX142" fmla="*/ 92005 w 583042"/>
              <a:gd name="connsiteY142" fmla="*/ 0 h 19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83042" h="1986707">
                <a:moveTo>
                  <a:pt x="200080" y="1448679"/>
                </a:moveTo>
                <a:cubicBezTo>
                  <a:pt x="200080" y="1448679"/>
                  <a:pt x="200080" y="1448679"/>
                  <a:pt x="239551" y="1509296"/>
                </a:cubicBezTo>
                <a:cubicBezTo>
                  <a:pt x="278552" y="1569912"/>
                  <a:pt x="247539" y="1640866"/>
                  <a:pt x="238611" y="1652613"/>
                </a:cubicBezTo>
                <a:cubicBezTo>
                  <a:pt x="238611" y="1652613"/>
                  <a:pt x="186453" y="1624889"/>
                  <a:pt x="172826" y="1569442"/>
                </a:cubicBezTo>
                <a:cubicBezTo>
                  <a:pt x="158730" y="1513995"/>
                  <a:pt x="200080" y="1448679"/>
                  <a:pt x="200080" y="1448679"/>
                </a:cubicBezTo>
                <a:close/>
                <a:moveTo>
                  <a:pt x="467919" y="376854"/>
                </a:moveTo>
                <a:cubicBezTo>
                  <a:pt x="467919" y="376854"/>
                  <a:pt x="487654" y="434651"/>
                  <a:pt x="466979" y="475062"/>
                </a:cubicBezTo>
                <a:cubicBezTo>
                  <a:pt x="446304" y="515472"/>
                  <a:pt x="400724" y="527220"/>
                  <a:pt x="401194" y="527220"/>
                </a:cubicBezTo>
                <a:cubicBezTo>
                  <a:pt x="396495" y="516412"/>
                  <a:pt x="385218" y="455796"/>
                  <a:pt x="426568" y="416325"/>
                </a:cubicBezTo>
                <a:cubicBezTo>
                  <a:pt x="467919" y="376854"/>
                  <a:pt x="467919" y="376854"/>
                  <a:pt x="467919" y="376854"/>
                </a:cubicBezTo>
                <a:close/>
                <a:moveTo>
                  <a:pt x="92005" y="0"/>
                </a:moveTo>
                <a:cubicBezTo>
                  <a:pt x="92005" y="0"/>
                  <a:pt x="141814" y="0"/>
                  <a:pt x="168127" y="27724"/>
                </a:cubicBezTo>
                <a:cubicBezTo>
                  <a:pt x="184104" y="44640"/>
                  <a:pt x="188803" y="66255"/>
                  <a:pt x="190212" y="79882"/>
                </a:cubicBezTo>
                <a:cubicBezTo>
                  <a:pt x="200080" y="92569"/>
                  <a:pt x="209948" y="105256"/>
                  <a:pt x="219346" y="118883"/>
                </a:cubicBezTo>
                <a:cubicBezTo>
                  <a:pt x="216056" y="101967"/>
                  <a:pt x="215587" y="78002"/>
                  <a:pt x="230623" y="57327"/>
                </a:cubicBezTo>
                <a:cubicBezTo>
                  <a:pt x="255057" y="23025"/>
                  <a:pt x="255057" y="23025"/>
                  <a:pt x="255057" y="23025"/>
                </a:cubicBezTo>
                <a:cubicBezTo>
                  <a:pt x="255057" y="23025"/>
                  <a:pt x="277142" y="62026"/>
                  <a:pt x="267745" y="93979"/>
                </a:cubicBezTo>
                <a:cubicBezTo>
                  <a:pt x="260226" y="117943"/>
                  <a:pt x="241431" y="132040"/>
                  <a:pt x="232033" y="137679"/>
                </a:cubicBezTo>
                <a:cubicBezTo>
                  <a:pt x="253648" y="169631"/>
                  <a:pt x="273853" y="204403"/>
                  <a:pt x="292649" y="241525"/>
                </a:cubicBezTo>
                <a:cubicBezTo>
                  <a:pt x="286540" y="221319"/>
                  <a:pt x="283721" y="191246"/>
                  <a:pt x="301107" y="163993"/>
                </a:cubicBezTo>
                <a:cubicBezTo>
                  <a:pt x="328361" y="121232"/>
                  <a:pt x="328361" y="121232"/>
                  <a:pt x="328361" y="121232"/>
                </a:cubicBezTo>
                <a:cubicBezTo>
                  <a:pt x="328361" y="121232"/>
                  <a:pt x="357964" y="166342"/>
                  <a:pt x="348566" y="205813"/>
                </a:cubicBezTo>
                <a:cubicBezTo>
                  <a:pt x="340108" y="241055"/>
                  <a:pt x="309565" y="260790"/>
                  <a:pt x="303926" y="264080"/>
                </a:cubicBezTo>
                <a:cubicBezTo>
                  <a:pt x="318493" y="294623"/>
                  <a:pt x="332120" y="326575"/>
                  <a:pt x="344807" y="359938"/>
                </a:cubicBezTo>
                <a:cubicBezTo>
                  <a:pt x="343867" y="341142"/>
                  <a:pt x="347156" y="318587"/>
                  <a:pt x="361723" y="298852"/>
                </a:cubicBezTo>
                <a:cubicBezTo>
                  <a:pt x="393206" y="255622"/>
                  <a:pt x="393206" y="255622"/>
                  <a:pt x="393206" y="255622"/>
                </a:cubicBezTo>
                <a:cubicBezTo>
                  <a:pt x="393206" y="255622"/>
                  <a:pt x="420929" y="305430"/>
                  <a:pt x="408712" y="346311"/>
                </a:cubicBezTo>
                <a:cubicBezTo>
                  <a:pt x="399784" y="376384"/>
                  <a:pt x="374880" y="394710"/>
                  <a:pt x="363133" y="401758"/>
                </a:cubicBezTo>
                <a:cubicBezTo>
                  <a:pt x="365952" y="406927"/>
                  <a:pt x="367832" y="411156"/>
                  <a:pt x="368302" y="413506"/>
                </a:cubicBezTo>
                <a:cubicBezTo>
                  <a:pt x="368302" y="413506"/>
                  <a:pt x="366892" y="413976"/>
                  <a:pt x="364542" y="414915"/>
                </a:cubicBezTo>
                <a:cubicBezTo>
                  <a:pt x="387567" y="483050"/>
                  <a:pt x="405893" y="555413"/>
                  <a:pt x="419050" y="630596"/>
                </a:cubicBezTo>
                <a:cubicBezTo>
                  <a:pt x="425628" y="607571"/>
                  <a:pt x="439725" y="580787"/>
                  <a:pt x="468858" y="564341"/>
                </a:cubicBezTo>
                <a:cubicBezTo>
                  <a:pt x="521486" y="534738"/>
                  <a:pt x="521486" y="534738"/>
                  <a:pt x="521486" y="534738"/>
                </a:cubicBezTo>
                <a:cubicBezTo>
                  <a:pt x="521486" y="534738"/>
                  <a:pt x="526185" y="599113"/>
                  <a:pt x="494702" y="634825"/>
                </a:cubicBezTo>
                <a:cubicBezTo>
                  <a:pt x="472617" y="659729"/>
                  <a:pt x="441605" y="667248"/>
                  <a:pt x="425158" y="669597"/>
                </a:cubicBezTo>
                <a:cubicBezTo>
                  <a:pt x="431737" y="715177"/>
                  <a:pt x="436906" y="761696"/>
                  <a:pt x="439725" y="809155"/>
                </a:cubicBezTo>
                <a:cubicBezTo>
                  <a:pt x="446773" y="784251"/>
                  <a:pt x="464630" y="747130"/>
                  <a:pt x="504100" y="730213"/>
                </a:cubicBezTo>
                <a:cubicBezTo>
                  <a:pt x="560957" y="705779"/>
                  <a:pt x="560957" y="705779"/>
                  <a:pt x="560957" y="705779"/>
                </a:cubicBezTo>
                <a:cubicBezTo>
                  <a:pt x="560957" y="705779"/>
                  <a:pt x="559548" y="771564"/>
                  <a:pt x="522896" y="804926"/>
                </a:cubicBezTo>
                <a:cubicBezTo>
                  <a:pt x="493293" y="831710"/>
                  <a:pt x="454762" y="833590"/>
                  <a:pt x="441135" y="833120"/>
                </a:cubicBezTo>
                <a:cubicBezTo>
                  <a:pt x="443014" y="877290"/>
                  <a:pt x="443484" y="921930"/>
                  <a:pt x="441605" y="966569"/>
                </a:cubicBezTo>
                <a:cubicBezTo>
                  <a:pt x="453822" y="943075"/>
                  <a:pt x="478726" y="909712"/>
                  <a:pt x="521486" y="900784"/>
                </a:cubicBezTo>
                <a:cubicBezTo>
                  <a:pt x="583042" y="888097"/>
                  <a:pt x="583042" y="888097"/>
                  <a:pt x="583042" y="888097"/>
                </a:cubicBezTo>
                <a:cubicBezTo>
                  <a:pt x="583042" y="888097"/>
                  <a:pt x="568006" y="953412"/>
                  <a:pt x="525245" y="979257"/>
                </a:cubicBezTo>
                <a:cubicBezTo>
                  <a:pt x="492353" y="998992"/>
                  <a:pt x="455701" y="994763"/>
                  <a:pt x="440665" y="991474"/>
                </a:cubicBezTo>
                <a:cubicBezTo>
                  <a:pt x="439725" y="1009800"/>
                  <a:pt x="438315" y="1027655"/>
                  <a:pt x="436906" y="1045981"/>
                </a:cubicBezTo>
                <a:cubicBezTo>
                  <a:pt x="435026" y="1071356"/>
                  <a:pt x="432207" y="1096730"/>
                  <a:pt x="428448" y="1122104"/>
                </a:cubicBezTo>
                <a:cubicBezTo>
                  <a:pt x="440665" y="1097670"/>
                  <a:pt x="463220" y="1069006"/>
                  <a:pt x="500811" y="1057729"/>
                </a:cubicBezTo>
                <a:cubicBezTo>
                  <a:pt x="563777" y="1038933"/>
                  <a:pt x="563777" y="1038933"/>
                  <a:pt x="563777" y="1038933"/>
                </a:cubicBezTo>
                <a:cubicBezTo>
                  <a:pt x="563777" y="1038933"/>
                  <a:pt x="553909" y="1108007"/>
                  <a:pt x="511619" y="1138550"/>
                </a:cubicBezTo>
                <a:cubicBezTo>
                  <a:pt x="478256" y="1162515"/>
                  <a:pt x="438315" y="1160165"/>
                  <a:pt x="423279" y="1158286"/>
                </a:cubicBezTo>
                <a:cubicBezTo>
                  <a:pt x="417170" y="1196347"/>
                  <a:pt x="409652" y="1234408"/>
                  <a:pt x="401194" y="1271530"/>
                </a:cubicBezTo>
                <a:cubicBezTo>
                  <a:pt x="418580" y="1251794"/>
                  <a:pt x="444894" y="1232059"/>
                  <a:pt x="480606" y="1228770"/>
                </a:cubicBezTo>
                <a:cubicBezTo>
                  <a:pt x="547800" y="1222191"/>
                  <a:pt x="547800" y="1222191"/>
                  <a:pt x="547800" y="1222191"/>
                </a:cubicBezTo>
                <a:cubicBezTo>
                  <a:pt x="547800" y="1222191"/>
                  <a:pt x="524306" y="1289856"/>
                  <a:pt x="475437" y="1312410"/>
                </a:cubicBezTo>
                <a:cubicBezTo>
                  <a:pt x="442545" y="1327447"/>
                  <a:pt x="408712" y="1322278"/>
                  <a:pt x="390386" y="1317109"/>
                </a:cubicBezTo>
                <a:cubicBezTo>
                  <a:pt x="379109" y="1361279"/>
                  <a:pt x="365952" y="1404509"/>
                  <a:pt x="351855" y="1446800"/>
                </a:cubicBezTo>
                <a:cubicBezTo>
                  <a:pt x="371121" y="1424715"/>
                  <a:pt x="401194" y="1401690"/>
                  <a:pt x="443014" y="1396051"/>
                </a:cubicBezTo>
                <a:cubicBezTo>
                  <a:pt x="519607" y="1385244"/>
                  <a:pt x="519607" y="1385244"/>
                  <a:pt x="519607" y="1385244"/>
                </a:cubicBezTo>
                <a:cubicBezTo>
                  <a:pt x="519607" y="1385244"/>
                  <a:pt x="494233" y="1456668"/>
                  <a:pt x="439255" y="1482512"/>
                </a:cubicBezTo>
                <a:cubicBezTo>
                  <a:pt x="397905" y="1501777"/>
                  <a:pt x="355144" y="1495669"/>
                  <a:pt x="335879" y="1491440"/>
                </a:cubicBezTo>
                <a:cubicBezTo>
                  <a:pt x="320842" y="1531850"/>
                  <a:pt x="304396" y="1571791"/>
                  <a:pt x="287010" y="1609853"/>
                </a:cubicBezTo>
                <a:cubicBezTo>
                  <a:pt x="310975" y="1593406"/>
                  <a:pt x="345277" y="1579310"/>
                  <a:pt x="385218" y="1586828"/>
                </a:cubicBezTo>
                <a:cubicBezTo>
                  <a:pt x="456171" y="1600455"/>
                  <a:pt x="456171" y="1600455"/>
                  <a:pt x="456171" y="1600455"/>
                </a:cubicBezTo>
                <a:cubicBezTo>
                  <a:pt x="456171" y="1600455"/>
                  <a:pt x="411531" y="1662951"/>
                  <a:pt x="354675" y="1671409"/>
                </a:cubicBezTo>
                <a:cubicBezTo>
                  <a:pt x="317083" y="1677047"/>
                  <a:pt x="284661" y="1662011"/>
                  <a:pt x="266805" y="1651673"/>
                </a:cubicBezTo>
                <a:cubicBezTo>
                  <a:pt x="244250" y="1696313"/>
                  <a:pt x="220286" y="1738603"/>
                  <a:pt x="195381" y="1778544"/>
                </a:cubicBezTo>
                <a:cubicBezTo>
                  <a:pt x="220286" y="1762098"/>
                  <a:pt x="268684" y="1741423"/>
                  <a:pt x="319433" y="1760688"/>
                </a:cubicBezTo>
                <a:cubicBezTo>
                  <a:pt x="386627" y="1786532"/>
                  <a:pt x="386627" y="1786532"/>
                  <a:pt x="386627" y="1786532"/>
                </a:cubicBezTo>
                <a:cubicBezTo>
                  <a:pt x="386627" y="1786532"/>
                  <a:pt x="331650" y="1840570"/>
                  <a:pt x="274323" y="1838690"/>
                </a:cubicBezTo>
                <a:cubicBezTo>
                  <a:pt x="228744" y="1837751"/>
                  <a:pt x="195381" y="1808617"/>
                  <a:pt x="183634" y="1796870"/>
                </a:cubicBezTo>
                <a:cubicBezTo>
                  <a:pt x="164838" y="1825533"/>
                  <a:pt x="145573" y="1852317"/>
                  <a:pt x="125367" y="1877692"/>
                </a:cubicBezTo>
                <a:cubicBezTo>
                  <a:pt x="150272" y="1872993"/>
                  <a:pt x="178465" y="1873463"/>
                  <a:pt x="207128" y="1886619"/>
                </a:cubicBezTo>
                <a:cubicBezTo>
                  <a:pt x="276673" y="1918572"/>
                  <a:pt x="276673" y="1918572"/>
                  <a:pt x="276673" y="1918572"/>
                </a:cubicBezTo>
                <a:cubicBezTo>
                  <a:pt x="276673" y="1918572"/>
                  <a:pt x="214177" y="1971670"/>
                  <a:pt x="153561" y="1965561"/>
                </a:cubicBezTo>
                <a:cubicBezTo>
                  <a:pt x="120668" y="1962742"/>
                  <a:pt x="95294" y="1946296"/>
                  <a:pt x="78378" y="1932199"/>
                </a:cubicBezTo>
                <a:cubicBezTo>
                  <a:pt x="60052" y="1951935"/>
                  <a:pt x="41257" y="1970260"/>
                  <a:pt x="22461" y="1986707"/>
                </a:cubicBezTo>
                <a:lnTo>
                  <a:pt x="1786" y="1966501"/>
                </a:lnTo>
                <a:cubicBezTo>
                  <a:pt x="20111" y="1951465"/>
                  <a:pt x="37497" y="1934549"/>
                  <a:pt x="54884" y="1916693"/>
                </a:cubicBezTo>
                <a:cubicBezTo>
                  <a:pt x="40787" y="1905415"/>
                  <a:pt x="6954" y="1873463"/>
                  <a:pt x="846" y="1826943"/>
                </a:cubicBezTo>
                <a:cubicBezTo>
                  <a:pt x="-7142" y="1766327"/>
                  <a:pt x="44076" y="1702421"/>
                  <a:pt x="44076" y="1702421"/>
                </a:cubicBezTo>
                <a:cubicBezTo>
                  <a:pt x="44076" y="1702421"/>
                  <a:pt x="44076" y="1702421"/>
                  <a:pt x="78378" y="1771026"/>
                </a:cubicBezTo>
                <a:cubicBezTo>
                  <a:pt x="101403" y="1816605"/>
                  <a:pt x="90595" y="1863595"/>
                  <a:pt x="77908" y="1893198"/>
                </a:cubicBezTo>
                <a:cubicBezTo>
                  <a:pt x="104222" y="1863125"/>
                  <a:pt x="130066" y="1830232"/>
                  <a:pt x="154501" y="1794990"/>
                </a:cubicBezTo>
                <a:cubicBezTo>
                  <a:pt x="138054" y="1783713"/>
                  <a:pt x="108921" y="1758809"/>
                  <a:pt x="98583" y="1719808"/>
                </a:cubicBezTo>
                <a:cubicBezTo>
                  <a:pt x="84017" y="1664360"/>
                  <a:pt x="123958" y="1598575"/>
                  <a:pt x="123958" y="1598575"/>
                </a:cubicBezTo>
                <a:cubicBezTo>
                  <a:pt x="123958" y="1598575"/>
                  <a:pt x="123958" y="1598575"/>
                  <a:pt x="164368" y="1658252"/>
                </a:cubicBezTo>
                <a:cubicBezTo>
                  <a:pt x="185983" y="1689734"/>
                  <a:pt x="187393" y="1724037"/>
                  <a:pt x="183164" y="1751760"/>
                </a:cubicBezTo>
                <a:cubicBezTo>
                  <a:pt x="232033" y="1674698"/>
                  <a:pt x="274793" y="1587768"/>
                  <a:pt x="310505" y="1494729"/>
                </a:cubicBezTo>
                <a:cubicBezTo>
                  <a:pt x="294998" y="1487681"/>
                  <a:pt x="253178" y="1466065"/>
                  <a:pt x="235792" y="1424245"/>
                </a:cubicBezTo>
                <a:cubicBezTo>
                  <a:pt x="214177" y="1372557"/>
                  <a:pt x="249889" y="1305832"/>
                  <a:pt x="249889" y="1305832"/>
                </a:cubicBezTo>
                <a:cubicBezTo>
                  <a:pt x="249889" y="1305832"/>
                  <a:pt x="249889" y="1305832"/>
                  <a:pt x="299227" y="1359400"/>
                </a:cubicBezTo>
                <a:cubicBezTo>
                  <a:pt x="323662" y="1385714"/>
                  <a:pt x="329770" y="1416727"/>
                  <a:pt x="329300" y="1442571"/>
                </a:cubicBezTo>
                <a:cubicBezTo>
                  <a:pt x="343397" y="1402160"/>
                  <a:pt x="355614" y="1360810"/>
                  <a:pt x="366892" y="1318519"/>
                </a:cubicBezTo>
                <a:cubicBezTo>
                  <a:pt x="354675" y="1315230"/>
                  <a:pt x="311915" y="1301603"/>
                  <a:pt x="288890" y="1262132"/>
                </a:cubicBezTo>
                <a:cubicBezTo>
                  <a:pt x="262106" y="1215613"/>
                  <a:pt x="281841" y="1146538"/>
                  <a:pt x="281841" y="1146538"/>
                </a:cubicBezTo>
                <a:cubicBezTo>
                  <a:pt x="281841" y="1146538"/>
                  <a:pt x="281841" y="1146538"/>
                  <a:pt x="334469" y="1189299"/>
                </a:cubicBezTo>
                <a:cubicBezTo>
                  <a:pt x="368302" y="1218432"/>
                  <a:pt x="375820" y="1260252"/>
                  <a:pt x="375350" y="1288916"/>
                </a:cubicBezTo>
                <a:cubicBezTo>
                  <a:pt x="385687" y="1246625"/>
                  <a:pt x="394615" y="1203395"/>
                  <a:pt x="401664" y="1160165"/>
                </a:cubicBezTo>
                <a:cubicBezTo>
                  <a:pt x="389447" y="1157816"/>
                  <a:pt x="347156" y="1147948"/>
                  <a:pt x="321782" y="1111766"/>
                </a:cubicBezTo>
                <a:cubicBezTo>
                  <a:pt x="291709" y="1069006"/>
                  <a:pt x="304866" y="1000402"/>
                  <a:pt x="304866" y="1000402"/>
                </a:cubicBezTo>
                <a:cubicBezTo>
                  <a:pt x="304866" y="1000402"/>
                  <a:pt x="304866" y="1000402"/>
                  <a:pt x="357964" y="1038463"/>
                </a:cubicBezTo>
                <a:cubicBezTo>
                  <a:pt x="392736" y="1063367"/>
                  <a:pt x="403544" y="1102368"/>
                  <a:pt x="405893" y="1129622"/>
                </a:cubicBezTo>
                <a:cubicBezTo>
                  <a:pt x="409182" y="1105658"/>
                  <a:pt x="412471" y="1081693"/>
                  <a:pt x="414821" y="1057259"/>
                </a:cubicBezTo>
                <a:cubicBezTo>
                  <a:pt x="417170" y="1036114"/>
                  <a:pt x="418580" y="1014968"/>
                  <a:pt x="419990" y="993823"/>
                </a:cubicBezTo>
                <a:cubicBezTo>
                  <a:pt x="403544" y="992414"/>
                  <a:pt x="369711" y="985835"/>
                  <a:pt x="345277" y="959521"/>
                </a:cubicBezTo>
                <a:cubicBezTo>
                  <a:pt x="311445" y="923339"/>
                  <a:pt x="315204" y="857084"/>
                  <a:pt x="315204" y="857084"/>
                </a:cubicBezTo>
                <a:cubicBezTo>
                  <a:pt x="315204" y="857084"/>
                  <a:pt x="315204" y="857084"/>
                  <a:pt x="370181" y="886218"/>
                </a:cubicBezTo>
                <a:cubicBezTo>
                  <a:pt x="398375" y="901254"/>
                  <a:pt x="413881" y="926159"/>
                  <a:pt x="421869" y="948713"/>
                </a:cubicBezTo>
                <a:cubicBezTo>
                  <a:pt x="423279" y="912532"/>
                  <a:pt x="423279" y="876820"/>
                  <a:pt x="421869" y="841578"/>
                </a:cubicBezTo>
                <a:cubicBezTo>
                  <a:pt x="406363" y="841578"/>
                  <a:pt x="370651" y="839229"/>
                  <a:pt x="342458" y="813854"/>
                </a:cubicBezTo>
                <a:cubicBezTo>
                  <a:pt x="305806" y="780962"/>
                  <a:pt x="303456" y="714707"/>
                  <a:pt x="303456" y="714707"/>
                </a:cubicBezTo>
                <a:cubicBezTo>
                  <a:pt x="303456" y="714707"/>
                  <a:pt x="303456" y="714707"/>
                  <a:pt x="360783" y="738671"/>
                </a:cubicBezTo>
                <a:cubicBezTo>
                  <a:pt x="392736" y="752298"/>
                  <a:pt x="410592" y="778612"/>
                  <a:pt x="419990" y="801637"/>
                </a:cubicBezTo>
                <a:cubicBezTo>
                  <a:pt x="417640" y="763106"/>
                  <a:pt x="413881" y="725045"/>
                  <a:pt x="409182" y="687923"/>
                </a:cubicBezTo>
                <a:cubicBezTo>
                  <a:pt x="394146" y="689333"/>
                  <a:pt x="358904" y="689333"/>
                  <a:pt x="329770" y="666778"/>
                </a:cubicBezTo>
                <a:cubicBezTo>
                  <a:pt x="292179" y="637175"/>
                  <a:pt x="285600" y="573269"/>
                  <a:pt x="285600" y="573269"/>
                </a:cubicBezTo>
                <a:cubicBezTo>
                  <a:pt x="285600" y="573269"/>
                  <a:pt x="285600" y="573269"/>
                  <a:pt x="342458" y="592535"/>
                </a:cubicBezTo>
                <a:cubicBezTo>
                  <a:pt x="373001" y="602872"/>
                  <a:pt x="392266" y="626367"/>
                  <a:pt x="403073" y="647512"/>
                </a:cubicBezTo>
                <a:cubicBezTo>
                  <a:pt x="397435" y="612270"/>
                  <a:pt x="390386" y="577028"/>
                  <a:pt x="382868" y="543196"/>
                </a:cubicBezTo>
                <a:cubicBezTo>
                  <a:pt x="366892" y="546955"/>
                  <a:pt x="339638" y="549775"/>
                  <a:pt x="312854" y="537087"/>
                </a:cubicBezTo>
                <a:cubicBezTo>
                  <a:pt x="271974" y="517352"/>
                  <a:pt x="253178" y="459555"/>
                  <a:pt x="253178" y="459555"/>
                </a:cubicBezTo>
                <a:cubicBezTo>
                  <a:pt x="253178" y="459555"/>
                  <a:pt x="253178" y="459555"/>
                  <a:pt x="310035" y="466134"/>
                </a:cubicBezTo>
                <a:cubicBezTo>
                  <a:pt x="337759" y="469423"/>
                  <a:pt x="358434" y="483990"/>
                  <a:pt x="372530" y="499496"/>
                </a:cubicBezTo>
                <a:cubicBezTo>
                  <a:pt x="365482" y="471772"/>
                  <a:pt x="357494" y="444519"/>
                  <a:pt x="349036" y="418205"/>
                </a:cubicBezTo>
                <a:cubicBezTo>
                  <a:pt x="333529" y="421024"/>
                  <a:pt x="310975" y="421964"/>
                  <a:pt x="289360" y="411626"/>
                </a:cubicBezTo>
                <a:cubicBezTo>
                  <a:pt x="250829" y="393300"/>
                  <a:pt x="232972" y="339263"/>
                  <a:pt x="232972" y="339263"/>
                </a:cubicBezTo>
                <a:cubicBezTo>
                  <a:pt x="232972" y="339263"/>
                  <a:pt x="232972" y="339263"/>
                  <a:pt x="286070" y="344901"/>
                </a:cubicBezTo>
                <a:cubicBezTo>
                  <a:pt x="303456" y="346781"/>
                  <a:pt x="317553" y="353829"/>
                  <a:pt x="329300" y="362287"/>
                </a:cubicBezTo>
                <a:cubicBezTo>
                  <a:pt x="318023" y="331744"/>
                  <a:pt x="305806" y="302611"/>
                  <a:pt x="292649" y="274417"/>
                </a:cubicBezTo>
                <a:cubicBezTo>
                  <a:pt x="279492" y="280526"/>
                  <a:pt x="255528" y="287104"/>
                  <a:pt x="230623" y="280056"/>
                </a:cubicBezTo>
                <a:cubicBezTo>
                  <a:pt x="191622" y="269249"/>
                  <a:pt x="166248" y="221319"/>
                  <a:pt x="166248" y="221319"/>
                </a:cubicBezTo>
                <a:cubicBezTo>
                  <a:pt x="166248" y="221319"/>
                  <a:pt x="166248" y="221319"/>
                  <a:pt x="216996" y="218500"/>
                </a:cubicBezTo>
                <a:cubicBezTo>
                  <a:pt x="240021" y="217090"/>
                  <a:pt x="259287" y="225549"/>
                  <a:pt x="273853" y="235886"/>
                </a:cubicBezTo>
                <a:cubicBezTo>
                  <a:pt x="257877" y="204403"/>
                  <a:pt x="240961" y="175270"/>
                  <a:pt x="223105" y="147546"/>
                </a:cubicBezTo>
                <a:cubicBezTo>
                  <a:pt x="212767" y="152715"/>
                  <a:pt x="191622" y="160233"/>
                  <a:pt x="168597" y="153655"/>
                </a:cubicBezTo>
                <a:cubicBezTo>
                  <a:pt x="136645" y="144727"/>
                  <a:pt x="115499" y="105256"/>
                  <a:pt x="115499" y="105256"/>
                </a:cubicBezTo>
                <a:cubicBezTo>
                  <a:pt x="115499" y="105256"/>
                  <a:pt x="115499" y="105256"/>
                  <a:pt x="157320" y="102907"/>
                </a:cubicBezTo>
                <a:cubicBezTo>
                  <a:pt x="174706" y="101497"/>
                  <a:pt x="189273" y="107136"/>
                  <a:pt x="201020" y="114654"/>
                </a:cubicBezTo>
                <a:cubicBezTo>
                  <a:pt x="195851" y="107605"/>
                  <a:pt x="190682" y="100557"/>
                  <a:pt x="185513" y="93509"/>
                </a:cubicBezTo>
                <a:lnTo>
                  <a:pt x="185513" y="92569"/>
                </a:lnTo>
                <a:cubicBezTo>
                  <a:pt x="170007" y="91629"/>
                  <a:pt x="128657" y="80822"/>
                  <a:pt x="111271" y="42760"/>
                </a:cubicBezTo>
                <a:cubicBezTo>
                  <a:pt x="92005" y="0"/>
                  <a:pt x="92005" y="0"/>
                  <a:pt x="92005" y="0"/>
                </a:cubicBezTo>
                <a:close/>
              </a:path>
            </a:pathLst>
          </a:custGeom>
          <a:solidFill>
            <a:srgbClr val="A68B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33" name="フリーフォーム 32">
            <a:extLst>
              <a:ext uri="{FF2B5EF4-FFF2-40B4-BE49-F238E27FC236}">
                <a16:creationId xmlns:a16="http://schemas.microsoft.com/office/drawing/2014/main" id="{61286604-DFA0-7350-C5A7-F8354B9D7169}"/>
              </a:ext>
            </a:extLst>
          </p:cNvPr>
          <p:cNvSpPr/>
          <p:nvPr/>
        </p:nvSpPr>
        <p:spPr>
          <a:xfrm>
            <a:off x="6968617" y="5025509"/>
            <a:ext cx="343755" cy="1171339"/>
          </a:xfrm>
          <a:custGeom>
            <a:avLst/>
            <a:gdLst>
              <a:gd name="connsiteX0" fmla="*/ 200080 w 583042"/>
              <a:gd name="connsiteY0" fmla="*/ 1448679 h 1986707"/>
              <a:gd name="connsiteX1" fmla="*/ 239551 w 583042"/>
              <a:gd name="connsiteY1" fmla="*/ 1509296 h 1986707"/>
              <a:gd name="connsiteX2" fmla="*/ 238611 w 583042"/>
              <a:gd name="connsiteY2" fmla="*/ 1652613 h 1986707"/>
              <a:gd name="connsiteX3" fmla="*/ 172826 w 583042"/>
              <a:gd name="connsiteY3" fmla="*/ 1569442 h 1986707"/>
              <a:gd name="connsiteX4" fmla="*/ 200080 w 583042"/>
              <a:gd name="connsiteY4" fmla="*/ 1448679 h 1986707"/>
              <a:gd name="connsiteX5" fmla="*/ 467919 w 583042"/>
              <a:gd name="connsiteY5" fmla="*/ 376854 h 1986707"/>
              <a:gd name="connsiteX6" fmla="*/ 466979 w 583042"/>
              <a:gd name="connsiteY6" fmla="*/ 475062 h 1986707"/>
              <a:gd name="connsiteX7" fmla="*/ 401194 w 583042"/>
              <a:gd name="connsiteY7" fmla="*/ 527220 h 1986707"/>
              <a:gd name="connsiteX8" fmla="*/ 426568 w 583042"/>
              <a:gd name="connsiteY8" fmla="*/ 416325 h 1986707"/>
              <a:gd name="connsiteX9" fmla="*/ 467919 w 583042"/>
              <a:gd name="connsiteY9" fmla="*/ 376854 h 1986707"/>
              <a:gd name="connsiteX10" fmla="*/ 92005 w 583042"/>
              <a:gd name="connsiteY10" fmla="*/ 0 h 1986707"/>
              <a:gd name="connsiteX11" fmla="*/ 168127 w 583042"/>
              <a:gd name="connsiteY11" fmla="*/ 27724 h 1986707"/>
              <a:gd name="connsiteX12" fmla="*/ 190212 w 583042"/>
              <a:gd name="connsiteY12" fmla="*/ 79882 h 1986707"/>
              <a:gd name="connsiteX13" fmla="*/ 219346 w 583042"/>
              <a:gd name="connsiteY13" fmla="*/ 118883 h 1986707"/>
              <a:gd name="connsiteX14" fmla="*/ 230623 w 583042"/>
              <a:gd name="connsiteY14" fmla="*/ 57327 h 1986707"/>
              <a:gd name="connsiteX15" fmla="*/ 255057 w 583042"/>
              <a:gd name="connsiteY15" fmla="*/ 23025 h 1986707"/>
              <a:gd name="connsiteX16" fmla="*/ 267745 w 583042"/>
              <a:gd name="connsiteY16" fmla="*/ 93979 h 1986707"/>
              <a:gd name="connsiteX17" fmla="*/ 232033 w 583042"/>
              <a:gd name="connsiteY17" fmla="*/ 137679 h 1986707"/>
              <a:gd name="connsiteX18" fmla="*/ 292649 w 583042"/>
              <a:gd name="connsiteY18" fmla="*/ 241525 h 1986707"/>
              <a:gd name="connsiteX19" fmla="*/ 301107 w 583042"/>
              <a:gd name="connsiteY19" fmla="*/ 163993 h 1986707"/>
              <a:gd name="connsiteX20" fmla="*/ 328361 w 583042"/>
              <a:gd name="connsiteY20" fmla="*/ 121232 h 1986707"/>
              <a:gd name="connsiteX21" fmla="*/ 348566 w 583042"/>
              <a:gd name="connsiteY21" fmla="*/ 205813 h 1986707"/>
              <a:gd name="connsiteX22" fmla="*/ 303926 w 583042"/>
              <a:gd name="connsiteY22" fmla="*/ 264080 h 1986707"/>
              <a:gd name="connsiteX23" fmla="*/ 344807 w 583042"/>
              <a:gd name="connsiteY23" fmla="*/ 359938 h 1986707"/>
              <a:gd name="connsiteX24" fmla="*/ 361723 w 583042"/>
              <a:gd name="connsiteY24" fmla="*/ 298852 h 1986707"/>
              <a:gd name="connsiteX25" fmla="*/ 393206 w 583042"/>
              <a:gd name="connsiteY25" fmla="*/ 255622 h 1986707"/>
              <a:gd name="connsiteX26" fmla="*/ 408712 w 583042"/>
              <a:gd name="connsiteY26" fmla="*/ 346311 h 1986707"/>
              <a:gd name="connsiteX27" fmla="*/ 363133 w 583042"/>
              <a:gd name="connsiteY27" fmla="*/ 401758 h 1986707"/>
              <a:gd name="connsiteX28" fmla="*/ 368302 w 583042"/>
              <a:gd name="connsiteY28" fmla="*/ 413506 h 1986707"/>
              <a:gd name="connsiteX29" fmla="*/ 364542 w 583042"/>
              <a:gd name="connsiteY29" fmla="*/ 414915 h 1986707"/>
              <a:gd name="connsiteX30" fmla="*/ 419050 w 583042"/>
              <a:gd name="connsiteY30" fmla="*/ 630596 h 1986707"/>
              <a:gd name="connsiteX31" fmla="*/ 468858 w 583042"/>
              <a:gd name="connsiteY31" fmla="*/ 564341 h 1986707"/>
              <a:gd name="connsiteX32" fmla="*/ 521486 w 583042"/>
              <a:gd name="connsiteY32" fmla="*/ 534738 h 1986707"/>
              <a:gd name="connsiteX33" fmla="*/ 494702 w 583042"/>
              <a:gd name="connsiteY33" fmla="*/ 634825 h 1986707"/>
              <a:gd name="connsiteX34" fmla="*/ 425158 w 583042"/>
              <a:gd name="connsiteY34" fmla="*/ 669597 h 1986707"/>
              <a:gd name="connsiteX35" fmla="*/ 439725 w 583042"/>
              <a:gd name="connsiteY35" fmla="*/ 809155 h 1986707"/>
              <a:gd name="connsiteX36" fmla="*/ 504100 w 583042"/>
              <a:gd name="connsiteY36" fmla="*/ 730213 h 1986707"/>
              <a:gd name="connsiteX37" fmla="*/ 560957 w 583042"/>
              <a:gd name="connsiteY37" fmla="*/ 705779 h 1986707"/>
              <a:gd name="connsiteX38" fmla="*/ 522896 w 583042"/>
              <a:gd name="connsiteY38" fmla="*/ 804926 h 1986707"/>
              <a:gd name="connsiteX39" fmla="*/ 441135 w 583042"/>
              <a:gd name="connsiteY39" fmla="*/ 833120 h 1986707"/>
              <a:gd name="connsiteX40" fmla="*/ 441605 w 583042"/>
              <a:gd name="connsiteY40" fmla="*/ 966569 h 1986707"/>
              <a:gd name="connsiteX41" fmla="*/ 521486 w 583042"/>
              <a:gd name="connsiteY41" fmla="*/ 900784 h 1986707"/>
              <a:gd name="connsiteX42" fmla="*/ 583042 w 583042"/>
              <a:gd name="connsiteY42" fmla="*/ 888097 h 1986707"/>
              <a:gd name="connsiteX43" fmla="*/ 525245 w 583042"/>
              <a:gd name="connsiteY43" fmla="*/ 979257 h 1986707"/>
              <a:gd name="connsiteX44" fmla="*/ 440665 w 583042"/>
              <a:gd name="connsiteY44" fmla="*/ 991474 h 1986707"/>
              <a:gd name="connsiteX45" fmla="*/ 436906 w 583042"/>
              <a:gd name="connsiteY45" fmla="*/ 1045981 h 1986707"/>
              <a:gd name="connsiteX46" fmla="*/ 428448 w 583042"/>
              <a:gd name="connsiteY46" fmla="*/ 1122104 h 1986707"/>
              <a:gd name="connsiteX47" fmla="*/ 500811 w 583042"/>
              <a:gd name="connsiteY47" fmla="*/ 1057729 h 1986707"/>
              <a:gd name="connsiteX48" fmla="*/ 563777 w 583042"/>
              <a:gd name="connsiteY48" fmla="*/ 1038933 h 1986707"/>
              <a:gd name="connsiteX49" fmla="*/ 511619 w 583042"/>
              <a:gd name="connsiteY49" fmla="*/ 1138550 h 1986707"/>
              <a:gd name="connsiteX50" fmla="*/ 423279 w 583042"/>
              <a:gd name="connsiteY50" fmla="*/ 1158286 h 1986707"/>
              <a:gd name="connsiteX51" fmla="*/ 401194 w 583042"/>
              <a:gd name="connsiteY51" fmla="*/ 1271530 h 1986707"/>
              <a:gd name="connsiteX52" fmla="*/ 480606 w 583042"/>
              <a:gd name="connsiteY52" fmla="*/ 1228770 h 1986707"/>
              <a:gd name="connsiteX53" fmla="*/ 547800 w 583042"/>
              <a:gd name="connsiteY53" fmla="*/ 1222191 h 1986707"/>
              <a:gd name="connsiteX54" fmla="*/ 475437 w 583042"/>
              <a:gd name="connsiteY54" fmla="*/ 1312410 h 1986707"/>
              <a:gd name="connsiteX55" fmla="*/ 390386 w 583042"/>
              <a:gd name="connsiteY55" fmla="*/ 1317109 h 1986707"/>
              <a:gd name="connsiteX56" fmla="*/ 351855 w 583042"/>
              <a:gd name="connsiteY56" fmla="*/ 1446800 h 1986707"/>
              <a:gd name="connsiteX57" fmla="*/ 443014 w 583042"/>
              <a:gd name="connsiteY57" fmla="*/ 1396051 h 1986707"/>
              <a:gd name="connsiteX58" fmla="*/ 519607 w 583042"/>
              <a:gd name="connsiteY58" fmla="*/ 1385244 h 1986707"/>
              <a:gd name="connsiteX59" fmla="*/ 439255 w 583042"/>
              <a:gd name="connsiteY59" fmla="*/ 1482512 h 1986707"/>
              <a:gd name="connsiteX60" fmla="*/ 335879 w 583042"/>
              <a:gd name="connsiteY60" fmla="*/ 1491440 h 1986707"/>
              <a:gd name="connsiteX61" fmla="*/ 287010 w 583042"/>
              <a:gd name="connsiteY61" fmla="*/ 1609853 h 1986707"/>
              <a:gd name="connsiteX62" fmla="*/ 385218 w 583042"/>
              <a:gd name="connsiteY62" fmla="*/ 1586828 h 1986707"/>
              <a:gd name="connsiteX63" fmla="*/ 456171 w 583042"/>
              <a:gd name="connsiteY63" fmla="*/ 1600455 h 1986707"/>
              <a:gd name="connsiteX64" fmla="*/ 354675 w 583042"/>
              <a:gd name="connsiteY64" fmla="*/ 1671409 h 1986707"/>
              <a:gd name="connsiteX65" fmla="*/ 266805 w 583042"/>
              <a:gd name="connsiteY65" fmla="*/ 1651673 h 1986707"/>
              <a:gd name="connsiteX66" fmla="*/ 195381 w 583042"/>
              <a:gd name="connsiteY66" fmla="*/ 1778544 h 1986707"/>
              <a:gd name="connsiteX67" fmla="*/ 319433 w 583042"/>
              <a:gd name="connsiteY67" fmla="*/ 1760688 h 1986707"/>
              <a:gd name="connsiteX68" fmla="*/ 386627 w 583042"/>
              <a:gd name="connsiteY68" fmla="*/ 1786532 h 1986707"/>
              <a:gd name="connsiteX69" fmla="*/ 274323 w 583042"/>
              <a:gd name="connsiteY69" fmla="*/ 1838690 h 1986707"/>
              <a:gd name="connsiteX70" fmla="*/ 183634 w 583042"/>
              <a:gd name="connsiteY70" fmla="*/ 1796870 h 1986707"/>
              <a:gd name="connsiteX71" fmla="*/ 125367 w 583042"/>
              <a:gd name="connsiteY71" fmla="*/ 1877692 h 1986707"/>
              <a:gd name="connsiteX72" fmla="*/ 207128 w 583042"/>
              <a:gd name="connsiteY72" fmla="*/ 1886619 h 1986707"/>
              <a:gd name="connsiteX73" fmla="*/ 276673 w 583042"/>
              <a:gd name="connsiteY73" fmla="*/ 1918572 h 1986707"/>
              <a:gd name="connsiteX74" fmla="*/ 153561 w 583042"/>
              <a:gd name="connsiteY74" fmla="*/ 1965561 h 1986707"/>
              <a:gd name="connsiteX75" fmla="*/ 78378 w 583042"/>
              <a:gd name="connsiteY75" fmla="*/ 1932199 h 1986707"/>
              <a:gd name="connsiteX76" fmla="*/ 22461 w 583042"/>
              <a:gd name="connsiteY76" fmla="*/ 1986707 h 1986707"/>
              <a:gd name="connsiteX77" fmla="*/ 1786 w 583042"/>
              <a:gd name="connsiteY77" fmla="*/ 1966501 h 1986707"/>
              <a:gd name="connsiteX78" fmla="*/ 54884 w 583042"/>
              <a:gd name="connsiteY78" fmla="*/ 1916693 h 1986707"/>
              <a:gd name="connsiteX79" fmla="*/ 846 w 583042"/>
              <a:gd name="connsiteY79" fmla="*/ 1826943 h 1986707"/>
              <a:gd name="connsiteX80" fmla="*/ 44076 w 583042"/>
              <a:gd name="connsiteY80" fmla="*/ 1702421 h 1986707"/>
              <a:gd name="connsiteX81" fmla="*/ 78378 w 583042"/>
              <a:gd name="connsiteY81" fmla="*/ 1771026 h 1986707"/>
              <a:gd name="connsiteX82" fmla="*/ 77908 w 583042"/>
              <a:gd name="connsiteY82" fmla="*/ 1893198 h 1986707"/>
              <a:gd name="connsiteX83" fmla="*/ 154501 w 583042"/>
              <a:gd name="connsiteY83" fmla="*/ 1794990 h 1986707"/>
              <a:gd name="connsiteX84" fmla="*/ 98583 w 583042"/>
              <a:gd name="connsiteY84" fmla="*/ 1719808 h 1986707"/>
              <a:gd name="connsiteX85" fmla="*/ 123958 w 583042"/>
              <a:gd name="connsiteY85" fmla="*/ 1598575 h 1986707"/>
              <a:gd name="connsiteX86" fmla="*/ 164368 w 583042"/>
              <a:gd name="connsiteY86" fmla="*/ 1658252 h 1986707"/>
              <a:gd name="connsiteX87" fmla="*/ 183164 w 583042"/>
              <a:gd name="connsiteY87" fmla="*/ 1751760 h 1986707"/>
              <a:gd name="connsiteX88" fmla="*/ 310505 w 583042"/>
              <a:gd name="connsiteY88" fmla="*/ 1494729 h 1986707"/>
              <a:gd name="connsiteX89" fmla="*/ 235792 w 583042"/>
              <a:gd name="connsiteY89" fmla="*/ 1424245 h 1986707"/>
              <a:gd name="connsiteX90" fmla="*/ 249889 w 583042"/>
              <a:gd name="connsiteY90" fmla="*/ 1305832 h 1986707"/>
              <a:gd name="connsiteX91" fmla="*/ 299227 w 583042"/>
              <a:gd name="connsiteY91" fmla="*/ 1359400 h 1986707"/>
              <a:gd name="connsiteX92" fmla="*/ 329300 w 583042"/>
              <a:gd name="connsiteY92" fmla="*/ 1442571 h 1986707"/>
              <a:gd name="connsiteX93" fmla="*/ 366892 w 583042"/>
              <a:gd name="connsiteY93" fmla="*/ 1318519 h 1986707"/>
              <a:gd name="connsiteX94" fmla="*/ 288890 w 583042"/>
              <a:gd name="connsiteY94" fmla="*/ 1262132 h 1986707"/>
              <a:gd name="connsiteX95" fmla="*/ 281841 w 583042"/>
              <a:gd name="connsiteY95" fmla="*/ 1146538 h 1986707"/>
              <a:gd name="connsiteX96" fmla="*/ 334469 w 583042"/>
              <a:gd name="connsiteY96" fmla="*/ 1189299 h 1986707"/>
              <a:gd name="connsiteX97" fmla="*/ 375350 w 583042"/>
              <a:gd name="connsiteY97" fmla="*/ 1288916 h 1986707"/>
              <a:gd name="connsiteX98" fmla="*/ 401664 w 583042"/>
              <a:gd name="connsiteY98" fmla="*/ 1160165 h 1986707"/>
              <a:gd name="connsiteX99" fmla="*/ 321782 w 583042"/>
              <a:gd name="connsiteY99" fmla="*/ 1111766 h 1986707"/>
              <a:gd name="connsiteX100" fmla="*/ 304866 w 583042"/>
              <a:gd name="connsiteY100" fmla="*/ 1000402 h 1986707"/>
              <a:gd name="connsiteX101" fmla="*/ 357964 w 583042"/>
              <a:gd name="connsiteY101" fmla="*/ 1038463 h 1986707"/>
              <a:gd name="connsiteX102" fmla="*/ 405893 w 583042"/>
              <a:gd name="connsiteY102" fmla="*/ 1129622 h 1986707"/>
              <a:gd name="connsiteX103" fmla="*/ 414821 w 583042"/>
              <a:gd name="connsiteY103" fmla="*/ 1057259 h 1986707"/>
              <a:gd name="connsiteX104" fmla="*/ 419990 w 583042"/>
              <a:gd name="connsiteY104" fmla="*/ 993823 h 1986707"/>
              <a:gd name="connsiteX105" fmla="*/ 345277 w 583042"/>
              <a:gd name="connsiteY105" fmla="*/ 959521 h 1986707"/>
              <a:gd name="connsiteX106" fmla="*/ 315204 w 583042"/>
              <a:gd name="connsiteY106" fmla="*/ 857084 h 1986707"/>
              <a:gd name="connsiteX107" fmla="*/ 370181 w 583042"/>
              <a:gd name="connsiteY107" fmla="*/ 886218 h 1986707"/>
              <a:gd name="connsiteX108" fmla="*/ 421869 w 583042"/>
              <a:gd name="connsiteY108" fmla="*/ 948713 h 1986707"/>
              <a:gd name="connsiteX109" fmla="*/ 421869 w 583042"/>
              <a:gd name="connsiteY109" fmla="*/ 841578 h 1986707"/>
              <a:gd name="connsiteX110" fmla="*/ 342458 w 583042"/>
              <a:gd name="connsiteY110" fmla="*/ 813854 h 1986707"/>
              <a:gd name="connsiteX111" fmla="*/ 303456 w 583042"/>
              <a:gd name="connsiteY111" fmla="*/ 714707 h 1986707"/>
              <a:gd name="connsiteX112" fmla="*/ 360783 w 583042"/>
              <a:gd name="connsiteY112" fmla="*/ 738671 h 1986707"/>
              <a:gd name="connsiteX113" fmla="*/ 419990 w 583042"/>
              <a:gd name="connsiteY113" fmla="*/ 801637 h 1986707"/>
              <a:gd name="connsiteX114" fmla="*/ 409182 w 583042"/>
              <a:gd name="connsiteY114" fmla="*/ 687923 h 1986707"/>
              <a:gd name="connsiteX115" fmla="*/ 329770 w 583042"/>
              <a:gd name="connsiteY115" fmla="*/ 666778 h 1986707"/>
              <a:gd name="connsiteX116" fmla="*/ 285600 w 583042"/>
              <a:gd name="connsiteY116" fmla="*/ 573269 h 1986707"/>
              <a:gd name="connsiteX117" fmla="*/ 342458 w 583042"/>
              <a:gd name="connsiteY117" fmla="*/ 592535 h 1986707"/>
              <a:gd name="connsiteX118" fmla="*/ 403073 w 583042"/>
              <a:gd name="connsiteY118" fmla="*/ 647512 h 1986707"/>
              <a:gd name="connsiteX119" fmla="*/ 382868 w 583042"/>
              <a:gd name="connsiteY119" fmla="*/ 543196 h 1986707"/>
              <a:gd name="connsiteX120" fmla="*/ 312854 w 583042"/>
              <a:gd name="connsiteY120" fmla="*/ 537087 h 1986707"/>
              <a:gd name="connsiteX121" fmla="*/ 253178 w 583042"/>
              <a:gd name="connsiteY121" fmla="*/ 459555 h 1986707"/>
              <a:gd name="connsiteX122" fmla="*/ 310035 w 583042"/>
              <a:gd name="connsiteY122" fmla="*/ 466134 h 1986707"/>
              <a:gd name="connsiteX123" fmla="*/ 372530 w 583042"/>
              <a:gd name="connsiteY123" fmla="*/ 499496 h 1986707"/>
              <a:gd name="connsiteX124" fmla="*/ 349036 w 583042"/>
              <a:gd name="connsiteY124" fmla="*/ 418205 h 1986707"/>
              <a:gd name="connsiteX125" fmla="*/ 289360 w 583042"/>
              <a:gd name="connsiteY125" fmla="*/ 411626 h 1986707"/>
              <a:gd name="connsiteX126" fmla="*/ 232972 w 583042"/>
              <a:gd name="connsiteY126" fmla="*/ 339263 h 1986707"/>
              <a:gd name="connsiteX127" fmla="*/ 286070 w 583042"/>
              <a:gd name="connsiteY127" fmla="*/ 344901 h 1986707"/>
              <a:gd name="connsiteX128" fmla="*/ 329300 w 583042"/>
              <a:gd name="connsiteY128" fmla="*/ 362287 h 1986707"/>
              <a:gd name="connsiteX129" fmla="*/ 292649 w 583042"/>
              <a:gd name="connsiteY129" fmla="*/ 274417 h 1986707"/>
              <a:gd name="connsiteX130" fmla="*/ 230623 w 583042"/>
              <a:gd name="connsiteY130" fmla="*/ 280056 h 1986707"/>
              <a:gd name="connsiteX131" fmla="*/ 166248 w 583042"/>
              <a:gd name="connsiteY131" fmla="*/ 221319 h 1986707"/>
              <a:gd name="connsiteX132" fmla="*/ 216996 w 583042"/>
              <a:gd name="connsiteY132" fmla="*/ 218500 h 1986707"/>
              <a:gd name="connsiteX133" fmla="*/ 273853 w 583042"/>
              <a:gd name="connsiteY133" fmla="*/ 235886 h 1986707"/>
              <a:gd name="connsiteX134" fmla="*/ 223105 w 583042"/>
              <a:gd name="connsiteY134" fmla="*/ 147546 h 1986707"/>
              <a:gd name="connsiteX135" fmla="*/ 168597 w 583042"/>
              <a:gd name="connsiteY135" fmla="*/ 153655 h 1986707"/>
              <a:gd name="connsiteX136" fmla="*/ 115499 w 583042"/>
              <a:gd name="connsiteY136" fmla="*/ 105256 h 1986707"/>
              <a:gd name="connsiteX137" fmla="*/ 157320 w 583042"/>
              <a:gd name="connsiteY137" fmla="*/ 102907 h 1986707"/>
              <a:gd name="connsiteX138" fmla="*/ 201020 w 583042"/>
              <a:gd name="connsiteY138" fmla="*/ 114654 h 1986707"/>
              <a:gd name="connsiteX139" fmla="*/ 185513 w 583042"/>
              <a:gd name="connsiteY139" fmla="*/ 93509 h 1986707"/>
              <a:gd name="connsiteX140" fmla="*/ 185513 w 583042"/>
              <a:gd name="connsiteY140" fmla="*/ 92569 h 1986707"/>
              <a:gd name="connsiteX141" fmla="*/ 111271 w 583042"/>
              <a:gd name="connsiteY141" fmla="*/ 42760 h 1986707"/>
              <a:gd name="connsiteX142" fmla="*/ 92005 w 583042"/>
              <a:gd name="connsiteY142" fmla="*/ 0 h 19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83042" h="1986707">
                <a:moveTo>
                  <a:pt x="200080" y="1448679"/>
                </a:moveTo>
                <a:cubicBezTo>
                  <a:pt x="200080" y="1448679"/>
                  <a:pt x="200080" y="1448679"/>
                  <a:pt x="239551" y="1509296"/>
                </a:cubicBezTo>
                <a:cubicBezTo>
                  <a:pt x="278552" y="1569912"/>
                  <a:pt x="247539" y="1640866"/>
                  <a:pt x="238611" y="1652613"/>
                </a:cubicBezTo>
                <a:cubicBezTo>
                  <a:pt x="238611" y="1652613"/>
                  <a:pt x="186453" y="1624889"/>
                  <a:pt x="172826" y="1569442"/>
                </a:cubicBezTo>
                <a:cubicBezTo>
                  <a:pt x="158730" y="1513995"/>
                  <a:pt x="200080" y="1448679"/>
                  <a:pt x="200080" y="1448679"/>
                </a:cubicBezTo>
                <a:close/>
                <a:moveTo>
                  <a:pt x="467919" y="376854"/>
                </a:moveTo>
                <a:cubicBezTo>
                  <a:pt x="467919" y="376854"/>
                  <a:pt x="487654" y="434651"/>
                  <a:pt x="466979" y="475062"/>
                </a:cubicBezTo>
                <a:cubicBezTo>
                  <a:pt x="446304" y="515472"/>
                  <a:pt x="400724" y="527220"/>
                  <a:pt x="401194" y="527220"/>
                </a:cubicBezTo>
                <a:cubicBezTo>
                  <a:pt x="396495" y="516412"/>
                  <a:pt x="385218" y="455796"/>
                  <a:pt x="426568" y="416325"/>
                </a:cubicBezTo>
                <a:cubicBezTo>
                  <a:pt x="467919" y="376854"/>
                  <a:pt x="467919" y="376854"/>
                  <a:pt x="467919" y="376854"/>
                </a:cubicBezTo>
                <a:close/>
                <a:moveTo>
                  <a:pt x="92005" y="0"/>
                </a:moveTo>
                <a:cubicBezTo>
                  <a:pt x="92005" y="0"/>
                  <a:pt x="141814" y="0"/>
                  <a:pt x="168127" y="27724"/>
                </a:cubicBezTo>
                <a:cubicBezTo>
                  <a:pt x="184104" y="44640"/>
                  <a:pt x="188803" y="66255"/>
                  <a:pt x="190212" y="79882"/>
                </a:cubicBezTo>
                <a:cubicBezTo>
                  <a:pt x="200080" y="92569"/>
                  <a:pt x="209948" y="105256"/>
                  <a:pt x="219346" y="118883"/>
                </a:cubicBezTo>
                <a:cubicBezTo>
                  <a:pt x="216056" y="101967"/>
                  <a:pt x="215587" y="78002"/>
                  <a:pt x="230623" y="57327"/>
                </a:cubicBezTo>
                <a:cubicBezTo>
                  <a:pt x="255057" y="23025"/>
                  <a:pt x="255057" y="23025"/>
                  <a:pt x="255057" y="23025"/>
                </a:cubicBezTo>
                <a:cubicBezTo>
                  <a:pt x="255057" y="23025"/>
                  <a:pt x="277142" y="62026"/>
                  <a:pt x="267745" y="93979"/>
                </a:cubicBezTo>
                <a:cubicBezTo>
                  <a:pt x="260226" y="117943"/>
                  <a:pt x="241431" y="132040"/>
                  <a:pt x="232033" y="137679"/>
                </a:cubicBezTo>
                <a:cubicBezTo>
                  <a:pt x="253648" y="169631"/>
                  <a:pt x="273853" y="204403"/>
                  <a:pt x="292649" y="241525"/>
                </a:cubicBezTo>
                <a:cubicBezTo>
                  <a:pt x="286540" y="221319"/>
                  <a:pt x="283721" y="191246"/>
                  <a:pt x="301107" y="163993"/>
                </a:cubicBezTo>
                <a:cubicBezTo>
                  <a:pt x="328361" y="121232"/>
                  <a:pt x="328361" y="121232"/>
                  <a:pt x="328361" y="121232"/>
                </a:cubicBezTo>
                <a:cubicBezTo>
                  <a:pt x="328361" y="121232"/>
                  <a:pt x="357964" y="166342"/>
                  <a:pt x="348566" y="205813"/>
                </a:cubicBezTo>
                <a:cubicBezTo>
                  <a:pt x="340108" y="241055"/>
                  <a:pt x="309565" y="260790"/>
                  <a:pt x="303926" y="264080"/>
                </a:cubicBezTo>
                <a:cubicBezTo>
                  <a:pt x="318493" y="294623"/>
                  <a:pt x="332120" y="326575"/>
                  <a:pt x="344807" y="359938"/>
                </a:cubicBezTo>
                <a:cubicBezTo>
                  <a:pt x="343867" y="341142"/>
                  <a:pt x="347156" y="318587"/>
                  <a:pt x="361723" y="298852"/>
                </a:cubicBezTo>
                <a:cubicBezTo>
                  <a:pt x="393206" y="255622"/>
                  <a:pt x="393206" y="255622"/>
                  <a:pt x="393206" y="255622"/>
                </a:cubicBezTo>
                <a:cubicBezTo>
                  <a:pt x="393206" y="255622"/>
                  <a:pt x="420929" y="305430"/>
                  <a:pt x="408712" y="346311"/>
                </a:cubicBezTo>
                <a:cubicBezTo>
                  <a:pt x="399784" y="376384"/>
                  <a:pt x="374880" y="394710"/>
                  <a:pt x="363133" y="401758"/>
                </a:cubicBezTo>
                <a:cubicBezTo>
                  <a:pt x="365952" y="406927"/>
                  <a:pt x="367832" y="411156"/>
                  <a:pt x="368302" y="413506"/>
                </a:cubicBezTo>
                <a:cubicBezTo>
                  <a:pt x="368302" y="413506"/>
                  <a:pt x="366892" y="413976"/>
                  <a:pt x="364542" y="414915"/>
                </a:cubicBezTo>
                <a:cubicBezTo>
                  <a:pt x="387567" y="483050"/>
                  <a:pt x="405893" y="555413"/>
                  <a:pt x="419050" y="630596"/>
                </a:cubicBezTo>
                <a:cubicBezTo>
                  <a:pt x="425628" y="607571"/>
                  <a:pt x="439725" y="580787"/>
                  <a:pt x="468858" y="564341"/>
                </a:cubicBezTo>
                <a:cubicBezTo>
                  <a:pt x="521486" y="534738"/>
                  <a:pt x="521486" y="534738"/>
                  <a:pt x="521486" y="534738"/>
                </a:cubicBezTo>
                <a:cubicBezTo>
                  <a:pt x="521486" y="534738"/>
                  <a:pt x="526185" y="599113"/>
                  <a:pt x="494702" y="634825"/>
                </a:cubicBezTo>
                <a:cubicBezTo>
                  <a:pt x="472617" y="659729"/>
                  <a:pt x="441605" y="667248"/>
                  <a:pt x="425158" y="669597"/>
                </a:cubicBezTo>
                <a:cubicBezTo>
                  <a:pt x="431737" y="715177"/>
                  <a:pt x="436906" y="761696"/>
                  <a:pt x="439725" y="809155"/>
                </a:cubicBezTo>
                <a:cubicBezTo>
                  <a:pt x="446773" y="784251"/>
                  <a:pt x="464630" y="747130"/>
                  <a:pt x="504100" y="730213"/>
                </a:cubicBezTo>
                <a:cubicBezTo>
                  <a:pt x="560957" y="705779"/>
                  <a:pt x="560957" y="705779"/>
                  <a:pt x="560957" y="705779"/>
                </a:cubicBezTo>
                <a:cubicBezTo>
                  <a:pt x="560957" y="705779"/>
                  <a:pt x="559548" y="771564"/>
                  <a:pt x="522896" y="804926"/>
                </a:cubicBezTo>
                <a:cubicBezTo>
                  <a:pt x="493293" y="831710"/>
                  <a:pt x="454762" y="833590"/>
                  <a:pt x="441135" y="833120"/>
                </a:cubicBezTo>
                <a:cubicBezTo>
                  <a:pt x="443014" y="877290"/>
                  <a:pt x="443484" y="921930"/>
                  <a:pt x="441605" y="966569"/>
                </a:cubicBezTo>
                <a:cubicBezTo>
                  <a:pt x="453822" y="943075"/>
                  <a:pt x="478726" y="909712"/>
                  <a:pt x="521486" y="900784"/>
                </a:cubicBezTo>
                <a:cubicBezTo>
                  <a:pt x="583042" y="888097"/>
                  <a:pt x="583042" y="888097"/>
                  <a:pt x="583042" y="888097"/>
                </a:cubicBezTo>
                <a:cubicBezTo>
                  <a:pt x="583042" y="888097"/>
                  <a:pt x="568006" y="953412"/>
                  <a:pt x="525245" y="979257"/>
                </a:cubicBezTo>
                <a:cubicBezTo>
                  <a:pt x="492353" y="998992"/>
                  <a:pt x="455701" y="994763"/>
                  <a:pt x="440665" y="991474"/>
                </a:cubicBezTo>
                <a:cubicBezTo>
                  <a:pt x="439725" y="1009800"/>
                  <a:pt x="438315" y="1027655"/>
                  <a:pt x="436906" y="1045981"/>
                </a:cubicBezTo>
                <a:cubicBezTo>
                  <a:pt x="435026" y="1071356"/>
                  <a:pt x="432207" y="1096730"/>
                  <a:pt x="428448" y="1122104"/>
                </a:cubicBezTo>
                <a:cubicBezTo>
                  <a:pt x="440665" y="1097670"/>
                  <a:pt x="463220" y="1069006"/>
                  <a:pt x="500811" y="1057729"/>
                </a:cubicBezTo>
                <a:cubicBezTo>
                  <a:pt x="563777" y="1038933"/>
                  <a:pt x="563777" y="1038933"/>
                  <a:pt x="563777" y="1038933"/>
                </a:cubicBezTo>
                <a:cubicBezTo>
                  <a:pt x="563777" y="1038933"/>
                  <a:pt x="553909" y="1108007"/>
                  <a:pt x="511619" y="1138550"/>
                </a:cubicBezTo>
                <a:cubicBezTo>
                  <a:pt x="478256" y="1162515"/>
                  <a:pt x="438315" y="1160165"/>
                  <a:pt x="423279" y="1158286"/>
                </a:cubicBezTo>
                <a:cubicBezTo>
                  <a:pt x="417170" y="1196347"/>
                  <a:pt x="409652" y="1234408"/>
                  <a:pt x="401194" y="1271530"/>
                </a:cubicBezTo>
                <a:cubicBezTo>
                  <a:pt x="418580" y="1251794"/>
                  <a:pt x="444894" y="1232059"/>
                  <a:pt x="480606" y="1228770"/>
                </a:cubicBezTo>
                <a:cubicBezTo>
                  <a:pt x="547800" y="1222191"/>
                  <a:pt x="547800" y="1222191"/>
                  <a:pt x="547800" y="1222191"/>
                </a:cubicBezTo>
                <a:cubicBezTo>
                  <a:pt x="547800" y="1222191"/>
                  <a:pt x="524306" y="1289856"/>
                  <a:pt x="475437" y="1312410"/>
                </a:cubicBezTo>
                <a:cubicBezTo>
                  <a:pt x="442545" y="1327447"/>
                  <a:pt x="408712" y="1322278"/>
                  <a:pt x="390386" y="1317109"/>
                </a:cubicBezTo>
                <a:cubicBezTo>
                  <a:pt x="379109" y="1361279"/>
                  <a:pt x="365952" y="1404509"/>
                  <a:pt x="351855" y="1446800"/>
                </a:cubicBezTo>
                <a:cubicBezTo>
                  <a:pt x="371121" y="1424715"/>
                  <a:pt x="401194" y="1401690"/>
                  <a:pt x="443014" y="1396051"/>
                </a:cubicBezTo>
                <a:cubicBezTo>
                  <a:pt x="519607" y="1385244"/>
                  <a:pt x="519607" y="1385244"/>
                  <a:pt x="519607" y="1385244"/>
                </a:cubicBezTo>
                <a:cubicBezTo>
                  <a:pt x="519607" y="1385244"/>
                  <a:pt x="494233" y="1456668"/>
                  <a:pt x="439255" y="1482512"/>
                </a:cubicBezTo>
                <a:cubicBezTo>
                  <a:pt x="397905" y="1501777"/>
                  <a:pt x="355144" y="1495669"/>
                  <a:pt x="335879" y="1491440"/>
                </a:cubicBezTo>
                <a:cubicBezTo>
                  <a:pt x="320842" y="1531850"/>
                  <a:pt x="304396" y="1571791"/>
                  <a:pt x="287010" y="1609853"/>
                </a:cubicBezTo>
                <a:cubicBezTo>
                  <a:pt x="310975" y="1593406"/>
                  <a:pt x="345277" y="1579310"/>
                  <a:pt x="385218" y="1586828"/>
                </a:cubicBezTo>
                <a:cubicBezTo>
                  <a:pt x="456171" y="1600455"/>
                  <a:pt x="456171" y="1600455"/>
                  <a:pt x="456171" y="1600455"/>
                </a:cubicBezTo>
                <a:cubicBezTo>
                  <a:pt x="456171" y="1600455"/>
                  <a:pt x="411531" y="1662951"/>
                  <a:pt x="354675" y="1671409"/>
                </a:cubicBezTo>
                <a:cubicBezTo>
                  <a:pt x="317083" y="1677047"/>
                  <a:pt x="284661" y="1662011"/>
                  <a:pt x="266805" y="1651673"/>
                </a:cubicBezTo>
                <a:cubicBezTo>
                  <a:pt x="244250" y="1696313"/>
                  <a:pt x="220286" y="1738603"/>
                  <a:pt x="195381" y="1778544"/>
                </a:cubicBezTo>
                <a:cubicBezTo>
                  <a:pt x="220286" y="1762098"/>
                  <a:pt x="268684" y="1741423"/>
                  <a:pt x="319433" y="1760688"/>
                </a:cubicBezTo>
                <a:cubicBezTo>
                  <a:pt x="386627" y="1786532"/>
                  <a:pt x="386627" y="1786532"/>
                  <a:pt x="386627" y="1786532"/>
                </a:cubicBezTo>
                <a:cubicBezTo>
                  <a:pt x="386627" y="1786532"/>
                  <a:pt x="331650" y="1840570"/>
                  <a:pt x="274323" y="1838690"/>
                </a:cubicBezTo>
                <a:cubicBezTo>
                  <a:pt x="228744" y="1837751"/>
                  <a:pt x="195381" y="1808617"/>
                  <a:pt x="183634" y="1796870"/>
                </a:cubicBezTo>
                <a:cubicBezTo>
                  <a:pt x="164838" y="1825533"/>
                  <a:pt x="145573" y="1852317"/>
                  <a:pt x="125367" y="1877692"/>
                </a:cubicBezTo>
                <a:cubicBezTo>
                  <a:pt x="150272" y="1872993"/>
                  <a:pt x="178465" y="1873463"/>
                  <a:pt x="207128" y="1886619"/>
                </a:cubicBezTo>
                <a:cubicBezTo>
                  <a:pt x="276673" y="1918572"/>
                  <a:pt x="276673" y="1918572"/>
                  <a:pt x="276673" y="1918572"/>
                </a:cubicBezTo>
                <a:cubicBezTo>
                  <a:pt x="276673" y="1918572"/>
                  <a:pt x="214177" y="1971670"/>
                  <a:pt x="153561" y="1965561"/>
                </a:cubicBezTo>
                <a:cubicBezTo>
                  <a:pt x="120668" y="1962742"/>
                  <a:pt x="95294" y="1946296"/>
                  <a:pt x="78378" y="1932199"/>
                </a:cubicBezTo>
                <a:cubicBezTo>
                  <a:pt x="60052" y="1951935"/>
                  <a:pt x="41257" y="1970260"/>
                  <a:pt x="22461" y="1986707"/>
                </a:cubicBezTo>
                <a:lnTo>
                  <a:pt x="1786" y="1966501"/>
                </a:lnTo>
                <a:cubicBezTo>
                  <a:pt x="20111" y="1951465"/>
                  <a:pt x="37497" y="1934549"/>
                  <a:pt x="54884" y="1916693"/>
                </a:cubicBezTo>
                <a:cubicBezTo>
                  <a:pt x="40787" y="1905415"/>
                  <a:pt x="6954" y="1873463"/>
                  <a:pt x="846" y="1826943"/>
                </a:cubicBezTo>
                <a:cubicBezTo>
                  <a:pt x="-7142" y="1766327"/>
                  <a:pt x="44076" y="1702421"/>
                  <a:pt x="44076" y="1702421"/>
                </a:cubicBezTo>
                <a:cubicBezTo>
                  <a:pt x="44076" y="1702421"/>
                  <a:pt x="44076" y="1702421"/>
                  <a:pt x="78378" y="1771026"/>
                </a:cubicBezTo>
                <a:cubicBezTo>
                  <a:pt x="101403" y="1816605"/>
                  <a:pt x="90595" y="1863595"/>
                  <a:pt x="77908" y="1893198"/>
                </a:cubicBezTo>
                <a:cubicBezTo>
                  <a:pt x="104222" y="1863125"/>
                  <a:pt x="130066" y="1830232"/>
                  <a:pt x="154501" y="1794990"/>
                </a:cubicBezTo>
                <a:cubicBezTo>
                  <a:pt x="138054" y="1783713"/>
                  <a:pt x="108921" y="1758809"/>
                  <a:pt x="98583" y="1719808"/>
                </a:cubicBezTo>
                <a:cubicBezTo>
                  <a:pt x="84017" y="1664360"/>
                  <a:pt x="123958" y="1598575"/>
                  <a:pt x="123958" y="1598575"/>
                </a:cubicBezTo>
                <a:cubicBezTo>
                  <a:pt x="123958" y="1598575"/>
                  <a:pt x="123958" y="1598575"/>
                  <a:pt x="164368" y="1658252"/>
                </a:cubicBezTo>
                <a:cubicBezTo>
                  <a:pt x="185983" y="1689734"/>
                  <a:pt x="187393" y="1724037"/>
                  <a:pt x="183164" y="1751760"/>
                </a:cubicBezTo>
                <a:cubicBezTo>
                  <a:pt x="232033" y="1674698"/>
                  <a:pt x="274793" y="1587768"/>
                  <a:pt x="310505" y="1494729"/>
                </a:cubicBezTo>
                <a:cubicBezTo>
                  <a:pt x="294998" y="1487681"/>
                  <a:pt x="253178" y="1466065"/>
                  <a:pt x="235792" y="1424245"/>
                </a:cubicBezTo>
                <a:cubicBezTo>
                  <a:pt x="214177" y="1372557"/>
                  <a:pt x="249889" y="1305832"/>
                  <a:pt x="249889" y="1305832"/>
                </a:cubicBezTo>
                <a:cubicBezTo>
                  <a:pt x="249889" y="1305832"/>
                  <a:pt x="249889" y="1305832"/>
                  <a:pt x="299227" y="1359400"/>
                </a:cubicBezTo>
                <a:cubicBezTo>
                  <a:pt x="323662" y="1385714"/>
                  <a:pt x="329770" y="1416727"/>
                  <a:pt x="329300" y="1442571"/>
                </a:cubicBezTo>
                <a:cubicBezTo>
                  <a:pt x="343397" y="1402160"/>
                  <a:pt x="355614" y="1360810"/>
                  <a:pt x="366892" y="1318519"/>
                </a:cubicBezTo>
                <a:cubicBezTo>
                  <a:pt x="354675" y="1315230"/>
                  <a:pt x="311915" y="1301603"/>
                  <a:pt x="288890" y="1262132"/>
                </a:cubicBezTo>
                <a:cubicBezTo>
                  <a:pt x="262106" y="1215613"/>
                  <a:pt x="281841" y="1146538"/>
                  <a:pt x="281841" y="1146538"/>
                </a:cubicBezTo>
                <a:cubicBezTo>
                  <a:pt x="281841" y="1146538"/>
                  <a:pt x="281841" y="1146538"/>
                  <a:pt x="334469" y="1189299"/>
                </a:cubicBezTo>
                <a:cubicBezTo>
                  <a:pt x="368302" y="1218432"/>
                  <a:pt x="375820" y="1260252"/>
                  <a:pt x="375350" y="1288916"/>
                </a:cubicBezTo>
                <a:cubicBezTo>
                  <a:pt x="385687" y="1246625"/>
                  <a:pt x="394615" y="1203395"/>
                  <a:pt x="401664" y="1160165"/>
                </a:cubicBezTo>
                <a:cubicBezTo>
                  <a:pt x="389447" y="1157816"/>
                  <a:pt x="347156" y="1147948"/>
                  <a:pt x="321782" y="1111766"/>
                </a:cubicBezTo>
                <a:cubicBezTo>
                  <a:pt x="291709" y="1069006"/>
                  <a:pt x="304866" y="1000402"/>
                  <a:pt x="304866" y="1000402"/>
                </a:cubicBezTo>
                <a:cubicBezTo>
                  <a:pt x="304866" y="1000402"/>
                  <a:pt x="304866" y="1000402"/>
                  <a:pt x="357964" y="1038463"/>
                </a:cubicBezTo>
                <a:cubicBezTo>
                  <a:pt x="392736" y="1063367"/>
                  <a:pt x="403544" y="1102368"/>
                  <a:pt x="405893" y="1129622"/>
                </a:cubicBezTo>
                <a:cubicBezTo>
                  <a:pt x="409182" y="1105658"/>
                  <a:pt x="412471" y="1081693"/>
                  <a:pt x="414821" y="1057259"/>
                </a:cubicBezTo>
                <a:cubicBezTo>
                  <a:pt x="417170" y="1036114"/>
                  <a:pt x="418580" y="1014968"/>
                  <a:pt x="419990" y="993823"/>
                </a:cubicBezTo>
                <a:cubicBezTo>
                  <a:pt x="403544" y="992414"/>
                  <a:pt x="369711" y="985835"/>
                  <a:pt x="345277" y="959521"/>
                </a:cubicBezTo>
                <a:cubicBezTo>
                  <a:pt x="311445" y="923339"/>
                  <a:pt x="315204" y="857084"/>
                  <a:pt x="315204" y="857084"/>
                </a:cubicBezTo>
                <a:cubicBezTo>
                  <a:pt x="315204" y="857084"/>
                  <a:pt x="315204" y="857084"/>
                  <a:pt x="370181" y="886218"/>
                </a:cubicBezTo>
                <a:cubicBezTo>
                  <a:pt x="398375" y="901254"/>
                  <a:pt x="413881" y="926159"/>
                  <a:pt x="421869" y="948713"/>
                </a:cubicBezTo>
                <a:cubicBezTo>
                  <a:pt x="423279" y="912532"/>
                  <a:pt x="423279" y="876820"/>
                  <a:pt x="421869" y="841578"/>
                </a:cubicBezTo>
                <a:cubicBezTo>
                  <a:pt x="406363" y="841578"/>
                  <a:pt x="370651" y="839229"/>
                  <a:pt x="342458" y="813854"/>
                </a:cubicBezTo>
                <a:cubicBezTo>
                  <a:pt x="305806" y="780962"/>
                  <a:pt x="303456" y="714707"/>
                  <a:pt x="303456" y="714707"/>
                </a:cubicBezTo>
                <a:cubicBezTo>
                  <a:pt x="303456" y="714707"/>
                  <a:pt x="303456" y="714707"/>
                  <a:pt x="360783" y="738671"/>
                </a:cubicBezTo>
                <a:cubicBezTo>
                  <a:pt x="392736" y="752298"/>
                  <a:pt x="410592" y="778612"/>
                  <a:pt x="419990" y="801637"/>
                </a:cubicBezTo>
                <a:cubicBezTo>
                  <a:pt x="417640" y="763106"/>
                  <a:pt x="413881" y="725045"/>
                  <a:pt x="409182" y="687923"/>
                </a:cubicBezTo>
                <a:cubicBezTo>
                  <a:pt x="394146" y="689333"/>
                  <a:pt x="358904" y="689333"/>
                  <a:pt x="329770" y="666778"/>
                </a:cubicBezTo>
                <a:cubicBezTo>
                  <a:pt x="292179" y="637175"/>
                  <a:pt x="285600" y="573269"/>
                  <a:pt x="285600" y="573269"/>
                </a:cubicBezTo>
                <a:cubicBezTo>
                  <a:pt x="285600" y="573269"/>
                  <a:pt x="285600" y="573269"/>
                  <a:pt x="342458" y="592535"/>
                </a:cubicBezTo>
                <a:cubicBezTo>
                  <a:pt x="373001" y="602872"/>
                  <a:pt x="392266" y="626367"/>
                  <a:pt x="403073" y="647512"/>
                </a:cubicBezTo>
                <a:cubicBezTo>
                  <a:pt x="397435" y="612270"/>
                  <a:pt x="390386" y="577028"/>
                  <a:pt x="382868" y="543196"/>
                </a:cubicBezTo>
                <a:cubicBezTo>
                  <a:pt x="366892" y="546955"/>
                  <a:pt x="339638" y="549775"/>
                  <a:pt x="312854" y="537087"/>
                </a:cubicBezTo>
                <a:cubicBezTo>
                  <a:pt x="271974" y="517352"/>
                  <a:pt x="253178" y="459555"/>
                  <a:pt x="253178" y="459555"/>
                </a:cubicBezTo>
                <a:cubicBezTo>
                  <a:pt x="253178" y="459555"/>
                  <a:pt x="253178" y="459555"/>
                  <a:pt x="310035" y="466134"/>
                </a:cubicBezTo>
                <a:cubicBezTo>
                  <a:pt x="337759" y="469423"/>
                  <a:pt x="358434" y="483990"/>
                  <a:pt x="372530" y="499496"/>
                </a:cubicBezTo>
                <a:cubicBezTo>
                  <a:pt x="365482" y="471772"/>
                  <a:pt x="357494" y="444519"/>
                  <a:pt x="349036" y="418205"/>
                </a:cubicBezTo>
                <a:cubicBezTo>
                  <a:pt x="333529" y="421024"/>
                  <a:pt x="310975" y="421964"/>
                  <a:pt x="289360" y="411626"/>
                </a:cubicBezTo>
                <a:cubicBezTo>
                  <a:pt x="250829" y="393300"/>
                  <a:pt x="232972" y="339263"/>
                  <a:pt x="232972" y="339263"/>
                </a:cubicBezTo>
                <a:cubicBezTo>
                  <a:pt x="232972" y="339263"/>
                  <a:pt x="232972" y="339263"/>
                  <a:pt x="286070" y="344901"/>
                </a:cubicBezTo>
                <a:cubicBezTo>
                  <a:pt x="303456" y="346781"/>
                  <a:pt x="317553" y="353829"/>
                  <a:pt x="329300" y="362287"/>
                </a:cubicBezTo>
                <a:cubicBezTo>
                  <a:pt x="318023" y="331744"/>
                  <a:pt x="305806" y="302611"/>
                  <a:pt x="292649" y="274417"/>
                </a:cubicBezTo>
                <a:cubicBezTo>
                  <a:pt x="279492" y="280526"/>
                  <a:pt x="255528" y="287104"/>
                  <a:pt x="230623" y="280056"/>
                </a:cubicBezTo>
                <a:cubicBezTo>
                  <a:pt x="191622" y="269249"/>
                  <a:pt x="166248" y="221319"/>
                  <a:pt x="166248" y="221319"/>
                </a:cubicBezTo>
                <a:cubicBezTo>
                  <a:pt x="166248" y="221319"/>
                  <a:pt x="166248" y="221319"/>
                  <a:pt x="216996" y="218500"/>
                </a:cubicBezTo>
                <a:cubicBezTo>
                  <a:pt x="240021" y="217090"/>
                  <a:pt x="259287" y="225549"/>
                  <a:pt x="273853" y="235886"/>
                </a:cubicBezTo>
                <a:cubicBezTo>
                  <a:pt x="257877" y="204403"/>
                  <a:pt x="240961" y="175270"/>
                  <a:pt x="223105" y="147546"/>
                </a:cubicBezTo>
                <a:cubicBezTo>
                  <a:pt x="212767" y="152715"/>
                  <a:pt x="191622" y="160233"/>
                  <a:pt x="168597" y="153655"/>
                </a:cubicBezTo>
                <a:cubicBezTo>
                  <a:pt x="136645" y="144727"/>
                  <a:pt x="115499" y="105256"/>
                  <a:pt x="115499" y="105256"/>
                </a:cubicBezTo>
                <a:cubicBezTo>
                  <a:pt x="115499" y="105256"/>
                  <a:pt x="115499" y="105256"/>
                  <a:pt x="157320" y="102907"/>
                </a:cubicBezTo>
                <a:cubicBezTo>
                  <a:pt x="174706" y="101497"/>
                  <a:pt x="189273" y="107136"/>
                  <a:pt x="201020" y="114654"/>
                </a:cubicBezTo>
                <a:cubicBezTo>
                  <a:pt x="195851" y="107605"/>
                  <a:pt x="190682" y="100557"/>
                  <a:pt x="185513" y="93509"/>
                </a:cubicBezTo>
                <a:lnTo>
                  <a:pt x="185513" y="92569"/>
                </a:lnTo>
                <a:cubicBezTo>
                  <a:pt x="170007" y="91629"/>
                  <a:pt x="128657" y="80822"/>
                  <a:pt x="111271" y="42760"/>
                </a:cubicBezTo>
                <a:cubicBezTo>
                  <a:pt x="92005" y="0"/>
                  <a:pt x="92005" y="0"/>
                  <a:pt x="92005" y="0"/>
                </a:cubicBezTo>
                <a:close/>
              </a:path>
            </a:pathLst>
          </a:custGeom>
          <a:solidFill>
            <a:srgbClr val="A68B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34" name="テキスト ボックス 33">
            <a:extLst>
              <a:ext uri="{FF2B5EF4-FFF2-40B4-BE49-F238E27FC236}">
                <a16:creationId xmlns:a16="http://schemas.microsoft.com/office/drawing/2014/main" id="{433F8F85-E330-E76C-6AC7-8EDF715A06E1}"/>
              </a:ext>
            </a:extLst>
          </p:cNvPr>
          <p:cNvSpPr txBox="1"/>
          <p:nvPr/>
        </p:nvSpPr>
        <p:spPr>
          <a:xfrm>
            <a:off x="5531787" y="5385428"/>
            <a:ext cx="1473480" cy="830997"/>
          </a:xfrm>
          <a:prstGeom prst="rect">
            <a:avLst/>
          </a:prstGeom>
          <a:noFill/>
        </p:spPr>
        <p:txBody>
          <a:bodyPr wrap="none" rtlCol="0">
            <a:spAutoFit/>
          </a:bodyPr>
          <a:lstStyle/>
          <a:p>
            <a:pPr algn="ctr"/>
            <a:r>
              <a:rPr kumimoji="1" lang="ja-JP" altLang="en-US" sz="3200" b="1" spc="300">
                <a:solidFill>
                  <a:srgbClr val="A68B5D"/>
                </a:solidFill>
                <a:latin typeface="Yu Gothic" panose="020B0400000000000000" pitchFamily="34" charset="-128"/>
                <a:ea typeface="Yu Gothic" panose="020B0400000000000000" pitchFamily="34" charset="-128"/>
              </a:rPr>
              <a:t>第</a:t>
            </a:r>
            <a:r>
              <a:rPr kumimoji="1" lang="en-US" altLang="ja-JP" sz="4800" b="1" spc="300" dirty="0">
                <a:solidFill>
                  <a:srgbClr val="A68B5D"/>
                </a:solidFill>
                <a:latin typeface="Yu Gothic" panose="020B0400000000000000" pitchFamily="34" charset="-128"/>
                <a:ea typeface="Yu Gothic" panose="020B0400000000000000" pitchFamily="34" charset="-128"/>
              </a:rPr>
              <a:t>3</a:t>
            </a:r>
            <a:r>
              <a:rPr kumimoji="1" lang="ja-JP" altLang="en-US" sz="3200" b="1" spc="300">
                <a:solidFill>
                  <a:srgbClr val="A68B5D"/>
                </a:solidFill>
                <a:latin typeface="Yu Gothic" panose="020B0400000000000000" pitchFamily="34" charset="-128"/>
                <a:ea typeface="Yu Gothic" panose="020B0400000000000000" pitchFamily="34" charset="-128"/>
              </a:rPr>
              <a:t>位</a:t>
            </a:r>
            <a:endParaRPr kumimoji="1" lang="ja-JP" altLang="en-US" sz="3600" b="1" spc="300">
              <a:solidFill>
                <a:srgbClr val="A68B5D"/>
              </a:solidFill>
              <a:latin typeface="Yu Gothic" panose="020B0400000000000000" pitchFamily="34" charset="-128"/>
              <a:ea typeface="Yu Gothic" panose="020B0400000000000000" pitchFamily="34" charset="-128"/>
            </a:endParaRPr>
          </a:p>
        </p:txBody>
      </p:sp>
      <p:sp>
        <p:nvSpPr>
          <p:cNvPr id="35" name="テキスト ボックス 34">
            <a:extLst>
              <a:ext uri="{FF2B5EF4-FFF2-40B4-BE49-F238E27FC236}">
                <a16:creationId xmlns:a16="http://schemas.microsoft.com/office/drawing/2014/main" id="{4EACC6A7-BD04-C994-091F-3B4BF9B960BE}"/>
              </a:ext>
            </a:extLst>
          </p:cNvPr>
          <p:cNvSpPr txBox="1"/>
          <p:nvPr/>
        </p:nvSpPr>
        <p:spPr>
          <a:xfrm>
            <a:off x="5604724" y="5088008"/>
            <a:ext cx="1327607" cy="338554"/>
          </a:xfrm>
          <a:prstGeom prst="rect">
            <a:avLst/>
          </a:prstGeom>
          <a:noFill/>
        </p:spPr>
        <p:txBody>
          <a:bodyPr wrap="none" rtlCol="0">
            <a:spAutoFit/>
          </a:bodyPr>
          <a:lstStyle/>
          <a:p>
            <a:pPr algn="ctr"/>
            <a:r>
              <a:rPr kumimoji="1" lang="en-US" altLang="ja-JP" sz="1600" b="1" dirty="0">
                <a:solidFill>
                  <a:schemeClr val="tx1">
                    <a:lumMod val="75000"/>
                    <a:lumOff val="25000"/>
                  </a:schemeClr>
                </a:solidFill>
                <a:latin typeface="Yu Gothic" panose="020B0400000000000000" pitchFamily="34" charset="-128"/>
                <a:ea typeface="Yu Gothic" panose="020B0400000000000000" pitchFamily="34" charset="-128"/>
              </a:rPr>
              <a:t>5</a:t>
            </a:r>
            <a:r>
              <a:rPr kumimoji="1" lang="ja-JP" altLang="en-US" sz="1600" b="1">
                <a:solidFill>
                  <a:schemeClr val="tx1">
                    <a:lumMod val="75000"/>
                    <a:lumOff val="25000"/>
                  </a:schemeClr>
                </a:solidFill>
                <a:latin typeface="Yu Gothic" panose="020B0400000000000000" pitchFamily="34" charset="-128"/>
                <a:ea typeface="Yu Gothic" panose="020B0400000000000000" pitchFamily="34" charset="-128"/>
              </a:rPr>
              <a:t>月営業成績</a:t>
            </a:r>
          </a:p>
        </p:txBody>
      </p:sp>
      <p:sp>
        <p:nvSpPr>
          <p:cNvPr id="41" name="円/楕円 40">
            <a:extLst>
              <a:ext uri="{FF2B5EF4-FFF2-40B4-BE49-F238E27FC236}">
                <a16:creationId xmlns:a16="http://schemas.microsoft.com/office/drawing/2014/main" id="{66F0D665-0D9C-7B8A-0CD8-F7CAE434F1BF}"/>
              </a:ext>
            </a:extLst>
          </p:cNvPr>
          <p:cNvSpPr/>
          <p:nvPr/>
        </p:nvSpPr>
        <p:spPr>
          <a:xfrm>
            <a:off x="5483191" y="1488994"/>
            <a:ext cx="1288473" cy="1288473"/>
          </a:xfrm>
          <a:prstGeom prst="ellipse">
            <a:avLst/>
          </a:prstGeom>
          <a:solidFill>
            <a:srgbClr val="0083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フリーフォーム 41">
            <a:extLst>
              <a:ext uri="{FF2B5EF4-FFF2-40B4-BE49-F238E27FC236}">
                <a16:creationId xmlns:a16="http://schemas.microsoft.com/office/drawing/2014/main" id="{47F72365-4B5A-668E-B6C3-21AEF52C3529}"/>
              </a:ext>
            </a:extLst>
          </p:cNvPr>
          <p:cNvSpPr/>
          <p:nvPr/>
        </p:nvSpPr>
        <p:spPr>
          <a:xfrm flipH="1">
            <a:off x="5555429" y="1737140"/>
            <a:ext cx="287415" cy="809390"/>
          </a:xfrm>
          <a:custGeom>
            <a:avLst/>
            <a:gdLst>
              <a:gd name="connsiteX0" fmla="*/ 200080 w 583042"/>
              <a:gd name="connsiteY0" fmla="*/ 1448679 h 1986707"/>
              <a:gd name="connsiteX1" fmla="*/ 239551 w 583042"/>
              <a:gd name="connsiteY1" fmla="*/ 1509296 h 1986707"/>
              <a:gd name="connsiteX2" fmla="*/ 238611 w 583042"/>
              <a:gd name="connsiteY2" fmla="*/ 1652613 h 1986707"/>
              <a:gd name="connsiteX3" fmla="*/ 172826 w 583042"/>
              <a:gd name="connsiteY3" fmla="*/ 1569442 h 1986707"/>
              <a:gd name="connsiteX4" fmla="*/ 200080 w 583042"/>
              <a:gd name="connsiteY4" fmla="*/ 1448679 h 1986707"/>
              <a:gd name="connsiteX5" fmla="*/ 467919 w 583042"/>
              <a:gd name="connsiteY5" fmla="*/ 376854 h 1986707"/>
              <a:gd name="connsiteX6" fmla="*/ 466979 w 583042"/>
              <a:gd name="connsiteY6" fmla="*/ 475062 h 1986707"/>
              <a:gd name="connsiteX7" fmla="*/ 401194 w 583042"/>
              <a:gd name="connsiteY7" fmla="*/ 527220 h 1986707"/>
              <a:gd name="connsiteX8" fmla="*/ 426568 w 583042"/>
              <a:gd name="connsiteY8" fmla="*/ 416325 h 1986707"/>
              <a:gd name="connsiteX9" fmla="*/ 467919 w 583042"/>
              <a:gd name="connsiteY9" fmla="*/ 376854 h 1986707"/>
              <a:gd name="connsiteX10" fmla="*/ 92005 w 583042"/>
              <a:gd name="connsiteY10" fmla="*/ 0 h 1986707"/>
              <a:gd name="connsiteX11" fmla="*/ 168127 w 583042"/>
              <a:gd name="connsiteY11" fmla="*/ 27724 h 1986707"/>
              <a:gd name="connsiteX12" fmla="*/ 190212 w 583042"/>
              <a:gd name="connsiteY12" fmla="*/ 79882 h 1986707"/>
              <a:gd name="connsiteX13" fmla="*/ 219346 w 583042"/>
              <a:gd name="connsiteY13" fmla="*/ 118883 h 1986707"/>
              <a:gd name="connsiteX14" fmla="*/ 230623 w 583042"/>
              <a:gd name="connsiteY14" fmla="*/ 57327 h 1986707"/>
              <a:gd name="connsiteX15" fmla="*/ 255057 w 583042"/>
              <a:gd name="connsiteY15" fmla="*/ 23025 h 1986707"/>
              <a:gd name="connsiteX16" fmla="*/ 267745 w 583042"/>
              <a:gd name="connsiteY16" fmla="*/ 93979 h 1986707"/>
              <a:gd name="connsiteX17" fmla="*/ 232033 w 583042"/>
              <a:gd name="connsiteY17" fmla="*/ 137679 h 1986707"/>
              <a:gd name="connsiteX18" fmla="*/ 292649 w 583042"/>
              <a:gd name="connsiteY18" fmla="*/ 241525 h 1986707"/>
              <a:gd name="connsiteX19" fmla="*/ 301107 w 583042"/>
              <a:gd name="connsiteY19" fmla="*/ 163993 h 1986707"/>
              <a:gd name="connsiteX20" fmla="*/ 328361 w 583042"/>
              <a:gd name="connsiteY20" fmla="*/ 121232 h 1986707"/>
              <a:gd name="connsiteX21" fmla="*/ 348566 w 583042"/>
              <a:gd name="connsiteY21" fmla="*/ 205813 h 1986707"/>
              <a:gd name="connsiteX22" fmla="*/ 303926 w 583042"/>
              <a:gd name="connsiteY22" fmla="*/ 264080 h 1986707"/>
              <a:gd name="connsiteX23" fmla="*/ 344807 w 583042"/>
              <a:gd name="connsiteY23" fmla="*/ 359938 h 1986707"/>
              <a:gd name="connsiteX24" fmla="*/ 361723 w 583042"/>
              <a:gd name="connsiteY24" fmla="*/ 298852 h 1986707"/>
              <a:gd name="connsiteX25" fmla="*/ 393206 w 583042"/>
              <a:gd name="connsiteY25" fmla="*/ 255622 h 1986707"/>
              <a:gd name="connsiteX26" fmla="*/ 408712 w 583042"/>
              <a:gd name="connsiteY26" fmla="*/ 346311 h 1986707"/>
              <a:gd name="connsiteX27" fmla="*/ 363133 w 583042"/>
              <a:gd name="connsiteY27" fmla="*/ 401758 h 1986707"/>
              <a:gd name="connsiteX28" fmla="*/ 368302 w 583042"/>
              <a:gd name="connsiteY28" fmla="*/ 413506 h 1986707"/>
              <a:gd name="connsiteX29" fmla="*/ 364542 w 583042"/>
              <a:gd name="connsiteY29" fmla="*/ 414915 h 1986707"/>
              <a:gd name="connsiteX30" fmla="*/ 419050 w 583042"/>
              <a:gd name="connsiteY30" fmla="*/ 630596 h 1986707"/>
              <a:gd name="connsiteX31" fmla="*/ 468858 w 583042"/>
              <a:gd name="connsiteY31" fmla="*/ 564341 h 1986707"/>
              <a:gd name="connsiteX32" fmla="*/ 521486 w 583042"/>
              <a:gd name="connsiteY32" fmla="*/ 534738 h 1986707"/>
              <a:gd name="connsiteX33" fmla="*/ 494702 w 583042"/>
              <a:gd name="connsiteY33" fmla="*/ 634825 h 1986707"/>
              <a:gd name="connsiteX34" fmla="*/ 425158 w 583042"/>
              <a:gd name="connsiteY34" fmla="*/ 669597 h 1986707"/>
              <a:gd name="connsiteX35" fmla="*/ 439725 w 583042"/>
              <a:gd name="connsiteY35" fmla="*/ 809155 h 1986707"/>
              <a:gd name="connsiteX36" fmla="*/ 504100 w 583042"/>
              <a:gd name="connsiteY36" fmla="*/ 730213 h 1986707"/>
              <a:gd name="connsiteX37" fmla="*/ 560957 w 583042"/>
              <a:gd name="connsiteY37" fmla="*/ 705779 h 1986707"/>
              <a:gd name="connsiteX38" fmla="*/ 522896 w 583042"/>
              <a:gd name="connsiteY38" fmla="*/ 804926 h 1986707"/>
              <a:gd name="connsiteX39" fmla="*/ 441135 w 583042"/>
              <a:gd name="connsiteY39" fmla="*/ 833120 h 1986707"/>
              <a:gd name="connsiteX40" fmla="*/ 441605 w 583042"/>
              <a:gd name="connsiteY40" fmla="*/ 966569 h 1986707"/>
              <a:gd name="connsiteX41" fmla="*/ 521486 w 583042"/>
              <a:gd name="connsiteY41" fmla="*/ 900784 h 1986707"/>
              <a:gd name="connsiteX42" fmla="*/ 583042 w 583042"/>
              <a:gd name="connsiteY42" fmla="*/ 888097 h 1986707"/>
              <a:gd name="connsiteX43" fmla="*/ 525245 w 583042"/>
              <a:gd name="connsiteY43" fmla="*/ 979257 h 1986707"/>
              <a:gd name="connsiteX44" fmla="*/ 440665 w 583042"/>
              <a:gd name="connsiteY44" fmla="*/ 991474 h 1986707"/>
              <a:gd name="connsiteX45" fmla="*/ 436906 w 583042"/>
              <a:gd name="connsiteY45" fmla="*/ 1045981 h 1986707"/>
              <a:gd name="connsiteX46" fmla="*/ 428448 w 583042"/>
              <a:gd name="connsiteY46" fmla="*/ 1122104 h 1986707"/>
              <a:gd name="connsiteX47" fmla="*/ 500811 w 583042"/>
              <a:gd name="connsiteY47" fmla="*/ 1057729 h 1986707"/>
              <a:gd name="connsiteX48" fmla="*/ 563777 w 583042"/>
              <a:gd name="connsiteY48" fmla="*/ 1038933 h 1986707"/>
              <a:gd name="connsiteX49" fmla="*/ 511619 w 583042"/>
              <a:gd name="connsiteY49" fmla="*/ 1138550 h 1986707"/>
              <a:gd name="connsiteX50" fmla="*/ 423279 w 583042"/>
              <a:gd name="connsiteY50" fmla="*/ 1158286 h 1986707"/>
              <a:gd name="connsiteX51" fmla="*/ 401194 w 583042"/>
              <a:gd name="connsiteY51" fmla="*/ 1271530 h 1986707"/>
              <a:gd name="connsiteX52" fmla="*/ 480606 w 583042"/>
              <a:gd name="connsiteY52" fmla="*/ 1228770 h 1986707"/>
              <a:gd name="connsiteX53" fmla="*/ 547800 w 583042"/>
              <a:gd name="connsiteY53" fmla="*/ 1222191 h 1986707"/>
              <a:gd name="connsiteX54" fmla="*/ 475437 w 583042"/>
              <a:gd name="connsiteY54" fmla="*/ 1312410 h 1986707"/>
              <a:gd name="connsiteX55" fmla="*/ 390386 w 583042"/>
              <a:gd name="connsiteY55" fmla="*/ 1317109 h 1986707"/>
              <a:gd name="connsiteX56" fmla="*/ 351855 w 583042"/>
              <a:gd name="connsiteY56" fmla="*/ 1446800 h 1986707"/>
              <a:gd name="connsiteX57" fmla="*/ 443014 w 583042"/>
              <a:gd name="connsiteY57" fmla="*/ 1396051 h 1986707"/>
              <a:gd name="connsiteX58" fmla="*/ 519607 w 583042"/>
              <a:gd name="connsiteY58" fmla="*/ 1385244 h 1986707"/>
              <a:gd name="connsiteX59" fmla="*/ 439255 w 583042"/>
              <a:gd name="connsiteY59" fmla="*/ 1482512 h 1986707"/>
              <a:gd name="connsiteX60" fmla="*/ 335879 w 583042"/>
              <a:gd name="connsiteY60" fmla="*/ 1491440 h 1986707"/>
              <a:gd name="connsiteX61" fmla="*/ 287010 w 583042"/>
              <a:gd name="connsiteY61" fmla="*/ 1609853 h 1986707"/>
              <a:gd name="connsiteX62" fmla="*/ 385218 w 583042"/>
              <a:gd name="connsiteY62" fmla="*/ 1586828 h 1986707"/>
              <a:gd name="connsiteX63" fmla="*/ 456171 w 583042"/>
              <a:gd name="connsiteY63" fmla="*/ 1600455 h 1986707"/>
              <a:gd name="connsiteX64" fmla="*/ 354675 w 583042"/>
              <a:gd name="connsiteY64" fmla="*/ 1671409 h 1986707"/>
              <a:gd name="connsiteX65" fmla="*/ 266805 w 583042"/>
              <a:gd name="connsiteY65" fmla="*/ 1651673 h 1986707"/>
              <a:gd name="connsiteX66" fmla="*/ 195381 w 583042"/>
              <a:gd name="connsiteY66" fmla="*/ 1778544 h 1986707"/>
              <a:gd name="connsiteX67" fmla="*/ 319433 w 583042"/>
              <a:gd name="connsiteY67" fmla="*/ 1760688 h 1986707"/>
              <a:gd name="connsiteX68" fmla="*/ 386627 w 583042"/>
              <a:gd name="connsiteY68" fmla="*/ 1786532 h 1986707"/>
              <a:gd name="connsiteX69" fmla="*/ 274323 w 583042"/>
              <a:gd name="connsiteY69" fmla="*/ 1838690 h 1986707"/>
              <a:gd name="connsiteX70" fmla="*/ 183634 w 583042"/>
              <a:gd name="connsiteY70" fmla="*/ 1796870 h 1986707"/>
              <a:gd name="connsiteX71" fmla="*/ 125367 w 583042"/>
              <a:gd name="connsiteY71" fmla="*/ 1877692 h 1986707"/>
              <a:gd name="connsiteX72" fmla="*/ 207128 w 583042"/>
              <a:gd name="connsiteY72" fmla="*/ 1886619 h 1986707"/>
              <a:gd name="connsiteX73" fmla="*/ 276673 w 583042"/>
              <a:gd name="connsiteY73" fmla="*/ 1918572 h 1986707"/>
              <a:gd name="connsiteX74" fmla="*/ 153561 w 583042"/>
              <a:gd name="connsiteY74" fmla="*/ 1965561 h 1986707"/>
              <a:gd name="connsiteX75" fmla="*/ 78378 w 583042"/>
              <a:gd name="connsiteY75" fmla="*/ 1932199 h 1986707"/>
              <a:gd name="connsiteX76" fmla="*/ 22461 w 583042"/>
              <a:gd name="connsiteY76" fmla="*/ 1986707 h 1986707"/>
              <a:gd name="connsiteX77" fmla="*/ 1786 w 583042"/>
              <a:gd name="connsiteY77" fmla="*/ 1966501 h 1986707"/>
              <a:gd name="connsiteX78" fmla="*/ 54884 w 583042"/>
              <a:gd name="connsiteY78" fmla="*/ 1916693 h 1986707"/>
              <a:gd name="connsiteX79" fmla="*/ 846 w 583042"/>
              <a:gd name="connsiteY79" fmla="*/ 1826943 h 1986707"/>
              <a:gd name="connsiteX80" fmla="*/ 44076 w 583042"/>
              <a:gd name="connsiteY80" fmla="*/ 1702421 h 1986707"/>
              <a:gd name="connsiteX81" fmla="*/ 78378 w 583042"/>
              <a:gd name="connsiteY81" fmla="*/ 1771026 h 1986707"/>
              <a:gd name="connsiteX82" fmla="*/ 77908 w 583042"/>
              <a:gd name="connsiteY82" fmla="*/ 1893198 h 1986707"/>
              <a:gd name="connsiteX83" fmla="*/ 154501 w 583042"/>
              <a:gd name="connsiteY83" fmla="*/ 1794990 h 1986707"/>
              <a:gd name="connsiteX84" fmla="*/ 98583 w 583042"/>
              <a:gd name="connsiteY84" fmla="*/ 1719808 h 1986707"/>
              <a:gd name="connsiteX85" fmla="*/ 123958 w 583042"/>
              <a:gd name="connsiteY85" fmla="*/ 1598575 h 1986707"/>
              <a:gd name="connsiteX86" fmla="*/ 164368 w 583042"/>
              <a:gd name="connsiteY86" fmla="*/ 1658252 h 1986707"/>
              <a:gd name="connsiteX87" fmla="*/ 183164 w 583042"/>
              <a:gd name="connsiteY87" fmla="*/ 1751760 h 1986707"/>
              <a:gd name="connsiteX88" fmla="*/ 310505 w 583042"/>
              <a:gd name="connsiteY88" fmla="*/ 1494729 h 1986707"/>
              <a:gd name="connsiteX89" fmla="*/ 235792 w 583042"/>
              <a:gd name="connsiteY89" fmla="*/ 1424245 h 1986707"/>
              <a:gd name="connsiteX90" fmla="*/ 249889 w 583042"/>
              <a:gd name="connsiteY90" fmla="*/ 1305832 h 1986707"/>
              <a:gd name="connsiteX91" fmla="*/ 299227 w 583042"/>
              <a:gd name="connsiteY91" fmla="*/ 1359400 h 1986707"/>
              <a:gd name="connsiteX92" fmla="*/ 329300 w 583042"/>
              <a:gd name="connsiteY92" fmla="*/ 1442571 h 1986707"/>
              <a:gd name="connsiteX93" fmla="*/ 366892 w 583042"/>
              <a:gd name="connsiteY93" fmla="*/ 1318519 h 1986707"/>
              <a:gd name="connsiteX94" fmla="*/ 288890 w 583042"/>
              <a:gd name="connsiteY94" fmla="*/ 1262132 h 1986707"/>
              <a:gd name="connsiteX95" fmla="*/ 281841 w 583042"/>
              <a:gd name="connsiteY95" fmla="*/ 1146538 h 1986707"/>
              <a:gd name="connsiteX96" fmla="*/ 334469 w 583042"/>
              <a:gd name="connsiteY96" fmla="*/ 1189299 h 1986707"/>
              <a:gd name="connsiteX97" fmla="*/ 375350 w 583042"/>
              <a:gd name="connsiteY97" fmla="*/ 1288916 h 1986707"/>
              <a:gd name="connsiteX98" fmla="*/ 401664 w 583042"/>
              <a:gd name="connsiteY98" fmla="*/ 1160165 h 1986707"/>
              <a:gd name="connsiteX99" fmla="*/ 321782 w 583042"/>
              <a:gd name="connsiteY99" fmla="*/ 1111766 h 1986707"/>
              <a:gd name="connsiteX100" fmla="*/ 304866 w 583042"/>
              <a:gd name="connsiteY100" fmla="*/ 1000402 h 1986707"/>
              <a:gd name="connsiteX101" fmla="*/ 357964 w 583042"/>
              <a:gd name="connsiteY101" fmla="*/ 1038463 h 1986707"/>
              <a:gd name="connsiteX102" fmla="*/ 405893 w 583042"/>
              <a:gd name="connsiteY102" fmla="*/ 1129622 h 1986707"/>
              <a:gd name="connsiteX103" fmla="*/ 414821 w 583042"/>
              <a:gd name="connsiteY103" fmla="*/ 1057259 h 1986707"/>
              <a:gd name="connsiteX104" fmla="*/ 419990 w 583042"/>
              <a:gd name="connsiteY104" fmla="*/ 993823 h 1986707"/>
              <a:gd name="connsiteX105" fmla="*/ 345277 w 583042"/>
              <a:gd name="connsiteY105" fmla="*/ 959521 h 1986707"/>
              <a:gd name="connsiteX106" fmla="*/ 315204 w 583042"/>
              <a:gd name="connsiteY106" fmla="*/ 857084 h 1986707"/>
              <a:gd name="connsiteX107" fmla="*/ 370181 w 583042"/>
              <a:gd name="connsiteY107" fmla="*/ 886218 h 1986707"/>
              <a:gd name="connsiteX108" fmla="*/ 421869 w 583042"/>
              <a:gd name="connsiteY108" fmla="*/ 948713 h 1986707"/>
              <a:gd name="connsiteX109" fmla="*/ 421869 w 583042"/>
              <a:gd name="connsiteY109" fmla="*/ 841578 h 1986707"/>
              <a:gd name="connsiteX110" fmla="*/ 342458 w 583042"/>
              <a:gd name="connsiteY110" fmla="*/ 813854 h 1986707"/>
              <a:gd name="connsiteX111" fmla="*/ 303456 w 583042"/>
              <a:gd name="connsiteY111" fmla="*/ 714707 h 1986707"/>
              <a:gd name="connsiteX112" fmla="*/ 360783 w 583042"/>
              <a:gd name="connsiteY112" fmla="*/ 738671 h 1986707"/>
              <a:gd name="connsiteX113" fmla="*/ 419990 w 583042"/>
              <a:gd name="connsiteY113" fmla="*/ 801637 h 1986707"/>
              <a:gd name="connsiteX114" fmla="*/ 409182 w 583042"/>
              <a:gd name="connsiteY114" fmla="*/ 687923 h 1986707"/>
              <a:gd name="connsiteX115" fmla="*/ 329770 w 583042"/>
              <a:gd name="connsiteY115" fmla="*/ 666778 h 1986707"/>
              <a:gd name="connsiteX116" fmla="*/ 285600 w 583042"/>
              <a:gd name="connsiteY116" fmla="*/ 573269 h 1986707"/>
              <a:gd name="connsiteX117" fmla="*/ 342458 w 583042"/>
              <a:gd name="connsiteY117" fmla="*/ 592535 h 1986707"/>
              <a:gd name="connsiteX118" fmla="*/ 403073 w 583042"/>
              <a:gd name="connsiteY118" fmla="*/ 647512 h 1986707"/>
              <a:gd name="connsiteX119" fmla="*/ 382868 w 583042"/>
              <a:gd name="connsiteY119" fmla="*/ 543196 h 1986707"/>
              <a:gd name="connsiteX120" fmla="*/ 312854 w 583042"/>
              <a:gd name="connsiteY120" fmla="*/ 537087 h 1986707"/>
              <a:gd name="connsiteX121" fmla="*/ 253178 w 583042"/>
              <a:gd name="connsiteY121" fmla="*/ 459555 h 1986707"/>
              <a:gd name="connsiteX122" fmla="*/ 310035 w 583042"/>
              <a:gd name="connsiteY122" fmla="*/ 466134 h 1986707"/>
              <a:gd name="connsiteX123" fmla="*/ 372530 w 583042"/>
              <a:gd name="connsiteY123" fmla="*/ 499496 h 1986707"/>
              <a:gd name="connsiteX124" fmla="*/ 349036 w 583042"/>
              <a:gd name="connsiteY124" fmla="*/ 418205 h 1986707"/>
              <a:gd name="connsiteX125" fmla="*/ 289360 w 583042"/>
              <a:gd name="connsiteY125" fmla="*/ 411626 h 1986707"/>
              <a:gd name="connsiteX126" fmla="*/ 232972 w 583042"/>
              <a:gd name="connsiteY126" fmla="*/ 339263 h 1986707"/>
              <a:gd name="connsiteX127" fmla="*/ 286070 w 583042"/>
              <a:gd name="connsiteY127" fmla="*/ 344901 h 1986707"/>
              <a:gd name="connsiteX128" fmla="*/ 329300 w 583042"/>
              <a:gd name="connsiteY128" fmla="*/ 362287 h 1986707"/>
              <a:gd name="connsiteX129" fmla="*/ 292649 w 583042"/>
              <a:gd name="connsiteY129" fmla="*/ 274417 h 1986707"/>
              <a:gd name="connsiteX130" fmla="*/ 230623 w 583042"/>
              <a:gd name="connsiteY130" fmla="*/ 280056 h 1986707"/>
              <a:gd name="connsiteX131" fmla="*/ 166248 w 583042"/>
              <a:gd name="connsiteY131" fmla="*/ 221319 h 1986707"/>
              <a:gd name="connsiteX132" fmla="*/ 216996 w 583042"/>
              <a:gd name="connsiteY132" fmla="*/ 218500 h 1986707"/>
              <a:gd name="connsiteX133" fmla="*/ 273853 w 583042"/>
              <a:gd name="connsiteY133" fmla="*/ 235886 h 1986707"/>
              <a:gd name="connsiteX134" fmla="*/ 223105 w 583042"/>
              <a:gd name="connsiteY134" fmla="*/ 147546 h 1986707"/>
              <a:gd name="connsiteX135" fmla="*/ 168597 w 583042"/>
              <a:gd name="connsiteY135" fmla="*/ 153655 h 1986707"/>
              <a:gd name="connsiteX136" fmla="*/ 115499 w 583042"/>
              <a:gd name="connsiteY136" fmla="*/ 105256 h 1986707"/>
              <a:gd name="connsiteX137" fmla="*/ 157320 w 583042"/>
              <a:gd name="connsiteY137" fmla="*/ 102907 h 1986707"/>
              <a:gd name="connsiteX138" fmla="*/ 201020 w 583042"/>
              <a:gd name="connsiteY138" fmla="*/ 114654 h 1986707"/>
              <a:gd name="connsiteX139" fmla="*/ 185513 w 583042"/>
              <a:gd name="connsiteY139" fmla="*/ 93509 h 1986707"/>
              <a:gd name="connsiteX140" fmla="*/ 185513 w 583042"/>
              <a:gd name="connsiteY140" fmla="*/ 92569 h 1986707"/>
              <a:gd name="connsiteX141" fmla="*/ 111271 w 583042"/>
              <a:gd name="connsiteY141" fmla="*/ 42760 h 1986707"/>
              <a:gd name="connsiteX142" fmla="*/ 92005 w 583042"/>
              <a:gd name="connsiteY142" fmla="*/ 0 h 19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83042" h="1986707">
                <a:moveTo>
                  <a:pt x="200080" y="1448679"/>
                </a:moveTo>
                <a:cubicBezTo>
                  <a:pt x="200080" y="1448679"/>
                  <a:pt x="200080" y="1448679"/>
                  <a:pt x="239551" y="1509296"/>
                </a:cubicBezTo>
                <a:cubicBezTo>
                  <a:pt x="278552" y="1569912"/>
                  <a:pt x="247539" y="1640866"/>
                  <a:pt x="238611" y="1652613"/>
                </a:cubicBezTo>
                <a:cubicBezTo>
                  <a:pt x="238611" y="1652613"/>
                  <a:pt x="186453" y="1624889"/>
                  <a:pt x="172826" y="1569442"/>
                </a:cubicBezTo>
                <a:cubicBezTo>
                  <a:pt x="158730" y="1513995"/>
                  <a:pt x="200080" y="1448679"/>
                  <a:pt x="200080" y="1448679"/>
                </a:cubicBezTo>
                <a:close/>
                <a:moveTo>
                  <a:pt x="467919" y="376854"/>
                </a:moveTo>
                <a:cubicBezTo>
                  <a:pt x="467919" y="376854"/>
                  <a:pt x="487654" y="434651"/>
                  <a:pt x="466979" y="475062"/>
                </a:cubicBezTo>
                <a:cubicBezTo>
                  <a:pt x="446304" y="515472"/>
                  <a:pt x="400724" y="527220"/>
                  <a:pt x="401194" y="527220"/>
                </a:cubicBezTo>
                <a:cubicBezTo>
                  <a:pt x="396495" y="516412"/>
                  <a:pt x="385218" y="455796"/>
                  <a:pt x="426568" y="416325"/>
                </a:cubicBezTo>
                <a:cubicBezTo>
                  <a:pt x="467919" y="376854"/>
                  <a:pt x="467919" y="376854"/>
                  <a:pt x="467919" y="376854"/>
                </a:cubicBezTo>
                <a:close/>
                <a:moveTo>
                  <a:pt x="92005" y="0"/>
                </a:moveTo>
                <a:cubicBezTo>
                  <a:pt x="92005" y="0"/>
                  <a:pt x="141814" y="0"/>
                  <a:pt x="168127" y="27724"/>
                </a:cubicBezTo>
                <a:cubicBezTo>
                  <a:pt x="184104" y="44640"/>
                  <a:pt x="188803" y="66255"/>
                  <a:pt x="190212" y="79882"/>
                </a:cubicBezTo>
                <a:cubicBezTo>
                  <a:pt x="200080" y="92569"/>
                  <a:pt x="209948" y="105256"/>
                  <a:pt x="219346" y="118883"/>
                </a:cubicBezTo>
                <a:cubicBezTo>
                  <a:pt x="216056" y="101967"/>
                  <a:pt x="215587" y="78002"/>
                  <a:pt x="230623" y="57327"/>
                </a:cubicBezTo>
                <a:cubicBezTo>
                  <a:pt x="255057" y="23025"/>
                  <a:pt x="255057" y="23025"/>
                  <a:pt x="255057" y="23025"/>
                </a:cubicBezTo>
                <a:cubicBezTo>
                  <a:pt x="255057" y="23025"/>
                  <a:pt x="277142" y="62026"/>
                  <a:pt x="267745" y="93979"/>
                </a:cubicBezTo>
                <a:cubicBezTo>
                  <a:pt x="260226" y="117943"/>
                  <a:pt x="241431" y="132040"/>
                  <a:pt x="232033" y="137679"/>
                </a:cubicBezTo>
                <a:cubicBezTo>
                  <a:pt x="253648" y="169631"/>
                  <a:pt x="273853" y="204403"/>
                  <a:pt x="292649" y="241525"/>
                </a:cubicBezTo>
                <a:cubicBezTo>
                  <a:pt x="286540" y="221319"/>
                  <a:pt x="283721" y="191246"/>
                  <a:pt x="301107" y="163993"/>
                </a:cubicBezTo>
                <a:cubicBezTo>
                  <a:pt x="328361" y="121232"/>
                  <a:pt x="328361" y="121232"/>
                  <a:pt x="328361" y="121232"/>
                </a:cubicBezTo>
                <a:cubicBezTo>
                  <a:pt x="328361" y="121232"/>
                  <a:pt x="357964" y="166342"/>
                  <a:pt x="348566" y="205813"/>
                </a:cubicBezTo>
                <a:cubicBezTo>
                  <a:pt x="340108" y="241055"/>
                  <a:pt x="309565" y="260790"/>
                  <a:pt x="303926" y="264080"/>
                </a:cubicBezTo>
                <a:cubicBezTo>
                  <a:pt x="318493" y="294623"/>
                  <a:pt x="332120" y="326575"/>
                  <a:pt x="344807" y="359938"/>
                </a:cubicBezTo>
                <a:cubicBezTo>
                  <a:pt x="343867" y="341142"/>
                  <a:pt x="347156" y="318587"/>
                  <a:pt x="361723" y="298852"/>
                </a:cubicBezTo>
                <a:cubicBezTo>
                  <a:pt x="393206" y="255622"/>
                  <a:pt x="393206" y="255622"/>
                  <a:pt x="393206" y="255622"/>
                </a:cubicBezTo>
                <a:cubicBezTo>
                  <a:pt x="393206" y="255622"/>
                  <a:pt x="420929" y="305430"/>
                  <a:pt x="408712" y="346311"/>
                </a:cubicBezTo>
                <a:cubicBezTo>
                  <a:pt x="399784" y="376384"/>
                  <a:pt x="374880" y="394710"/>
                  <a:pt x="363133" y="401758"/>
                </a:cubicBezTo>
                <a:cubicBezTo>
                  <a:pt x="365952" y="406927"/>
                  <a:pt x="367832" y="411156"/>
                  <a:pt x="368302" y="413506"/>
                </a:cubicBezTo>
                <a:cubicBezTo>
                  <a:pt x="368302" y="413506"/>
                  <a:pt x="366892" y="413976"/>
                  <a:pt x="364542" y="414915"/>
                </a:cubicBezTo>
                <a:cubicBezTo>
                  <a:pt x="387567" y="483050"/>
                  <a:pt x="405893" y="555413"/>
                  <a:pt x="419050" y="630596"/>
                </a:cubicBezTo>
                <a:cubicBezTo>
                  <a:pt x="425628" y="607571"/>
                  <a:pt x="439725" y="580787"/>
                  <a:pt x="468858" y="564341"/>
                </a:cubicBezTo>
                <a:cubicBezTo>
                  <a:pt x="521486" y="534738"/>
                  <a:pt x="521486" y="534738"/>
                  <a:pt x="521486" y="534738"/>
                </a:cubicBezTo>
                <a:cubicBezTo>
                  <a:pt x="521486" y="534738"/>
                  <a:pt x="526185" y="599113"/>
                  <a:pt x="494702" y="634825"/>
                </a:cubicBezTo>
                <a:cubicBezTo>
                  <a:pt x="472617" y="659729"/>
                  <a:pt x="441605" y="667248"/>
                  <a:pt x="425158" y="669597"/>
                </a:cubicBezTo>
                <a:cubicBezTo>
                  <a:pt x="431737" y="715177"/>
                  <a:pt x="436906" y="761696"/>
                  <a:pt x="439725" y="809155"/>
                </a:cubicBezTo>
                <a:cubicBezTo>
                  <a:pt x="446773" y="784251"/>
                  <a:pt x="464630" y="747130"/>
                  <a:pt x="504100" y="730213"/>
                </a:cubicBezTo>
                <a:cubicBezTo>
                  <a:pt x="560957" y="705779"/>
                  <a:pt x="560957" y="705779"/>
                  <a:pt x="560957" y="705779"/>
                </a:cubicBezTo>
                <a:cubicBezTo>
                  <a:pt x="560957" y="705779"/>
                  <a:pt x="559548" y="771564"/>
                  <a:pt x="522896" y="804926"/>
                </a:cubicBezTo>
                <a:cubicBezTo>
                  <a:pt x="493293" y="831710"/>
                  <a:pt x="454762" y="833590"/>
                  <a:pt x="441135" y="833120"/>
                </a:cubicBezTo>
                <a:cubicBezTo>
                  <a:pt x="443014" y="877290"/>
                  <a:pt x="443484" y="921930"/>
                  <a:pt x="441605" y="966569"/>
                </a:cubicBezTo>
                <a:cubicBezTo>
                  <a:pt x="453822" y="943075"/>
                  <a:pt x="478726" y="909712"/>
                  <a:pt x="521486" y="900784"/>
                </a:cubicBezTo>
                <a:cubicBezTo>
                  <a:pt x="583042" y="888097"/>
                  <a:pt x="583042" y="888097"/>
                  <a:pt x="583042" y="888097"/>
                </a:cubicBezTo>
                <a:cubicBezTo>
                  <a:pt x="583042" y="888097"/>
                  <a:pt x="568006" y="953412"/>
                  <a:pt x="525245" y="979257"/>
                </a:cubicBezTo>
                <a:cubicBezTo>
                  <a:pt x="492353" y="998992"/>
                  <a:pt x="455701" y="994763"/>
                  <a:pt x="440665" y="991474"/>
                </a:cubicBezTo>
                <a:cubicBezTo>
                  <a:pt x="439725" y="1009800"/>
                  <a:pt x="438315" y="1027655"/>
                  <a:pt x="436906" y="1045981"/>
                </a:cubicBezTo>
                <a:cubicBezTo>
                  <a:pt x="435026" y="1071356"/>
                  <a:pt x="432207" y="1096730"/>
                  <a:pt x="428448" y="1122104"/>
                </a:cubicBezTo>
                <a:cubicBezTo>
                  <a:pt x="440665" y="1097670"/>
                  <a:pt x="463220" y="1069006"/>
                  <a:pt x="500811" y="1057729"/>
                </a:cubicBezTo>
                <a:cubicBezTo>
                  <a:pt x="563777" y="1038933"/>
                  <a:pt x="563777" y="1038933"/>
                  <a:pt x="563777" y="1038933"/>
                </a:cubicBezTo>
                <a:cubicBezTo>
                  <a:pt x="563777" y="1038933"/>
                  <a:pt x="553909" y="1108007"/>
                  <a:pt x="511619" y="1138550"/>
                </a:cubicBezTo>
                <a:cubicBezTo>
                  <a:pt x="478256" y="1162515"/>
                  <a:pt x="438315" y="1160165"/>
                  <a:pt x="423279" y="1158286"/>
                </a:cubicBezTo>
                <a:cubicBezTo>
                  <a:pt x="417170" y="1196347"/>
                  <a:pt x="409652" y="1234408"/>
                  <a:pt x="401194" y="1271530"/>
                </a:cubicBezTo>
                <a:cubicBezTo>
                  <a:pt x="418580" y="1251794"/>
                  <a:pt x="444894" y="1232059"/>
                  <a:pt x="480606" y="1228770"/>
                </a:cubicBezTo>
                <a:cubicBezTo>
                  <a:pt x="547800" y="1222191"/>
                  <a:pt x="547800" y="1222191"/>
                  <a:pt x="547800" y="1222191"/>
                </a:cubicBezTo>
                <a:cubicBezTo>
                  <a:pt x="547800" y="1222191"/>
                  <a:pt x="524306" y="1289856"/>
                  <a:pt x="475437" y="1312410"/>
                </a:cubicBezTo>
                <a:cubicBezTo>
                  <a:pt x="442545" y="1327447"/>
                  <a:pt x="408712" y="1322278"/>
                  <a:pt x="390386" y="1317109"/>
                </a:cubicBezTo>
                <a:cubicBezTo>
                  <a:pt x="379109" y="1361279"/>
                  <a:pt x="365952" y="1404509"/>
                  <a:pt x="351855" y="1446800"/>
                </a:cubicBezTo>
                <a:cubicBezTo>
                  <a:pt x="371121" y="1424715"/>
                  <a:pt x="401194" y="1401690"/>
                  <a:pt x="443014" y="1396051"/>
                </a:cubicBezTo>
                <a:cubicBezTo>
                  <a:pt x="519607" y="1385244"/>
                  <a:pt x="519607" y="1385244"/>
                  <a:pt x="519607" y="1385244"/>
                </a:cubicBezTo>
                <a:cubicBezTo>
                  <a:pt x="519607" y="1385244"/>
                  <a:pt x="494233" y="1456668"/>
                  <a:pt x="439255" y="1482512"/>
                </a:cubicBezTo>
                <a:cubicBezTo>
                  <a:pt x="397905" y="1501777"/>
                  <a:pt x="355144" y="1495669"/>
                  <a:pt x="335879" y="1491440"/>
                </a:cubicBezTo>
                <a:cubicBezTo>
                  <a:pt x="320842" y="1531850"/>
                  <a:pt x="304396" y="1571791"/>
                  <a:pt x="287010" y="1609853"/>
                </a:cubicBezTo>
                <a:cubicBezTo>
                  <a:pt x="310975" y="1593406"/>
                  <a:pt x="345277" y="1579310"/>
                  <a:pt x="385218" y="1586828"/>
                </a:cubicBezTo>
                <a:cubicBezTo>
                  <a:pt x="456171" y="1600455"/>
                  <a:pt x="456171" y="1600455"/>
                  <a:pt x="456171" y="1600455"/>
                </a:cubicBezTo>
                <a:cubicBezTo>
                  <a:pt x="456171" y="1600455"/>
                  <a:pt x="411531" y="1662951"/>
                  <a:pt x="354675" y="1671409"/>
                </a:cubicBezTo>
                <a:cubicBezTo>
                  <a:pt x="317083" y="1677047"/>
                  <a:pt x="284661" y="1662011"/>
                  <a:pt x="266805" y="1651673"/>
                </a:cubicBezTo>
                <a:cubicBezTo>
                  <a:pt x="244250" y="1696313"/>
                  <a:pt x="220286" y="1738603"/>
                  <a:pt x="195381" y="1778544"/>
                </a:cubicBezTo>
                <a:cubicBezTo>
                  <a:pt x="220286" y="1762098"/>
                  <a:pt x="268684" y="1741423"/>
                  <a:pt x="319433" y="1760688"/>
                </a:cubicBezTo>
                <a:cubicBezTo>
                  <a:pt x="386627" y="1786532"/>
                  <a:pt x="386627" y="1786532"/>
                  <a:pt x="386627" y="1786532"/>
                </a:cubicBezTo>
                <a:cubicBezTo>
                  <a:pt x="386627" y="1786532"/>
                  <a:pt x="331650" y="1840570"/>
                  <a:pt x="274323" y="1838690"/>
                </a:cubicBezTo>
                <a:cubicBezTo>
                  <a:pt x="228744" y="1837751"/>
                  <a:pt x="195381" y="1808617"/>
                  <a:pt x="183634" y="1796870"/>
                </a:cubicBezTo>
                <a:cubicBezTo>
                  <a:pt x="164838" y="1825533"/>
                  <a:pt x="145573" y="1852317"/>
                  <a:pt x="125367" y="1877692"/>
                </a:cubicBezTo>
                <a:cubicBezTo>
                  <a:pt x="150272" y="1872993"/>
                  <a:pt x="178465" y="1873463"/>
                  <a:pt x="207128" y="1886619"/>
                </a:cubicBezTo>
                <a:cubicBezTo>
                  <a:pt x="276673" y="1918572"/>
                  <a:pt x="276673" y="1918572"/>
                  <a:pt x="276673" y="1918572"/>
                </a:cubicBezTo>
                <a:cubicBezTo>
                  <a:pt x="276673" y="1918572"/>
                  <a:pt x="214177" y="1971670"/>
                  <a:pt x="153561" y="1965561"/>
                </a:cubicBezTo>
                <a:cubicBezTo>
                  <a:pt x="120668" y="1962742"/>
                  <a:pt x="95294" y="1946296"/>
                  <a:pt x="78378" y="1932199"/>
                </a:cubicBezTo>
                <a:cubicBezTo>
                  <a:pt x="60052" y="1951935"/>
                  <a:pt x="41257" y="1970260"/>
                  <a:pt x="22461" y="1986707"/>
                </a:cubicBezTo>
                <a:lnTo>
                  <a:pt x="1786" y="1966501"/>
                </a:lnTo>
                <a:cubicBezTo>
                  <a:pt x="20111" y="1951465"/>
                  <a:pt x="37497" y="1934549"/>
                  <a:pt x="54884" y="1916693"/>
                </a:cubicBezTo>
                <a:cubicBezTo>
                  <a:pt x="40787" y="1905415"/>
                  <a:pt x="6954" y="1873463"/>
                  <a:pt x="846" y="1826943"/>
                </a:cubicBezTo>
                <a:cubicBezTo>
                  <a:pt x="-7142" y="1766327"/>
                  <a:pt x="44076" y="1702421"/>
                  <a:pt x="44076" y="1702421"/>
                </a:cubicBezTo>
                <a:cubicBezTo>
                  <a:pt x="44076" y="1702421"/>
                  <a:pt x="44076" y="1702421"/>
                  <a:pt x="78378" y="1771026"/>
                </a:cubicBezTo>
                <a:cubicBezTo>
                  <a:pt x="101403" y="1816605"/>
                  <a:pt x="90595" y="1863595"/>
                  <a:pt x="77908" y="1893198"/>
                </a:cubicBezTo>
                <a:cubicBezTo>
                  <a:pt x="104222" y="1863125"/>
                  <a:pt x="130066" y="1830232"/>
                  <a:pt x="154501" y="1794990"/>
                </a:cubicBezTo>
                <a:cubicBezTo>
                  <a:pt x="138054" y="1783713"/>
                  <a:pt x="108921" y="1758809"/>
                  <a:pt x="98583" y="1719808"/>
                </a:cubicBezTo>
                <a:cubicBezTo>
                  <a:pt x="84017" y="1664360"/>
                  <a:pt x="123958" y="1598575"/>
                  <a:pt x="123958" y="1598575"/>
                </a:cubicBezTo>
                <a:cubicBezTo>
                  <a:pt x="123958" y="1598575"/>
                  <a:pt x="123958" y="1598575"/>
                  <a:pt x="164368" y="1658252"/>
                </a:cubicBezTo>
                <a:cubicBezTo>
                  <a:pt x="185983" y="1689734"/>
                  <a:pt x="187393" y="1724037"/>
                  <a:pt x="183164" y="1751760"/>
                </a:cubicBezTo>
                <a:cubicBezTo>
                  <a:pt x="232033" y="1674698"/>
                  <a:pt x="274793" y="1587768"/>
                  <a:pt x="310505" y="1494729"/>
                </a:cubicBezTo>
                <a:cubicBezTo>
                  <a:pt x="294998" y="1487681"/>
                  <a:pt x="253178" y="1466065"/>
                  <a:pt x="235792" y="1424245"/>
                </a:cubicBezTo>
                <a:cubicBezTo>
                  <a:pt x="214177" y="1372557"/>
                  <a:pt x="249889" y="1305832"/>
                  <a:pt x="249889" y="1305832"/>
                </a:cubicBezTo>
                <a:cubicBezTo>
                  <a:pt x="249889" y="1305832"/>
                  <a:pt x="249889" y="1305832"/>
                  <a:pt x="299227" y="1359400"/>
                </a:cubicBezTo>
                <a:cubicBezTo>
                  <a:pt x="323662" y="1385714"/>
                  <a:pt x="329770" y="1416727"/>
                  <a:pt x="329300" y="1442571"/>
                </a:cubicBezTo>
                <a:cubicBezTo>
                  <a:pt x="343397" y="1402160"/>
                  <a:pt x="355614" y="1360810"/>
                  <a:pt x="366892" y="1318519"/>
                </a:cubicBezTo>
                <a:cubicBezTo>
                  <a:pt x="354675" y="1315230"/>
                  <a:pt x="311915" y="1301603"/>
                  <a:pt x="288890" y="1262132"/>
                </a:cubicBezTo>
                <a:cubicBezTo>
                  <a:pt x="262106" y="1215613"/>
                  <a:pt x="281841" y="1146538"/>
                  <a:pt x="281841" y="1146538"/>
                </a:cubicBezTo>
                <a:cubicBezTo>
                  <a:pt x="281841" y="1146538"/>
                  <a:pt x="281841" y="1146538"/>
                  <a:pt x="334469" y="1189299"/>
                </a:cubicBezTo>
                <a:cubicBezTo>
                  <a:pt x="368302" y="1218432"/>
                  <a:pt x="375820" y="1260252"/>
                  <a:pt x="375350" y="1288916"/>
                </a:cubicBezTo>
                <a:cubicBezTo>
                  <a:pt x="385687" y="1246625"/>
                  <a:pt x="394615" y="1203395"/>
                  <a:pt x="401664" y="1160165"/>
                </a:cubicBezTo>
                <a:cubicBezTo>
                  <a:pt x="389447" y="1157816"/>
                  <a:pt x="347156" y="1147948"/>
                  <a:pt x="321782" y="1111766"/>
                </a:cubicBezTo>
                <a:cubicBezTo>
                  <a:pt x="291709" y="1069006"/>
                  <a:pt x="304866" y="1000402"/>
                  <a:pt x="304866" y="1000402"/>
                </a:cubicBezTo>
                <a:cubicBezTo>
                  <a:pt x="304866" y="1000402"/>
                  <a:pt x="304866" y="1000402"/>
                  <a:pt x="357964" y="1038463"/>
                </a:cubicBezTo>
                <a:cubicBezTo>
                  <a:pt x="392736" y="1063367"/>
                  <a:pt x="403544" y="1102368"/>
                  <a:pt x="405893" y="1129622"/>
                </a:cubicBezTo>
                <a:cubicBezTo>
                  <a:pt x="409182" y="1105658"/>
                  <a:pt x="412471" y="1081693"/>
                  <a:pt x="414821" y="1057259"/>
                </a:cubicBezTo>
                <a:cubicBezTo>
                  <a:pt x="417170" y="1036114"/>
                  <a:pt x="418580" y="1014968"/>
                  <a:pt x="419990" y="993823"/>
                </a:cubicBezTo>
                <a:cubicBezTo>
                  <a:pt x="403544" y="992414"/>
                  <a:pt x="369711" y="985835"/>
                  <a:pt x="345277" y="959521"/>
                </a:cubicBezTo>
                <a:cubicBezTo>
                  <a:pt x="311445" y="923339"/>
                  <a:pt x="315204" y="857084"/>
                  <a:pt x="315204" y="857084"/>
                </a:cubicBezTo>
                <a:cubicBezTo>
                  <a:pt x="315204" y="857084"/>
                  <a:pt x="315204" y="857084"/>
                  <a:pt x="370181" y="886218"/>
                </a:cubicBezTo>
                <a:cubicBezTo>
                  <a:pt x="398375" y="901254"/>
                  <a:pt x="413881" y="926159"/>
                  <a:pt x="421869" y="948713"/>
                </a:cubicBezTo>
                <a:cubicBezTo>
                  <a:pt x="423279" y="912532"/>
                  <a:pt x="423279" y="876820"/>
                  <a:pt x="421869" y="841578"/>
                </a:cubicBezTo>
                <a:cubicBezTo>
                  <a:pt x="406363" y="841578"/>
                  <a:pt x="370651" y="839229"/>
                  <a:pt x="342458" y="813854"/>
                </a:cubicBezTo>
                <a:cubicBezTo>
                  <a:pt x="305806" y="780962"/>
                  <a:pt x="303456" y="714707"/>
                  <a:pt x="303456" y="714707"/>
                </a:cubicBezTo>
                <a:cubicBezTo>
                  <a:pt x="303456" y="714707"/>
                  <a:pt x="303456" y="714707"/>
                  <a:pt x="360783" y="738671"/>
                </a:cubicBezTo>
                <a:cubicBezTo>
                  <a:pt x="392736" y="752298"/>
                  <a:pt x="410592" y="778612"/>
                  <a:pt x="419990" y="801637"/>
                </a:cubicBezTo>
                <a:cubicBezTo>
                  <a:pt x="417640" y="763106"/>
                  <a:pt x="413881" y="725045"/>
                  <a:pt x="409182" y="687923"/>
                </a:cubicBezTo>
                <a:cubicBezTo>
                  <a:pt x="394146" y="689333"/>
                  <a:pt x="358904" y="689333"/>
                  <a:pt x="329770" y="666778"/>
                </a:cubicBezTo>
                <a:cubicBezTo>
                  <a:pt x="292179" y="637175"/>
                  <a:pt x="285600" y="573269"/>
                  <a:pt x="285600" y="573269"/>
                </a:cubicBezTo>
                <a:cubicBezTo>
                  <a:pt x="285600" y="573269"/>
                  <a:pt x="285600" y="573269"/>
                  <a:pt x="342458" y="592535"/>
                </a:cubicBezTo>
                <a:cubicBezTo>
                  <a:pt x="373001" y="602872"/>
                  <a:pt x="392266" y="626367"/>
                  <a:pt x="403073" y="647512"/>
                </a:cubicBezTo>
                <a:cubicBezTo>
                  <a:pt x="397435" y="612270"/>
                  <a:pt x="390386" y="577028"/>
                  <a:pt x="382868" y="543196"/>
                </a:cubicBezTo>
                <a:cubicBezTo>
                  <a:pt x="366892" y="546955"/>
                  <a:pt x="339638" y="549775"/>
                  <a:pt x="312854" y="537087"/>
                </a:cubicBezTo>
                <a:cubicBezTo>
                  <a:pt x="271974" y="517352"/>
                  <a:pt x="253178" y="459555"/>
                  <a:pt x="253178" y="459555"/>
                </a:cubicBezTo>
                <a:cubicBezTo>
                  <a:pt x="253178" y="459555"/>
                  <a:pt x="253178" y="459555"/>
                  <a:pt x="310035" y="466134"/>
                </a:cubicBezTo>
                <a:cubicBezTo>
                  <a:pt x="337759" y="469423"/>
                  <a:pt x="358434" y="483990"/>
                  <a:pt x="372530" y="499496"/>
                </a:cubicBezTo>
                <a:cubicBezTo>
                  <a:pt x="365482" y="471772"/>
                  <a:pt x="357494" y="444519"/>
                  <a:pt x="349036" y="418205"/>
                </a:cubicBezTo>
                <a:cubicBezTo>
                  <a:pt x="333529" y="421024"/>
                  <a:pt x="310975" y="421964"/>
                  <a:pt x="289360" y="411626"/>
                </a:cubicBezTo>
                <a:cubicBezTo>
                  <a:pt x="250829" y="393300"/>
                  <a:pt x="232972" y="339263"/>
                  <a:pt x="232972" y="339263"/>
                </a:cubicBezTo>
                <a:cubicBezTo>
                  <a:pt x="232972" y="339263"/>
                  <a:pt x="232972" y="339263"/>
                  <a:pt x="286070" y="344901"/>
                </a:cubicBezTo>
                <a:cubicBezTo>
                  <a:pt x="303456" y="346781"/>
                  <a:pt x="317553" y="353829"/>
                  <a:pt x="329300" y="362287"/>
                </a:cubicBezTo>
                <a:cubicBezTo>
                  <a:pt x="318023" y="331744"/>
                  <a:pt x="305806" y="302611"/>
                  <a:pt x="292649" y="274417"/>
                </a:cubicBezTo>
                <a:cubicBezTo>
                  <a:pt x="279492" y="280526"/>
                  <a:pt x="255528" y="287104"/>
                  <a:pt x="230623" y="280056"/>
                </a:cubicBezTo>
                <a:cubicBezTo>
                  <a:pt x="191622" y="269249"/>
                  <a:pt x="166248" y="221319"/>
                  <a:pt x="166248" y="221319"/>
                </a:cubicBezTo>
                <a:cubicBezTo>
                  <a:pt x="166248" y="221319"/>
                  <a:pt x="166248" y="221319"/>
                  <a:pt x="216996" y="218500"/>
                </a:cubicBezTo>
                <a:cubicBezTo>
                  <a:pt x="240021" y="217090"/>
                  <a:pt x="259287" y="225549"/>
                  <a:pt x="273853" y="235886"/>
                </a:cubicBezTo>
                <a:cubicBezTo>
                  <a:pt x="257877" y="204403"/>
                  <a:pt x="240961" y="175270"/>
                  <a:pt x="223105" y="147546"/>
                </a:cubicBezTo>
                <a:cubicBezTo>
                  <a:pt x="212767" y="152715"/>
                  <a:pt x="191622" y="160233"/>
                  <a:pt x="168597" y="153655"/>
                </a:cubicBezTo>
                <a:cubicBezTo>
                  <a:pt x="136645" y="144727"/>
                  <a:pt x="115499" y="105256"/>
                  <a:pt x="115499" y="105256"/>
                </a:cubicBezTo>
                <a:cubicBezTo>
                  <a:pt x="115499" y="105256"/>
                  <a:pt x="115499" y="105256"/>
                  <a:pt x="157320" y="102907"/>
                </a:cubicBezTo>
                <a:cubicBezTo>
                  <a:pt x="174706" y="101497"/>
                  <a:pt x="189273" y="107136"/>
                  <a:pt x="201020" y="114654"/>
                </a:cubicBezTo>
                <a:cubicBezTo>
                  <a:pt x="195851" y="107605"/>
                  <a:pt x="190682" y="100557"/>
                  <a:pt x="185513" y="93509"/>
                </a:cubicBezTo>
                <a:lnTo>
                  <a:pt x="185513" y="92569"/>
                </a:lnTo>
                <a:cubicBezTo>
                  <a:pt x="170007" y="91629"/>
                  <a:pt x="128657" y="80822"/>
                  <a:pt x="111271" y="42760"/>
                </a:cubicBezTo>
                <a:cubicBezTo>
                  <a:pt x="92005" y="0"/>
                  <a:pt x="92005" y="0"/>
                  <a:pt x="92005" y="0"/>
                </a:cubicBezTo>
                <a:close/>
              </a:path>
            </a:pathLst>
          </a:custGeom>
          <a:solidFill>
            <a:schemeClr val="bg1">
              <a:alpha val="342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43" name="テキスト ボックス 42">
            <a:extLst>
              <a:ext uri="{FF2B5EF4-FFF2-40B4-BE49-F238E27FC236}">
                <a16:creationId xmlns:a16="http://schemas.microsoft.com/office/drawing/2014/main" id="{28ACD4FC-4BD1-156F-4197-F84475505EAB}"/>
              </a:ext>
            </a:extLst>
          </p:cNvPr>
          <p:cNvSpPr txBox="1"/>
          <p:nvPr/>
        </p:nvSpPr>
        <p:spPr>
          <a:xfrm>
            <a:off x="5529341" y="1790848"/>
            <a:ext cx="1208984" cy="707886"/>
          </a:xfrm>
          <a:prstGeom prst="rect">
            <a:avLst/>
          </a:prstGeom>
          <a:noFill/>
        </p:spPr>
        <p:txBody>
          <a:bodyPr wrap="none" rtlCol="0">
            <a:spAutoFit/>
          </a:bodyPr>
          <a:lstStyle/>
          <a:p>
            <a:pPr algn="ctr"/>
            <a:r>
              <a:rPr kumimoji="1" lang="ja-JP" altLang="en-US" sz="2400" b="1" spc="300">
                <a:solidFill>
                  <a:schemeClr val="bg1"/>
                </a:solidFill>
                <a:latin typeface="Yu Gothic" panose="020B0400000000000000" pitchFamily="34" charset="-128"/>
                <a:ea typeface="Yu Gothic" panose="020B0400000000000000" pitchFamily="34" charset="-128"/>
              </a:rPr>
              <a:t>第</a:t>
            </a:r>
            <a:r>
              <a:rPr kumimoji="1" lang="en-US" altLang="ja-JP" sz="4000" b="1" spc="300" dirty="0">
                <a:solidFill>
                  <a:schemeClr val="bg1"/>
                </a:solidFill>
                <a:latin typeface="Yu Gothic" panose="020B0400000000000000" pitchFamily="34" charset="-128"/>
                <a:ea typeface="Yu Gothic" panose="020B0400000000000000" pitchFamily="34" charset="-128"/>
              </a:rPr>
              <a:t>2</a:t>
            </a:r>
            <a:r>
              <a:rPr kumimoji="1" lang="ja-JP" altLang="en-US" sz="2400" b="1" spc="300">
                <a:solidFill>
                  <a:schemeClr val="bg1"/>
                </a:solidFill>
                <a:latin typeface="Yu Gothic" panose="020B0400000000000000" pitchFamily="34" charset="-128"/>
                <a:ea typeface="Yu Gothic" panose="020B0400000000000000" pitchFamily="34" charset="-128"/>
              </a:rPr>
              <a:t>位</a:t>
            </a:r>
            <a:endParaRPr kumimoji="1" lang="ja-JP" altLang="en-US" sz="2800" b="1" spc="300">
              <a:solidFill>
                <a:schemeClr val="bg1"/>
              </a:solidFill>
              <a:latin typeface="Yu Gothic" panose="020B0400000000000000" pitchFamily="34" charset="-128"/>
              <a:ea typeface="Yu Gothic" panose="020B0400000000000000" pitchFamily="34" charset="-128"/>
            </a:endParaRPr>
          </a:p>
        </p:txBody>
      </p:sp>
      <p:sp>
        <p:nvSpPr>
          <p:cNvPr id="44" name="フリーフォーム 43">
            <a:extLst>
              <a:ext uri="{FF2B5EF4-FFF2-40B4-BE49-F238E27FC236}">
                <a16:creationId xmlns:a16="http://schemas.microsoft.com/office/drawing/2014/main" id="{FB567B47-8768-C7D3-BD85-B9A8E6384FC5}"/>
              </a:ext>
            </a:extLst>
          </p:cNvPr>
          <p:cNvSpPr/>
          <p:nvPr/>
        </p:nvSpPr>
        <p:spPr>
          <a:xfrm>
            <a:off x="6403160" y="1737140"/>
            <a:ext cx="287415" cy="809390"/>
          </a:xfrm>
          <a:custGeom>
            <a:avLst/>
            <a:gdLst>
              <a:gd name="connsiteX0" fmla="*/ 200080 w 583042"/>
              <a:gd name="connsiteY0" fmla="*/ 1448679 h 1986707"/>
              <a:gd name="connsiteX1" fmla="*/ 239551 w 583042"/>
              <a:gd name="connsiteY1" fmla="*/ 1509296 h 1986707"/>
              <a:gd name="connsiteX2" fmla="*/ 238611 w 583042"/>
              <a:gd name="connsiteY2" fmla="*/ 1652613 h 1986707"/>
              <a:gd name="connsiteX3" fmla="*/ 172826 w 583042"/>
              <a:gd name="connsiteY3" fmla="*/ 1569442 h 1986707"/>
              <a:gd name="connsiteX4" fmla="*/ 200080 w 583042"/>
              <a:gd name="connsiteY4" fmla="*/ 1448679 h 1986707"/>
              <a:gd name="connsiteX5" fmla="*/ 467919 w 583042"/>
              <a:gd name="connsiteY5" fmla="*/ 376854 h 1986707"/>
              <a:gd name="connsiteX6" fmla="*/ 466979 w 583042"/>
              <a:gd name="connsiteY6" fmla="*/ 475062 h 1986707"/>
              <a:gd name="connsiteX7" fmla="*/ 401194 w 583042"/>
              <a:gd name="connsiteY7" fmla="*/ 527220 h 1986707"/>
              <a:gd name="connsiteX8" fmla="*/ 426568 w 583042"/>
              <a:gd name="connsiteY8" fmla="*/ 416325 h 1986707"/>
              <a:gd name="connsiteX9" fmla="*/ 467919 w 583042"/>
              <a:gd name="connsiteY9" fmla="*/ 376854 h 1986707"/>
              <a:gd name="connsiteX10" fmla="*/ 92005 w 583042"/>
              <a:gd name="connsiteY10" fmla="*/ 0 h 1986707"/>
              <a:gd name="connsiteX11" fmla="*/ 168127 w 583042"/>
              <a:gd name="connsiteY11" fmla="*/ 27724 h 1986707"/>
              <a:gd name="connsiteX12" fmla="*/ 190212 w 583042"/>
              <a:gd name="connsiteY12" fmla="*/ 79882 h 1986707"/>
              <a:gd name="connsiteX13" fmla="*/ 219346 w 583042"/>
              <a:gd name="connsiteY13" fmla="*/ 118883 h 1986707"/>
              <a:gd name="connsiteX14" fmla="*/ 230623 w 583042"/>
              <a:gd name="connsiteY14" fmla="*/ 57327 h 1986707"/>
              <a:gd name="connsiteX15" fmla="*/ 255057 w 583042"/>
              <a:gd name="connsiteY15" fmla="*/ 23025 h 1986707"/>
              <a:gd name="connsiteX16" fmla="*/ 267745 w 583042"/>
              <a:gd name="connsiteY16" fmla="*/ 93979 h 1986707"/>
              <a:gd name="connsiteX17" fmla="*/ 232033 w 583042"/>
              <a:gd name="connsiteY17" fmla="*/ 137679 h 1986707"/>
              <a:gd name="connsiteX18" fmla="*/ 292649 w 583042"/>
              <a:gd name="connsiteY18" fmla="*/ 241525 h 1986707"/>
              <a:gd name="connsiteX19" fmla="*/ 301107 w 583042"/>
              <a:gd name="connsiteY19" fmla="*/ 163993 h 1986707"/>
              <a:gd name="connsiteX20" fmla="*/ 328361 w 583042"/>
              <a:gd name="connsiteY20" fmla="*/ 121232 h 1986707"/>
              <a:gd name="connsiteX21" fmla="*/ 348566 w 583042"/>
              <a:gd name="connsiteY21" fmla="*/ 205813 h 1986707"/>
              <a:gd name="connsiteX22" fmla="*/ 303926 w 583042"/>
              <a:gd name="connsiteY22" fmla="*/ 264080 h 1986707"/>
              <a:gd name="connsiteX23" fmla="*/ 344807 w 583042"/>
              <a:gd name="connsiteY23" fmla="*/ 359938 h 1986707"/>
              <a:gd name="connsiteX24" fmla="*/ 361723 w 583042"/>
              <a:gd name="connsiteY24" fmla="*/ 298852 h 1986707"/>
              <a:gd name="connsiteX25" fmla="*/ 393206 w 583042"/>
              <a:gd name="connsiteY25" fmla="*/ 255622 h 1986707"/>
              <a:gd name="connsiteX26" fmla="*/ 408712 w 583042"/>
              <a:gd name="connsiteY26" fmla="*/ 346311 h 1986707"/>
              <a:gd name="connsiteX27" fmla="*/ 363133 w 583042"/>
              <a:gd name="connsiteY27" fmla="*/ 401758 h 1986707"/>
              <a:gd name="connsiteX28" fmla="*/ 368302 w 583042"/>
              <a:gd name="connsiteY28" fmla="*/ 413506 h 1986707"/>
              <a:gd name="connsiteX29" fmla="*/ 364542 w 583042"/>
              <a:gd name="connsiteY29" fmla="*/ 414915 h 1986707"/>
              <a:gd name="connsiteX30" fmla="*/ 419050 w 583042"/>
              <a:gd name="connsiteY30" fmla="*/ 630596 h 1986707"/>
              <a:gd name="connsiteX31" fmla="*/ 468858 w 583042"/>
              <a:gd name="connsiteY31" fmla="*/ 564341 h 1986707"/>
              <a:gd name="connsiteX32" fmla="*/ 521486 w 583042"/>
              <a:gd name="connsiteY32" fmla="*/ 534738 h 1986707"/>
              <a:gd name="connsiteX33" fmla="*/ 494702 w 583042"/>
              <a:gd name="connsiteY33" fmla="*/ 634825 h 1986707"/>
              <a:gd name="connsiteX34" fmla="*/ 425158 w 583042"/>
              <a:gd name="connsiteY34" fmla="*/ 669597 h 1986707"/>
              <a:gd name="connsiteX35" fmla="*/ 439725 w 583042"/>
              <a:gd name="connsiteY35" fmla="*/ 809155 h 1986707"/>
              <a:gd name="connsiteX36" fmla="*/ 504100 w 583042"/>
              <a:gd name="connsiteY36" fmla="*/ 730213 h 1986707"/>
              <a:gd name="connsiteX37" fmla="*/ 560957 w 583042"/>
              <a:gd name="connsiteY37" fmla="*/ 705779 h 1986707"/>
              <a:gd name="connsiteX38" fmla="*/ 522896 w 583042"/>
              <a:gd name="connsiteY38" fmla="*/ 804926 h 1986707"/>
              <a:gd name="connsiteX39" fmla="*/ 441135 w 583042"/>
              <a:gd name="connsiteY39" fmla="*/ 833120 h 1986707"/>
              <a:gd name="connsiteX40" fmla="*/ 441605 w 583042"/>
              <a:gd name="connsiteY40" fmla="*/ 966569 h 1986707"/>
              <a:gd name="connsiteX41" fmla="*/ 521486 w 583042"/>
              <a:gd name="connsiteY41" fmla="*/ 900784 h 1986707"/>
              <a:gd name="connsiteX42" fmla="*/ 583042 w 583042"/>
              <a:gd name="connsiteY42" fmla="*/ 888097 h 1986707"/>
              <a:gd name="connsiteX43" fmla="*/ 525245 w 583042"/>
              <a:gd name="connsiteY43" fmla="*/ 979257 h 1986707"/>
              <a:gd name="connsiteX44" fmla="*/ 440665 w 583042"/>
              <a:gd name="connsiteY44" fmla="*/ 991474 h 1986707"/>
              <a:gd name="connsiteX45" fmla="*/ 436906 w 583042"/>
              <a:gd name="connsiteY45" fmla="*/ 1045981 h 1986707"/>
              <a:gd name="connsiteX46" fmla="*/ 428448 w 583042"/>
              <a:gd name="connsiteY46" fmla="*/ 1122104 h 1986707"/>
              <a:gd name="connsiteX47" fmla="*/ 500811 w 583042"/>
              <a:gd name="connsiteY47" fmla="*/ 1057729 h 1986707"/>
              <a:gd name="connsiteX48" fmla="*/ 563777 w 583042"/>
              <a:gd name="connsiteY48" fmla="*/ 1038933 h 1986707"/>
              <a:gd name="connsiteX49" fmla="*/ 511619 w 583042"/>
              <a:gd name="connsiteY49" fmla="*/ 1138550 h 1986707"/>
              <a:gd name="connsiteX50" fmla="*/ 423279 w 583042"/>
              <a:gd name="connsiteY50" fmla="*/ 1158286 h 1986707"/>
              <a:gd name="connsiteX51" fmla="*/ 401194 w 583042"/>
              <a:gd name="connsiteY51" fmla="*/ 1271530 h 1986707"/>
              <a:gd name="connsiteX52" fmla="*/ 480606 w 583042"/>
              <a:gd name="connsiteY52" fmla="*/ 1228770 h 1986707"/>
              <a:gd name="connsiteX53" fmla="*/ 547800 w 583042"/>
              <a:gd name="connsiteY53" fmla="*/ 1222191 h 1986707"/>
              <a:gd name="connsiteX54" fmla="*/ 475437 w 583042"/>
              <a:gd name="connsiteY54" fmla="*/ 1312410 h 1986707"/>
              <a:gd name="connsiteX55" fmla="*/ 390386 w 583042"/>
              <a:gd name="connsiteY55" fmla="*/ 1317109 h 1986707"/>
              <a:gd name="connsiteX56" fmla="*/ 351855 w 583042"/>
              <a:gd name="connsiteY56" fmla="*/ 1446800 h 1986707"/>
              <a:gd name="connsiteX57" fmla="*/ 443014 w 583042"/>
              <a:gd name="connsiteY57" fmla="*/ 1396051 h 1986707"/>
              <a:gd name="connsiteX58" fmla="*/ 519607 w 583042"/>
              <a:gd name="connsiteY58" fmla="*/ 1385244 h 1986707"/>
              <a:gd name="connsiteX59" fmla="*/ 439255 w 583042"/>
              <a:gd name="connsiteY59" fmla="*/ 1482512 h 1986707"/>
              <a:gd name="connsiteX60" fmla="*/ 335879 w 583042"/>
              <a:gd name="connsiteY60" fmla="*/ 1491440 h 1986707"/>
              <a:gd name="connsiteX61" fmla="*/ 287010 w 583042"/>
              <a:gd name="connsiteY61" fmla="*/ 1609853 h 1986707"/>
              <a:gd name="connsiteX62" fmla="*/ 385218 w 583042"/>
              <a:gd name="connsiteY62" fmla="*/ 1586828 h 1986707"/>
              <a:gd name="connsiteX63" fmla="*/ 456171 w 583042"/>
              <a:gd name="connsiteY63" fmla="*/ 1600455 h 1986707"/>
              <a:gd name="connsiteX64" fmla="*/ 354675 w 583042"/>
              <a:gd name="connsiteY64" fmla="*/ 1671409 h 1986707"/>
              <a:gd name="connsiteX65" fmla="*/ 266805 w 583042"/>
              <a:gd name="connsiteY65" fmla="*/ 1651673 h 1986707"/>
              <a:gd name="connsiteX66" fmla="*/ 195381 w 583042"/>
              <a:gd name="connsiteY66" fmla="*/ 1778544 h 1986707"/>
              <a:gd name="connsiteX67" fmla="*/ 319433 w 583042"/>
              <a:gd name="connsiteY67" fmla="*/ 1760688 h 1986707"/>
              <a:gd name="connsiteX68" fmla="*/ 386627 w 583042"/>
              <a:gd name="connsiteY68" fmla="*/ 1786532 h 1986707"/>
              <a:gd name="connsiteX69" fmla="*/ 274323 w 583042"/>
              <a:gd name="connsiteY69" fmla="*/ 1838690 h 1986707"/>
              <a:gd name="connsiteX70" fmla="*/ 183634 w 583042"/>
              <a:gd name="connsiteY70" fmla="*/ 1796870 h 1986707"/>
              <a:gd name="connsiteX71" fmla="*/ 125367 w 583042"/>
              <a:gd name="connsiteY71" fmla="*/ 1877692 h 1986707"/>
              <a:gd name="connsiteX72" fmla="*/ 207128 w 583042"/>
              <a:gd name="connsiteY72" fmla="*/ 1886619 h 1986707"/>
              <a:gd name="connsiteX73" fmla="*/ 276673 w 583042"/>
              <a:gd name="connsiteY73" fmla="*/ 1918572 h 1986707"/>
              <a:gd name="connsiteX74" fmla="*/ 153561 w 583042"/>
              <a:gd name="connsiteY74" fmla="*/ 1965561 h 1986707"/>
              <a:gd name="connsiteX75" fmla="*/ 78378 w 583042"/>
              <a:gd name="connsiteY75" fmla="*/ 1932199 h 1986707"/>
              <a:gd name="connsiteX76" fmla="*/ 22461 w 583042"/>
              <a:gd name="connsiteY76" fmla="*/ 1986707 h 1986707"/>
              <a:gd name="connsiteX77" fmla="*/ 1786 w 583042"/>
              <a:gd name="connsiteY77" fmla="*/ 1966501 h 1986707"/>
              <a:gd name="connsiteX78" fmla="*/ 54884 w 583042"/>
              <a:gd name="connsiteY78" fmla="*/ 1916693 h 1986707"/>
              <a:gd name="connsiteX79" fmla="*/ 846 w 583042"/>
              <a:gd name="connsiteY79" fmla="*/ 1826943 h 1986707"/>
              <a:gd name="connsiteX80" fmla="*/ 44076 w 583042"/>
              <a:gd name="connsiteY80" fmla="*/ 1702421 h 1986707"/>
              <a:gd name="connsiteX81" fmla="*/ 78378 w 583042"/>
              <a:gd name="connsiteY81" fmla="*/ 1771026 h 1986707"/>
              <a:gd name="connsiteX82" fmla="*/ 77908 w 583042"/>
              <a:gd name="connsiteY82" fmla="*/ 1893198 h 1986707"/>
              <a:gd name="connsiteX83" fmla="*/ 154501 w 583042"/>
              <a:gd name="connsiteY83" fmla="*/ 1794990 h 1986707"/>
              <a:gd name="connsiteX84" fmla="*/ 98583 w 583042"/>
              <a:gd name="connsiteY84" fmla="*/ 1719808 h 1986707"/>
              <a:gd name="connsiteX85" fmla="*/ 123958 w 583042"/>
              <a:gd name="connsiteY85" fmla="*/ 1598575 h 1986707"/>
              <a:gd name="connsiteX86" fmla="*/ 164368 w 583042"/>
              <a:gd name="connsiteY86" fmla="*/ 1658252 h 1986707"/>
              <a:gd name="connsiteX87" fmla="*/ 183164 w 583042"/>
              <a:gd name="connsiteY87" fmla="*/ 1751760 h 1986707"/>
              <a:gd name="connsiteX88" fmla="*/ 310505 w 583042"/>
              <a:gd name="connsiteY88" fmla="*/ 1494729 h 1986707"/>
              <a:gd name="connsiteX89" fmla="*/ 235792 w 583042"/>
              <a:gd name="connsiteY89" fmla="*/ 1424245 h 1986707"/>
              <a:gd name="connsiteX90" fmla="*/ 249889 w 583042"/>
              <a:gd name="connsiteY90" fmla="*/ 1305832 h 1986707"/>
              <a:gd name="connsiteX91" fmla="*/ 299227 w 583042"/>
              <a:gd name="connsiteY91" fmla="*/ 1359400 h 1986707"/>
              <a:gd name="connsiteX92" fmla="*/ 329300 w 583042"/>
              <a:gd name="connsiteY92" fmla="*/ 1442571 h 1986707"/>
              <a:gd name="connsiteX93" fmla="*/ 366892 w 583042"/>
              <a:gd name="connsiteY93" fmla="*/ 1318519 h 1986707"/>
              <a:gd name="connsiteX94" fmla="*/ 288890 w 583042"/>
              <a:gd name="connsiteY94" fmla="*/ 1262132 h 1986707"/>
              <a:gd name="connsiteX95" fmla="*/ 281841 w 583042"/>
              <a:gd name="connsiteY95" fmla="*/ 1146538 h 1986707"/>
              <a:gd name="connsiteX96" fmla="*/ 334469 w 583042"/>
              <a:gd name="connsiteY96" fmla="*/ 1189299 h 1986707"/>
              <a:gd name="connsiteX97" fmla="*/ 375350 w 583042"/>
              <a:gd name="connsiteY97" fmla="*/ 1288916 h 1986707"/>
              <a:gd name="connsiteX98" fmla="*/ 401664 w 583042"/>
              <a:gd name="connsiteY98" fmla="*/ 1160165 h 1986707"/>
              <a:gd name="connsiteX99" fmla="*/ 321782 w 583042"/>
              <a:gd name="connsiteY99" fmla="*/ 1111766 h 1986707"/>
              <a:gd name="connsiteX100" fmla="*/ 304866 w 583042"/>
              <a:gd name="connsiteY100" fmla="*/ 1000402 h 1986707"/>
              <a:gd name="connsiteX101" fmla="*/ 357964 w 583042"/>
              <a:gd name="connsiteY101" fmla="*/ 1038463 h 1986707"/>
              <a:gd name="connsiteX102" fmla="*/ 405893 w 583042"/>
              <a:gd name="connsiteY102" fmla="*/ 1129622 h 1986707"/>
              <a:gd name="connsiteX103" fmla="*/ 414821 w 583042"/>
              <a:gd name="connsiteY103" fmla="*/ 1057259 h 1986707"/>
              <a:gd name="connsiteX104" fmla="*/ 419990 w 583042"/>
              <a:gd name="connsiteY104" fmla="*/ 993823 h 1986707"/>
              <a:gd name="connsiteX105" fmla="*/ 345277 w 583042"/>
              <a:gd name="connsiteY105" fmla="*/ 959521 h 1986707"/>
              <a:gd name="connsiteX106" fmla="*/ 315204 w 583042"/>
              <a:gd name="connsiteY106" fmla="*/ 857084 h 1986707"/>
              <a:gd name="connsiteX107" fmla="*/ 370181 w 583042"/>
              <a:gd name="connsiteY107" fmla="*/ 886218 h 1986707"/>
              <a:gd name="connsiteX108" fmla="*/ 421869 w 583042"/>
              <a:gd name="connsiteY108" fmla="*/ 948713 h 1986707"/>
              <a:gd name="connsiteX109" fmla="*/ 421869 w 583042"/>
              <a:gd name="connsiteY109" fmla="*/ 841578 h 1986707"/>
              <a:gd name="connsiteX110" fmla="*/ 342458 w 583042"/>
              <a:gd name="connsiteY110" fmla="*/ 813854 h 1986707"/>
              <a:gd name="connsiteX111" fmla="*/ 303456 w 583042"/>
              <a:gd name="connsiteY111" fmla="*/ 714707 h 1986707"/>
              <a:gd name="connsiteX112" fmla="*/ 360783 w 583042"/>
              <a:gd name="connsiteY112" fmla="*/ 738671 h 1986707"/>
              <a:gd name="connsiteX113" fmla="*/ 419990 w 583042"/>
              <a:gd name="connsiteY113" fmla="*/ 801637 h 1986707"/>
              <a:gd name="connsiteX114" fmla="*/ 409182 w 583042"/>
              <a:gd name="connsiteY114" fmla="*/ 687923 h 1986707"/>
              <a:gd name="connsiteX115" fmla="*/ 329770 w 583042"/>
              <a:gd name="connsiteY115" fmla="*/ 666778 h 1986707"/>
              <a:gd name="connsiteX116" fmla="*/ 285600 w 583042"/>
              <a:gd name="connsiteY116" fmla="*/ 573269 h 1986707"/>
              <a:gd name="connsiteX117" fmla="*/ 342458 w 583042"/>
              <a:gd name="connsiteY117" fmla="*/ 592535 h 1986707"/>
              <a:gd name="connsiteX118" fmla="*/ 403073 w 583042"/>
              <a:gd name="connsiteY118" fmla="*/ 647512 h 1986707"/>
              <a:gd name="connsiteX119" fmla="*/ 382868 w 583042"/>
              <a:gd name="connsiteY119" fmla="*/ 543196 h 1986707"/>
              <a:gd name="connsiteX120" fmla="*/ 312854 w 583042"/>
              <a:gd name="connsiteY120" fmla="*/ 537087 h 1986707"/>
              <a:gd name="connsiteX121" fmla="*/ 253178 w 583042"/>
              <a:gd name="connsiteY121" fmla="*/ 459555 h 1986707"/>
              <a:gd name="connsiteX122" fmla="*/ 310035 w 583042"/>
              <a:gd name="connsiteY122" fmla="*/ 466134 h 1986707"/>
              <a:gd name="connsiteX123" fmla="*/ 372530 w 583042"/>
              <a:gd name="connsiteY123" fmla="*/ 499496 h 1986707"/>
              <a:gd name="connsiteX124" fmla="*/ 349036 w 583042"/>
              <a:gd name="connsiteY124" fmla="*/ 418205 h 1986707"/>
              <a:gd name="connsiteX125" fmla="*/ 289360 w 583042"/>
              <a:gd name="connsiteY125" fmla="*/ 411626 h 1986707"/>
              <a:gd name="connsiteX126" fmla="*/ 232972 w 583042"/>
              <a:gd name="connsiteY126" fmla="*/ 339263 h 1986707"/>
              <a:gd name="connsiteX127" fmla="*/ 286070 w 583042"/>
              <a:gd name="connsiteY127" fmla="*/ 344901 h 1986707"/>
              <a:gd name="connsiteX128" fmla="*/ 329300 w 583042"/>
              <a:gd name="connsiteY128" fmla="*/ 362287 h 1986707"/>
              <a:gd name="connsiteX129" fmla="*/ 292649 w 583042"/>
              <a:gd name="connsiteY129" fmla="*/ 274417 h 1986707"/>
              <a:gd name="connsiteX130" fmla="*/ 230623 w 583042"/>
              <a:gd name="connsiteY130" fmla="*/ 280056 h 1986707"/>
              <a:gd name="connsiteX131" fmla="*/ 166248 w 583042"/>
              <a:gd name="connsiteY131" fmla="*/ 221319 h 1986707"/>
              <a:gd name="connsiteX132" fmla="*/ 216996 w 583042"/>
              <a:gd name="connsiteY132" fmla="*/ 218500 h 1986707"/>
              <a:gd name="connsiteX133" fmla="*/ 273853 w 583042"/>
              <a:gd name="connsiteY133" fmla="*/ 235886 h 1986707"/>
              <a:gd name="connsiteX134" fmla="*/ 223105 w 583042"/>
              <a:gd name="connsiteY134" fmla="*/ 147546 h 1986707"/>
              <a:gd name="connsiteX135" fmla="*/ 168597 w 583042"/>
              <a:gd name="connsiteY135" fmla="*/ 153655 h 1986707"/>
              <a:gd name="connsiteX136" fmla="*/ 115499 w 583042"/>
              <a:gd name="connsiteY136" fmla="*/ 105256 h 1986707"/>
              <a:gd name="connsiteX137" fmla="*/ 157320 w 583042"/>
              <a:gd name="connsiteY137" fmla="*/ 102907 h 1986707"/>
              <a:gd name="connsiteX138" fmla="*/ 201020 w 583042"/>
              <a:gd name="connsiteY138" fmla="*/ 114654 h 1986707"/>
              <a:gd name="connsiteX139" fmla="*/ 185513 w 583042"/>
              <a:gd name="connsiteY139" fmla="*/ 93509 h 1986707"/>
              <a:gd name="connsiteX140" fmla="*/ 185513 w 583042"/>
              <a:gd name="connsiteY140" fmla="*/ 92569 h 1986707"/>
              <a:gd name="connsiteX141" fmla="*/ 111271 w 583042"/>
              <a:gd name="connsiteY141" fmla="*/ 42760 h 1986707"/>
              <a:gd name="connsiteX142" fmla="*/ 92005 w 583042"/>
              <a:gd name="connsiteY142" fmla="*/ 0 h 19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83042" h="1986707">
                <a:moveTo>
                  <a:pt x="200080" y="1448679"/>
                </a:moveTo>
                <a:cubicBezTo>
                  <a:pt x="200080" y="1448679"/>
                  <a:pt x="200080" y="1448679"/>
                  <a:pt x="239551" y="1509296"/>
                </a:cubicBezTo>
                <a:cubicBezTo>
                  <a:pt x="278552" y="1569912"/>
                  <a:pt x="247539" y="1640866"/>
                  <a:pt x="238611" y="1652613"/>
                </a:cubicBezTo>
                <a:cubicBezTo>
                  <a:pt x="238611" y="1652613"/>
                  <a:pt x="186453" y="1624889"/>
                  <a:pt x="172826" y="1569442"/>
                </a:cubicBezTo>
                <a:cubicBezTo>
                  <a:pt x="158730" y="1513995"/>
                  <a:pt x="200080" y="1448679"/>
                  <a:pt x="200080" y="1448679"/>
                </a:cubicBezTo>
                <a:close/>
                <a:moveTo>
                  <a:pt x="467919" y="376854"/>
                </a:moveTo>
                <a:cubicBezTo>
                  <a:pt x="467919" y="376854"/>
                  <a:pt x="487654" y="434651"/>
                  <a:pt x="466979" y="475062"/>
                </a:cubicBezTo>
                <a:cubicBezTo>
                  <a:pt x="446304" y="515472"/>
                  <a:pt x="400724" y="527220"/>
                  <a:pt x="401194" y="527220"/>
                </a:cubicBezTo>
                <a:cubicBezTo>
                  <a:pt x="396495" y="516412"/>
                  <a:pt x="385218" y="455796"/>
                  <a:pt x="426568" y="416325"/>
                </a:cubicBezTo>
                <a:cubicBezTo>
                  <a:pt x="467919" y="376854"/>
                  <a:pt x="467919" y="376854"/>
                  <a:pt x="467919" y="376854"/>
                </a:cubicBezTo>
                <a:close/>
                <a:moveTo>
                  <a:pt x="92005" y="0"/>
                </a:moveTo>
                <a:cubicBezTo>
                  <a:pt x="92005" y="0"/>
                  <a:pt x="141814" y="0"/>
                  <a:pt x="168127" y="27724"/>
                </a:cubicBezTo>
                <a:cubicBezTo>
                  <a:pt x="184104" y="44640"/>
                  <a:pt x="188803" y="66255"/>
                  <a:pt x="190212" y="79882"/>
                </a:cubicBezTo>
                <a:cubicBezTo>
                  <a:pt x="200080" y="92569"/>
                  <a:pt x="209948" y="105256"/>
                  <a:pt x="219346" y="118883"/>
                </a:cubicBezTo>
                <a:cubicBezTo>
                  <a:pt x="216056" y="101967"/>
                  <a:pt x="215587" y="78002"/>
                  <a:pt x="230623" y="57327"/>
                </a:cubicBezTo>
                <a:cubicBezTo>
                  <a:pt x="255057" y="23025"/>
                  <a:pt x="255057" y="23025"/>
                  <a:pt x="255057" y="23025"/>
                </a:cubicBezTo>
                <a:cubicBezTo>
                  <a:pt x="255057" y="23025"/>
                  <a:pt x="277142" y="62026"/>
                  <a:pt x="267745" y="93979"/>
                </a:cubicBezTo>
                <a:cubicBezTo>
                  <a:pt x="260226" y="117943"/>
                  <a:pt x="241431" y="132040"/>
                  <a:pt x="232033" y="137679"/>
                </a:cubicBezTo>
                <a:cubicBezTo>
                  <a:pt x="253648" y="169631"/>
                  <a:pt x="273853" y="204403"/>
                  <a:pt x="292649" y="241525"/>
                </a:cubicBezTo>
                <a:cubicBezTo>
                  <a:pt x="286540" y="221319"/>
                  <a:pt x="283721" y="191246"/>
                  <a:pt x="301107" y="163993"/>
                </a:cubicBezTo>
                <a:cubicBezTo>
                  <a:pt x="328361" y="121232"/>
                  <a:pt x="328361" y="121232"/>
                  <a:pt x="328361" y="121232"/>
                </a:cubicBezTo>
                <a:cubicBezTo>
                  <a:pt x="328361" y="121232"/>
                  <a:pt x="357964" y="166342"/>
                  <a:pt x="348566" y="205813"/>
                </a:cubicBezTo>
                <a:cubicBezTo>
                  <a:pt x="340108" y="241055"/>
                  <a:pt x="309565" y="260790"/>
                  <a:pt x="303926" y="264080"/>
                </a:cubicBezTo>
                <a:cubicBezTo>
                  <a:pt x="318493" y="294623"/>
                  <a:pt x="332120" y="326575"/>
                  <a:pt x="344807" y="359938"/>
                </a:cubicBezTo>
                <a:cubicBezTo>
                  <a:pt x="343867" y="341142"/>
                  <a:pt x="347156" y="318587"/>
                  <a:pt x="361723" y="298852"/>
                </a:cubicBezTo>
                <a:cubicBezTo>
                  <a:pt x="393206" y="255622"/>
                  <a:pt x="393206" y="255622"/>
                  <a:pt x="393206" y="255622"/>
                </a:cubicBezTo>
                <a:cubicBezTo>
                  <a:pt x="393206" y="255622"/>
                  <a:pt x="420929" y="305430"/>
                  <a:pt x="408712" y="346311"/>
                </a:cubicBezTo>
                <a:cubicBezTo>
                  <a:pt x="399784" y="376384"/>
                  <a:pt x="374880" y="394710"/>
                  <a:pt x="363133" y="401758"/>
                </a:cubicBezTo>
                <a:cubicBezTo>
                  <a:pt x="365952" y="406927"/>
                  <a:pt x="367832" y="411156"/>
                  <a:pt x="368302" y="413506"/>
                </a:cubicBezTo>
                <a:cubicBezTo>
                  <a:pt x="368302" y="413506"/>
                  <a:pt x="366892" y="413976"/>
                  <a:pt x="364542" y="414915"/>
                </a:cubicBezTo>
                <a:cubicBezTo>
                  <a:pt x="387567" y="483050"/>
                  <a:pt x="405893" y="555413"/>
                  <a:pt x="419050" y="630596"/>
                </a:cubicBezTo>
                <a:cubicBezTo>
                  <a:pt x="425628" y="607571"/>
                  <a:pt x="439725" y="580787"/>
                  <a:pt x="468858" y="564341"/>
                </a:cubicBezTo>
                <a:cubicBezTo>
                  <a:pt x="521486" y="534738"/>
                  <a:pt x="521486" y="534738"/>
                  <a:pt x="521486" y="534738"/>
                </a:cubicBezTo>
                <a:cubicBezTo>
                  <a:pt x="521486" y="534738"/>
                  <a:pt x="526185" y="599113"/>
                  <a:pt x="494702" y="634825"/>
                </a:cubicBezTo>
                <a:cubicBezTo>
                  <a:pt x="472617" y="659729"/>
                  <a:pt x="441605" y="667248"/>
                  <a:pt x="425158" y="669597"/>
                </a:cubicBezTo>
                <a:cubicBezTo>
                  <a:pt x="431737" y="715177"/>
                  <a:pt x="436906" y="761696"/>
                  <a:pt x="439725" y="809155"/>
                </a:cubicBezTo>
                <a:cubicBezTo>
                  <a:pt x="446773" y="784251"/>
                  <a:pt x="464630" y="747130"/>
                  <a:pt x="504100" y="730213"/>
                </a:cubicBezTo>
                <a:cubicBezTo>
                  <a:pt x="560957" y="705779"/>
                  <a:pt x="560957" y="705779"/>
                  <a:pt x="560957" y="705779"/>
                </a:cubicBezTo>
                <a:cubicBezTo>
                  <a:pt x="560957" y="705779"/>
                  <a:pt x="559548" y="771564"/>
                  <a:pt x="522896" y="804926"/>
                </a:cubicBezTo>
                <a:cubicBezTo>
                  <a:pt x="493293" y="831710"/>
                  <a:pt x="454762" y="833590"/>
                  <a:pt x="441135" y="833120"/>
                </a:cubicBezTo>
                <a:cubicBezTo>
                  <a:pt x="443014" y="877290"/>
                  <a:pt x="443484" y="921930"/>
                  <a:pt x="441605" y="966569"/>
                </a:cubicBezTo>
                <a:cubicBezTo>
                  <a:pt x="453822" y="943075"/>
                  <a:pt x="478726" y="909712"/>
                  <a:pt x="521486" y="900784"/>
                </a:cubicBezTo>
                <a:cubicBezTo>
                  <a:pt x="583042" y="888097"/>
                  <a:pt x="583042" y="888097"/>
                  <a:pt x="583042" y="888097"/>
                </a:cubicBezTo>
                <a:cubicBezTo>
                  <a:pt x="583042" y="888097"/>
                  <a:pt x="568006" y="953412"/>
                  <a:pt x="525245" y="979257"/>
                </a:cubicBezTo>
                <a:cubicBezTo>
                  <a:pt x="492353" y="998992"/>
                  <a:pt x="455701" y="994763"/>
                  <a:pt x="440665" y="991474"/>
                </a:cubicBezTo>
                <a:cubicBezTo>
                  <a:pt x="439725" y="1009800"/>
                  <a:pt x="438315" y="1027655"/>
                  <a:pt x="436906" y="1045981"/>
                </a:cubicBezTo>
                <a:cubicBezTo>
                  <a:pt x="435026" y="1071356"/>
                  <a:pt x="432207" y="1096730"/>
                  <a:pt x="428448" y="1122104"/>
                </a:cubicBezTo>
                <a:cubicBezTo>
                  <a:pt x="440665" y="1097670"/>
                  <a:pt x="463220" y="1069006"/>
                  <a:pt x="500811" y="1057729"/>
                </a:cubicBezTo>
                <a:cubicBezTo>
                  <a:pt x="563777" y="1038933"/>
                  <a:pt x="563777" y="1038933"/>
                  <a:pt x="563777" y="1038933"/>
                </a:cubicBezTo>
                <a:cubicBezTo>
                  <a:pt x="563777" y="1038933"/>
                  <a:pt x="553909" y="1108007"/>
                  <a:pt x="511619" y="1138550"/>
                </a:cubicBezTo>
                <a:cubicBezTo>
                  <a:pt x="478256" y="1162515"/>
                  <a:pt x="438315" y="1160165"/>
                  <a:pt x="423279" y="1158286"/>
                </a:cubicBezTo>
                <a:cubicBezTo>
                  <a:pt x="417170" y="1196347"/>
                  <a:pt x="409652" y="1234408"/>
                  <a:pt x="401194" y="1271530"/>
                </a:cubicBezTo>
                <a:cubicBezTo>
                  <a:pt x="418580" y="1251794"/>
                  <a:pt x="444894" y="1232059"/>
                  <a:pt x="480606" y="1228770"/>
                </a:cubicBezTo>
                <a:cubicBezTo>
                  <a:pt x="547800" y="1222191"/>
                  <a:pt x="547800" y="1222191"/>
                  <a:pt x="547800" y="1222191"/>
                </a:cubicBezTo>
                <a:cubicBezTo>
                  <a:pt x="547800" y="1222191"/>
                  <a:pt x="524306" y="1289856"/>
                  <a:pt x="475437" y="1312410"/>
                </a:cubicBezTo>
                <a:cubicBezTo>
                  <a:pt x="442545" y="1327447"/>
                  <a:pt x="408712" y="1322278"/>
                  <a:pt x="390386" y="1317109"/>
                </a:cubicBezTo>
                <a:cubicBezTo>
                  <a:pt x="379109" y="1361279"/>
                  <a:pt x="365952" y="1404509"/>
                  <a:pt x="351855" y="1446800"/>
                </a:cubicBezTo>
                <a:cubicBezTo>
                  <a:pt x="371121" y="1424715"/>
                  <a:pt x="401194" y="1401690"/>
                  <a:pt x="443014" y="1396051"/>
                </a:cubicBezTo>
                <a:cubicBezTo>
                  <a:pt x="519607" y="1385244"/>
                  <a:pt x="519607" y="1385244"/>
                  <a:pt x="519607" y="1385244"/>
                </a:cubicBezTo>
                <a:cubicBezTo>
                  <a:pt x="519607" y="1385244"/>
                  <a:pt x="494233" y="1456668"/>
                  <a:pt x="439255" y="1482512"/>
                </a:cubicBezTo>
                <a:cubicBezTo>
                  <a:pt x="397905" y="1501777"/>
                  <a:pt x="355144" y="1495669"/>
                  <a:pt x="335879" y="1491440"/>
                </a:cubicBezTo>
                <a:cubicBezTo>
                  <a:pt x="320842" y="1531850"/>
                  <a:pt x="304396" y="1571791"/>
                  <a:pt x="287010" y="1609853"/>
                </a:cubicBezTo>
                <a:cubicBezTo>
                  <a:pt x="310975" y="1593406"/>
                  <a:pt x="345277" y="1579310"/>
                  <a:pt x="385218" y="1586828"/>
                </a:cubicBezTo>
                <a:cubicBezTo>
                  <a:pt x="456171" y="1600455"/>
                  <a:pt x="456171" y="1600455"/>
                  <a:pt x="456171" y="1600455"/>
                </a:cubicBezTo>
                <a:cubicBezTo>
                  <a:pt x="456171" y="1600455"/>
                  <a:pt x="411531" y="1662951"/>
                  <a:pt x="354675" y="1671409"/>
                </a:cubicBezTo>
                <a:cubicBezTo>
                  <a:pt x="317083" y="1677047"/>
                  <a:pt x="284661" y="1662011"/>
                  <a:pt x="266805" y="1651673"/>
                </a:cubicBezTo>
                <a:cubicBezTo>
                  <a:pt x="244250" y="1696313"/>
                  <a:pt x="220286" y="1738603"/>
                  <a:pt x="195381" y="1778544"/>
                </a:cubicBezTo>
                <a:cubicBezTo>
                  <a:pt x="220286" y="1762098"/>
                  <a:pt x="268684" y="1741423"/>
                  <a:pt x="319433" y="1760688"/>
                </a:cubicBezTo>
                <a:cubicBezTo>
                  <a:pt x="386627" y="1786532"/>
                  <a:pt x="386627" y="1786532"/>
                  <a:pt x="386627" y="1786532"/>
                </a:cubicBezTo>
                <a:cubicBezTo>
                  <a:pt x="386627" y="1786532"/>
                  <a:pt x="331650" y="1840570"/>
                  <a:pt x="274323" y="1838690"/>
                </a:cubicBezTo>
                <a:cubicBezTo>
                  <a:pt x="228744" y="1837751"/>
                  <a:pt x="195381" y="1808617"/>
                  <a:pt x="183634" y="1796870"/>
                </a:cubicBezTo>
                <a:cubicBezTo>
                  <a:pt x="164838" y="1825533"/>
                  <a:pt x="145573" y="1852317"/>
                  <a:pt x="125367" y="1877692"/>
                </a:cubicBezTo>
                <a:cubicBezTo>
                  <a:pt x="150272" y="1872993"/>
                  <a:pt x="178465" y="1873463"/>
                  <a:pt x="207128" y="1886619"/>
                </a:cubicBezTo>
                <a:cubicBezTo>
                  <a:pt x="276673" y="1918572"/>
                  <a:pt x="276673" y="1918572"/>
                  <a:pt x="276673" y="1918572"/>
                </a:cubicBezTo>
                <a:cubicBezTo>
                  <a:pt x="276673" y="1918572"/>
                  <a:pt x="214177" y="1971670"/>
                  <a:pt x="153561" y="1965561"/>
                </a:cubicBezTo>
                <a:cubicBezTo>
                  <a:pt x="120668" y="1962742"/>
                  <a:pt x="95294" y="1946296"/>
                  <a:pt x="78378" y="1932199"/>
                </a:cubicBezTo>
                <a:cubicBezTo>
                  <a:pt x="60052" y="1951935"/>
                  <a:pt x="41257" y="1970260"/>
                  <a:pt x="22461" y="1986707"/>
                </a:cubicBezTo>
                <a:lnTo>
                  <a:pt x="1786" y="1966501"/>
                </a:lnTo>
                <a:cubicBezTo>
                  <a:pt x="20111" y="1951465"/>
                  <a:pt x="37497" y="1934549"/>
                  <a:pt x="54884" y="1916693"/>
                </a:cubicBezTo>
                <a:cubicBezTo>
                  <a:pt x="40787" y="1905415"/>
                  <a:pt x="6954" y="1873463"/>
                  <a:pt x="846" y="1826943"/>
                </a:cubicBezTo>
                <a:cubicBezTo>
                  <a:pt x="-7142" y="1766327"/>
                  <a:pt x="44076" y="1702421"/>
                  <a:pt x="44076" y="1702421"/>
                </a:cubicBezTo>
                <a:cubicBezTo>
                  <a:pt x="44076" y="1702421"/>
                  <a:pt x="44076" y="1702421"/>
                  <a:pt x="78378" y="1771026"/>
                </a:cubicBezTo>
                <a:cubicBezTo>
                  <a:pt x="101403" y="1816605"/>
                  <a:pt x="90595" y="1863595"/>
                  <a:pt x="77908" y="1893198"/>
                </a:cubicBezTo>
                <a:cubicBezTo>
                  <a:pt x="104222" y="1863125"/>
                  <a:pt x="130066" y="1830232"/>
                  <a:pt x="154501" y="1794990"/>
                </a:cubicBezTo>
                <a:cubicBezTo>
                  <a:pt x="138054" y="1783713"/>
                  <a:pt x="108921" y="1758809"/>
                  <a:pt x="98583" y="1719808"/>
                </a:cubicBezTo>
                <a:cubicBezTo>
                  <a:pt x="84017" y="1664360"/>
                  <a:pt x="123958" y="1598575"/>
                  <a:pt x="123958" y="1598575"/>
                </a:cubicBezTo>
                <a:cubicBezTo>
                  <a:pt x="123958" y="1598575"/>
                  <a:pt x="123958" y="1598575"/>
                  <a:pt x="164368" y="1658252"/>
                </a:cubicBezTo>
                <a:cubicBezTo>
                  <a:pt x="185983" y="1689734"/>
                  <a:pt x="187393" y="1724037"/>
                  <a:pt x="183164" y="1751760"/>
                </a:cubicBezTo>
                <a:cubicBezTo>
                  <a:pt x="232033" y="1674698"/>
                  <a:pt x="274793" y="1587768"/>
                  <a:pt x="310505" y="1494729"/>
                </a:cubicBezTo>
                <a:cubicBezTo>
                  <a:pt x="294998" y="1487681"/>
                  <a:pt x="253178" y="1466065"/>
                  <a:pt x="235792" y="1424245"/>
                </a:cubicBezTo>
                <a:cubicBezTo>
                  <a:pt x="214177" y="1372557"/>
                  <a:pt x="249889" y="1305832"/>
                  <a:pt x="249889" y="1305832"/>
                </a:cubicBezTo>
                <a:cubicBezTo>
                  <a:pt x="249889" y="1305832"/>
                  <a:pt x="249889" y="1305832"/>
                  <a:pt x="299227" y="1359400"/>
                </a:cubicBezTo>
                <a:cubicBezTo>
                  <a:pt x="323662" y="1385714"/>
                  <a:pt x="329770" y="1416727"/>
                  <a:pt x="329300" y="1442571"/>
                </a:cubicBezTo>
                <a:cubicBezTo>
                  <a:pt x="343397" y="1402160"/>
                  <a:pt x="355614" y="1360810"/>
                  <a:pt x="366892" y="1318519"/>
                </a:cubicBezTo>
                <a:cubicBezTo>
                  <a:pt x="354675" y="1315230"/>
                  <a:pt x="311915" y="1301603"/>
                  <a:pt x="288890" y="1262132"/>
                </a:cubicBezTo>
                <a:cubicBezTo>
                  <a:pt x="262106" y="1215613"/>
                  <a:pt x="281841" y="1146538"/>
                  <a:pt x="281841" y="1146538"/>
                </a:cubicBezTo>
                <a:cubicBezTo>
                  <a:pt x="281841" y="1146538"/>
                  <a:pt x="281841" y="1146538"/>
                  <a:pt x="334469" y="1189299"/>
                </a:cubicBezTo>
                <a:cubicBezTo>
                  <a:pt x="368302" y="1218432"/>
                  <a:pt x="375820" y="1260252"/>
                  <a:pt x="375350" y="1288916"/>
                </a:cubicBezTo>
                <a:cubicBezTo>
                  <a:pt x="385687" y="1246625"/>
                  <a:pt x="394615" y="1203395"/>
                  <a:pt x="401664" y="1160165"/>
                </a:cubicBezTo>
                <a:cubicBezTo>
                  <a:pt x="389447" y="1157816"/>
                  <a:pt x="347156" y="1147948"/>
                  <a:pt x="321782" y="1111766"/>
                </a:cubicBezTo>
                <a:cubicBezTo>
                  <a:pt x="291709" y="1069006"/>
                  <a:pt x="304866" y="1000402"/>
                  <a:pt x="304866" y="1000402"/>
                </a:cubicBezTo>
                <a:cubicBezTo>
                  <a:pt x="304866" y="1000402"/>
                  <a:pt x="304866" y="1000402"/>
                  <a:pt x="357964" y="1038463"/>
                </a:cubicBezTo>
                <a:cubicBezTo>
                  <a:pt x="392736" y="1063367"/>
                  <a:pt x="403544" y="1102368"/>
                  <a:pt x="405893" y="1129622"/>
                </a:cubicBezTo>
                <a:cubicBezTo>
                  <a:pt x="409182" y="1105658"/>
                  <a:pt x="412471" y="1081693"/>
                  <a:pt x="414821" y="1057259"/>
                </a:cubicBezTo>
                <a:cubicBezTo>
                  <a:pt x="417170" y="1036114"/>
                  <a:pt x="418580" y="1014968"/>
                  <a:pt x="419990" y="993823"/>
                </a:cubicBezTo>
                <a:cubicBezTo>
                  <a:pt x="403544" y="992414"/>
                  <a:pt x="369711" y="985835"/>
                  <a:pt x="345277" y="959521"/>
                </a:cubicBezTo>
                <a:cubicBezTo>
                  <a:pt x="311445" y="923339"/>
                  <a:pt x="315204" y="857084"/>
                  <a:pt x="315204" y="857084"/>
                </a:cubicBezTo>
                <a:cubicBezTo>
                  <a:pt x="315204" y="857084"/>
                  <a:pt x="315204" y="857084"/>
                  <a:pt x="370181" y="886218"/>
                </a:cubicBezTo>
                <a:cubicBezTo>
                  <a:pt x="398375" y="901254"/>
                  <a:pt x="413881" y="926159"/>
                  <a:pt x="421869" y="948713"/>
                </a:cubicBezTo>
                <a:cubicBezTo>
                  <a:pt x="423279" y="912532"/>
                  <a:pt x="423279" y="876820"/>
                  <a:pt x="421869" y="841578"/>
                </a:cubicBezTo>
                <a:cubicBezTo>
                  <a:pt x="406363" y="841578"/>
                  <a:pt x="370651" y="839229"/>
                  <a:pt x="342458" y="813854"/>
                </a:cubicBezTo>
                <a:cubicBezTo>
                  <a:pt x="305806" y="780962"/>
                  <a:pt x="303456" y="714707"/>
                  <a:pt x="303456" y="714707"/>
                </a:cubicBezTo>
                <a:cubicBezTo>
                  <a:pt x="303456" y="714707"/>
                  <a:pt x="303456" y="714707"/>
                  <a:pt x="360783" y="738671"/>
                </a:cubicBezTo>
                <a:cubicBezTo>
                  <a:pt x="392736" y="752298"/>
                  <a:pt x="410592" y="778612"/>
                  <a:pt x="419990" y="801637"/>
                </a:cubicBezTo>
                <a:cubicBezTo>
                  <a:pt x="417640" y="763106"/>
                  <a:pt x="413881" y="725045"/>
                  <a:pt x="409182" y="687923"/>
                </a:cubicBezTo>
                <a:cubicBezTo>
                  <a:pt x="394146" y="689333"/>
                  <a:pt x="358904" y="689333"/>
                  <a:pt x="329770" y="666778"/>
                </a:cubicBezTo>
                <a:cubicBezTo>
                  <a:pt x="292179" y="637175"/>
                  <a:pt x="285600" y="573269"/>
                  <a:pt x="285600" y="573269"/>
                </a:cubicBezTo>
                <a:cubicBezTo>
                  <a:pt x="285600" y="573269"/>
                  <a:pt x="285600" y="573269"/>
                  <a:pt x="342458" y="592535"/>
                </a:cubicBezTo>
                <a:cubicBezTo>
                  <a:pt x="373001" y="602872"/>
                  <a:pt x="392266" y="626367"/>
                  <a:pt x="403073" y="647512"/>
                </a:cubicBezTo>
                <a:cubicBezTo>
                  <a:pt x="397435" y="612270"/>
                  <a:pt x="390386" y="577028"/>
                  <a:pt x="382868" y="543196"/>
                </a:cubicBezTo>
                <a:cubicBezTo>
                  <a:pt x="366892" y="546955"/>
                  <a:pt x="339638" y="549775"/>
                  <a:pt x="312854" y="537087"/>
                </a:cubicBezTo>
                <a:cubicBezTo>
                  <a:pt x="271974" y="517352"/>
                  <a:pt x="253178" y="459555"/>
                  <a:pt x="253178" y="459555"/>
                </a:cubicBezTo>
                <a:cubicBezTo>
                  <a:pt x="253178" y="459555"/>
                  <a:pt x="253178" y="459555"/>
                  <a:pt x="310035" y="466134"/>
                </a:cubicBezTo>
                <a:cubicBezTo>
                  <a:pt x="337759" y="469423"/>
                  <a:pt x="358434" y="483990"/>
                  <a:pt x="372530" y="499496"/>
                </a:cubicBezTo>
                <a:cubicBezTo>
                  <a:pt x="365482" y="471772"/>
                  <a:pt x="357494" y="444519"/>
                  <a:pt x="349036" y="418205"/>
                </a:cubicBezTo>
                <a:cubicBezTo>
                  <a:pt x="333529" y="421024"/>
                  <a:pt x="310975" y="421964"/>
                  <a:pt x="289360" y="411626"/>
                </a:cubicBezTo>
                <a:cubicBezTo>
                  <a:pt x="250829" y="393300"/>
                  <a:pt x="232972" y="339263"/>
                  <a:pt x="232972" y="339263"/>
                </a:cubicBezTo>
                <a:cubicBezTo>
                  <a:pt x="232972" y="339263"/>
                  <a:pt x="232972" y="339263"/>
                  <a:pt x="286070" y="344901"/>
                </a:cubicBezTo>
                <a:cubicBezTo>
                  <a:pt x="303456" y="346781"/>
                  <a:pt x="317553" y="353829"/>
                  <a:pt x="329300" y="362287"/>
                </a:cubicBezTo>
                <a:cubicBezTo>
                  <a:pt x="318023" y="331744"/>
                  <a:pt x="305806" y="302611"/>
                  <a:pt x="292649" y="274417"/>
                </a:cubicBezTo>
                <a:cubicBezTo>
                  <a:pt x="279492" y="280526"/>
                  <a:pt x="255528" y="287104"/>
                  <a:pt x="230623" y="280056"/>
                </a:cubicBezTo>
                <a:cubicBezTo>
                  <a:pt x="191622" y="269249"/>
                  <a:pt x="166248" y="221319"/>
                  <a:pt x="166248" y="221319"/>
                </a:cubicBezTo>
                <a:cubicBezTo>
                  <a:pt x="166248" y="221319"/>
                  <a:pt x="166248" y="221319"/>
                  <a:pt x="216996" y="218500"/>
                </a:cubicBezTo>
                <a:cubicBezTo>
                  <a:pt x="240021" y="217090"/>
                  <a:pt x="259287" y="225549"/>
                  <a:pt x="273853" y="235886"/>
                </a:cubicBezTo>
                <a:cubicBezTo>
                  <a:pt x="257877" y="204403"/>
                  <a:pt x="240961" y="175270"/>
                  <a:pt x="223105" y="147546"/>
                </a:cubicBezTo>
                <a:cubicBezTo>
                  <a:pt x="212767" y="152715"/>
                  <a:pt x="191622" y="160233"/>
                  <a:pt x="168597" y="153655"/>
                </a:cubicBezTo>
                <a:cubicBezTo>
                  <a:pt x="136645" y="144727"/>
                  <a:pt x="115499" y="105256"/>
                  <a:pt x="115499" y="105256"/>
                </a:cubicBezTo>
                <a:cubicBezTo>
                  <a:pt x="115499" y="105256"/>
                  <a:pt x="115499" y="105256"/>
                  <a:pt x="157320" y="102907"/>
                </a:cubicBezTo>
                <a:cubicBezTo>
                  <a:pt x="174706" y="101497"/>
                  <a:pt x="189273" y="107136"/>
                  <a:pt x="201020" y="114654"/>
                </a:cubicBezTo>
                <a:cubicBezTo>
                  <a:pt x="195851" y="107605"/>
                  <a:pt x="190682" y="100557"/>
                  <a:pt x="185513" y="93509"/>
                </a:cubicBezTo>
                <a:lnTo>
                  <a:pt x="185513" y="92569"/>
                </a:lnTo>
                <a:cubicBezTo>
                  <a:pt x="170007" y="91629"/>
                  <a:pt x="128657" y="80822"/>
                  <a:pt x="111271" y="42760"/>
                </a:cubicBezTo>
                <a:cubicBezTo>
                  <a:pt x="92005" y="0"/>
                  <a:pt x="92005" y="0"/>
                  <a:pt x="92005" y="0"/>
                </a:cubicBezTo>
                <a:close/>
              </a:path>
            </a:pathLst>
          </a:custGeom>
          <a:solidFill>
            <a:schemeClr val="bg1">
              <a:alpha val="342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45" name="円/楕円 44">
            <a:extLst>
              <a:ext uri="{FF2B5EF4-FFF2-40B4-BE49-F238E27FC236}">
                <a16:creationId xmlns:a16="http://schemas.microsoft.com/office/drawing/2014/main" id="{D6A99B21-2E2B-089E-5B37-B1F2B5B02571}"/>
              </a:ext>
            </a:extLst>
          </p:cNvPr>
          <p:cNvSpPr/>
          <p:nvPr/>
        </p:nvSpPr>
        <p:spPr>
          <a:xfrm>
            <a:off x="5483191" y="3074887"/>
            <a:ext cx="1288473" cy="1288473"/>
          </a:xfrm>
          <a:prstGeom prst="ellipse">
            <a:avLst/>
          </a:prstGeom>
          <a:solidFill>
            <a:srgbClr val="0083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平行四辺形 48">
            <a:extLst>
              <a:ext uri="{FF2B5EF4-FFF2-40B4-BE49-F238E27FC236}">
                <a16:creationId xmlns:a16="http://schemas.microsoft.com/office/drawing/2014/main" id="{5E4B3FBE-CCE7-AD1A-AAFD-4F749F2B6006}"/>
              </a:ext>
            </a:extLst>
          </p:cNvPr>
          <p:cNvSpPr/>
          <p:nvPr/>
        </p:nvSpPr>
        <p:spPr>
          <a:xfrm>
            <a:off x="5915083" y="3268747"/>
            <a:ext cx="409082" cy="887104"/>
          </a:xfrm>
          <a:prstGeom prst="parallelogram">
            <a:avLst>
              <a:gd name="adj" fmla="val 55026"/>
            </a:avLst>
          </a:prstGeom>
          <a:solidFill>
            <a:schemeClr val="bg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360FDEF3-78EF-B593-4742-F0BBA1C136F9}"/>
              </a:ext>
            </a:extLst>
          </p:cNvPr>
          <p:cNvSpPr txBox="1"/>
          <p:nvPr/>
        </p:nvSpPr>
        <p:spPr>
          <a:xfrm>
            <a:off x="5529341" y="3376741"/>
            <a:ext cx="1208984" cy="707886"/>
          </a:xfrm>
          <a:prstGeom prst="rect">
            <a:avLst/>
          </a:prstGeom>
          <a:noFill/>
        </p:spPr>
        <p:txBody>
          <a:bodyPr wrap="none" rtlCol="0">
            <a:spAutoFit/>
          </a:bodyPr>
          <a:lstStyle/>
          <a:p>
            <a:pPr algn="ctr"/>
            <a:r>
              <a:rPr kumimoji="1" lang="ja-JP" altLang="en-US" sz="2400" b="1" spc="300">
                <a:solidFill>
                  <a:schemeClr val="bg1"/>
                </a:solidFill>
                <a:latin typeface="Yu Gothic" panose="020B0400000000000000" pitchFamily="34" charset="-128"/>
                <a:ea typeface="Yu Gothic" panose="020B0400000000000000" pitchFamily="34" charset="-128"/>
              </a:rPr>
              <a:t>第</a:t>
            </a:r>
            <a:r>
              <a:rPr kumimoji="1" lang="en-US" altLang="ja-JP" sz="4000" b="1" spc="300" dirty="0">
                <a:solidFill>
                  <a:schemeClr val="bg1"/>
                </a:solidFill>
                <a:latin typeface="Yu Gothic" panose="020B0400000000000000" pitchFamily="34" charset="-128"/>
                <a:ea typeface="Yu Gothic" panose="020B0400000000000000" pitchFamily="34" charset="-128"/>
              </a:rPr>
              <a:t>2</a:t>
            </a:r>
            <a:r>
              <a:rPr kumimoji="1" lang="ja-JP" altLang="en-US" sz="2400" b="1" spc="300">
                <a:solidFill>
                  <a:schemeClr val="bg1"/>
                </a:solidFill>
                <a:latin typeface="Yu Gothic" panose="020B0400000000000000" pitchFamily="34" charset="-128"/>
                <a:ea typeface="Yu Gothic" panose="020B0400000000000000" pitchFamily="34" charset="-128"/>
              </a:rPr>
              <a:t>位</a:t>
            </a:r>
            <a:endParaRPr kumimoji="1" lang="ja-JP" altLang="en-US" sz="2800" b="1" spc="300">
              <a:solidFill>
                <a:schemeClr val="bg1"/>
              </a:solidFill>
              <a:latin typeface="Yu Gothic" panose="020B0400000000000000" pitchFamily="34" charset="-128"/>
              <a:ea typeface="Yu Gothic" panose="020B0400000000000000" pitchFamily="34" charset="-128"/>
            </a:endParaRPr>
          </a:p>
        </p:txBody>
      </p:sp>
      <p:cxnSp>
        <p:nvCxnSpPr>
          <p:cNvPr id="64" name="直線コネクタ 63">
            <a:extLst>
              <a:ext uri="{FF2B5EF4-FFF2-40B4-BE49-F238E27FC236}">
                <a16:creationId xmlns:a16="http://schemas.microsoft.com/office/drawing/2014/main" id="{30E1FA38-01BF-2B38-7C58-083D349488F7}"/>
              </a:ext>
            </a:extLst>
          </p:cNvPr>
          <p:cNvCxnSpPr/>
          <p:nvPr/>
        </p:nvCxnSpPr>
        <p:spPr>
          <a:xfrm>
            <a:off x="7474695" y="2491114"/>
            <a:ext cx="684000" cy="0"/>
          </a:xfrm>
          <a:prstGeom prst="line">
            <a:avLst/>
          </a:prstGeom>
          <a:ln w="38100">
            <a:solidFill>
              <a:srgbClr val="DCCE76"/>
            </a:solidFill>
          </a:ln>
        </p:spPr>
        <p:style>
          <a:lnRef idx="2">
            <a:schemeClr val="accent1"/>
          </a:lnRef>
          <a:fillRef idx="0">
            <a:schemeClr val="accent1"/>
          </a:fillRef>
          <a:effectRef idx="1">
            <a:schemeClr val="accent1"/>
          </a:effectRef>
          <a:fontRef idx="minor">
            <a:schemeClr val="tx1"/>
          </a:fontRef>
        </p:style>
      </p:cxnSp>
      <p:sp>
        <p:nvSpPr>
          <p:cNvPr id="83" name="フリーフォーム 82">
            <a:extLst>
              <a:ext uri="{FF2B5EF4-FFF2-40B4-BE49-F238E27FC236}">
                <a16:creationId xmlns:a16="http://schemas.microsoft.com/office/drawing/2014/main" id="{FC70F67D-09DF-BB38-881B-BFE7559B6B00}"/>
              </a:ext>
            </a:extLst>
          </p:cNvPr>
          <p:cNvSpPr/>
          <p:nvPr/>
        </p:nvSpPr>
        <p:spPr>
          <a:xfrm>
            <a:off x="7231895" y="1692986"/>
            <a:ext cx="1169928" cy="754788"/>
          </a:xfrm>
          <a:custGeom>
            <a:avLst/>
            <a:gdLst>
              <a:gd name="connsiteX0" fmla="*/ 583143 w 1169928"/>
              <a:gd name="connsiteY0" fmla="*/ 0 h 754788"/>
              <a:gd name="connsiteX1" fmla="*/ 633570 w 1169928"/>
              <a:gd name="connsiteY1" fmla="*/ 50427 h 754788"/>
              <a:gd name="connsiteX2" fmla="*/ 618800 w 1169928"/>
              <a:gd name="connsiteY2" fmla="*/ 86084 h 754788"/>
              <a:gd name="connsiteX3" fmla="*/ 609992 w 1169928"/>
              <a:gd name="connsiteY3" fmla="*/ 92023 h 754788"/>
              <a:gd name="connsiteX4" fmla="*/ 782900 w 1169928"/>
              <a:gd name="connsiteY4" fmla="*/ 236017 h 754788"/>
              <a:gd name="connsiteX5" fmla="*/ 1075862 w 1169928"/>
              <a:gd name="connsiteY5" fmla="*/ 111000 h 754788"/>
              <a:gd name="connsiteX6" fmla="*/ 1069074 w 1169928"/>
              <a:gd name="connsiteY6" fmla="*/ 94613 h 754788"/>
              <a:gd name="connsiteX7" fmla="*/ 1119501 w 1169928"/>
              <a:gd name="connsiteY7" fmla="*/ 44186 h 754788"/>
              <a:gd name="connsiteX8" fmla="*/ 1169928 w 1169928"/>
              <a:gd name="connsiteY8" fmla="*/ 94613 h 754788"/>
              <a:gd name="connsiteX9" fmla="*/ 1119501 w 1169928"/>
              <a:gd name="connsiteY9" fmla="*/ 145040 h 754788"/>
              <a:gd name="connsiteX10" fmla="*/ 1104458 w 1169928"/>
              <a:gd name="connsiteY10" fmla="*/ 142003 h 754788"/>
              <a:gd name="connsiteX11" fmla="*/ 1054759 w 1169928"/>
              <a:gd name="connsiteY11" fmla="*/ 314988 h 754788"/>
              <a:gd name="connsiteX12" fmla="*/ 1057138 w 1169928"/>
              <a:gd name="connsiteY12" fmla="*/ 314988 h 754788"/>
              <a:gd name="connsiteX13" fmla="*/ 924098 w 1169928"/>
              <a:gd name="connsiteY13" fmla="*/ 754788 h 754788"/>
              <a:gd name="connsiteX14" fmla="*/ 246029 w 1169928"/>
              <a:gd name="connsiteY14" fmla="*/ 754788 h 754788"/>
              <a:gd name="connsiteX15" fmla="*/ 114530 w 1169928"/>
              <a:gd name="connsiteY15" fmla="*/ 320079 h 754788"/>
              <a:gd name="connsiteX16" fmla="*/ 112989 w 1169928"/>
              <a:gd name="connsiteY16" fmla="*/ 320079 h 754788"/>
              <a:gd name="connsiteX17" fmla="*/ 62027 w 1169928"/>
              <a:gd name="connsiteY17" fmla="*/ 142698 h 754788"/>
              <a:gd name="connsiteX18" fmla="*/ 50427 w 1169928"/>
              <a:gd name="connsiteY18" fmla="*/ 145040 h 754788"/>
              <a:gd name="connsiteX19" fmla="*/ 0 w 1169928"/>
              <a:gd name="connsiteY19" fmla="*/ 94613 h 754788"/>
              <a:gd name="connsiteX20" fmla="*/ 50427 w 1169928"/>
              <a:gd name="connsiteY20" fmla="*/ 44186 h 754788"/>
              <a:gd name="connsiteX21" fmla="*/ 100854 w 1169928"/>
              <a:gd name="connsiteY21" fmla="*/ 94613 h 754788"/>
              <a:gd name="connsiteX22" fmla="*/ 93519 w 1169928"/>
              <a:gd name="connsiteY22" fmla="*/ 112320 h 754788"/>
              <a:gd name="connsiteX23" fmla="*/ 379724 w 1169928"/>
              <a:gd name="connsiteY23" fmla="*/ 234454 h 754788"/>
              <a:gd name="connsiteX24" fmla="*/ 553234 w 1169928"/>
              <a:gd name="connsiteY24" fmla="*/ 89960 h 754788"/>
              <a:gd name="connsiteX25" fmla="*/ 547486 w 1169928"/>
              <a:gd name="connsiteY25" fmla="*/ 86084 h 754788"/>
              <a:gd name="connsiteX26" fmla="*/ 532716 w 1169928"/>
              <a:gd name="connsiteY26" fmla="*/ 50427 h 754788"/>
              <a:gd name="connsiteX27" fmla="*/ 583143 w 1169928"/>
              <a:gd name="connsiteY27" fmla="*/ 0 h 754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69928" h="754788">
                <a:moveTo>
                  <a:pt x="583143" y="0"/>
                </a:moveTo>
                <a:cubicBezTo>
                  <a:pt x="610993" y="0"/>
                  <a:pt x="633570" y="22577"/>
                  <a:pt x="633570" y="50427"/>
                </a:cubicBezTo>
                <a:cubicBezTo>
                  <a:pt x="633570" y="64352"/>
                  <a:pt x="627925" y="76959"/>
                  <a:pt x="618800" y="86084"/>
                </a:cubicBezTo>
                <a:lnTo>
                  <a:pt x="609992" y="92023"/>
                </a:lnTo>
                <a:lnTo>
                  <a:pt x="782900" y="236017"/>
                </a:lnTo>
                <a:lnTo>
                  <a:pt x="1075862" y="111000"/>
                </a:lnTo>
                <a:lnTo>
                  <a:pt x="1069074" y="94613"/>
                </a:lnTo>
                <a:cubicBezTo>
                  <a:pt x="1069074" y="66763"/>
                  <a:pt x="1091651" y="44186"/>
                  <a:pt x="1119501" y="44186"/>
                </a:cubicBezTo>
                <a:cubicBezTo>
                  <a:pt x="1147351" y="44186"/>
                  <a:pt x="1169928" y="66763"/>
                  <a:pt x="1169928" y="94613"/>
                </a:cubicBezTo>
                <a:cubicBezTo>
                  <a:pt x="1169928" y="122463"/>
                  <a:pt x="1147351" y="145040"/>
                  <a:pt x="1119501" y="145040"/>
                </a:cubicBezTo>
                <a:lnTo>
                  <a:pt x="1104458" y="142003"/>
                </a:lnTo>
                <a:lnTo>
                  <a:pt x="1054759" y="314988"/>
                </a:lnTo>
                <a:lnTo>
                  <a:pt x="1057138" y="314988"/>
                </a:lnTo>
                <a:lnTo>
                  <a:pt x="924098" y="754788"/>
                </a:lnTo>
                <a:lnTo>
                  <a:pt x="246029" y="754788"/>
                </a:lnTo>
                <a:lnTo>
                  <a:pt x="114530" y="320079"/>
                </a:lnTo>
                <a:lnTo>
                  <a:pt x="112989" y="320079"/>
                </a:lnTo>
                <a:lnTo>
                  <a:pt x="62027" y="142698"/>
                </a:lnTo>
                <a:lnTo>
                  <a:pt x="50427" y="145040"/>
                </a:lnTo>
                <a:cubicBezTo>
                  <a:pt x="22577" y="145040"/>
                  <a:pt x="0" y="122463"/>
                  <a:pt x="0" y="94613"/>
                </a:cubicBezTo>
                <a:cubicBezTo>
                  <a:pt x="0" y="66763"/>
                  <a:pt x="22577" y="44186"/>
                  <a:pt x="50427" y="44186"/>
                </a:cubicBezTo>
                <a:cubicBezTo>
                  <a:pt x="78277" y="44186"/>
                  <a:pt x="100854" y="66763"/>
                  <a:pt x="100854" y="94613"/>
                </a:cubicBezTo>
                <a:lnTo>
                  <a:pt x="93519" y="112320"/>
                </a:lnTo>
                <a:lnTo>
                  <a:pt x="379724" y="234454"/>
                </a:lnTo>
                <a:lnTo>
                  <a:pt x="553234" y="89960"/>
                </a:lnTo>
                <a:lnTo>
                  <a:pt x="547486" y="86084"/>
                </a:lnTo>
                <a:cubicBezTo>
                  <a:pt x="538360" y="76959"/>
                  <a:pt x="532716" y="64352"/>
                  <a:pt x="532716" y="50427"/>
                </a:cubicBezTo>
                <a:cubicBezTo>
                  <a:pt x="532716" y="22577"/>
                  <a:pt x="555293" y="0"/>
                  <a:pt x="583143" y="0"/>
                </a:cubicBezTo>
                <a:close/>
              </a:path>
            </a:pathLst>
          </a:custGeom>
          <a:solidFill>
            <a:srgbClr val="DCCE7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68" name="テキスト ボックス 67">
            <a:extLst>
              <a:ext uri="{FF2B5EF4-FFF2-40B4-BE49-F238E27FC236}">
                <a16:creationId xmlns:a16="http://schemas.microsoft.com/office/drawing/2014/main" id="{88306D95-73D5-3B49-982C-FB613A7FD3AE}"/>
              </a:ext>
            </a:extLst>
          </p:cNvPr>
          <p:cNvSpPr txBox="1"/>
          <p:nvPr/>
        </p:nvSpPr>
        <p:spPr>
          <a:xfrm>
            <a:off x="7450526" y="1879720"/>
            <a:ext cx="734496" cy="584775"/>
          </a:xfrm>
          <a:prstGeom prst="rect">
            <a:avLst/>
          </a:prstGeom>
          <a:noFill/>
        </p:spPr>
        <p:txBody>
          <a:bodyPr wrap="none" rtlCol="0">
            <a:spAutoFit/>
          </a:bodyPr>
          <a:lstStyle/>
          <a:p>
            <a:pPr algn="ctr"/>
            <a:r>
              <a:rPr kumimoji="1" lang="en-US" altLang="ja-JP" sz="2000" dirty="0">
                <a:solidFill>
                  <a:schemeClr val="bg1"/>
                </a:solidFill>
                <a:latin typeface="Arial" panose="020B0604020202020204" pitchFamily="34" charset="0"/>
                <a:ea typeface="Yu Gothic" panose="020B0400000000000000" pitchFamily="34" charset="-128"/>
                <a:cs typeface="Arial" panose="020B0604020202020204" pitchFamily="34" charset="0"/>
              </a:rPr>
              <a:t>No</a:t>
            </a:r>
            <a:r>
              <a:rPr kumimoji="1" lang="en-US" altLang="ja-JP" sz="2000" spc="-300" dirty="0">
                <a:solidFill>
                  <a:schemeClr val="bg1"/>
                </a:solidFill>
                <a:latin typeface="Arial" panose="020B0604020202020204" pitchFamily="34" charset="0"/>
                <a:ea typeface="Yu Gothic" panose="020B0400000000000000" pitchFamily="34" charset="-128"/>
                <a:cs typeface="Arial" panose="020B0604020202020204" pitchFamily="34" charset="0"/>
              </a:rPr>
              <a:t>.</a:t>
            </a:r>
            <a:r>
              <a:rPr kumimoji="1" lang="en-US" altLang="ja-JP" sz="3200" spc="-300" dirty="0">
                <a:solidFill>
                  <a:schemeClr val="bg1"/>
                </a:solidFill>
                <a:latin typeface="Arial" panose="020B0604020202020204" pitchFamily="34" charset="0"/>
                <a:ea typeface="Yu Gothic" panose="020B0400000000000000" pitchFamily="34" charset="-128"/>
                <a:cs typeface="Arial" panose="020B0604020202020204" pitchFamily="34" charset="0"/>
              </a:rPr>
              <a:t>1</a:t>
            </a:r>
            <a:endParaRPr kumimoji="1" lang="ja-JP" altLang="en-US" sz="2400" spc="-300">
              <a:solidFill>
                <a:schemeClr val="bg1"/>
              </a:solidFill>
              <a:latin typeface="Arial" panose="020B0604020202020204" pitchFamily="34" charset="0"/>
              <a:ea typeface="Yu Gothic" panose="020B0400000000000000" pitchFamily="34" charset="-128"/>
              <a:cs typeface="Arial" panose="020B0604020202020204" pitchFamily="34" charset="0"/>
            </a:endParaRPr>
          </a:p>
        </p:txBody>
      </p:sp>
      <p:cxnSp>
        <p:nvCxnSpPr>
          <p:cNvPr id="86" name="直線コネクタ 85">
            <a:extLst>
              <a:ext uri="{FF2B5EF4-FFF2-40B4-BE49-F238E27FC236}">
                <a16:creationId xmlns:a16="http://schemas.microsoft.com/office/drawing/2014/main" id="{9BAC0D5E-7EC3-D5E8-56C9-76F857CE17FA}"/>
              </a:ext>
            </a:extLst>
          </p:cNvPr>
          <p:cNvCxnSpPr/>
          <p:nvPr/>
        </p:nvCxnSpPr>
        <p:spPr>
          <a:xfrm>
            <a:off x="8930420" y="2491114"/>
            <a:ext cx="684000" cy="0"/>
          </a:xfrm>
          <a:prstGeom prst="line">
            <a:avLst/>
          </a:prstGeom>
          <a:ln w="38100">
            <a:solidFill>
              <a:srgbClr val="AAAAAA"/>
            </a:solidFill>
          </a:ln>
        </p:spPr>
        <p:style>
          <a:lnRef idx="2">
            <a:schemeClr val="accent1"/>
          </a:lnRef>
          <a:fillRef idx="0">
            <a:schemeClr val="accent1"/>
          </a:fillRef>
          <a:effectRef idx="1">
            <a:schemeClr val="accent1"/>
          </a:effectRef>
          <a:fontRef idx="minor">
            <a:schemeClr val="tx1"/>
          </a:fontRef>
        </p:style>
      </p:cxnSp>
      <p:sp>
        <p:nvSpPr>
          <p:cNvPr id="87" name="フリーフォーム 86">
            <a:extLst>
              <a:ext uri="{FF2B5EF4-FFF2-40B4-BE49-F238E27FC236}">
                <a16:creationId xmlns:a16="http://schemas.microsoft.com/office/drawing/2014/main" id="{35DDA9A0-CBD8-3F15-4CC0-3EAF715DD2ED}"/>
              </a:ext>
            </a:extLst>
          </p:cNvPr>
          <p:cNvSpPr/>
          <p:nvPr/>
        </p:nvSpPr>
        <p:spPr>
          <a:xfrm>
            <a:off x="8687620" y="1692986"/>
            <a:ext cx="1169928" cy="754788"/>
          </a:xfrm>
          <a:custGeom>
            <a:avLst/>
            <a:gdLst>
              <a:gd name="connsiteX0" fmla="*/ 583143 w 1169928"/>
              <a:gd name="connsiteY0" fmla="*/ 0 h 754788"/>
              <a:gd name="connsiteX1" fmla="*/ 633570 w 1169928"/>
              <a:gd name="connsiteY1" fmla="*/ 50427 h 754788"/>
              <a:gd name="connsiteX2" fmla="*/ 618800 w 1169928"/>
              <a:gd name="connsiteY2" fmla="*/ 86084 h 754788"/>
              <a:gd name="connsiteX3" fmla="*/ 609992 w 1169928"/>
              <a:gd name="connsiteY3" fmla="*/ 92023 h 754788"/>
              <a:gd name="connsiteX4" fmla="*/ 782900 w 1169928"/>
              <a:gd name="connsiteY4" fmla="*/ 236017 h 754788"/>
              <a:gd name="connsiteX5" fmla="*/ 1075862 w 1169928"/>
              <a:gd name="connsiteY5" fmla="*/ 111000 h 754788"/>
              <a:gd name="connsiteX6" fmla="*/ 1069074 w 1169928"/>
              <a:gd name="connsiteY6" fmla="*/ 94613 h 754788"/>
              <a:gd name="connsiteX7" fmla="*/ 1119501 w 1169928"/>
              <a:gd name="connsiteY7" fmla="*/ 44186 h 754788"/>
              <a:gd name="connsiteX8" fmla="*/ 1169928 w 1169928"/>
              <a:gd name="connsiteY8" fmla="*/ 94613 h 754788"/>
              <a:gd name="connsiteX9" fmla="*/ 1119501 w 1169928"/>
              <a:gd name="connsiteY9" fmla="*/ 145040 h 754788"/>
              <a:gd name="connsiteX10" fmla="*/ 1104458 w 1169928"/>
              <a:gd name="connsiteY10" fmla="*/ 142003 h 754788"/>
              <a:gd name="connsiteX11" fmla="*/ 1054759 w 1169928"/>
              <a:gd name="connsiteY11" fmla="*/ 314988 h 754788"/>
              <a:gd name="connsiteX12" fmla="*/ 1057138 w 1169928"/>
              <a:gd name="connsiteY12" fmla="*/ 314988 h 754788"/>
              <a:gd name="connsiteX13" fmla="*/ 924098 w 1169928"/>
              <a:gd name="connsiteY13" fmla="*/ 754788 h 754788"/>
              <a:gd name="connsiteX14" fmla="*/ 246029 w 1169928"/>
              <a:gd name="connsiteY14" fmla="*/ 754788 h 754788"/>
              <a:gd name="connsiteX15" fmla="*/ 114530 w 1169928"/>
              <a:gd name="connsiteY15" fmla="*/ 320079 h 754788"/>
              <a:gd name="connsiteX16" fmla="*/ 112989 w 1169928"/>
              <a:gd name="connsiteY16" fmla="*/ 320079 h 754788"/>
              <a:gd name="connsiteX17" fmla="*/ 62027 w 1169928"/>
              <a:gd name="connsiteY17" fmla="*/ 142698 h 754788"/>
              <a:gd name="connsiteX18" fmla="*/ 50427 w 1169928"/>
              <a:gd name="connsiteY18" fmla="*/ 145040 h 754788"/>
              <a:gd name="connsiteX19" fmla="*/ 0 w 1169928"/>
              <a:gd name="connsiteY19" fmla="*/ 94613 h 754788"/>
              <a:gd name="connsiteX20" fmla="*/ 50427 w 1169928"/>
              <a:gd name="connsiteY20" fmla="*/ 44186 h 754788"/>
              <a:gd name="connsiteX21" fmla="*/ 100854 w 1169928"/>
              <a:gd name="connsiteY21" fmla="*/ 94613 h 754788"/>
              <a:gd name="connsiteX22" fmla="*/ 93519 w 1169928"/>
              <a:gd name="connsiteY22" fmla="*/ 112320 h 754788"/>
              <a:gd name="connsiteX23" fmla="*/ 379724 w 1169928"/>
              <a:gd name="connsiteY23" fmla="*/ 234454 h 754788"/>
              <a:gd name="connsiteX24" fmla="*/ 553234 w 1169928"/>
              <a:gd name="connsiteY24" fmla="*/ 89960 h 754788"/>
              <a:gd name="connsiteX25" fmla="*/ 547486 w 1169928"/>
              <a:gd name="connsiteY25" fmla="*/ 86084 h 754788"/>
              <a:gd name="connsiteX26" fmla="*/ 532716 w 1169928"/>
              <a:gd name="connsiteY26" fmla="*/ 50427 h 754788"/>
              <a:gd name="connsiteX27" fmla="*/ 583143 w 1169928"/>
              <a:gd name="connsiteY27" fmla="*/ 0 h 754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69928" h="754788">
                <a:moveTo>
                  <a:pt x="583143" y="0"/>
                </a:moveTo>
                <a:cubicBezTo>
                  <a:pt x="610993" y="0"/>
                  <a:pt x="633570" y="22577"/>
                  <a:pt x="633570" y="50427"/>
                </a:cubicBezTo>
                <a:cubicBezTo>
                  <a:pt x="633570" y="64352"/>
                  <a:pt x="627925" y="76959"/>
                  <a:pt x="618800" y="86084"/>
                </a:cubicBezTo>
                <a:lnTo>
                  <a:pt x="609992" y="92023"/>
                </a:lnTo>
                <a:lnTo>
                  <a:pt x="782900" y="236017"/>
                </a:lnTo>
                <a:lnTo>
                  <a:pt x="1075862" y="111000"/>
                </a:lnTo>
                <a:lnTo>
                  <a:pt x="1069074" y="94613"/>
                </a:lnTo>
                <a:cubicBezTo>
                  <a:pt x="1069074" y="66763"/>
                  <a:pt x="1091651" y="44186"/>
                  <a:pt x="1119501" y="44186"/>
                </a:cubicBezTo>
                <a:cubicBezTo>
                  <a:pt x="1147351" y="44186"/>
                  <a:pt x="1169928" y="66763"/>
                  <a:pt x="1169928" y="94613"/>
                </a:cubicBezTo>
                <a:cubicBezTo>
                  <a:pt x="1169928" y="122463"/>
                  <a:pt x="1147351" y="145040"/>
                  <a:pt x="1119501" y="145040"/>
                </a:cubicBezTo>
                <a:lnTo>
                  <a:pt x="1104458" y="142003"/>
                </a:lnTo>
                <a:lnTo>
                  <a:pt x="1054759" y="314988"/>
                </a:lnTo>
                <a:lnTo>
                  <a:pt x="1057138" y="314988"/>
                </a:lnTo>
                <a:lnTo>
                  <a:pt x="924098" y="754788"/>
                </a:lnTo>
                <a:lnTo>
                  <a:pt x="246029" y="754788"/>
                </a:lnTo>
                <a:lnTo>
                  <a:pt x="114530" y="320079"/>
                </a:lnTo>
                <a:lnTo>
                  <a:pt x="112989" y="320079"/>
                </a:lnTo>
                <a:lnTo>
                  <a:pt x="62027" y="142698"/>
                </a:lnTo>
                <a:lnTo>
                  <a:pt x="50427" y="145040"/>
                </a:lnTo>
                <a:cubicBezTo>
                  <a:pt x="22577" y="145040"/>
                  <a:pt x="0" y="122463"/>
                  <a:pt x="0" y="94613"/>
                </a:cubicBezTo>
                <a:cubicBezTo>
                  <a:pt x="0" y="66763"/>
                  <a:pt x="22577" y="44186"/>
                  <a:pt x="50427" y="44186"/>
                </a:cubicBezTo>
                <a:cubicBezTo>
                  <a:pt x="78277" y="44186"/>
                  <a:pt x="100854" y="66763"/>
                  <a:pt x="100854" y="94613"/>
                </a:cubicBezTo>
                <a:lnTo>
                  <a:pt x="93519" y="112320"/>
                </a:lnTo>
                <a:lnTo>
                  <a:pt x="379724" y="234454"/>
                </a:lnTo>
                <a:lnTo>
                  <a:pt x="553234" y="89960"/>
                </a:lnTo>
                <a:lnTo>
                  <a:pt x="547486" y="86084"/>
                </a:lnTo>
                <a:cubicBezTo>
                  <a:pt x="538360" y="76959"/>
                  <a:pt x="532716" y="64352"/>
                  <a:pt x="532716" y="50427"/>
                </a:cubicBezTo>
                <a:cubicBezTo>
                  <a:pt x="532716" y="22577"/>
                  <a:pt x="555293" y="0"/>
                  <a:pt x="583143" y="0"/>
                </a:cubicBezTo>
                <a:close/>
              </a:path>
            </a:pathLst>
          </a:custGeom>
          <a:solidFill>
            <a:srgbClr val="AAAAA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88" name="テキスト ボックス 87">
            <a:extLst>
              <a:ext uri="{FF2B5EF4-FFF2-40B4-BE49-F238E27FC236}">
                <a16:creationId xmlns:a16="http://schemas.microsoft.com/office/drawing/2014/main" id="{1D244862-0B11-B0A9-5438-63B353F634BE}"/>
              </a:ext>
            </a:extLst>
          </p:cNvPr>
          <p:cNvSpPr txBox="1"/>
          <p:nvPr/>
        </p:nvSpPr>
        <p:spPr>
          <a:xfrm>
            <a:off x="8906251" y="1879720"/>
            <a:ext cx="734496" cy="584775"/>
          </a:xfrm>
          <a:prstGeom prst="rect">
            <a:avLst/>
          </a:prstGeom>
          <a:noFill/>
        </p:spPr>
        <p:txBody>
          <a:bodyPr wrap="none" rtlCol="0">
            <a:spAutoFit/>
          </a:bodyPr>
          <a:lstStyle/>
          <a:p>
            <a:pPr algn="ctr"/>
            <a:r>
              <a:rPr kumimoji="1" lang="en-US" altLang="ja-JP" sz="2000" dirty="0">
                <a:solidFill>
                  <a:schemeClr val="bg1"/>
                </a:solidFill>
                <a:latin typeface="Arial" panose="020B0604020202020204" pitchFamily="34" charset="0"/>
                <a:ea typeface="Yu Gothic" panose="020B0400000000000000" pitchFamily="34" charset="-128"/>
                <a:cs typeface="Arial" panose="020B0604020202020204" pitchFamily="34" charset="0"/>
              </a:rPr>
              <a:t>No</a:t>
            </a:r>
            <a:r>
              <a:rPr kumimoji="1" lang="en-US" altLang="ja-JP" sz="2000" spc="-300" dirty="0">
                <a:solidFill>
                  <a:schemeClr val="bg1"/>
                </a:solidFill>
                <a:latin typeface="Arial" panose="020B0604020202020204" pitchFamily="34" charset="0"/>
                <a:ea typeface="Yu Gothic" panose="020B0400000000000000" pitchFamily="34" charset="-128"/>
                <a:cs typeface="Arial" panose="020B0604020202020204" pitchFamily="34" charset="0"/>
              </a:rPr>
              <a:t>.</a:t>
            </a:r>
            <a:r>
              <a:rPr kumimoji="1" lang="en-US" altLang="ja-JP" sz="3200" spc="-300" dirty="0">
                <a:solidFill>
                  <a:schemeClr val="bg1"/>
                </a:solidFill>
                <a:latin typeface="Arial" panose="020B0604020202020204" pitchFamily="34" charset="0"/>
                <a:ea typeface="Yu Gothic" panose="020B0400000000000000" pitchFamily="34" charset="-128"/>
                <a:cs typeface="Arial" panose="020B0604020202020204" pitchFamily="34" charset="0"/>
              </a:rPr>
              <a:t>2</a:t>
            </a:r>
            <a:endParaRPr kumimoji="1" lang="ja-JP" altLang="en-US" sz="2400" spc="-300">
              <a:solidFill>
                <a:schemeClr val="bg1"/>
              </a:solidFill>
              <a:latin typeface="Arial" panose="020B0604020202020204" pitchFamily="34" charset="0"/>
              <a:ea typeface="Yu Gothic" panose="020B0400000000000000" pitchFamily="34" charset="-128"/>
              <a:cs typeface="Arial" panose="020B0604020202020204" pitchFamily="34" charset="0"/>
            </a:endParaRPr>
          </a:p>
        </p:txBody>
      </p:sp>
      <p:cxnSp>
        <p:nvCxnSpPr>
          <p:cNvPr id="89" name="直線コネクタ 88">
            <a:extLst>
              <a:ext uri="{FF2B5EF4-FFF2-40B4-BE49-F238E27FC236}">
                <a16:creationId xmlns:a16="http://schemas.microsoft.com/office/drawing/2014/main" id="{3F123CE1-F458-4CB3-6EBC-78C543107F6D}"/>
              </a:ext>
            </a:extLst>
          </p:cNvPr>
          <p:cNvCxnSpPr/>
          <p:nvPr/>
        </p:nvCxnSpPr>
        <p:spPr>
          <a:xfrm>
            <a:off x="10408090" y="2491114"/>
            <a:ext cx="684000" cy="0"/>
          </a:xfrm>
          <a:prstGeom prst="line">
            <a:avLst/>
          </a:prstGeom>
          <a:ln w="38100">
            <a:solidFill>
              <a:srgbClr val="A68B5D"/>
            </a:solidFill>
          </a:ln>
        </p:spPr>
        <p:style>
          <a:lnRef idx="2">
            <a:schemeClr val="accent1"/>
          </a:lnRef>
          <a:fillRef idx="0">
            <a:schemeClr val="accent1"/>
          </a:fillRef>
          <a:effectRef idx="1">
            <a:schemeClr val="accent1"/>
          </a:effectRef>
          <a:fontRef idx="minor">
            <a:schemeClr val="tx1"/>
          </a:fontRef>
        </p:style>
      </p:cxnSp>
      <p:sp>
        <p:nvSpPr>
          <p:cNvPr id="90" name="フリーフォーム 89">
            <a:extLst>
              <a:ext uri="{FF2B5EF4-FFF2-40B4-BE49-F238E27FC236}">
                <a16:creationId xmlns:a16="http://schemas.microsoft.com/office/drawing/2014/main" id="{BD9904F3-926B-EAA1-5E03-87E6136938BC}"/>
              </a:ext>
            </a:extLst>
          </p:cNvPr>
          <p:cNvSpPr/>
          <p:nvPr/>
        </p:nvSpPr>
        <p:spPr>
          <a:xfrm>
            <a:off x="10165290" y="1692986"/>
            <a:ext cx="1169928" cy="754788"/>
          </a:xfrm>
          <a:custGeom>
            <a:avLst/>
            <a:gdLst>
              <a:gd name="connsiteX0" fmla="*/ 583143 w 1169928"/>
              <a:gd name="connsiteY0" fmla="*/ 0 h 754788"/>
              <a:gd name="connsiteX1" fmla="*/ 633570 w 1169928"/>
              <a:gd name="connsiteY1" fmla="*/ 50427 h 754788"/>
              <a:gd name="connsiteX2" fmla="*/ 618800 w 1169928"/>
              <a:gd name="connsiteY2" fmla="*/ 86084 h 754788"/>
              <a:gd name="connsiteX3" fmla="*/ 609992 w 1169928"/>
              <a:gd name="connsiteY3" fmla="*/ 92023 h 754788"/>
              <a:gd name="connsiteX4" fmla="*/ 782900 w 1169928"/>
              <a:gd name="connsiteY4" fmla="*/ 236017 h 754788"/>
              <a:gd name="connsiteX5" fmla="*/ 1075862 w 1169928"/>
              <a:gd name="connsiteY5" fmla="*/ 111000 h 754788"/>
              <a:gd name="connsiteX6" fmla="*/ 1069074 w 1169928"/>
              <a:gd name="connsiteY6" fmla="*/ 94613 h 754788"/>
              <a:gd name="connsiteX7" fmla="*/ 1119501 w 1169928"/>
              <a:gd name="connsiteY7" fmla="*/ 44186 h 754788"/>
              <a:gd name="connsiteX8" fmla="*/ 1169928 w 1169928"/>
              <a:gd name="connsiteY8" fmla="*/ 94613 h 754788"/>
              <a:gd name="connsiteX9" fmla="*/ 1119501 w 1169928"/>
              <a:gd name="connsiteY9" fmla="*/ 145040 h 754788"/>
              <a:gd name="connsiteX10" fmla="*/ 1104458 w 1169928"/>
              <a:gd name="connsiteY10" fmla="*/ 142003 h 754788"/>
              <a:gd name="connsiteX11" fmla="*/ 1054759 w 1169928"/>
              <a:gd name="connsiteY11" fmla="*/ 314988 h 754788"/>
              <a:gd name="connsiteX12" fmla="*/ 1057138 w 1169928"/>
              <a:gd name="connsiteY12" fmla="*/ 314988 h 754788"/>
              <a:gd name="connsiteX13" fmla="*/ 924098 w 1169928"/>
              <a:gd name="connsiteY13" fmla="*/ 754788 h 754788"/>
              <a:gd name="connsiteX14" fmla="*/ 246029 w 1169928"/>
              <a:gd name="connsiteY14" fmla="*/ 754788 h 754788"/>
              <a:gd name="connsiteX15" fmla="*/ 114530 w 1169928"/>
              <a:gd name="connsiteY15" fmla="*/ 320079 h 754788"/>
              <a:gd name="connsiteX16" fmla="*/ 112989 w 1169928"/>
              <a:gd name="connsiteY16" fmla="*/ 320079 h 754788"/>
              <a:gd name="connsiteX17" fmla="*/ 62027 w 1169928"/>
              <a:gd name="connsiteY17" fmla="*/ 142698 h 754788"/>
              <a:gd name="connsiteX18" fmla="*/ 50427 w 1169928"/>
              <a:gd name="connsiteY18" fmla="*/ 145040 h 754788"/>
              <a:gd name="connsiteX19" fmla="*/ 0 w 1169928"/>
              <a:gd name="connsiteY19" fmla="*/ 94613 h 754788"/>
              <a:gd name="connsiteX20" fmla="*/ 50427 w 1169928"/>
              <a:gd name="connsiteY20" fmla="*/ 44186 h 754788"/>
              <a:gd name="connsiteX21" fmla="*/ 100854 w 1169928"/>
              <a:gd name="connsiteY21" fmla="*/ 94613 h 754788"/>
              <a:gd name="connsiteX22" fmla="*/ 93519 w 1169928"/>
              <a:gd name="connsiteY22" fmla="*/ 112320 h 754788"/>
              <a:gd name="connsiteX23" fmla="*/ 379724 w 1169928"/>
              <a:gd name="connsiteY23" fmla="*/ 234454 h 754788"/>
              <a:gd name="connsiteX24" fmla="*/ 553234 w 1169928"/>
              <a:gd name="connsiteY24" fmla="*/ 89960 h 754788"/>
              <a:gd name="connsiteX25" fmla="*/ 547486 w 1169928"/>
              <a:gd name="connsiteY25" fmla="*/ 86084 h 754788"/>
              <a:gd name="connsiteX26" fmla="*/ 532716 w 1169928"/>
              <a:gd name="connsiteY26" fmla="*/ 50427 h 754788"/>
              <a:gd name="connsiteX27" fmla="*/ 583143 w 1169928"/>
              <a:gd name="connsiteY27" fmla="*/ 0 h 754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69928" h="754788">
                <a:moveTo>
                  <a:pt x="583143" y="0"/>
                </a:moveTo>
                <a:cubicBezTo>
                  <a:pt x="610993" y="0"/>
                  <a:pt x="633570" y="22577"/>
                  <a:pt x="633570" y="50427"/>
                </a:cubicBezTo>
                <a:cubicBezTo>
                  <a:pt x="633570" y="64352"/>
                  <a:pt x="627925" y="76959"/>
                  <a:pt x="618800" y="86084"/>
                </a:cubicBezTo>
                <a:lnTo>
                  <a:pt x="609992" y="92023"/>
                </a:lnTo>
                <a:lnTo>
                  <a:pt x="782900" y="236017"/>
                </a:lnTo>
                <a:lnTo>
                  <a:pt x="1075862" y="111000"/>
                </a:lnTo>
                <a:lnTo>
                  <a:pt x="1069074" y="94613"/>
                </a:lnTo>
                <a:cubicBezTo>
                  <a:pt x="1069074" y="66763"/>
                  <a:pt x="1091651" y="44186"/>
                  <a:pt x="1119501" y="44186"/>
                </a:cubicBezTo>
                <a:cubicBezTo>
                  <a:pt x="1147351" y="44186"/>
                  <a:pt x="1169928" y="66763"/>
                  <a:pt x="1169928" y="94613"/>
                </a:cubicBezTo>
                <a:cubicBezTo>
                  <a:pt x="1169928" y="122463"/>
                  <a:pt x="1147351" y="145040"/>
                  <a:pt x="1119501" y="145040"/>
                </a:cubicBezTo>
                <a:lnTo>
                  <a:pt x="1104458" y="142003"/>
                </a:lnTo>
                <a:lnTo>
                  <a:pt x="1054759" y="314988"/>
                </a:lnTo>
                <a:lnTo>
                  <a:pt x="1057138" y="314988"/>
                </a:lnTo>
                <a:lnTo>
                  <a:pt x="924098" y="754788"/>
                </a:lnTo>
                <a:lnTo>
                  <a:pt x="246029" y="754788"/>
                </a:lnTo>
                <a:lnTo>
                  <a:pt x="114530" y="320079"/>
                </a:lnTo>
                <a:lnTo>
                  <a:pt x="112989" y="320079"/>
                </a:lnTo>
                <a:lnTo>
                  <a:pt x="62027" y="142698"/>
                </a:lnTo>
                <a:lnTo>
                  <a:pt x="50427" y="145040"/>
                </a:lnTo>
                <a:cubicBezTo>
                  <a:pt x="22577" y="145040"/>
                  <a:pt x="0" y="122463"/>
                  <a:pt x="0" y="94613"/>
                </a:cubicBezTo>
                <a:cubicBezTo>
                  <a:pt x="0" y="66763"/>
                  <a:pt x="22577" y="44186"/>
                  <a:pt x="50427" y="44186"/>
                </a:cubicBezTo>
                <a:cubicBezTo>
                  <a:pt x="78277" y="44186"/>
                  <a:pt x="100854" y="66763"/>
                  <a:pt x="100854" y="94613"/>
                </a:cubicBezTo>
                <a:lnTo>
                  <a:pt x="93519" y="112320"/>
                </a:lnTo>
                <a:lnTo>
                  <a:pt x="379724" y="234454"/>
                </a:lnTo>
                <a:lnTo>
                  <a:pt x="553234" y="89960"/>
                </a:lnTo>
                <a:lnTo>
                  <a:pt x="547486" y="86084"/>
                </a:lnTo>
                <a:cubicBezTo>
                  <a:pt x="538360" y="76959"/>
                  <a:pt x="532716" y="64352"/>
                  <a:pt x="532716" y="50427"/>
                </a:cubicBezTo>
                <a:cubicBezTo>
                  <a:pt x="532716" y="22577"/>
                  <a:pt x="555293" y="0"/>
                  <a:pt x="583143" y="0"/>
                </a:cubicBezTo>
                <a:close/>
              </a:path>
            </a:pathLst>
          </a:custGeom>
          <a:solidFill>
            <a:srgbClr val="A68B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91" name="テキスト ボックス 90">
            <a:extLst>
              <a:ext uri="{FF2B5EF4-FFF2-40B4-BE49-F238E27FC236}">
                <a16:creationId xmlns:a16="http://schemas.microsoft.com/office/drawing/2014/main" id="{F2F93DF5-41C6-A809-40E1-4EC22E756CE0}"/>
              </a:ext>
            </a:extLst>
          </p:cNvPr>
          <p:cNvSpPr txBox="1"/>
          <p:nvPr/>
        </p:nvSpPr>
        <p:spPr>
          <a:xfrm>
            <a:off x="10383921" y="1879720"/>
            <a:ext cx="734496" cy="584775"/>
          </a:xfrm>
          <a:prstGeom prst="rect">
            <a:avLst/>
          </a:prstGeom>
          <a:noFill/>
        </p:spPr>
        <p:txBody>
          <a:bodyPr wrap="none" rtlCol="0">
            <a:spAutoFit/>
          </a:bodyPr>
          <a:lstStyle/>
          <a:p>
            <a:pPr algn="ctr"/>
            <a:r>
              <a:rPr kumimoji="1" lang="en-US" altLang="ja-JP" sz="2000" dirty="0">
                <a:solidFill>
                  <a:schemeClr val="bg1"/>
                </a:solidFill>
                <a:latin typeface="Arial" panose="020B0604020202020204" pitchFamily="34" charset="0"/>
                <a:ea typeface="Yu Gothic" panose="020B0400000000000000" pitchFamily="34" charset="-128"/>
                <a:cs typeface="Arial" panose="020B0604020202020204" pitchFamily="34" charset="0"/>
              </a:rPr>
              <a:t>No</a:t>
            </a:r>
            <a:r>
              <a:rPr kumimoji="1" lang="en-US" altLang="ja-JP" sz="2000" spc="-300" dirty="0">
                <a:solidFill>
                  <a:schemeClr val="bg1"/>
                </a:solidFill>
                <a:latin typeface="Arial" panose="020B0604020202020204" pitchFamily="34" charset="0"/>
                <a:ea typeface="Yu Gothic" panose="020B0400000000000000" pitchFamily="34" charset="-128"/>
                <a:cs typeface="Arial" panose="020B0604020202020204" pitchFamily="34" charset="0"/>
              </a:rPr>
              <a:t>.</a:t>
            </a:r>
            <a:r>
              <a:rPr kumimoji="1" lang="en-US" altLang="ja-JP" sz="3200" spc="-300" dirty="0">
                <a:solidFill>
                  <a:schemeClr val="bg1"/>
                </a:solidFill>
                <a:latin typeface="Arial" panose="020B0604020202020204" pitchFamily="34" charset="0"/>
                <a:ea typeface="Yu Gothic" panose="020B0400000000000000" pitchFamily="34" charset="-128"/>
                <a:cs typeface="Arial" panose="020B0604020202020204" pitchFamily="34" charset="0"/>
              </a:rPr>
              <a:t>3</a:t>
            </a:r>
            <a:endParaRPr kumimoji="1" lang="ja-JP" altLang="en-US" sz="2400" spc="-300">
              <a:solidFill>
                <a:schemeClr val="bg1"/>
              </a:solidFill>
              <a:latin typeface="Arial" panose="020B0604020202020204" pitchFamily="34" charset="0"/>
              <a:ea typeface="Yu Gothic" panose="020B0400000000000000" pitchFamily="34" charset="-128"/>
              <a:cs typeface="Arial" panose="020B0604020202020204" pitchFamily="34" charset="0"/>
            </a:endParaRPr>
          </a:p>
        </p:txBody>
      </p:sp>
      <p:sp>
        <p:nvSpPr>
          <p:cNvPr id="92" name="星 24 91">
            <a:extLst>
              <a:ext uri="{FF2B5EF4-FFF2-40B4-BE49-F238E27FC236}">
                <a16:creationId xmlns:a16="http://schemas.microsoft.com/office/drawing/2014/main" id="{FE15419A-1D0C-B765-6D33-7B0AC02F591B}"/>
              </a:ext>
            </a:extLst>
          </p:cNvPr>
          <p:cNvSpPr/>
          <p:nvPr/>
        </p:nvSpPr>
        <p:spPr>
          <a:xfrm>
            <a:off x="7306734" y="3031775"/>
            <a:ext cx="1064854" cy="1064854"/>
          </a:xfrm>
          <a:prstGeom prst="star24">
            <a:avLst>
              <a:gd name="adj" fmla="val 47910"/>
            </a:avLst>
          </a:prstGeom>
          <a:solidFill>
            <a:srgbClr val="DCCE7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b="1"/>
              <a:t>第</a:t>
            </a:r>
            <a:r>
              <a:rPr kumimoji="1" lang="en-US" altLang="ja-JP" sz="2800" b="1" dirty="0"/>
              <a:t>1</a:t>
            </a:r>
            <a:r>
              <a:rPr kumimoji="1" lang="ja-JP" altLang="en-US" b="1"/>
              <a:t>位</a:t>
            </a:r>
          </a:p>
        </p:txBody>
      </p:sp>
      <p:sp>
        <p:nvSpPr>
          <p:cNvPr id="93" name="フリーフォーム 92">
            <a:extLst>
              <a:ext uri="{FF2B5EF4-FFF2-40B4-BE49-F238E27FC236}">
                <a16:creationId xmlns:a16="http://schemas.microsoft.com/office/drawing/2014/main" id="{E05C4670-4A1C-6B8D-7C5C-8FD056834F17}"/>
              </a:ext>
            </a:extLst>
          </p:cNvPr>
          <p:cNvSpPr/>
          <p:nvPr/>
        </p:nvSpPr>
        <p:spPr>
          <a:xfrm rot="3876917">
            <a:off x="9112448" y="3788113"/>
            <a:ext cx="857272" cy="444162"/>
          </a:xfrm>
          <a:custGeom>
            <a:avLst/>
            <a:gdLst>
              <a:gd name="connsiteX0" fmla="*/ 0 w 857272"/>
              <a:gd name="connsiteY0" fmla="*/ 0 h 444162"/>
              <a:gd name="connsiteX1" fmla="*/ 0 w 857272"/>
              <a:gd name="connsiteY1" fmla="*/ 444161 h 444162"/>
              <a:gd name="connsiteX2" fmla="*/ 574867 w 857272"/>
              <a:gd name="connsiteY2" fmla="*/ 444160 h 444162"/>
              <a:gd name="connsiteX3" fmla="*/ 574868 w 857272"/>
              <a:gd name="connsiteY3" fmla="*/ 444162 h 444162"/>
              <a:gd name="connsiteX4" fmla="*/ 857272 w 857272"/>
              <a:gd name="connsiteY4" fmla="*/ 444162 h 444162"/>
              <a:gd name="connsiteX5" fmla="*/ 731572 w 857272"/>
              <a:gd name="connsiteY5" fmla="*/ 222081 h 444162"/>
              <a:gd name="connsiteX6" fmla="*/ 857271 w 857272"/>
              <a:gd name="connsiteY6" fmla="*/ 1 h 444162"/>
              <a:gd name="connsiteX7" fmla="*/ 655683 w 857272"/>
              <a:gd name="connsiteY7" fmla="*/ 0 h 444162"/>
              <a:gd name="connsiteX8" fmla="*/ 655683 w 857272"/>
              <a:gd name="connsiteY8" fmla="*/ 0 h 444162"/>
              <a:gd name="connsiteX9" fmla="*/ 593945 w 857272"/>
              <a:gd name="connsiteY9" fmla="*/ 0 h 444162"/>
              <a:gd name="connsiteX10" fmla="*/ 574868 w 857272"/>
              <a:gd name="connsiteY10" fmla="*/ 0 h 444162"/>
              <a:gd name="connsiteX11" fmla="*/ 574868 w 857272"/>
              <a:gd name="connsiteY11" fmla="*/ 0 h 44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7272" h="444162">
                <a:moveTo>
                  <a:pt x="0" y="0"/>
                </a:moveTo>
                <a:lnTo>
                  <a:pt x="0" y="444161"/>
                </a:lnTo>
                <a:lnTo>
                  <a:pt x="574867" y="444160"/>
                </a:lnTo>
                <a:lnTo>
                  <a:pt x="574868" y="444162"/>
                </a:lnTo>
                <a:lnTo>
                  <a:pt x="857272" y="444162"/>
                </a:lnTo>
                <a:lnTo>
                  <a:pt x="731572" y="222081"/>
                </a:lnTo>
                <a:lnTo>
                  <a:pt x="857271" y="1"/>
                </a:lnTo>
                <a:lnTo>
                  <a:pt x="655683" y="0"/>
                </a:lnTo>
                <a:lnTo>
                  <a:pt x="655683" y="0"/>
                </a:lnTo>
                <a:lnTo>
                  <a:pt x="593945" y="0"/>
                </a:lnTo>
                <a:lnTo>
                  <a:pt x="574868" y="0"/>
                </a:lnTo>
                <a:lnTo>
                  <a:pt x="574868" y="0"/>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94" name="フリーフォーム 93">
            <a:extLst>
              <a:ext uri="{FF2B5EF4-FFF2-40B4-BE49-F238E27FC236}">
                <a16:creationId xmlns:a16="http://schemas.microsoft.com/office/drawing/2014/main" id="{DFB04AF1-657E-6287-FE5C-EEEB843672CB}"/>
              </a:ext>
            </a:extLst>
          </p:cNvPr>
          <p:cNvSpPr/>
          <p:nvPr/>
        </p:nvSpPr>
        <p:spPr>
          <a:xfrm rot="17723083" flipH="1">
            <a:off x="8655249" y="3788113"/>
            <a:ext cx="857272" cy="444162"/>
          </a:xfrm>
          <a:custGeom>
            <a:avLst/>
            <a:gdLst>
              <a:gd name="connsiteX0" fmla="*/ 0 w 857272"/>
              <a:gd name="connsiteY0" fmla="*/ 0 h 444162"/>
              <a:gd name="connsiteX1" fmla="*/ 0 w 857272"/>
              <a:gd name="connsiteY1" fmla="*/ 444161 h 444162"/>
              <a:gd name="connsiteX2" fmla="*/ 574867 w 857272"/>
              <a:gd name="connsiteY2" fmla="*/ 444160 h 444162"/>
              <a:gd name="connsiteX3" fmla="*/ 574868 w 857272"/>
              <a:gd name="connsiteY3" fmla="*/ 444162 h 444162"/>
              <a:gd name="connsiteX4" fmla="*/ 857272 w 857272"/>
              <a:gd name="connsiteY4" fmla="*/ 444162 h 444162"/>
              <a:gd name="connsiteX5" fmla="*/ 731572 w 857272"/>
              <a:gd name="connsiteY5" fmla="*/ 222081 h 444162"/>
              <a:gd name="connsiteX6" fmla="*/ 857271 w 857272"/>
              <a:gd name="connsiteY6" fmla="*/ 1 h 444162"/>
              <a:gd name="connsiteX7" fmla="*/ 655683 w 857272"/>
              <a:gd name="connsiteY7" fmla="*/ 0 h 444162"/>
              <a:gd name="connsiteX8" fmla="*/ 655683 w 857272"/>
              <a:gd name="connsiteY8" fmla="*/ 0 h 444162"/>
              <a:gd name="connsiteX9" fmla="*/ 593945 w 857272"/>
              <a:gd name="connsiteY9" fmla="*/ 0 h 444162"/>
              <a:gd name="connsiteX10" fmla="*/ 574868 w 857272"/>
              <a:gd name="connsiteY10" fmla="*/ 0 h 444162"/>
              <a:gd name="connsiteX11" fmla="*/ 574868 w 857272"/>
              <a:gd name="connsiteY11" fmla="*/ 0 h 44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7272" h="444162">
                <a:moveTo>
                  <a:pt x="0" y="0"/>
                </a:moveTo>
                <a:lnTo>
                  <a:pt x="0" y="444161"/>
                </a:lnTo>
                <a:lnTo>
                  <a:pt x="574867" y="444160"/>
                </a:lnTo>
                <a:lnTo>
                  <a:pt x="574868" y="444162"/>
                </a:lnTo>
                <a:lnTo>
                  <a:pt x="857272" y="444162"/>
                </a:lnTo>
                <a:lnTo>
                  <a:pt x="731572" y="222081"/>
                </a:lnTo>
                <a:lnTo>
                  <a:pt x="857271" y="1"/>
                </a:lnTo>
                <a:lnTo>
                  <a:pt x="655683" y="0"/>
                </a:lnTo>
                <a:lnTo>
                  <a:pt x="655683" y="0"/>
                </a:lnTo>
                <a:lnTo>
                  <a:pt x="593945" y="0"/>
                </a:lnTo>
                <a:lnTo>
                  <a:pt x="574868" y="0"/>
                </a:lnTo>
                <a:lnTo>
                  <a:pt x="574868" y="0"/>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95" name="星 24 94">
            <a:extLst>
              <a:ext uri="{FF2B5EF4-FFF2-40B4-BE49-F238E27FC236}">
                <a16:creationId xmlns:a16="http://schemas.microsoft.com/office/drawing/2014/main" id="{90B3FBF1-AA97-117A-15D4-CBA582B11724}"/>
              </a:ext>
            </a:extLst>
          </p:cNvPr>
          <p:cNvSpPr/>
          <p:nvPr/>
        </p:nvSpPr>
        <p:spPr>
          <a:xfrm>
            <a:off x="8783842" y="3031775"/>
            <a:ext cx="1064854" cy="1064854"/>
          </a:xfrm>
          <a:prstGeom prst="star24">
            <a:avLst>
              <a:gd name="adj" fmla="val 47910"/>
            </a:avLst>
          </a:prstGeom>
          <a:solidFill>
            <a:srgbClr val="AAAAAA"/>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b="1"/>
              <a:t>第</a:t>
            </a:r>
            <a:r>
              <a:rPr kumimoji="1" lang="en-US" altLang="ja-JP" sz="2800" b="1" dirty="0"/>
              <a:t>2</a:t>
            </a:r>
            <a:r>
              <a:rPr kumimoji="1" lang="ja-JP" altLang="en-US" b="1"/>
              <a:t>位</a:t>
            </a:r>
          </a:p>
        </p:txBody>
      </p:sp>
      <p:sp>
        <p:nvSpPr>
          <p:cNvPr id="96" name="フリーフォーム 95">
            <a:extLst>
              <a:ext uri="{FF2B5EF4-FFF2-40B4-BE49-F238E27FC236}">
                <a16:creationId xmlns:a16="http://schemas.microsoft.com/office/drawing/2014/main" id="{28433EF6-6F2E-2673-1CEA-013962955E22}"/>
              </a:ext>
            </a:extLst>
          </p:cNvPr>
          <p:cNvSpPr/>
          <p:nvPr/>
        </p:nvSpPr>
        <p:spPr>
          <a:xfrm rot="3876917">
            <a:off x="10591927" y="3788113"/>
            <a:ext cx="857272" cy="444162"/>
          </a:xfrm>
          <a:custGeom>
            <a:avLst/>
            <a:gdLst>
              <a:gd name="connsiteX0" fmla="*/ 0 w 857272"/>
              <a:gd name="connsiteY0" fmla="*/ 0 h 444162"/>
              <a:gd name="connsiteX1" fmla="*/ 0 w 857272"/>
              <a:gd name="connsiteY1" fmla="*/ 444161 h 444162"/>
              <a:gd name="connsiteX2" fmla="*/ 574867 w 857272"/>
              <a:gd name="connsiteY2" fmla="*/ 444160 h 444162"/>
              <a:gd name="connsiteX3" fmla="*/ 574868 w 857272"/>
              <a:gd name="connsiteY3" fmla="*/ 444162 h 444162"/>
              <a:gd name="connsiteX4" fmla="*/ 857272 w 857272"/>
              <a:gd name="connsiteY4" fmla="*/ 444162 h 444162"/>
              <a:gd name="connsiteX5" fmla="*/ 731572 w 857272"/>
              <a:gd name="connsiteY5" fmla="*/ 222081 h 444162"/>
              <a:gd name="connsiteX6" fmla="*/ 857271 w 857272"/>
              <a:gd name="connsiteY6" fmla="*/ 1 h 444162"/>
              <a:gd name="connsiteX7" fmla="*/ 655683 w 857272"/>
              <a:gd name="connsiteY7" fmla="*/ 0 h 444162"/>
              <a:gd name="connsiteX8" fmla="*/ 655683 w 857272"/>
              <a:gd name="connsiteY8" fmla="*/ 0 h 444162"/>
              <a:gd name="connsiteX9" fmla="*/ 593945 w 857272"/>
              <a:gd name="connsiteY9" fmla="*/ 0 h 444162"/>
              <a:gd name="connsiteX10" fmla="*/ 574868 w 857272"/>
              <a:gd name="connsiteY10" fmla="*/ 0 h 444162"/>
              <a:gd name="connsiteX11" fmla="*/ 574868 w 857272"/>
              <a:gd name="connsiteY11" fmla="*/ 0 h 44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7272" h="444162">
                <a:moveTo>
                  <a:pt x="0" y="0"/>
                </a:moveTo>
                <a:lnTo>
                  <a:pt x="0" y="444161"/>
                </a:lnTo>
                <a:lnTo>
                  <a:pt x="574867" y="444160"/>
                </a:lnTo>
                <a:lnTo>
                  <a:pt x="574868" y="444162"/>
                </a:lnTo>
                <a:lnTo>
                  <a:pt x="857272" y="444162"/>
                </a:lnTo>
                <a:lnTo>
                  <a:pt x="731572" y="222081"/>
                </a:lnTo>
                <a:lnTo>
                  <a:pt x="857271" y="1"/>
                </a:lnTo>
                <a:lnTo>
                  <a:pt x="655683" y="0"/>
                </a:lnTo>
                <a:lnTo>
                  <a:pt x="655683" y="0"/>
                </a:lnTo>
                <a:lnTo>
                  <a:pt x="593945" y="0"/>
                </a:lnTo>
                <a:lnTo>
                  <a:pt x="574868" y="0"/>
                </a:lnTo>
                <a:lnTo>
                  <a:pt x="574868" y="0"/>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97" name="フリーフォーム 96">
            <a:extLst>
              <a:ext uri="{FF2B5EF4-FFF2-40B4-BE49-F238E27FC236}">
                <a16:creationId xmlns:a16="http://schemas.microsoft.com/office/drawing/2014/main" id="{D65D22DC-0799-AB3F-AA74-2E69068479D4}"/>
              </a:ext>
            </a:extLst>
          </p:cNvPr>
          <p:cNvSpPr/>
          <p:nvPr/>
        </p:nvSpPr>
        <p:spPr>
          <a:xfrm rot="17723083" flipH="1">
            <a:off x="10134728" y="3788113"/>
            <a:ext cx="857272" cy="444162"/>
          </a:xfrm>
          <a:custGeom>
            <a:avLst/>
            <a:gdLst>
              <a:gd name="connsiteX0" fmla="*/ 0 w 857272"/>
              <a:gd name="connsiteY0" fmla="*/ 0 h 444162"/>
              <a:gd name="connsiteX1" fmla="*/ 0 w 857272"/>
              <a:gd name="connsiteY1" fmla="*/ 444161 h 444162"/>
              <a:gd name="connsiteX2" fmla="*/ 574867 w 857272"/>
              <a:gd name="connsiteY2" fmla="*/ 444160 h 444162"/>
              <a:gd name="connsiteX3" fmla="*/ 574868 w 857272"/>
              <a:gd name="connsiteY3" fmla="*/ 444162 h 444162"/>
              <a:gd name="connsiteX4" fmla="*/ 857272 w 857272"/>
              <a:gd name="connsiteY4" fmla="*/ 444162 h 444162"/>
              <a:gd name="connsiteX5" fmla="*/ 731572 w 857272"/>
              <a:gd name="connsiteY5" fmla="*/ 222081 h 444162"/>
              <a:gd name="connsiteX6" fmla="*/ 857271 w 857272"/>
              <a:gd name="connsiteY6" fmla="*/ 1 h 444162"/>
              <a:gd name="connsiteX7" fmla="*/ 655683 w 857272"/>
              <a:gd name="connsiteY7" fmla="*/ 0 h 444162"/>
              <a:gd name="connsiteX8" fmla="*/ 655683 w 857272"/>
              <a:gd name="connsiteY8" fmla="*/ 0 h 444162"/>
              <a:gd name="connsiteX9" fmla="*/ 593945 w 857272"/>
              <a:gd name="connsiteY9" fmla="*/ 0 h 444162"/>
              <a:gd name="connsiteX10" fmla="*/ 574868 w 857272"/>
              <a:gd name="connsiteY10" fmla="*/ 0 h 444162"/>
              <a:gd name="connsiteX11" fmla="*/ 574868 w 857272"/>
              <a:gd name="connsiteY11" fmla="*/ 0 h 444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7272" h="444162">
                <a:moveTo>
                  <a:pt x="0" y="0"/>
                </a:moveTo>
                <a:lnTo>
                  <a:pt x="0" y="444161"/>
                </a:lnTo>
                <a:lnTo>
                  <a:pt x="574867" y="444160"/>
                </a:lnTo>
                <a:lnTo>
                  <a:pt x="574868" y="444162"/>
                </a:lnTo>
                <a:lnTo>
                  <a:pt x="857272" y="444162"/>
                </a:lnTo>
                <a:lnTo>
                  <a:pt x="731572" y="222081"/>
                </a:lnTo>
                <a:lnTo>
                  <a:pt x="857271" y="1"/>
                </a:lnTo>
                <a:lnTo>
                  <a:pt x="655683" y="0"/>
                </a:lnTo>
                <a:lnTo>
                  <a:pt x="655683" y="0"/>
                </a:lnTo>
                <a:lnTo>
                  <a:pt x="593945" y="0"/>
                </a:lnTo>
                <a:lnTo>
                  <a:pt x="574868" y="0"/>
                </a:lnTo>
                <a:lnTo>
                  <a:pt x="574868" y="0"/>
                </a:ln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98" name="星 24 97">
            <a:extLst>
              <a:ext uri="{FF2B5EF4-FFF2-40B4-BE49-F238E27FC236}">
                <a16:creationId xmlns:a16="http://schemas.microsoft.com/office/drawing/2014/main" id="{B6DB4507-50EE-4451-7EA3-C35956C59E4F}"/>
              </a:ext>
            </a:extLst>
          </p:cNvPr>
          <p:cNvSpPr/>
          <p:nvPr/>
        </p:nvSpPr>
        <p:spPr>
          <a:xfrm>
            <a:off x="10263321" y="3031775"/>
            <a:ext cx="1064854" cy="1064854"/>
          </a:xfrm>
          <a:prstGeom prst="star24">
            <a:avLst>
              <a:gd name="adj" fmla="val 47910"/>
            </a:avLst>
          </a:prstGeom>
          <a:solidFill>
            <a:srgbClr val="A68B5D"/>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b="1"/>
              <a:t>第</a:t>
            </a:r>
            <a:r>
              <a:rPr kumimoji="1" lang="en-US" altLang="ja-JP" sz="2800" b="1" dirty="0"/>
              <a:t>3</a:t>
            </a:r>
            <a:r>
              <a:rPr kumimoji="1" lang="ja-JP" altLang="en-US" b="1"/>
              <a:t>位</a:t>
            </a:r>
          </a:p>
        </p:txBody>
      </p:sp>
      <p:cxnSp>
        <p:nvCxnSpPr>
          <p:cNvPr id="100" name="直線コネクタ 99">
            <a:extLst>
              <a:ext uri="{FF2B5EF4-FFF2-40B4-BE49-F238E27FC236}">
                <a16:creationId xmlns:a16="http://schemas.microsoft.com/office/drawing/2014/main" id="{D7B6DC3B-A359-C464-650D-85BD7C60A0D1}"/>
              </a:ext>
            </a:extLst>
          </p:cNvPr>
          <p:cNvCxnSpPr/>
          <p:nvPr/>
        </p:nvCxnSpPr>
        <p:spPr>
          <a:xfrm>
            <a:off x="7471738" y="3764280"/>
            <a:ext cx="729031" cy="0"/>
          </a:xfrm>
          <a:prstGeom prst="line">
            <a:avLst/>
          </a:prstGeom>
          <a:ln w="12700">
            <a:solidFill>
              <a:schemeClr val="bg1"/>
            </a:solidFill>
            <a:prstDash val="dash"/>
          </a:ln>
        </p:spPr>
        <p:style>
          <a:lnRef idx="2">
            <a:schemeClr val="accent1"/>
          </a:lnRef>
          <a:fillRef idx="0">
            <a:schemeClr val="accent1"/>
          </a:fillRef>
          <a:effectRef idx="1">
            <a:schemeClr val="accent1"/>
          </a:effectRef>
          <a:fontRef idx="minor">
            <a:schemeClr val="tx1"/>
          </a:fontRef>
        </p:style>
      </p:cxnSp>
      <p:cxnSp>
        <p:nvCxnSpPr>
          <p:cNvPr id="102" name="直線コネクタ 101">
            <a:extLst>
              <a:ext uri="{FF2B5EF4-FFF2-40B4-BE49-F238E27FC236}">
                <a16:creationId xmlns:a16="http://schemas.microsoft.com/office/drawing/2014/main" id="{080BC3D5-26D3-9121-5C51-A4BDC3CFDC07}"/>
              </a:ext>
            </a:extLst>
          </p:cNvPr>
          <p:cNvCxnSpPr/>
          <p:nvPr/>
        </p:nvCxnSpPr>
        <p:spPr>
          <a:xfrm>
            <a:off x="8950018" y="3764280"/>
            <a:ext cx="729031" cy="0"/>
          </a:xfrm>
          <a:prstGeom prst="line">
            <a:avLst/>
          </a:prstGeom>
          <a:ln w="12700">
            <a:solidFill>
              <a:schemeClr val="bg1"/>
            </a:solidFill>
            <a:prstDash val="dash"/>
          </a:ln>
        </p:spPr>
        <p:style>
          <a:lnRef idx="2">
            <a:schemeClr val="accent1"/>
          </a:lnRef>
          <a:fillRef idx="0">
            <a:schemeClr val="accent1"/>
          </a:fillRef>
          <a:effectRef idx="1">
            <a:schemeClr val="accent1"/>
          </a:effectRef>
          <a:fontRef idx="minor">
            <a:schemeClr val="tx1"/>
          </a:fontRef>
        </p:style>
      </p:cxnSp>
      <p:cxnSp>
        <p:nvCxnSpPr>
          <p:cNvPr id="104" name="直線コネクタ 103">
            <a:extLst>
              <a:ext uri="{FF2B5EF4-FFF2-40B4-BE49-F238E27FC236}">
                <a16:creationId xmlns:a16="http://schemas.microsoft.com/office/drawing/2014/main" id="{4BEDB8EE-003A-FD75-BE25-B13B4D53FEB7}"/>
              </a:ext>
            </a:extLst>
          </p:cNvPr>
          <p:cNvCxnSpPr/>
          <p:nvPr/>
        </p:nvCxnSpPr>
        <p:spPr>
          <a:xfrm>
            <a:off x="10435918" y="3764280"/>
            <a:ext cx="729031" cy="0"/>
          </a:xfrm>
          <a:prstGeom prst="line">
            <a:avLst/>
          </a:prstGeom>
          <a:ln w="12700">
            <a:solidFill>
              <a:schemeClr val="bg1"/>
            </a:solidFill>
            <a:prstDash val="dash"/>
          </a:ln>
        </p:spPr>
        <p:style>
          <a:lnRef idx="2">
            <a:schemeClr val="accent1"/>
          </a:lnRef>
          <a:fillRef idx="0">
            <a:schemeClr val="accent1"/>
          </a:fillRef>
          <a:effectRef idx="1">
            <a:schemeClr val="accent1"/>
          </a:effectRef>
          <a:fontRef idx="minor">
            <a:schemeClr val="tx1"/>
          </a:fontRef>
        </p:style>
      </p:cxnSp>
      <p:sp>
        <p:nvSpPr>
          <p:cNvPr id="106" name="テキスト ボックス 105">
            <a:extLst>
              <a:ext uri="{FF2B5EF4-FFF2-40B4-BE49-F238E27FC236}">
                <a16:creationId xmlns:a16="http://schemas.microsoft.com/office/drawing/2014/main" id="{DB0B5BDA-812B-FCAA-BC45-11C16996A98A}"/>
              </a:ext>
            </a:extLst>
          </p:cNvPr>
          <p:cNvSpPr txBox="1"/>
          <p:nvPr/>
        </p:nvSpPr>
        <p:spPr>
          <a:xfrm>
            <a:off x="10366011" y="5181104"/>
            <a:ext cx="1261884" cy="769441"/>
          </a:xfrm>
          <a:prstGeom prst="rect">
            <a:avLst/>
          </a:prstGeom>
          <a:noFill/>
        </p:spPr>
        <p:txBody>
          <a:bodyPr wrap="none" rtlCol="0">
            <a:spAutoFit/>
          </a:bodyPr>
          <a:lstStyle/>
          <a:p>
            <a:pPr algn="ctr"/>
            <a:r>
              <a:rPr kumimoji="1" lang="en-US" altLang="ja-JP" sz="4400" spc="-150">
                <a:solidFill>
                  <a:schemeClr val="tx1">
                    <a:lumMod val="75000"/>
                    <a:lumOff val="25000"/>
                  </a:schemeClr>
                </a:solidFill>
                <a:latin typeface="Arial" panose="020B0604020202020204" pitchFamily="34" charset="0"/>
                <a:cs typeface="Arial" panose="020B0604020202020204" pitchFamily="34" charset="0"/>
              </a:rPr>
              <a:t>No</a:t>
            </a:r>
            <a:r>
              <a:rPr kumimoji="1" lang="en-US" altLang="ja-JP" sz="4400" spc="-300">
                <a:solidFill>
                  <a:schemeClr val="tx1">
                    <a:lumMod val="75000"/>
                    <a:lumOff val="25000"/>
                  </a:schemeClr>
                </a:solidFill>
                <a:latin typeface="Arial" panose="020B0604020202020204" pitchFamily="34" charset="0"/>
                <a:cs typeface="Arial" panose="020B0604020202020204" pitchFamily="34" charset="0"/>
              </a:rPr>
              <a:t>.1</a:t>
            </a:r>
            <a:endParaRPr kumimoji="1" lang="ja-JP" altLang="en-US" sz="4400" spc="-300">
              <a:solidFill>
                <a:schemeClr val="tx1">
                  <a:lumMod val="75000"/>
                  <a:lumOff val="25000"/>
                </a:schemeClr>
              </a:solidFill>
              <a:latin typeface="Arial" panose="020B0604020202020204" pitchFamily="34" charset="0"/>
              <a:cs typeface="Arial" panose="020B0604020202020204" pitchFamily="34" charset="0"/>
            </a:endParaRPr>
          </a:p>
        </p:txBody>
      </p:sp>
      <p:sp>
        <p:nvSpPr>
          <p:cNvPr id="107" name="テキスト ボックス 106">
            <a:extLst>
              <a:ext uri="{FF2B5EF4-FFF2-40B4-BE49-F238E27FC236}">
                <a16:creationId xmlns:a16="http://schemas.microsoft.com/office/drawing/2014/main" id="{77827B22-7AB4-8FB8-AA3F-53062B320D38}"/>
              </a:ext>
            </a:extLst>
          </p:cNvPr>
          <p:cNvSpPr txBox="1"/>
          <p:nvPr/>
        </p:nvSpPr>
        <p:spPr>
          <a:xfrm>
            <a:off x="7772568" y="5295670"/>
            <a:ext cx="2712602" cy="615553"/>
          </a:xfrm>
          <a:prstGeom prst="rect">
            <a:avLst/>
          </a:prstGeom>
          <a:noFill/>
        </p:spPr>
        <p:txBody>
          <a:bodyPr wrap="none" rtlCol="0">
            <a:spAutoFit/>
          </a:bodyPr>
          <a:lstStyle/>
          <a:p>
            <a:pPr algn="ctr"/>
            <a:r>
              <a:rPr kumimoji="1" lang="en-US" altLang="ja-JP" sz="1950" b="1" dirty="0">
                <a:solidFill>
                  <a:schemeClr val="tx1">
                    <a:lumMod val="75000"/>
                    <a:lumOff val="25000"/>
                  </a:schemeClr>
                </a:solidFill>
                <a:latin typeface="Arial" panose="020B0604020202020204" pitchFamily="34" charset="0"/>
                <a:cs typeface="Arial" panose="020B0604020202020204" pitchFamily="34" charset="0"/>
              </a:rPr>
              <a:t>SNS</a:t>
            </a:r>
            <a:r>
              <a:rPr kumimoji="1" lang="ja-JP" altLang="en-US" sz="1950" b="1">
                <a:solidFill>
                  <a:schemeClr val="tx1">
                    <a:lumMod val="75000"/>
                    <a:lumOff val="25000"/>
                  </a:schemeClr>
                </a:solidFill>
                <a:latin typeface="Arial" panose="020B0604020202020204" pitchFamily="34" charset="0"/>
                <a:cs typeface="Arial" panose="020B0604020202020204" pitchFamily="34" charset="0"/>
              </a:rPr>
              <a:t>運用担当者が選ぶ</a:t>
            </a:r>
            <a:endParaRPr kumimoji="1" lang="en-US" altLang="ja-JP" sz="1950" b="1" dirty="0">
              <a:solidFill>
                <a:schemeClr val="tx1">
                  <a:lumMod val="75000"/>
                  <a:lumOff val="25000"/>
                </a:schemeClr>
              </a:solidFill>
              <a:latin typeface="Arial" panose="020B0604020202020204" pitchFamily="34" charset="0"/>
              <a:cs typeface="Arial" panose="020B0604020202020204" pitchFamily="34" charset="0"/>
            </a:endParaRPr>
          </a:p>
          <a:p>
            <a:pPr algn="ctr"/>
            <a:r>
              <a:rPr lang="en-US" altLang="ja-JP" sz="1400" b="1" dirty="0">
                <a:solidFill>
                  <a:schemeClr val="tx1">
                    <a:lumMod val="75000"/>
                    <a:lumOff val="25000"/>
                  </a:schemeClr>
                </a:solidFill>
                <a:latin typeface="Arial" panose="020B0604020202020204" pitchFamily="34" charset="0"/>
                <a:cs typeface="Arial" panose="020B0604020202020204" pitchFamily="34" charset="0"/>
              </a:rPr>
              <a:t>Instagram</a:t>
            </a:r>
            <a:r>
              <a:rPr lang="ja-JP" altLang="en-US" sz="1400" b="1">
                <a:solidFill>
                  <a:schemeClr val="tx1">
                    <a:lumMod val="75000"/>
                    <a:lumOff val="25000"/>
                  </a:schemeClr>
                </a:solidFill>
                <a:latin typeface="Arial" panose="020B0604020202020204" pitchFamily="34" charset="0"/>
                <a:cs typeface="Arial" panose="020B0604020202020204" pitchFamily="34" charset="0"/>
              </a:rPr>
              <a:t>分析・可視化ツール</a:t>
            </a:r>
            <a:endParaRPr kumimoji="1" lang="en-US" altLang="ja-JP" sz="1400" b="1"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08" name="フリーフォーム 107">
            <a:extLst>
              <a:ext uri="{FF2B5EF4-FFF2-40B4-BE49-F238E27FC236}">
                <a16:creationId xmlns:a16="http://schemas.microsoft.com/office/drawing/2014/main" id="{3AA01153-F00B-7AF9-9E41-951D1DCC2B49}"/>
              </a:ext>
            </a:extLst>
          </p:cNvPr>
          <p:cNvSpPr/>
          <p:nvPr/>
        </p:nvSpPr>
        <p:spPr>
          <a:xfrm flipH="1">
            <a:off x="7622519" y="5257285"/>
            <a:ext cx="194176" cy="661649"/>
          </a:xfrm>
          <a:custGeom>
            <a:avLst/>
            <a:gdLst>
              <a:gd name="connsiteX0" fmla="*/ 200080 w 583042"/>
              <a:gd name="connsiteY0" fmla="*/ 1448679 h 1986707"/>
              <a:gd name="connsiteX1" fmla="*/ 239551 w 583042"/>
              <a:gd name="connsiteY1" fmla="*/ 1509296 h 1986707"/>
              <a:gd name="connsiteX2" fmla="*/ 238611 w 583042"/>
              <a:gd name="connsiteY2" fmla="*/ 1652613 h 1986707"/>
              <a:gd name="connsiteX3" fmla="*/ 172826 w 583042"/>
              <a:gd name="connsiteY3" fmla="*/ 1569442 h 1986707"/>
              <a:gd name="connsiteX4" fmla="*/ 200080 w 583042"/>
              <a:gd name="connsiteY4" fmla="*/ 1448679 h 1986707"/>
              <a:gd name="connsiteX5" fmla="*/ 467919 w 583042"/>
              <a:gd name="connsiteY5" fmla="*/ 376854 h 1986707"/>
              <a:gd name="connsiteX6" fmla="*/ 466979 w 583042"/>
              <a:gd name="connsiteY6" fmla="*/ 475062 h 1986707"/>
              <a:gd name="connsiteX7" fmla="*/ 401194 w 583042"/>
              <a:gd name="connsiteY7" fmla="*/ 527220 h 1986707"/>
              <a:gd name="connsiteX8" fmla="*/ 426568 w 583042"/>
              <a:gd name="connsiteY8" fmla="*/ 416325 h 1986707"/>
              <a:gd name="connsiteX9" fmla="*/ 467919 w 583042"/>
              <a:gd name="connsiteY9" fmla="*/ 376854 h 1986707"/>
              <a:gd name="connsiteX10" fmla="*/ 92005 w 583042"/>
              <a:gd name="connsiteY10" fmla="*/ 0 h 1986707"/>
              <a:gd name="connsiteX11" fmla="*/ 168127 w 583042"/>
              <a:gd name="connsiteY11" fmla="*/ 27724 h 1986707"/>
              <a:gd name="connsiteX12" fmla="*/ 190212 w 583042"/>
              <a:gd name="connsiteY12" fmla="*/ 79882 h 1986707"/>
              <a:gd name="connsiteX13" fmla="*/ 219346 w 583042"/>
              <a:gd name="connsiteY13" fmla="*/ 118883 h 1986707"/>
              <a:gd name="connsiteX14" fmla="*/ 230623 w 583042"/>
              <a:gd name="connsiteY14" fmla="*/ 57327 h 1986707"/>
              <a:gd name="connsiteX15" fmla="*/ 255057 w 583042"/>
              <a:gd name="connsiteY15" fmla="*/ 23025 h 1986707"/>
              <a:gd name="connsiteX16" fmla="*/ 267745 w 583042"/>
              <a:gd name="connsiteY16" fmla="*/ 93979 h 1986707"/>
              <a:gd name="connsiteX17" fmla="*/ 232033 w 583042"/>
              <a:gd name="connsiteY17" fmla="*/ 137679 h 1986707"/>
              <a:gd name="connsiteX18" fmla="*/ 292649 w 583042"/>
              <a:gd name="connsiteY18" fmla="*/ 241525 h 1986707"/>
              <a:gd name="connsiteX19" fmla="*/ 301107 w 583042"/>
              <a:gd name="connsiteY19" fmla="*/ 163993 h 1986707"/>
              <a:gd name="connsiteX20" fmla="*/ 328361 w 583042"/>
              <a:gd name="connsiteY20" fmla="*/ 121232 h 1986707"/>
              <a:gd name="connsiteX21" fmla="*/ 348566 w 583042"/>
              <a:gd name="connsiteY21" fmla="*/ 205813 h 1986707"/>
              <a:gd name="connsiteX22" fmla="*/ 303926 w 583042"/>
              <a:gd name="connsiteY22" fmla="*/ 264080 h 1986707"/>
              <a:gd name="connsiteX23" fmla="*/ 344807 w 583042"/>
              <a:gd name="connsiteY23" fmla="*/ 359938 h 1986707"/>
              <a:gd name="connsiteX24" fmla="*/ 361723 w 583042"/>
              <a:gd name="connsiteY24" fmla="*/ 298852 h 1986707"/>
              <a:gd name="connsiteX25" fmla="*/ 393206 w 583042"/>
              <a:gd name="connsiteY25" fmla="*/ 255622 h 1986707"/>
              <a:gd name="connsiteX26" fmla="*/ 408712 w 583042"/>
              <a:gd name="connsiteY26" fmla="*/ 346311 h 1986707"/>
              <a:gd name="connsiteX27" fmla="*/ 363133 w 583042"/>
              <a:gd name="connsiteY27" fmla="*/ 401758 h 1986707"/>
              <a:gd name="connsiteX28" fmla="*/ 368302 w 583042"/>
              <a:gd name="connsiteY28" fmla="*/ 413506 h 1986707"/>
              <a:gd name="connsiteX29" fmla="*/ 364542 w 583042"/>
              <a:gd name="connsiteY29" fmla="*/ 414915 h 1986707"/>
              <a:gd name="connsiteX30" fmla="*/ 419050 w 583042"/>
              <a:gd name="connsiteY30" fmla="*/ 630596 h 1986707"/>
              <a:gd name="connsiteX31" fmla="*/ 468858 w 583042"/>
              <a:gd name="connsiteY31" fmla="*/ 564341 h 1986707"/>
              <a:gd name="connsiteX32" fmla="*/ 521486 w 583042"/>
              <a:gd name="connsiteY32" fmla="*/ 534738 h 1986707"/>
              <a:gd name="connsiteX33" fmla="*/ 494702 w 583042"/>
              <a:gd name="connsiteY33" fmla="*/ 634825 h 1986707"/>
              <a:gd name="connsiteX34" fmla="*/ 425158 w 583042"/>
              <a:gd name="connsiteY34" fmla="*/ 669597 h 1986707"/>
              <a:gd name="connsiteX35" fmla="*/ 439725 w 583042"/>
              <a:gd name="connsiteY35" fmla="*/ 809155 h 1986707"/>
              <a:gd name="connsiteX36" fmla="*/ 504100 w 583042"/>
              <a:gd name="connsiteY36" fmla="*/ 730213 h 1986707"/>
              <a:gd name="connsiteX37" fmla="*/ 560957 w 583042"/>
              <a:gd name="connsiteY37" fmla="*/ 705779 h 1986707"/>
              <a:gd name="connsiteX38" fmla="*/ 522896 w 583042"/>
              <a:gd name="connsiteY38" fmla="*/ 804926 h 1986707"/>
              <a:gd name="connsiteX39" fmla="*/ 441135 w 583042"/>
              <a:gd name="connsiteY39" fmla="*/ 833120 h 1986707"/>
              <a:gd name="connsiteX40" fmla="*/ 441605 w 583042"/>
              <a:gd name="connsiteY40" fmla="*/ 966569 h 1986707"/>
              <a:gd name="connsiteX41" fmla="*/ 521486 w 583042"/>
              <a:gd name="connsiteY41" fmla="*/ 900784 h 1986707"/>
              <a:gd name="connsiteX42" fmla="*/ 583042 w 583042"/>
              <a:gd name="connsiteY42" fmla="*/ 888097 h 1986707"/>
              <a:gd name="connsiteX43" fmla="*/ 525245 w 583042"/>
              <a:gd name="connsiteY43" fmla="*/ 979257 h 1986707"/>
              <a:gd name="connsiteX44" fmla="*/ 440665 w 583042"/>
              <a:gd name="connsiteY44" fmla="*/ 991474 h 1986707"/>
              <a:gd name="connsiteX45" fmla="*/ 436906 w 583042"/>
              <a:gd name="connsiteY45" fmla="*/ 1045981 h 1986707"/>
              <a:gd name="connsiteX46" fmla="*/ 428448 w 583042"/>
              <a:gd name="connsiteY46" fmla="*/ 1122104 h 1986707"/>
              <a:gd name="connsiteX47" fmla="*/ 500811 w 583042"/>
              <a:gd name="connsiteY47" fmla="*/ 1057729 h 1986707"/>
              <a:gd name="connsiteX48" fmla="*/ 563777 w 583042"/>
              <a:gd name="connsiteY48" fmla="*/ 1038933 h 1986707"/>
              <a:gd name="connsiteX49" fmla="*/ 511619 w 583042"/>
              <a:gd name="connsiteY49" fmla="*/ 1138550 h 1986707"/>
              <a:gd name="connsiteX50" fmla="*/ 423279 w 583042"/>
              <a:gd name="connsiteY50" fmla="*/ 1158286 h 1986707"/>
              <a:gd name="connsiteX51" fmla="*/ 401194 w 583042"/>
              <a:gd name="connsiteY51" fmla="*/ 1271530 h 1986707"/>
              <a:gd name="connsiteX52" fmla="*/ 480606 w 583042"/>
              <a:gd name="connsiteY52" fmla="*/ 1228770 h 1986707"/>
              <a:gd name="connsiteX53" fmla="*/ 547800 w 583042"/>
              <a:gd name="connsiteY53" fmla="*/ 1222191 h 1986707"/>
              <a:gd name="connsiteX54" fmla="*/ 475437 w 583042"/>
              <a:gd name="connsiteY54" fmla="*/ 1312410 h 1986707"/>
              <a:gd name="connsiteX55" fmla="*/ 390386 w 583042"/>
              <a:gd name="connsiteY55" fmla="*/ 1317109 h 1986707"/>
              <a:gd name="connsiteX56" fmla="*/ 351855 w 583042"/>
              <a:gd name="connsiteY56" fmla="*/ 1446800 h 1986707"/>
              <a:gd name="connsiteX57" fmla="*/ 443014 w 583042"/>
              <a:gd name="connsiteY57" fmla="*/ 1396051 h 1986707"/>
              <a:gd name="connsiteX58" fmla="*/ 519607 w 583042"/>
              <a:gd name="connsiteY58" fmla="*/ 1385244 h 1986707"/>
              <a:gd name="connsiteX59" fmla="*/ 439255 w 583042"/>
              <a:gd name="connsiteY59" fmla="*/ 1482512 h 1986707"/>
              <a:gd name="connsiteX60" fmla="*/ 335879 w 583042"/>
              <a:gd name="connsiteY60" fmla="*/ 1491440 h 1986707"/>
              <a:gd name="connsiteX61" fmla="*/ 287010 w 583042"/>
              <a:gd name="connsiteY61" fmla="*/ 1609853 h 1986707"/>
              <a:gd name="connsiteX62" fmla="*/ 385218 w 583042"/>
              <a:gd name="connsiteY62" fmla="*/ 1586828 h 1986707"/>
              <a:gd name="connsiteX63" fmla="*/ 456171 w 583042"/>
              <a:gd name="connsiteY63" fmla="*/ 1600455 h 1986707"/>
              <a:gd name="connsiteX64" fmla="*/ 354675 w 583042"/>
              <a:gd name="connsiteY64" fmla="*/ 1671409 h 1986707"/>
              <a:gd name="connsiteX65" fmla="*/ 266805 w 583042"/>
              <a:gd name="connsiteY65" fmla="*/ 1651673 h 1986707"/>
              <a:gd name="connsiteX66" fmla="*/ 195381 w 583042"/>
              <a:gd name="connsiteY66" fmla="*/ 1778544 h 1986707"/>
              <a:gd name="connsiteX67" fmla="*/ 319433 w 583042"/>
              <a:gd name="connsiteY67" fmla="*/ 1760688 h 1986707"/>
              <a:gd name="connsiteX68" fmla="*/ 386627 w 583042"/>
              <a:gd name="connsiteY68" fmla="*/ 1786532 h 1986707"/>
              <a:gd name="connsiteX69" fmla="*/ 274323 w 583042"/>
              <a:gd name="connsiteY69" fmla="*/ 1838690 h 1986707"/>
              <a:gd name="connsiteX70" fmla="*/ 183634 w 583042"/>
              <a:gd name="connsiteY70" fmla="*/ 1796870 h 1986707"/>
              <a:gd name="connsiteX71" fmla="*/ 125367 w 583042"/>
              <a:gd name="connsiteY71" fmla="*/ 1877692 h 1986707"/>
              <a:gd name="connsiteX72" fmla="*/ 207128 w 583042"/>
              <a:gd name="connsiteY72" fmla="*/ 1886619 h 1986707"/>
              <a:gd name="connsiteX73" fmla="*/ 276673 w 583042"/>
              <a:gd name="connsiteY73" fmla="*/ 1918572 h 1986707"/>
              <a:gd name="connsiteX74" fmla="*/ 153561 w 583042"/>
              <a:gd name="connsiteY74" fmla="*/ 1965561 h 1986707"/>
              <a:gd name="connsiteX75" fmla="*/ 78378 w 583042"/>
              <a:gd name="connsiteY75" fmla="*/ 1932199 h 1986707"/>
              <a:gd name="connsiteX76" fmla="*/ 22461 w 583042"/>
              <a:gd name="connsiteY76" fmla="*/ 1986707 h 1986707"/>
              <a:gd name="connsiteX77" fmla="*/ 1786 w 583042"/>
              <a:gd name="connsiteY77" fmla="*/ 1966501 h 1986707"/>
              <a:gd name="connsiteX78" fmla="*/ 54884 w 583042"/>
              <a:gd name="connsiteY78" fmla="*/ 1916693 h 1986707"/>
              <a:gd name="connsiteX79" fmla="*/ 846 w 583042"/>
              <a:gd name="connsiteY79" fmla="*/ 1826943 h 1986707"/>
              <a:gd name="connsiteX80" fmla="*/ 44076 w 583042"/>
              <a:gd name="connsiteY80" fmla="*/ 1702421 h 1986707"/>
              <a:gd name="connsiteX81" fmla="*/ 78378 w 583042"/>
              <a:gd name="connsiteY81" fmla="*/ 1771026 h 1986707"/>
              <a:gd name="connsiteX82" fmla="*/ 77908 w 583042"/>
              <a:gd name="connsiteY82" fmla="*/ 1893198 h 1986707"/>
              <a:gd name="connsiteX83" fmla="*/ 154501 w 583042"/>
              <a:gd name="connsiteY83" fmla="*/ 1794990 h 1986707"/>
              <a:gd name="connsiteX84" fmla="*/ 98583 w 583042"/>
              <a:gd name="connsiteY84" fmla="*/ 1719808 h 1986707"/>
              <a:gd name="connsiteX85" fmla="*/ 123958 w 583042"/>
              <a:gd name="connsiteY85" fmla="*/ 1598575 h 1986707"/>
              <a:gd name="connsiteX86" fmla="*/ 164368 w 583042"/>
              <a:gd name="connsiteY86" fmla="*/ 1658252 h 1986707"/>
              <a:gd name="connsiteX87" fmla="*/ 183164 w 583042"/>
              <a:gd name="connsiteY87" fmla="*/ 1751760 h 1986707"/>
              <a:gd name="connsiteX88" fmla="*/ 310505 w 583042"/>
              <a:gd name="connsiteY88" fmla="*/ 1494729 h 1986707"/>
              <a:gd name="connsiteX89" fmla="*/ 235792 w 583042"/>
              <a:gd name="connsiteY89" fmla="*/ 1424245 h 1986707"/>
              <a:gd name="connsiteX90" fmla="*/ 249889 w 583042"/>
              <a:gd name="connsiteY90" fmla="*/ 1305832 h 1986707"/>
              <a:gd name="connsiteX91" fmla="*/ 299227 w 583042"/>
              <a:gd name="connsiteY91" fmla="*/ 1359400 h 1986707"/>
              <a:gd name="connsiteX92" fmla="*/ 329300 w 583042"/>
              <a:gd name="connsiteY92" fmla="*/ 1442571 h 1986707"/>
              <a:gd name="connsiteX93" fmla="*/ 366892 w 583042"/>
              <a:gd name="connsiteY93" fmla="*/ 1318519 h 1986707"/>
              <a:gd name="connsiteX94" fmla="*/ 288890 w 583042"/>
              <a:gd name="connsiteY94" fmla="*/ 1262132 h 1986707"/>
              <a:gd name="connsiteX95" fmla="*/ 281841 w 583042"/>
              <a:gd name="connsiteY95" fmla="*/ 1146538 h 1986707"/>
              <a:gd name="connsiteX96" fmla="*/ 334469 w 583042"/>
              <a:gd name="connsiteY96" fmla="*/ 1189299 h 1986707"/>
              <a:gd name="connsiteX97" fmla="*/ 375350 w 583042"/>
              <a:gd name="connsiteY97" fmla="*/ 1288916 h 1986707"/>
              <a:gd name="connsiteX98" fmla="*/ 401664 w 583042"/>
              <a:gd name="connsiteY98" fmla="*/ 1160165 h 1986707"/>
              <a:gd name="connsiteX99" fmla="*/ 321782 w 583042"/>
              <a:gd name="connsiteY99" fmla="*/ 1111766 h 1986707"/>
              <a:gd name="connsiteX100" fmla="*/ 304866 w 583042"/>
              <a:gd name="connsiteY100" fmla="*/ 1000402 h 1986707"/>
              <a:gd name="connsiteX101" fmla="*/ 357964 w 583042"/>
              <a:gd name="connsiteY101" fmla="*/ 1038463 h 1986707"/>
              <a:gd name="connsiteX102" fmla="*/ 405893 w 583042"/>
              <a:gd name="connsiteY102" fmla="*/ 1129622 h 1986707"/>
              <a:gd name="connsiteX103" fmla="*/ 414821 w 583042"/>
              <a:gd name="connsiteY103" fmla="*/ 1057259 h 1986707"/>
              <a:gd name="connsiteX104" fmla="*/ 419990 w 583042"/>
              <a:gd name="connsiteY104" fmla="*/ 993823 h 1986707"/>
              <a:gd name="connsiteX105" fmla="*/ 345277 w 583042"/>
              <a:gd name="connsiteY105" fmla="*/ 959521 h 1986707"/>
              <a:gd name="connsiteX106" fmla="*/ 315204 w 583042"/>
              <a:gd name="connsiteY106" fmla="*/ 857084 h 1986707"/>
              <a:gd name="connsiteX107" fmla="*/ 370181 w 583042"/>
              <a:gd name="connsiteY107" fmla="*/ 886218 h 1986707"/>
              <a:gd name="connsiteX108" fmla="*/ 421869 w 583042"/>
              <a:gd name="connsiteY108" fmla="*/ 948713 h 1986707"/>
              <a:gd name="connsiteX109" fmla="*/ 421869 w 583042"/>
              <a:gd name="connsiteY109" fmla="*/ 841578 h 1986707"/>
              <a:gd name="connsiteX110" fmla="*/ 342458 w 583042"/>
              <a:gd name="connsiteY110" fmla="*/ 813854 h 1986707"/>
              <a:gd name="connsiteX111" fmla="*/ 303456 w 583042"/>
              <a:gd name="connsiteY111" fmla="*/ 714707 h 1986707"/>
              <a:gd name="connsiteX112" fmla="*/ 360783 w 583042"/>
              <a:gd name="connsiteY112" fmla="*/ 738671 h 1986707"/>
              <a:gd name="connsiteX113" fmla="*/ 419990 w 583042"/>
              <a:gd name="connsiteY113" fmla="*/ 801637 h 1986707"/>
              <a:gd name="connsiteX114" fmla="*/ 409182 w 583042"/>
              <a:gd name="connsiteY114" fmla="*/ 687923 h 1986707"/>
              <a:gd name="connsiteX115" fmla="*/ 329770 w 583042"/>
              <a:gd name="connsiteY115" fmla="*/ 666778 h 1986707"/>
              <a:gd name="connsiteX116" fmla="*/ 285600 w 583042"/>
              <a:gd name="connsiteY116" fmla="*/ 573269 h 1986707"/>
              <a:gd name="connsiteX117" fmla="*/ 342458 w 583042"/>
              <a:gd name="connsiteY117" fmla="*/ 592535 h 1986707"/>
              <a:gd name="connsiteX118" fmla="*/ 403073 w 583042"/>
              <a:gd name="connsiteY118" fmla="*/ 647512 h 1986707"/>
              <a:gd name="connsiteX119" fmla="*/ 382868 w 583042"/>
              <a:gd name="connsiteY119" fmla="*/ 543196 h 1986707"/>
              <a:gd name="connsiteX120" fmla="*/ 312854 w 583042"/>
              <a:gd name="connsiteY120" fmla="*/ 537087 h 1986707"/>
              <a:gd name="connsiteX121" fmla="*/ 253178 w 583042"/>
              <a:gd name="connsiteY121" fmla="*/ 459555 h 1986707"/>
              <a:gd name="connsiteX122" fmla="*/ 310035 w 583042"/>
              <a:gd name="connsiteY122" fmla="*/ 466134 h 1986707"/>
              <a:gd name="connsiteX123" fmla="*/ 372530 w 583042"/>
              <a:gd name="connsiteY123" fmla="*/ 499496 h 1986707"/>
              <a:gd name="connsiteX124" fmla="*/ 349036 w 583042"/>
              <a:gd name="connsiteY124" fmla="*/ 418205 h 1986707"/>
              <a:gd name="connsiteX125" fmla="*/ 289360 w 583042"/>
              <a:gd name="connsiteY125" fmla="*/ 411626 h 1986707"/>
              <a:gd name="connsiteX126" fmla="*/ 232972 w 583042"/>
              <a:gd name="connsiteY126" fmla="*/ 339263 h 1986707"/>
              <a:gd name="connsiteX127" fmla="*/ 286070 w 583042"/>
              <a:gd name="connsiteY127" fmla="*/ 344901 h 1986707"/>
              <a:gd name="connsiteX128" fmla="*/ 329300 w 583042"/>
              <a:gd name="connsiteY128" fmla="*/ 362287 h 1986707"/>
              <a:gd name="connsiteX129" fmla="*/ 292649 w 583042"/>
              <a:gd name="connsiteY129" fmla="*/ 274417 h 1986707"/>
              <a:gd name="connsiteX130" fmla="*/ 230623 w 583042"/>
              <a:gd name="connsiteY130" fmla="*/ 280056 h 1986707"/>
              <a:gd name="connsiteX131" fmla="*/ 166248 w 583042"/>
              <a:gd name="connsiteY131" fmla="*/ 221319 h 1986707"/>
              <a:gd name="connsiteX132" fmla="*/ 216996 w 583042"/>
              <a:gd name="connsiteY132" fmla="*/ 218500 h 1986707"/>
              <a:gd name="connsiteX133" fmla="*/ 273853 w 583042"/>
              <a:gd name="connsiteY133" fmla="*/ 235886 h 1986707"/>
              <a:gd name="connsiteX134" fmla="*/ 223105 w 583042"/>
              <a:gd name="connsiteY134" fmla="*/ 147546 h 1986707"/>
              <a:gd name="connsiteX135" fmla="*/ 168597 w 583042"/>
              <a:gd name="connsiteY135" fmla="*/ 153655 h 1986707"/>
              <a:gd name="connsiteX136" fmla="*/ 115499 w 583042"/>
              <a:gd name="connsiteY136" fmla="*/ 105256 h 1986707"/>
              <a:gd name="connsiteX137" fmla="*/ 157320 w 583042"/>
              <a:gd name="connsiteY137" fmla="*/ 102907 h 1986707"/>
              <a:gd name="connsiteX138" fmla="*/ 201020 w 583042"/>
              <a:gd name="connsiteY138" fmla="*/ 114654 h 1986707"/>
              <a:gd name="connsiteX139" fmla="*/ 185513 w 583042"/>
              <a:gd name="connsiteY139" fmla="*/ 93509 h 1986707"/>
              <a:gd name="connsiteX140" fmla="*/ 185513 w 583042"/>
              <a:gd name="connsiteY140" fmla="*/ 92569 h 1986707"/>
              <a:gd name="connsiteX141" fmla="*/ 111271 w 583042"/>
              <a:gd name="connsiteY141" fmla="*/ 42760 h 1986707"/>
              <a:gd name="connsiteX142" fmla="*/ 92005 w 583042"/>
              <a:gd name="connsiteY142" fmla="*/ 0 h 19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83042" h="1986707">
                <a:moveTo>
                  <a:pt x="200080" y="1448679"/>
                </a:moveTo>
                <a:cubicBezTo>
                  <a:pt x="200080" y="1448679"/>
                  <a:pt x="200080" y="1448679"/>
                  <a:pt x="239551" y="1509296"/>
                </a:cubicBezTo>
                <a:cubicBezTo>
                  <a:pt x="278552" y="1569912"/>
                  <a:pt x="247539" y="1640866"/>
                  <a:pt x="238611" y="1652613"/>
                </a:cubicBezTo>
                <a:cubicBezTo>
                  <a:pt x="238611" y="1652613"/>
                  <a:pt x="186453" y="1624889"/>
                  <a:pt x="172826" y="1569442"/>
                </a:cubicBezTo>
                <a:cubicBezTo>
                  <a:pt x="158730" y="1513995"/>
                  <a:pt x="200080" y="1448679"/>
                  <a:pt x="200080" y="1448679"/>
                </a:cubicBezTo>
                <a:close/>
                <a:moveTo>
                  <a:pt x="467919" y="376854"/>
                </a:moveTo>
                <a:cubicBezTo>
                  <a:pt x="467919" y="376854"/>
                  <a:pt x="487654" y="434651"/>
                  <a:pt x="466979" y="475062"/>
                </a:cubicBezTo>
                <a:cubicBezTo>
                  <a:pt x="446304" y="515472"/>
                  <a:pt x="400724" y="527220"/>
                  <a:pt x="401194" y="527220"/>
                </a:cubicBezTo>
                <a:cubicBezTo>
                  <a:pt x="396495" y="516412"/>
                  <a:pt x="385218" y="455796"/>
                  <a:pt x="426568" y="416325"/>
                </a:cubicBezTo>
                <a:cubicBezTo>
                  <a:pt x="467919" y="376854"/>
                  <a:pt x="467919" y="376854"/>
                  <a:pt x="467919" y="376854"/>
                </a:cubicBezTo>
                <a:close/>
                <a:moveTo>
                  <a:pt x="92005" y="0"/>
                </a:moveTo>
                <a:cubicBezTo>
                  <a:pt x="92005" y="0"/>
                  <a:pt x="141814" y="0"/>
                  <a:pt x="168127" y="27724"/>
                </a:cubicBezTo>
                <a:cubicBezTo>
                  <a:pt x="184104" y="44640"/>
                  <a:pt x="188803" y="66255"/>
                  <a:pt x="190212" y="79882"/>
                </a:cubicBezTo>
                <a:cubicBezTo>
                  <a:pt x="200080" y="92569"/>
                  <a:pt x="209948" y="105256"/>
                  <a:pt x="219346" y="118883"/>
                </a:cubicBezTo>
                <a:cubicBezTo>
                  <a:pt x="216056" y="101967"/>
                  <a:pt x="215587" y="78002"/>
                  <a:pt x="230623" y="57327"/>
                </a:cubicBezTo>
                <a:cubicBezTo>
                  <a:pt x="255057" y="23025"/>
                  <a:pt x="255057" y="23025"/>
                  <a:pt x="255057" y="23025"/>
                </a:cubicBezTo>
                <a:cubicBezTo>
                  <a:pt x="255057" y="23025"/>
                  <a:pt x="277142" y="62026"/>
                  <a:pt x="267745" y="93979"/>
                </a:cubicBezTo>
                <a:cubicBezTo>
                  <a:pt x="260226" y="117943"/>
                  <a:pt x="241431" y="132040"/>
                  <a:pt x="232033" y="137679"/>
                </a:cubicBezTo>
                <a:cubicBezTo>
                  <a:pt x="253648" y="169631"/>
                  <a:pt x="273853" y="204403"/>
                  <a:pt x="292649" y="241525"/>
                </a:cubicBezTo>
                <a:cubicBezTo>
                  <a:pt x="286540" y="221319"/>
                  <a:pt x="283721" y="191246"/>
                  <a:pt x="301107" y="163993"/>
                </a:cubicBezTo>
                <a:cubicBezTo>
                  <a:pt x="328361" y="121232"/>
                  <a:pt x="328361" y="121232"/>
                  <a:pt x="328361" y="121232"/>
                </a:cubicBezTo>
                <a:cubicBezTo>
                  <a:pt x="328361" y="121232"/>
                  <a:pt x="357964" y="166342"/>
                  <a:pt x="348566" y="205813"/>
                </a:cubicBezTo>
                <a:cubicBezTo>
                  <a:pt x="340108" y="241055"/>
                  <a:pt x="309565" y="260790"/>
                  <a:pt x="303926" y="264080"/>
                </a:cubicBezTo>
                <a:cubicBezTo>
                  <a:pt x="318493" y="294623"/>
                  <a:pt x="332120" y="326575"/>
                  <a:pt x="344807" y="359938"/>
                </a:cubicBezTo>
                <a:cubicBezTo>
                  <a:pt x="343867" y="341142"/>
                  <a:pt x="347156" y="318587"/>
                  <a:pt x="361723" y="298852"/>
                </a:cubicBezTo>
                <a:cubicBezTo>
                  <a:pt x="393206" y="255622"/>
                  <a:pt x="393206" y="255622"/>
                  <a:pt x="393206" y="255622"/>
                </a:cubicBezTo>
                <a:cubicBezTo>
                  <a:pt x="393206" y="255622"/>
                  <a:pt x="420929" y="305430"/>
                  <a:pt x="408712" y="346311"/>
                </a:cubicBezTo>
                <a:cubicBezTo>
                  <a:pt x="399784" y="376384"/>
                  <a:pt x="374880" y="394710"/>
                  <a:pt x="363133" y="401758"/>
                </a:cubicBezTo>
                <a:cubicBezTo>
                  <a:pt x="365952" y="406927"/>
                  <a:pt x="367832" y="411156"/>
                  <a:pt x="368302" y="413506"/>
                </a:cubicBezTo>
                <a:cubicBezTo>
                  <a:pt x="368302" y="413506"/>
                  <a:pt x="366892" y="413976"/>
                  <a:pt x="364542" y="414915"/>
                </a:cubicBezTo>
                <a:cubicBezTo>
                  <a:pt x="387567" y="483050"/>
                  <a:pt x="405893" y="555413"/>
                  <a:pt x="419050" y="630596"/>
                </a:cubicBezTo>
                <a:cubicBezTo>
                  <a:pt x="425628" y="607571"/>
                  <a:pt x="439725" y="580787"/>
                  <a:pt x="468858" y="564341"/>
                </a:cubicBezTo>
                <a:cubicBezTo>
                  <a:pt x="521486" y="534738"/>
                  <a:pt x="521486" y="534738"/>
                  <a:pt x="521486" y="534738"/>
                </a:cubicBezTo>
                <a:cubicBezTo>
                  <a:pt x="521486" y="534738"/>
                  <a:pt x="526185" y="599113"/>
                  <a:pt x="494702" y="634825"/>
                </a:cubicBezTo>
                <a:cubicBezTo>
                  <a:pt x="472617" y="659729"/>
                  <a:pt x="441605" y="667248"/>
                  <a:pt x="425158" y="669597"/>
                </a:cubicBezTo>
                <a:cubicBezTo>
                  <a:pt x="431737" y="715177"/>
                  <a:pt x="436906" y="761696"/>
                  <a:pt x="439725" y="809155"/>
                </a:cubicBezTo>
                <a:cubicBezTo>
                  <a:pt x="446773" y="784251"/>
                  <a:pt x="464630" y="747130"/>
                  <a:pt x="504100" y="730213"/>
                </a:cubicBezTo>
                <a:cubicBezTo>
                  <a:pt x="560957" y="705779"/>
                  <a:pt x="560957" y="705779"/>
                  <a:pt x="560957" y="705779"/>
                </a:cubicBezTo>
                <a:cubicBezTo>
                  <a:pt x="560957" y="705779"/>
                  <a:pt x="559548" y="771564"/>
                  <a:pt x="522896" y="804926"/>
                </a:cubicBezTo>
                <a:cubicBezTo>
                  <a:pt x="493293" y="831710"/>
                  <a:pt x="454762" y="833590"/>
                  <a:pt x="441135" y="833120"/>
                </a:cubicBezTo>
                <a:cubicBezTo>
                  <a:pt x="443014" y="877290"/>
                  <a:pt x="443484" y="921930"/>
                  <a:pt x="441605" y="966569"/>
                </a:cubicBezTo>
                <a:cubicBezTo>
                  <a:pt x="453822" y="943075"/>
                  <a:pt x="478726" y="909712"/>
                  <a:pt x="521486" y="900784"/>
                </a:cubicBezTo>
                <a:cubicBezTo>
                  <a:pt x="583042" y="888097"/>
                  <a:pt x="583042" y="888097"/>
                  <a:pt x="583042" y="888097"/>
                </a:cubicBezTo>
                <a:cubicBezTo>
                  <a:pt x="583042" y="888097"/>
                  <a:pt x="568006" y="953412"/>
                  <a:pt x="525245" y="979257"/>
                </a:cubicBezTo>
                <a:cubicBezTo>
                  <a:pt x="492353" y="998992"/>
                  <a:pt x="455701" y="994763"/>
                  <a:pt x="440665" y="991474"/>
                </a:cubicBezTo>
                <a:cubicBezTo>
                  <a:pt x="439725" y="1009800"/>
                  <a:pt x="438315" y="1027655"/>
                  <a:pt x="436906" y="1045981"/>
                </a:cubicBezTo>
                <a:cubicBezTo>
                  <a:pt x="435026" y="1071356"/>
                  <a:pt x="432207" y="1096730"/>
                  <a:pt x="428448" y="1122104"/>
                </a:cubicBezTo>
                <a:cubicBezTo>
                  <a:pt x="440665" y="1097670"/>
                  <a:pt x="463220" y="1069006"/>
                  <a:pt x="500811" y="1057729"/>
                </a:cubicBezTo>
                <a:cubicBezTo>
                  <a:pt x="563777" y="1038933"/>
                  <a:pt x="563777" y="1038933"/>
                  <a:pt x="563777" y="1038933"/>
                </a:cubicBezTo>
                <a:cubicBezTo>
                  <a:pt x="563777" y="1038933"/>
                  <a:pt x="553909" y="1108007"/>
                  <a:pt x="511619" y="1138550"/>
                </a:cubicBezTo>
                <a:cubicBezTo>
                  <a:pt x="478256" y="1162515"/>
                  <a:pt x="438315" y="1160165"/>
                  <a:pt x="423279" y="1158286"/>
                </a:cubicBezTo>
                <a:cubicBezTo>
                  <a:pt x="417170" y="1196347"/>
                  <a:pt x="409652" y="1234408"/>
                  <a:pt x="401194" y="1271530"/>
                </a:cubicBezTo>
                <a:cubicBezTo>
                  <a:pt x="418580" y="1251794"/>
                  <a:pt x="444894" y="1232059"/>
                  <a:pt x="480606" y="1228770"/>
                </a:cubicBezTo>
                <a:cubicBezTo>
                  <a:pt x="547800" y="1222191"/>
                  <a:pt x="547800" y="1222191"/>
                  <a:pt x="547800" y="1222191"/>
                </a:cubicBezTo>
                <a:cubicBezTo>
                  <a:pt x="547800" y="1222191"/>
                  <a:pt x="524306" y="1289856"/>
                  <a:pt x="475437" y="1312410"/>
                </a:cubicBezTo>
                <a:cubicBezTo>
                  <a:pt x="442545" y="1327447"/>
                  <a:pt x="408712" y="1322278"/>
                  <a:pt x="390386" y="1317109"/>
                </a:cubicBezTo>
                <a:cubicBezTo>
                  <a:pt x="379109" y="1361279"/>
                  <a:pt x="365952" y="1404509"/>
                  <a:pt x="351855" y="1446800"/>
                </a:cubicBezTo>
                <a:cubicBezTo>
                  <a:pt x="371121" y="1424715"/>
                  <a:pt x="401194" y="1401690"/>
                  <a:pt x="443014" y="1396051"/>
                </a:cubicBezTo>
                <a:cubicBezTo>
                  <a:pt x="519607" y="1385244"/>
                  <a:pt x="519607" y="1385244"/>
                  <a:pt x="519607" y="1385244"/>
                </a:cubicBezTo>
                <a:cubicBezTo>
                  <a:pt x="519607" y="1385244"/>
                  <a:pt x="494233" y="1456668"/>
                  <a:pt x="439255" y="1482512"/>
                </a:cubicBezTo>
                <a:cubicBezTo>
                  <a:pt x="397905" y="1501777"/>
                  <a:pt x="355144" y="1495669"/>
                  <a:pt x="335879" y="1491440"/>
                </a:cubicBezTo>
                <a:cubicBezTo>
                  <a:pt x="320842" y="1531850"/>
                  <a:pt x="304396" y="1571791"/>
                  <a:pt x="287010" y="1609853"/>
                </a:cubicBezTo>
                <a:cubicBezTo>
                  <a:pt x="310975" y="1593406"/>
                  <a:pt x="345277" y="1579310"/>
                  <a:pt x="385218" y="1586828"/>
                </a:cubicBezTo>
                <a:cubicBezTo>
                  <a:pt x="456171" y="1600455"/>
                  <a:pt x="456171" y="1600455"/>
                  <a:pt x="456171" y="1600455"/>
                </a:cubicBezTo>
                <a:cubicBezTo>
                  <a:pt x="456171" y="1600455"/>
                  <a:pt x="411531" y="1662951"/>
                  <a:pt x="354675" y="1671409"/>
                </a:cubicBezTo>
                <a:cubicBezTo>
                  <a:pt x="317083" y="1677047"/>
                  <a:pt x="284661" y="1662011"/>
                  <a:pt x="266805" y="1651673"/>
                </a:cubicBezTo>
                <a:cubicBezTo>
                  <a:pt x="244250" y="1696313"/>
                  <a:pt x="220286" y="1738603"/>
                  <a:pt x="195381" y="1778544"/>
                </a:cubicBezTo>
                <a:cubicBezTo>
                  <a:pt x="220286" y="1762098"/>
                  <a:pt x="268684" y="1741423"/>
                  <a:pt x="319433" y="1760688"/>
                </a:cubicBezTo>
                <a:cubicBezTo>
                  <a:pt x="386627" y="1786532"/>
                  <a:pt x="386627" y="1786532"/>
                  <a:pt x="386627" y="1786532"/>
                </a:cubicBezTo>
                <a:cubicBezTo>
                  <a:pt x="386627" y="1786532"/>
                  <a:pt x="331650" y="1840570"/>
                  <a:pt x="274323" y="1838690"/>
                </a:cubicBezTo>
                <a:cubicBezTo>
                  <a:pt x="228744" y="1837751"/>
                  <a:pt x="195381" y="1808617"/>
                  <a:pt x="183634" y="1796870"/>
                </a:cubicBezTo>
                <a:cubicBezTo>
                  <a:pt x="164838" y="1825533"/>
                  <a:pt x="145573" y="1852317"/>
                  <a:pt x="125367" y="1877692"/>
                </a:cubicBezTo>
                <a:cubicBezTo>
                  <a:pt x="150272" y="1872993"/>
                  <a:pt x="178465" y="1873463"/>
                  <a:pt x="207128" y="1886619"/>
                </a:cubicBezTo>
                <a:cubicBezTo>
                  <a:pt x="276673" y="1918572"/>
                  <a:pt x="276673" y="1918572"/>
                  <a:pt x="276673" y="1918572"/>
                </a:cubicBezTo>
                <a:cubicBezTo>
                  <a:pt x="276673" y="1918572"/>
                  <a:pt x="214177" y="1971670"/>
                  <a:pt x="153561" y="1965561"/>
                </a:cubicBezTo>
                <a:cubicBezTo>
                  <a:pt x="120668" y="1962742"/>
                  <a:pt x="95294" y="1946296"/>
                  <a:pt x="78378" y="1932199"/>
                </a:cubicBezTo>
                <a:cubicBezTo>
                  <a:pt x="60052" y="1951935"/>
                  <a:pt x="41257" y="1970260"/>
                  <a:pt x="22461" y="1986707"/>
                </a:cubicBezTo>
                <a:lnTo>
                  <a:pt x="1786" y="1966501"/>
                </a:lnTo>
                <a:cubicBezTo>
                  <a:pt x="20111" y="1951465"/>
                  <a:pt x="37497" y="1934549"/>
                  <a:pt x="54884" y="1916693"/>
                </a:cubicBezTo>
                <a:cubicBezTo>
                  <a:pt x="40787" y="1905415"/>
                  <a:pt x="6954" y="1873463"/>
                  <a:pt x="846" y="1826943"/>
                </a:cubicBezTo>
                <a:cubicBezTo>
                  <a:pt x="-7142" y="1766327"/>
                  <a:pt x="44076" y="1702421"/>
                  <a:pt x="44076" y="1702421"/>
                </a:cubicBezTo>
                <a:cubicBezTo>
                  <a:pt x="44076" y="1702421"/>
                  <a:pt x="44076" y="1702421"/>
                  <a:pt x="78378" y="1771026"/>
                </a:cubicBezTo>
                <a:cubicBezTo>
                  <a:pt x="101403" y="1816605"/>
                  <a:pt x="90595" y="1863595"/>
                  <a:pt x="77908" y="1893198"/>
                </a:cubicBezTo>
                <a:cubicBezTo>
                  <a:pt x="104222" y="1863125"/>
                  <a:pt x="130066" y="1830232"/>
                  <a:pt x="154501" y="1794990"/>
                </a:cubicBezTo>
                <a:cubicBezTo>
                  <a:pt x="138054" y="1783713"/>
                  <a:pt x="108921" y="1758809"/>
                  <a:pt x="98583" y="1719808"/>
                </a:cubicBezTo>
                <a:cubicBezTo>
                  <a:pt x="84017" y="1664360"/>
                  <a:pt x="123958" y="1598575"/>
                  <a:pt x="123958" y="1598575"/>
                </a:cubicBezTo>
                <a:cubicBezTo>
                  <a:pt x="123958" y="1598575"/>
                  <a:pt x="123958" y="1598575"/>
                  <a:pt x="164368" y="1658252"/>
                </a:cubicBezTo>
                <a:cubicBezTo>
                  <a:pt x="185983" y="1689734"/>
                  <a:pt x="187393" y="1724037"/>
                  <a:pt x="183164" y="1751760"/>
                </a:cubicBezTo>
                <a:cubicBezTo>
                  <a:pt x="232033" y="1674698"/>
                  <a:pt x="274793" y="1587768"/>
                  <a:pt x="310505" y="1494729"/>
                </a:cubicBezTo>
                <a:cubicBezTo>
                  <a:pt x="294998" y="1487681"/>
                  <a:pt x="253178" y="1466065"/>
                  <a:pt x="235792" y="1424245"/>
                </a:cubicBezTo>
                <a:cubicBezTo>
                  <a:pt x="214177" y="1372557"/>
                  <a:pt x="249889" y="1305832"/>
                  <a:pt x="249889" y="1305832"/>
                </a:cubicBezTo>
                <a:cubicBezTo>
                  <a:pt x="249889" y="1305832"/>
                  <a:pt x="249889" y="1305832"/>
                  <a:pt x="299227" y="1359400"/>
                </a:cubicBezTo>
                <a:cubicBezTo>
                  <a:pt x="323662" y="1385714"/>
                  <a:pt x="329770" y="1416727"/>
                  <a:pt x="329300" y="1442571"/>
                </a:cubicBezTo>
                <a:cubicBezTo>
                  <a:pt x="343397" y="1402160"/>
                  <a:pt x="355614" y="1360810"/>
                  <a:pt x="366892" y="1318519"/>
                </a:cubicBezTo>
                <a:cubicBezTo>
                  <a:pt x="354675" y="1315230"/>
                  <a:pt x="311915" y="1301603"/>
                  <a:pt x="288890" y="1262132"/>
                </a:cubicBezTo>
                <a:cubicBezTo>
                  <a:pt x="262106" y="1215613"/>
                  <a:pt x="281841" y="1146538"/>
                  <a:pt x="281841" y="1146538"/>
                </a:cubicBezTo>
                <a:cubicBezTo>
                  <a:pt x="281841" y="1146538"/>
                  <a:pt x="281841" y="1146538"/>
                  <a:pt x="334469" y="1189299"/>
                </a:cubicBezTo>
                <a:cubicBezTo>
                  <a:pt x="368302" y="1218432"/>
                  <a:pt x="375820" y="1260252"/>
                  <a:pt x="375350" y="1288916"/>
                </a:cubicBezTo>
                <a:cubicBezTo>
                  <a:pt x="385687" y="1246625"/>
                  <a:pt x="394615" y="1203395"/>
                  <a:pt x="401664" y="1160165"/>
                </a:cubicBezTo>
                <a:cubicBezTo>
                  <a:pt x="389447" y="1157816"/>
                  <a:pt x="347156" y="1147948"/>
                  <a:pt x="321782" y="1111766"/>
                </a:cubicBezTo>
                <a:cubicBezTo>
                  <a:pt x="291709" y="1069006"/>
                  <a:pt x="304866" y="1000402"/>
                  <a:pt x="304866" y="1000402"/>
                </a:cubicBezTo>
                <a:cubicBezTo>
                  <a:pt x="304866" y="1000402"/>
                  <a:pt x="304866" y="1000402"/>
                  <a:pt x="357964" y="1038463"/>
                </a:cubicBezTo>
                <a:cubicBezTo>
                  <a:pt x="392736" y="1063367"/>
                  <a:pt x="403544" y="1102368"/>
                  <a:pt x="405893" y="1129622"/>
                </a:cubicBezTo>
                <a:cubicBezTo>
                  <a:pt x="409182" y="1105658"/>
                  <a:pt x="412471" y="1081693"/>
                  <a:pt x="414821" y="1057259"/>
                </a:cubicBezTo>
                <a:cubicBezTo>
                  <a:pt x="417170" y="1036114"/>
                  <a:pt x="418580" y="1014968"/>
                  <a:pt x="419990" y="993823"/>
                </a:cubicBezTo>
                <a:cubicBezTo>
                  <a:pt x="403544" y="992414"/>
                  <a:pt x="369711" y="985835"/>
                  <a:pt x="345277" y="959521"/>
                </a:cubicBezTo>
                <a:cubicBezTo>
                  <a:pt x="311445" y="923339"/>
                  <a:pt x="315204" y="857084"/>
                  <a:pt x="315204" y="857084"/>
                </a:cubicBezTo>
                <a:cubicBezTo>
                  <a:pt x="315204" y="857084"/>
                  <a:pt x="315204" y="857084"/>
                  <a:pt x="370181" y="886218"/>
                </a:cubicBezTo>
                <a:cubicBezTo>
                  <a:pt x="398375" y="901254"/>
                  <a:pt x="413881" y="926159"/>
                  <a:pt x="421869" y="948713"/>
                </a:cubicBezTo>
                <a:cubicBezTo>
                  <a:pt x="423279" y="912532"/>
                  <a:pt x="423279" y="876820"/>
                  <a:pt x="421869" y="841578"/>
                </a:cubicBezTo>
                <a:cubicBezTo>
                  <a:pt x="406363" y="841578"/>
                  <a:pt x="370651" y="839229"/>
                  <a:pt x="342458" y="813854"/>
                </a:cubicBezTo>
                <a:cubicBezTo>
                  <a:pt x="305806" y="780962"/>
                  <a:pt x="303456" y="714707"/>
                  <a:pt x="303456" y="714707"/>
                </a:cubicBezTo>
                <a:cubicBezTo>
                  <a:pt x="303456" y="714707"/>
                  <a:pt x="303456" y="714707"/>
                  <a:pt x="360783" y="738671"/>
                </a:cubicBezTo>
                <a:cubicBezTo>
                  <a:pt x="392736" y="752298"/>
                  <a:pt x="410592" y="778612"/>
                  <a:pt x="419990" y="801637"/>
                </a:cubicBezTo>
                <a:cubicBezTo>
                  <a:pt x="417640" y="763106"/>
                  <a:pt x="413881" y="725045"/>
                  <a:pt x="409182" y="687923"/>
                </a:cubicBezTo>
                <a:cubicBezTo>
                  <a:pt x="394146" y="689333"/>
                  <a:pt x="358904" y="689333"/>
                  <a:pt x="329770" y="666778"/>
                </a:cubicBezTo>
                <a:cubicBezTo>
                  <a:pt x="292179" y="637175"/>
                  <a:pt x="285600" y="573269"/>
                  <a:pt x="285600" y="573269"/>
                </a:cubicBezTo>
                <a:cubicBezTo>
                  <a:pt x="285600" y="573269"/>
                  <a:pt x="285600" y="573269"/>
                  <a:pt x="342458" y="592535"/>
                </a:cubicBezTo>
                <a:cubicBezTo>
                  <a:pt x="373001" y="602872"/>
                  <a:pt x="392266" y="626367"/>
                  <a:pt x="403073" y="647512"/>
                </a:cubicBezTo>
                <a:cubicBezTo>
                  <a:pt x="397435" y="612270"/>
                  <a:pt x="390386" y="577028"/>
                  <a:pt x="382868" y="543196"/>
                </a:cubicBezTo>
                <a:cubicBezTo>
                  <a:pt x="366892" y="546955"/>
                  <a:pt x="339638" y="549775"/>
                  <a:pt x="312854" y="537087"/>
                </a:cubicBezTo>
                <a:cubicBezTo>
                  <a:pt x="271974" y="517352"/>
                  <a:pt x="253178" y="459555"/>
                  <a:pt x="253178" y="459555"/>
                </a:cubicBezTo>
                <a:cubicBezTo>
                  <a:pt x="253178" y="459555"/>
                  <a:pt x="253178" y="459555"/>
                  <a:pt x="310035" y="466134"/>
                </a:cubicBezTo>
                <a:cubicBezTo>
                  <a:pt x="337759" y="469423"/>
                  <a:pt x="358434" y="483990"/>
                  <a:pt x="372530" y="499496"/>
                </a:cubicBezTo>
                <a:cubicBezTo>
                  <a:pt x="365482" y="471772"/>
                  <a:pt x="357494" y="444519"/>
                  <a:pt x="349036" y="418205"/>
                </a:cubicBezTo>
                <a:cubicBezTo>
                  <a:pt x="333529" y="421024"/>
                  <a:pt x="310975" y="421964"/>
                  <a:pt x="289360" y="411626"/>
                </a:cubicBezTo>
                <a:cubicBezTo>
                  <a:pt x="250829" y="393300"/>
                  <a:pt x="232972" y="339263"/>
                  <a:pt x="232972" y="339263"/>
                </a:cubicBezTo>
                <a:cubicBezTo>
                  <a:pt x="232972" y="339263"/>
                  <a:pt x="232972" y="339263"/>
                  <a:pt x="286070" y="344901"/>
                </a:cubicBezTo>
                <a:cubicBezTo>
                  <a:pt x="303456" y="346781"/>
                  <a:pt x="317553" y="353829"/>
                  <a:pt x="329300" y="362287"/>
                </a:cubicBezTo>
                <a:cubicBezTo>
                  <a:pt x="318023" y="331744"/>
                  <a:pt x="305806" y="302611"/>
                  <a:pt x="292649" y="274417"/>
                </a:cubicBezTo>
                <a:cubicBezTo>
                  <a:pt x="279492" y="280526"/>
                  <a:pt x="255528" y="287104"/>
                  <a:pt x="230623" y="280056"/>
                </a:cubicBezTo>
                <a:cubicBezTo>
                  <a:pt x="191622" y="269249"/>
                  <a:pt x="166248" y="221319"/>
                  <a:pt x="166248" y="221319"/>
                </a:cubicBezTo>
                <a:cubicBezTo>
                  <a:pt x="166248" y="221319"/>
                  <a:pt x="166248" y="221319"/>
                  <a:pt x="216996" y="218500"/>
                </a:cubicBezTo>
                <a:cubicBezTo>
                  <a:pt x="240021" y="217090"/>
                  <a:pt x="259287" y="225549"/>
                  <a:pt x="273853" y="235886"/>
                </a:cubicBezTo>
                <a:cubicBezTo>
                  <a:pt x="257877" y="204403"/>
                  <a:pt x="240961" y="175270"/>
                  <a:pt x="223105" y="147546"/>
                </a:cubicBezTo>
                <a:cubicBezTo>
                  <a:pt x="212767" y="152715"/>
                  <a:pt x="191622" y="160233"/>
                  <a:pt x="168597" y="153655"/>
                </a:cubicBezTo>
                <a:cubicBezTo>
                  <a:pt x="136645" y="144727"/>
                  <a:pt x="115499" y="105256"/>
                  <a:pt x="115499" y="105256"/>
                </a:cubicBezTo>
                <a:cubicBezTo>
                  <a:pt x="115499" y="105256"/>
                  <a:pt x="115499" y="105256"/>
                  <a:pt x="157320" y="102907"/>
                </a:cubicBezTo>
                <a:cubicBezTo>
                  <a:pt x="174706" y="101497"/>
                  <a:pt x="189273" y="107136"/>
                  <a:pt x="201020" y="114654"/>
                </a:cubicBezTo>
                <a:cubicBezTo>
                  <a:pt x="195851" y="107605"/>
                  <a:pt x="190682" y="100557"/>
                  <a:pt x="185513" y="93509"/>
                </a:cubicBezTo>
                <a:lnTo>
                  <a:pt x="185513" y="92569"/>
                </a:lnTo>
                <a:cubicBezTo>
                  <a:pt x="170007" y="91629"/>
                  <a:pt x="128657" y="80822"/>
                  <a:pt x="111271" y="42760"/>
                </a:cubicBezTo>
                <a:cubicBezTo>
                  <a:pt x="92005" y="0"/>
                  <a:pt x="92005" y="0"/>
                  <a:pt x="92005" y="0"/>
                </a:cubicBez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09" name="フリーフォーム 108">
            <a:extLst>
              <a:ext uri="{FF2B5EF4-FFF2-40B4-BE49-F238E27FC236}">
                <a16:creationId xmlns:a16="http://schemas.microsoft.com/office/drawing/2014/main" id="{1101DAD6-2CAD-3C80-9345-DC152C222417}"/>
              </a:ext>
            </a:extLst>
          </p:cNvPr>
          <p:cNvSpPr/>
          <p:nvPr/>
        </p:nvSpPr>
        <p:spPr>
          <a:xfrm>
            <a:off x="11578569" y="5257285"/>
            <a:ext cx="194176" cy="661649"/>
          </a:xfrm>
          <a:custGeom>
            <a:avLst/>
            <a:gdLst>
              <a:gd name="connsiteX0" fmla="*/ 200080 w 583042"/>
              <a:gd name="connsiteY0" fmla="*/ 1448679 h 1986707"/>
              <a:gd name="connsiteX1" fmla="*/ 239551 w 583042"/>
              <a:gd name="connsiteY1" fmla="*/ 1509296 h 1986707"/>
              <a:gd name="connsiteX2" fmla="*/ 238611 w 583042"/>
              <a:gd name="connsiteY2" fmla="*/ 1652613 h 1986707"/>
              <a:gd name="connsiteX3" fmla="*/ 172826 w 583042"/>
              <a:gd name="connsiteY3" fmla="*/ 1569442 h 1986707"/>
              <a:gd name="connsiteX4" fmla="*/ 200080 w 583042"/>
              <a:gd name="connsiteY4" fmla="*/ 1448679 h 1986707"/>
              <a:gd name="connsiteX5" fmla="*/ 467919 w 583042"/>
              <a:gd name="connsiteY5" fmla="*/ 376854 h 1986707"/>
              <a:gd name="connsiteX6" fmla="*/ 466979 w 583042"/>
              <a:gd name="connsiteY6" fmla="*/ 475062 h 1986707"/>
              <a:gd name="connsiteX7" fmla="*/ 401194 w 583042"/>
              <a:gd name="connsiteY7" fmla="*/ 527220 h 1986707"/>
              <a:gd name="connsiteX8" fmla="*/ 426568 w 583042"/>
              <a:gd name="connsiteY8" fmla="*/ 416325 h 1986707"/>
              <a:gd name="connsiteX9" fmla="*/ 467919 w 583042"/>
              <a:gd name="connsiteY9" fmla="*/ 376854 h 1986707"/>
              <a:gd name="connsiteX10" fmla="*/ 92005 w 583042"/>
              <a:gd name="connsiteY10" fmla="*/ 0 h 1986707"/>
              <a:gd name="connsiteX11" fmla="*/ 168127 w 583042"/>
              <a:gd name="connsiteY11" fmla="*/ 27724 h 1986707"/>
              <a:gd name="connsiteX12" fmla="*/ 190212 w 583042"/>
              <a:gd name="connsiteY12" fmla="*/ 79882 h 1986707"/>
              <a:gd name="connsiteX13" fmla="*/ 219346 w 583042"/>
              <a:gd name="connsiteY13" fmla="*/ 118883 h 1986707"/>
              <a:gd name="connsiteX14" fmla="*/ 230623 w 583042"/>
              <a:gd name="connsiteY14" fmla="*/ 57327 h 1986707"/>
              <a:gd name="connsiteX15" fmla="*/ 255057 w 583042"/>
              <a:gd name="connsiteY15" fmla="*/ 23025 h 1986707"/>
              <a:gd name="connsiteX16" fmla="*/ 267745 w 583042"/>
              <a:gd name="connsiteY16" fmla="*/ 93979 h 1986707"/>
              <a:gd name="connsiteX17" fmla="*/ 232033 w 583042"/>
              <a:gd name="connsiteY17" fmla="*/ 137679 h 1986707"/>
              <a:gd name="connsiteX18" fmla="*/ 292649 w 583042"/>
              <a:gd name="connsiteY18" fmla="*/ 241525 h 1986707"/>
              <a:gd name="connsiteX19" fmla="*/ 301107 w 583042"/>
              <a:gd name="connsiteY19" fmla="*/ 163993 h 1986707"/>
              <a:gd name="connsiteX20" fmla="*/ 328361 w 583042"/>
              <a:gd name="connsiteY20" fmla="*/ 121232 h 1986707"/>
              <a:gd name="connsiteX21" fmla="*/ 348566 w 583042"/>
              <a:gd name="connsiteY21" fmla="*/ 205813 h 1986707"/>
              <a:gd name="connsiteX22" fmla="*/ 303926 w 583042"/>
              <a:gd name="connsiteY22" fmla="*/ 264080 h 1986707"/>
              <a:gd name="connsiteX23" fmla="*/ 344807 w 583042"/>
              <a:gd name="connsiteY23" fmla="*/ 359938 h 1986707"/>
              <a:gd name="connsiteX24" fmla="*/ 361723 w 583042"/>
              <a:gd name="connsiteY24" fmla="*/ 298852 h 1986707"/>
              <a:gd name="connsiteX25" fmla="*/ 393206 w 583042"/>
              <a:gd name="connsiteY25" fmla="*/ 255622 h 1986707"/>
              <a:gd name="connsiteX26" fmla="*/ 408712 w 583042"/>
              <a:gd name="connsiteY26" fmla="*/ 346311 h 1986707"/>
              <a:gd name="connsiteX27" fmla="*/ 363133 w 583042"/>
              <a:gd name="connsiteY27" fmla="*/ 401758 h 1986707"/>
              <a:gd name="connsiteX28" fmla="*/ 368302 w 583042"/>
              <a:gd name="connsiteY28" fmla="*/ 413506 h 1986707"/>
              <a:gd name="connsiteX29" fmla="*/ 364542 w 583042"/>
              <a:gd name="connsiteY29" fmla="*/ 414915 h 1986707"/>
              <a:gd name="connsiteX30" fmla="*/ 419050 w 583042"/>
              <a:gd name="connsiteY30" fmla="*/ 630596 h 1986707"/>
              <a:gd name="connsiteX31" fmla="*/ 468858 w 583042"/>
              <a:gd name="connsiteY31" fmla="*/ 564341 h 1986707"/>
              <a:gd name="connsiteX32" fmla="*/ 521486 w 583042"/>
              <a:gd name="connsiteY32" fmla="*/ 534738 h 1986707"/>
              <a:gd name="connsiteX33" fmla="*/ 494702 w 583042"/>
              <a:gd name="connsiteY33" fmla="*/ 634825 h 1986707"/>
              <a:gd name="connsiteX34" fmla="*/ 425158 w 583042"/>
              <a:gd name="connsiteY34" fmla="*/ 669597 h 1986707"/>
              <a:gd name="connsiteX35" fmla="*/ 439725 w 583042"/>
              <a:gd name="connsiteY35" fmla="*/ 809155 h 1986707"/>
              <a:gd name="connsiteX36" fmla="*/ 504100 w 583042"/>
              <a:gd name="connsiteY36" fmla="*/ 730213 h 1986707"/>
              <a:gd name="connsiteX37" fmla="*/ 560957 w 583042"/>
              <a:gd name="connsiteY37" fmla="*/ 705779 h 1986707"/>
              <a:gd name="connsiteX38" fmla="*/ 522896 w 583042"/>
              <a:gd name="connsiteY38" fmla="*/ 804926 h 1986707"/>
              <a:gd name="connsiteX39" fmla="*/ 441135 w 583042"/>
              <a:gd name="connsiteY39" fmla="*/ 833120 h 1986707"/>
              <a:gd name="connsiteX40" fmla="*/ 441605 w 583042"/>
              <a:gd name="connsiteY40" fmla="*/ 966569 h 1986707"/>
              <a:gd name="connsiteX41" fmla="*/ 521486 w 583042"/>
              <a:gd name="connsiteY41" fmla="*/ 900784 h 1986707"/>
              <a:gd name="connsiteX42" fmla="*/ 583042 w 583042"/>
              <a:gd name="connsiteY42" fmla="*/ 888097 h 1986707"/>
              <a:gd name="connsiteX43" fmla="*/ 525245 w 583042"/>
              <a:gd name="connsiteY43" fmla="*/ 979257 h 1986707"/>
              <a:gd name="connsiteX44" fmla="*/ 440665 w 583042"/>
              <a:gd name="connsiteY44" fmla="*/ 991474 h 1986707"/>
              <a:gd name="connsiteX45" fmla="*/ 436906 w 583042"/>
              <a:gd name="connsiteY45" fmla="*/ 1045981 h 1986707"/>
              <a:gd name="connsiteX46" fmla="*/ 428448 w 583042"/>
              <a:gd name="connsiteY46" fmla="*/ 1122104 h 1986707"/>
              <a:gd name="connsiteX47" fmla="*/ 500811 w 583042"/>
              <a:gd name="connsiteY47" fmla="*/ 1057729 h 1986707"/>
              <a:gd name="connsiteX48" fmla="*/ 563777 w 583042"/>
              <a:gd name="connsiteY48" fmla="*/ 1038933 h 1986707"/>
              <a:gd name="connsiteX49" fmla="*/ 511619 w 583042"/>
              <a:gd name="connsiteY49" fmla="*/ 1138550 h 1986707"/>
              <a:gd name="connsiteX50" fmla="*/ 423279 w 583042"/>
              <a:gd name="connsiteY50" fmla="*/ 1158286 h 1986707"/>
              <a:gd name="connsiteX51" fmla="*/ 401194 w 583042"/>
              <a:gd name="connsiteY51" fmla="*/ 1271530 h 1986707"/>
              <a:gd name="connsiteX52" fmla="*/ 480606 w 583042"/>
              <a:gd name="connsiteY52" fmla="*/ 1228770 h 1986707"/>
              <a:gd name="connsiteX53" fmla="*/ 547800 w 583042"/>
              <a:gd name="connsiteY53" fmla="*/ 1222191 h 1986707"/>
              <a:gd name="connsiteX54" fmla="*/ 475437 w 583042"/>
              <a:gd name="connsiteY54" fmla="*/ 1312410 h 1986707"/>
              <a:gd name="connsiteX55" fmla="*/ 390386 w 583042"/>
              <a:gd name="connsiteY55" fmla="*/ 1317109 h 1986707"/>
              <a:gd name="connsiteX56" fmla="*/ 351855 w 583042"/>
              <a:gd name="connsiteY56" fmla="*/ 1446800 h 1986707"/>
              <a:gd name="connsiteX57" fmla="*/ 443014 w 583042"/>
              <a:gd name="connsiteY57" fmla="*/ 1396051 h 1986707"/>
              <a:gd name="connsiteX58" fmla="*/ 519607 w 583042"/>
              <a:gd name="connsiteY58" fmla="*/ 1385244 h 1986707"/>
              <a:gd name="connsiteX59" fmla="*/ 439255 w 583042"/>
              <a:gd name="connsiteY59" fmla="*/ 1482512 h 1986707"/>
              <a:gd name="connsiteX60" fmla="*/ 335879 w 583042"/>
              <a:gd name="connsiteY60" fmla="*/ 1491440 h 1986707"/>
              <a:gd name="connsiteX61" fmla="*/ 287010 w 583042"/>
              <a:gd name="connsiteY61" fmla="*/ 1609853 h 1986707"/>
              <a:gd name="connsiteX62" fmla="*/ 385218 w 583042"/>
              <a:gd name="connsiteY62" fmla="*/ 1586828 h 1986707"/>
              <a:gd name="connsiteX63" fmla="*/ 456171 w 583042"/>
              <a:gd name="connsiteY63" fmla="*/ 1600455 h 1986707"/>
              <a:gd name="connsiteX64" fmla="*/ 354675 w 583042"/>
              <a:gd name="connsiteY64" fmla="*/ 1671409 h 1986707"/>
              <a:gd name="connsiteX65" fmla="*/ 266805 w 583042"/>
              <a:gd name="connsiteY65" fmla="*/ 1651673 h 1986707"/>
              <a:gd name="connsiteX66" fmla="*/ 195381 w 583042"/>
              <a:gd name="connsiteY66" fmla="*/ 1778544 h 1986707"/>
              <a:gd name="connsiteX67" fmla="*/ 319433 w 583042"/>
              <a:gd name="connsiteY67" fmla="*/ 1760688 h 1986707"/>
              <a:gd name="connsiteX68" fmla="*/ 386627 w 583042"/>
              <a:gd name="connsiteY68" fmla="*/ 1786532 h 1986707"/>
              <a:gd name="connsiteX69" fmla="*/ 274323 w 583042"/>
              <a:gd name="connsiteY69" fmla="*/ 1838690 h 1986707"/>
              <a:gd name="connsiteX70" fmla="*/ 183634 w 583042"/>
              <a:gd name="connsiteY70" fmla="*/ 1796870 h 1986707"/>
              <a:gd name="connsiteX71" fmla="*/ 125367 w 583042"/>
              <a:gd name="connsiteY71" fmla="*/ 1877692 h 1986707"/>
              <a:gd name="connsiteX72" fmla="*/ 207128 w 583042"/>
              <a:gd name="connsiteY72" fmla="*/ 1886619 h 1986707"/>
              <a:gd name="connsiteX73" fmla="*/ 276673 w 583042"/>
              <a:gd name="connsiteY73" fmla="*/ 1918572 h 1986707"/>
              <a:gd name="connsiteX74" fmla="*/ 153561 w 583042"/>
              <a:gd name="connsiteY74" fmla="*/ 1965561 h 1986707"/>
              <a:gd name="connsiteX75" fmla="*/ 78378 w 583042"/>
              <a:gd name="connsiteY75" fmla="*/ 1932199 h 1986707"/>
              <a:gd name="connsiteX76" fmla="*/ 22461 w 583042"/>
              <a:gd name="connsiteY76" fmla="*/ 1986707 h 1986707"/>
              <a:gd name="connsiteX77" fmla="*/ 1786 w 583042"/>
              <a:gd name="connsiteY77" fmla="*/ 1966501 h 1986707"/>
              <a:gd name="connsiteX78" fmla="*/ 54884 w 583042"/>
              <a:gd name="connsiteY78" fmla="*/ 1916693 h 1986707"/>
              <a:gd name="connsiteX79" fmla="*/ 846 w 583042"/>
              <a:gd name="connsiteY79" fmla="*/ 1826943 h 1986707"/>
              <a:gd name="connsiteX80" fmla="*/ 44076 w 583042"/>
              <a:gd name="connsiteY80" fmla="*/ 1702421 h 1986707"/>
              <a:gd name="connsiteX81" fmla="*/ 78378 w 583042"/>
              <a:gd name="connsiteY81" fmla="*/ 1771026 h 1986707"/>
              <a:gd name="connsiteX82" fmla="*/ 77908 w 583042"/>
              <a:gd name="connsiteY82" fmla="*/ 1893198 h 1986707"/>
              <a:gd name="connsiteX83" fmla="*/ 154501 w 583042"/>
              <a:gd name="connsiteY83" fmla="*/ 1794990 h 1986707"/>
              <a:gd name="connsiteX84" fmla="*/ 98583 w 583042"/>
              <a:gd name="connsiteY84" fmla="*/ 1719808 h 1986707"/>
              <a:gd name="connsiteX85" fmla="*/ 123958 w 583042"/>
              <a:gd name="connsiteY85" fmla="*/ 1598575 h 1986707"/>
              <a:gd name="connsiteX86" fmla="*/ 164368 w 583042"/>
              <a:gd name="connsiteY86" fmla="*/ 1658252 h 1986707"/>
              <a:gd name="connsiteX87" fmla="*/ 183164 w 583042"/>
              <a:gd name="connsiteY87" fmla="*/ 1751760 h 1986707"/>
              <a:gd name="connsiteX88" fmla="*/ 310505 w 583042"/>
              <a:gd name="connsiteY88" fmla="*/ 1494729 h 1986707"/>
              <a:gd name="connsiteX89" fmla="*/ 235792 w 583042"/>
              <a:gd name="connsiteY89" fmla="*/ 1424245 h 1986707"/>
              <a:gd name="connsiteX90" fmla="*/ 249889 w 583042"/>
              <a:gd name="connsiteY90" fmla="*/ 1305832 h 1986707"/>
              <a:gd name="connsiteX91" fmla="*/ 299227 w 583042"/>
              <a:gd name="connsiteY91" fmla="*/ 1359400 h 1986707"/>
              <a:gd name="connsiteX92" fmla="*/ 329300 w 583042"/>
              <a:gd name="connsiteY92" fmla="*/ 1442571 h 1986707"/>
              <a:gd name="connsiteX93" fmla="*/ 366892 w 583042"/>
              <a:gd name="connsiteY93" fmla="*/ 1318519 h 1986707"/>
              <a:gd name="connsiteX94" fmla="*/ 288890 w 583042"/>
              <a:gd name="connsiteY94" fmla="*/ 1262132 h 1986707"/>
              <a:gd name="connsiteX95" fmla="*/ 281841 w 583042"/>
              <a:gd name="connsiteY95" fmla="*/ 1146538 h 1986707"/>
              <a:gd name="connsiteX96" fmla="*/ 334469 w 583042"/>
              <a:gd name="connsiteY96" fmla="*/ 1189299 h 1986707"/>
              <a:gd name="connsiteX97" fmla="*/ 375350 w 583042"/>
              <a:gd name="connsiteY97" fmla="*/ 1288916 h 1986707"/>
              <a:gd name="connsiteX98" fmla="*/ 401664 w 583042"/>
              <a:gd name="connsiteY98" fmla="*/ 1160165 h 1986707"/>
              <a:gd name="connsiteX99" fmla="*/ 321782 w 583042"/>
              <a:gd name="connsiteY99" fmla="*/ 1111766 h 1986707"/>
              <a:gd name="connsiteX100" fmla="*/ 304866 w 583042"/>
              <a:gd name="connsiteY100" fmla="*/ 1000402 h 1986707"/>
              <a:gd name="connsiteX101" fmla="*/ 357964 w 583042"/>
              <a:gd name="connsiteY101" fmla="*/ 1038463 h 1986707"/>
              <a:gd name="connsiteX102" fmla="*/ 405893 w 583042"/>
              <a:gd name="connsiteY102" fmla="*/ 1129622 h 1986707"/>
              <a:gd name="connsiteX103" fmla="*/ 414821 w 583042"/>
              <a:gd name="connsiteY103" fmla="*/ 1057259 h 1986707"/>
              <a:gd name="connsiteX104" fmla="*/ 419990 w 583042"/>
              <a:gd name="connsiteY104" fmla="*/ 993823 h 1986707"/>
              <a:gd name="connsiteX105" fmla="*/ 345277 w 583042"/>
              <a:gd name="connsiteY105" fmla="*/ 959521 h 1986707"/>
              <a:gd name="connsiteX106" fmla="*/ 315204 w 583042"/>
              <a:gd name="connsiteY106" fmla="*/ 857084 h 1986707"/>
              <a:gd name="connsiteX107" fmla="*/ 370181 w 583042"/>
              <a:gd name="connsiteY107" fmla="*/ 886218 h 1986707"/>
              <a:gd name="connsiteX108" fmla="*/ 421869 w 583042"/>
              <a:gd name="connsiteY108" fmla="*/ 948713 h 1986707"/>
              <a:gd name="connsiteX109" fmla="*/ 421869 w 583042"/>
              <a:gd name="connsiteY109" fmla="*/ 841578 h 1986707"/>
              <a:gd name="connsiteX110" fmla="*/ 342458 w 583042"/>
              <a:gd name="connsiteY110" fmla="*/ 813854 h 1986707"/>
              <a:gd name="connsiteX111" fmla="*/ 303456 w 583042"/>
              <a:gd name="connsiteY111" fmla="*/ 714707 h 1986707"/>
              <a:gd name="connsiteX112" fmla="*/ 360783 w 583042"/>
              <a:gd name="connsiteY112" fmla="*/ 738671 h 1986707"/>
              <a:gd name="connsiteX113" fmla="*/ 419990 w 583042"/>
              <a:gd name="connsiteY113" fmla="*/ 801637 h 1986707"/>
              <a:gd name="connsiteX114" fmla="*/ 409182 w 583042"/>
              <a:gd name="connsiteY114" fmla="*/ 687923 h 1986707"/>
              <a:gd name="connsiteX115" fmla="*/ 329770 w 583042"/>
              <a:gd name="connsiteY115" fmla="*/ 666778 h 1986707"/>
              <a:gd name="connsiteX116" fmla="*/ 285600 w 583042"/>
              <a:gd name="connsiteY116" fmla="*/ 573269 h 1986707"/>
              <a:gd name="connsiteX117" fmla="*/ 342458 w 583042"/>
              <a:gd name="connsiteY117" fmla="*/ 592535 h 1986707"/>
              <a:gd name="connsiteX118" fmla="*/ 403073 w 583042"/>
              <a:gd name="connsiteY118" fmla="*/ 647512 h 1986707"/>
              <a:gd name="connsiteX119" fmla="*/ 382868 w 583042"/>
              <a:gd name="connsiteY119" fmla="*/ 543196 h 1986707"/>
              <a:gd name="connsiteX120" fmla="*/ 312854 w 583042"/>
              <a:gd name="connsiteY120" fmla="*/ 537087 h 1986707"/>
              <a:gd name="connsiteX121" fmla="*/ 253178 w 583042"/>
              <a:gd name="connsiteY121" fmla="*/ 459555 h 1986707"/>
              <a:gd name="connsiteX122" fmla="*/ 310035 w 583042"/>
              <a:gd name="connsiteY122" fmla="*/ 466134 h 1986707"/>
              <a:gd name="connsiteX123" fmla="*/ 372530 w 583042"/>
              <a:gd name="connsiteY123" fmla="*/ 499496 h 1986707"/>
              <a:gd name="connsiteX124" fmla="*/ 349036 w 583042"/>
              <a:gd name="connsiteY124" fmla="*/ 418205 h 1986707"/>
              <a:gd name="connsiteX125" fmla="*/ 289360 w 583042"/>
              <a:gd name="connsiteY125" fmla="*/ 411626 h 1986707"/>
              <a:gd name="connsiteX126" fmla="*/ 232972 w 583042"/>
              <a:gd name="connsiteY126" fmla="*/ 339263 h 1986707"/>
              <a:gd name="connsiteX127" fmla="*/ 286070 w 583042"/>
              <a:gd name="connsiteY127" fmla="*/ 344901 h 1986707"/>
              <a:gd name="connsiteX128" fmla="*/ 329300 w 583042"/>
              <a:gd name="connsiteY128" fmla="*/ 362287 h 1986707"/>
              <a:gd name="connsiteX129" fmla="*/ 292649 w 583042"/>
              <a:gd name="connsiteY129" fmla="*/ 274417 h 1986707"/>
              <a:gd name="connsiteX130" fmla="*/ 230623 w 583042"/>
              <a:gd name="connsiteY130" fmla="*/ 280056 h 1986707"/>
              <a:gd name="connsiteX131" fmla="*/ 166248 w 583042"/>
              <a:gd name="connsiteY131" fmla="*/ 221319 h 1986707"/>
              <a:gd name="connsiteX132" fmla="*/ 216996 w 583042"/>
              <a:gd name="connsiteY132" fmla="*/ 218500 h 1986707"/>
              <a:gd name="connsiteX133" fmla="*/ 273853 w 583042"/>
              <a:gd name="connsiteY133" fmla="*/ 235886 h 1986707"/>
              <a:gd name="connsiteX134" fmla="*/ 223105 w 583042"/>
              <a:gd name="connsiteY134" fmla="*/ 147546 h 1986707"/>
              <a:gd name="connsiteX135" fmla="*/ 168597 w 583042"/>
              <a:gd name="connsiteY135" fmla="*/ 153655 h 1986707"/>
              <a:gd name="connsiteX136" fmla="*/ 115499 w 583042"/>
              <a:gd name="connsiteY136" fmla="*/ 105256 h 1986707"/>
              <a:gd name="connsiteX137" fmla="*/ 157320 w 583042"/>
              <a:gd name="connsiteY137" fmla="*/ 102907 h 1986707"/>
              <a:gd name="connsiteX138" fmla="*/ 201020 w 583042"/>
              <a:gd name="connsiteY138" fmla="*/ 114654 h 1986707"/>
              <a:gd name="connsiteX139" fmla="*/ 185513 w 583042"/>
              <a:gd name="connsiteY139" fmla="*/ 93509 h 1986707"/>
              <a:gd name="connsiteX140" fmla="*/ 185513 w 583042"/>
              <a:gd name="connsiteY140" fmla="*/ 92569 h 1986707"/>
              <a:gd name="connsiteX141" fmla="*/ 111271 w 583042"/>
              <a:gd name="connsiteY141" fmla="*/ 42760 h 1986707"/>
              <a:gd name="connsiteX142" fmla="*/ 92005 w 583042"/>
              <a:gd name="connsiteY142" fmla="*/ 0 h 198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583042" h="1986707">
                <a:moveTo>
                  <a:pt x="200080" y="1448679"/>
                </a:moveTo>
                <a:cubicBezTo>
                  <a:pt x="200080" y="1448679"/>
                  <a:pt x="200080" y="1448679"/>
                  <a:pt x="239551" y="1509296"/>
                </a:cubicBezTo>
                <a:cubicBezTo>
                  <a:pt x="278552" y="1569912"/>
                  <a:pt x="247539" y="1640866"/>
                  <a:pt x="238611" y="1652613"/>
                </a:cubicBezTo>
                <a:cubicBezTo>
                  <a:pt x="238611" y="1652613"/>
                  <a:pt x="186453" y="1624889"/>
                  <a:pt x="172826" y="1569442"/>
                </a:cubicBezTo>
                <a:cubicBezTo>
                  <a:pt x="158730" y="1513995"/>
                  <a:pt x="200080" y="1448679"/>
                  <a:pt x="200080" y="1448679"/>
                </a:cubicBezTo>
                <a:close/>
                <a:moveTo>
                  <a:pt x="467919" y="376854"/>
                </a:moveTo>
                <a:cubicBezTo>
                  <a:pt x="467919" y="376854"/>
                  <a:pt x="487654" y="434651"/>
                  <a:pt x="466979" y="475062"/>
                </a:cubicBezTo>
                <a:cubicBezTo>
                  <a:pt x="446304" y="515472"/>
                  <a:pt x="400724" y="527220"/>
                  <a:pt x="401194" y="527220"/>
                </a:cubicBezTo>
                <a:cubicBezTo>
                  <a:pt x="396495" y="516412"/>
                  <a:pt x="385218" y="455796"/>
                  <a:pt x="426568" y="416325"/>
                </a:cubicBezTo>
                <a:cubicBezTo>
                  <a:pt x="467919" y="376854"/>
                  <a:pt x="467919" y="376854"/>
                  <a:pt x="467919" y="376854"/>
                </a:cubicBezTo>
                <a:close/>
                <a:moveTo>
                  <a:pt x="92005" y="0"/>
                </a:moveTo>
                <a:cubicBezTo>
                  <a:pt x="92005" y="0"/>
                  <a:pt x="141814" y="0"/>
                  <a:pt x="168127" y="27724"/>
                </a:cubicBezTo>
                <a:cubicBezTo>
                  <a:pt x="184104" y="44640"/>
                  <a:pt x="188803" y="66255"/>
                  <a:pt x="190212" y="79882"/>
                </a:cubicBezTo>
                <a:cubicBezTo>
                  <a:pt x="200080" y="92569"/>
                  <a:pt x="209948" y="105256"/>
                  <a:pt x="219346" y="118883"/>
                </a:cubicBezTo>
                <a:cubicBezTo>
                  <a:pt x="216056" y="101967"/>
                  <a:pt x="215587" y="78002"/>
                  <a:pt x="230623" y="57327"/>
                </a:cubicBezTo>
                <a:cubicBezTo>
                  <a:pt x="255057" y="23025"/>
                  <a:pt x="255057" y="23025"/>
                  <a:pt x="255057" y="23025"/>
                </a:cubicBezTo>
                <a:cubicBezTo>
                  <a:pt x="255057" y="23025"/>
                  <a:pt x="277142" y="62026"/>
                  <a:pt x="267745" y="93979"/>
                </a:cubicBezTo>
                <a:cubicBezTo>
                  <a:pt x="260226" y="117943"/>
                  <a:pt x="241431" y="132040"/>
                  <a:pt x="232033" y="137679"/>
                </a:cubicBezTo>
                <a:cubicBezTo>
                  <a:pt x="253648" y="169631"/>
                  <a:pt x="273853" y="204403"/>
                  <a:pt x="292649" y="241525"/>
                </a:cubicBezTo>
                <a:cubicBezTo>
                  <a:pt x="286540" y="221319"/>
                  <a:pt x="283721" y="191246"/>
                  <a:pt x="301107" y="163993"/>
                </a:cubicBezTo>
                <a:cubicBezTo>
                  <a:pt x="328361" y="121232"/>
                  <a:pt x="328361" y="121232"/>
                  <a:pt x="328361" y="121232"/>
                </a:cubicBezTo>
                <a:cubicBezTo>
                  <a:pt x="328361" y="121232"/>
                  <a:pt x="357964" y="166342"/>
                  <a:pt x="348566" y="205813"/>
                </a:cubicBezTo>
                <a:cubicBezTo>
                  <a:pt x="340108" y="241055"/>
                  <a:pt x="309565" y="260790"/>
                  <a:pt x="303926" y="264080"/>
                </a:cubicBezTo>
                <a:cubicBezTo>
                  <a:pt x="318493" y="294623"/>
                  <a:pt x="332120" y="326575"/>
                  <a:pt x="344807" y="359938"/>
                </a:cubicBezTo>
                <a:cubicBezTo>
                  <a:pt x="343867" y="341142"/>
                  <a:pt x="347156" y="318587"/>
                  <a:pt x="361723" y="298852"/>
                </a:cubicBezTo>
                <a:cubicBezTo>
                  <a:pt x="393206" y="255622"/>
                  <a:pt x="393206" y="255622"/>
                  <a:pt x="393206" y="255622"/>
                </a:cubicBezTo>
                <a:cubicBezTo>
                  <a:pt x="393206" y="255622"/>
                  <a:pt x="420929" y="305430"/>
                  <a:pt x="408712" y="346311"/>
                </a:cubicBezTo>
                <a:cubicBezTo>
                  <a:pt x="399784" y="376384"/>
                  <a:pt x="374880" y="394710"/>
                  <a:pt x="363133" y="401758"/>
                </a:cubicBezTo>
                <a:cubicBezTo>
                  <a:pt x="365952" y="406927"/>
                  <a:pt x="367832" y="411156"/>
                  <a:pt x="368302" y="413506"/>
                </a:cubicBezTo>
                <a:cubicBezTo>
                  <a:pt x="368302" y="413506"/>
                  <a:pt x="366892" y="413976"/>
                  <a:pt x="364542" y="414915"/>
                </a:cubicBezTo>
                <a:cubicBezTo>
                  <a:pt x="387567" y="483050"/>
                  <a:pt x="405893" y="555413"/>
                  <a:pt x="419050" y="630596"/>
                </a:cubicBezTo>
                <a:cubicBezTo>
                  <a:pt x="425628" y="607571"/>
                  <a:pt x="439725" y="580787"/>
                  <a:pt x="468858" y="564341"/>
                </a:cubicBezTo>
                <a:cubicBezTo>
                  <a:pt x="521486" y="534738"/>
                  <a:pt x="521486" y="534738"/>
                  <a:pt x="521486" y="534738"/>
                </a:cubicBezTo>
                <a:cubicBezTo>
                  <a:pt x="521486" y="534738"/>
                  <a:pt x="526185" y="599113"/>
                  <a:pt x="494702" y="634825"/>
                </a:cubicBezTo>
                <a:cubicBezTo>
                  <a:pt x="472617" y="659729"/>
                  <a:pt x="441605" y="667248"/>
                  <a:pt x="425158" y="669597"/>
                </a:cubicBezTo>
                <a:cubicBezTo>
                  <a:pt x="431737" y="715177"/>
                  <a:pt x="436906" y="761696"/>
                  <a:pt x="439725" y="809155"/>
                </a:cubicBezTo>
                <a:cubicBezTo>
                  <a:pt x="446773" y="784251"/>
                  <a:pt x="464630" y="747130"/>
                  <a:pt x="504100" y="730213"/>
                </a:cubicBezTo>
                <a:cubicBezTo>
                  <a:pt x="560957" y="705779"/>
                  <a:pt x="560957" y="705779"/>
                  <a:pt x="560957" y="705779"/>
                </a:cubicBezTo>
                <a:cubicBezTo>
                  <a:pt x="560957" y="705779"/>
                  <a:pt x="559548" y="771564"/>
                  <a:pt x="522896" y="804926"/>
                </a:cubicBezTo>
                <a:cubicBezTo>
                  <a:pt x="493293" y="831710"/>
                  <a:pt x="454762" y="833590"/>
                  <a:pt x="441135" y="833120"/>
                </a:cubicBezTo>
                <a:cubicBezTo>
                  <a:pt x="443014" y="877290"/>
                  <a:pt x="443484" y="921930"/>
                  <a:pt x="441605" y="966569"/>
                </a:cubicBezTo>
                <a:cubicBezTo>
                  <a:pt x="453822" y="943075"/>
                  <a:pt x="478726" y="909712"/>
                  <a:pt x="521486" y="900784"/>
                </a:cubicBezTo>
                <a:cubicBezTo>
                  <a:pt x="583042" y="888097"/>
                  <a:pt x="583042" y="888097"/>
                  <a:pt x="583042" y="888097"/>
                </a:cubicBezTo>
                <a:cubicBezTo>
                  <a:pt x="583042" y="888097"/>
                  <a:pt x="568006" y="953412"/>
                  <a:pt x="525245" y="979257"/>
                </a:cubicBezTo>
                <a:cubicBezTo>
                  <a:pt x="492353" y="998992"/>
                  <a:pt x="455701" y="994763"/>
                  <a:pt x="440665" y="991474"/>
                </a:cubicBezTo>
                <a:cubicBezTo>
                  <a:pt x="439725" y="1009800"/>
                  <a:pt x="438315" y="1027655"/>
                  <a:pt x="436906" y="1045981"/>
                </a:cubicBezTo>
                <a:cubicBezTo>
                  <a:pt x="435026" y="1071356"/>
                  <a:pt x="432207" y="1096730"/>
                  <a:pt x="428448" y="1122104"/>
                </a:cubicBezTo>
                <a:cubicBezTo>
                  <a:pt x="440665" y="1097670"/>
                  <a:pt x="463220" y="1069006"/>
                  <a:pt x="500811" y="1057729"/>
                </a:cubicBezTo>
                <a:cubicBezTo>
                  <a:pt x="563777" y="1038933"/>
                  <a:pt x="563777" y="1038933"/>
                  <a:pt x="563777" y="1038933"/>
                </a:cubicBezTo>
                <a:cubicBezTo>
                  <a:pt x="563777" y="1038933"/>
                  <a:pt x="553909" y="1108007"/>
                  <a:pt x="511619" y="1138550"/>
                </a:cubicBezTo>
                <a:cubicBezTo>
                  <a:pt x="478256" y="1162515"/>
                  <a:pt x="438315" y="1160165"/>
                  <a:pt x="423279" y="1158286"/>
                </a:cubicBezTo>
                <a:cubicBezTo>
                  <a:pt x="417170" y="1196347"/>
                  <a:pt x="409652" y="1234408"/>
                  <a:pt x="401194" y="1271530"/>
                </a:cubicBezTo>
                <a:cubicBezTo>
                  <a:pt x="418580" y="1251794"/>
                  <a:pt x="444894" y="1232059"/>
                  <a:pt x="480606" y="1228770"/>
                </a:cubicBezTo>
                <a:cubicBezTo>
                  <a:pt x="547800" y="1222191"/>
                  <a:pt x="547800" y="1222191"/>
                  <a:pt x="547800" y="1222191"/>
                </a:cubicBezTo>
                <a:cubicBezTo>
                  <a:pt x="547800" y="1222191"/>
                  <a:pt x="524306" y="1289856"/>
                  <a:pt x="475437" y="1312410"/>
                </a:cubicBezTo>
                <a:cubicBezTo>
                  <a:pt x="442545" y="1327447"/>
                  <a:pt x="408712" y="1322278"/>
                  <a:pt x="390386" y="1317109"/>
                </a:cubicBezTo>
                <a:cubicBezTo>
                  <a:pt x="379109" y="1361279"/>
                  <a:pt x="365952" y="1404509"/>
                  <a:pt x="351855" y="1446800"/>
                </a:cubicBezTo>
                <a:cubicBezTo>
                  <a:pt x="371121" y="1424715"/>
                  <a:pt x="401194" y="1401690"/>
                  <a:pt x="443014" y="1396051"/>
                </a:cubicBezTo>
                <a:cubicBezTo>
                  <a:pt x="519607" y="1385244"/>
                  <a:pt x="519607" y="1385244"/>
                  <a:pt x="519607" y="1385244"/>
                </a:cubicBezTo>
                <a:cubicBezTo>
                  <a:pt x="519607" y="1385244"/>
                  <a:pt x="494233" y="1456668"/>
                  <a:pt x="439255" y="1482512"/>
                </a:cubicBezTo>
                <a:cubicBezTo>
                  <a:pt x="397905" y="1501777"/>
                  <a:pt x="355144" y="1495669"/>
                  <a:pt x="335879" y="1491440"/>
                </a:cubicBezTo>
                <a:cubicBezTo>
                  <a:pt x="320842" y="1531850"/>
                  <a:pt x="304396" y="1571791"/>
                  <a:pt x="287010" y="1609853"/>
                </a:cubicBezTo>
                <a:cubicBezTo>
                  <a:pt x="310975" y="1593406"/>
                  <a:pt x="345277" y="1579310"/>
                  <a:pt x="385218" y="1586828"/>
                </a:cubicBezTo>
                <a:cubicBezTo>
                  <a:pt x="456171" y="1600455"/>
                  <a:pt x="456171" y="1600455"/>
                  <a:pt x="456171" y="1600455"/>
                </a:cubicBezTo>
                <a:cubicBezTo>
                  <a:pt x="456171" y="1600455"/>
                  <a:pt x="411531" y="1662951"/>
                  <a:pt x="354675" y="1671409"/>
                </a:cubicBezTo>
                <a:cubicBezTo>
                  <a:pt x="317083" y="1677047"/>
                  <a:pt x="284661" y="1662011"/>
                  <a:pt x="266805" y="1651673"/>
                </a:cubicBezTo>
                <a:cubicBezTo>
                  <a:pt x="244250" y="1696313"/>
                  <a:pt x="220286" y="1738603"/>
                  <a:pt x="195381" y="1778544"/>
                </a:cubicBezTo>
                <a:cubicBezTo>
                  <a:pt x="220286" y="1762098"/>
                  <a:pt x="268684" y="1741423"/>
                  <a:pt x="319433" y="1760688"/>
                </a:cubicBezTo>
                <a:cubicBezTo>
                  <a:pt x="386627" y="1786532"/>
                  <a:pt x="386627" y="1786532"/>
                  <a:pt x="386627" y="1786532"/>
                </a:cubicBezTo>
                <a:cubicBezTo>
                  <a:pt x="386627" y="1786532"/>
                  <a:pt x="331650" y="1840570"/>
                  <a:pt x="274323" y="1838690"/>
                </a:cubicBezTo>
                <a:cubicBezTo>
                  <a:pt x="228744" y="1837751"/>
                  <a:pt x="195381" y="1808617"/>
                  <a:pt x="183634" y="1796870"/>
                </a:cubicBezTo>
                <a:cubicBezTo>
                  <a:pt x="164838" y="1825533"/>
                  <a:pt x="145573" y="1852317"/>
                  <a:pt x="125367" y="1877692"/>
                </a:cubicBezTo>
                <a:cubicBezTo>
                  <a:pt x="150272" y="1872993"/>
                  <a:pt x="178465" y="1873463"/>
                  <a:pt x="207128" y="1886619"/>
                </a:cubicBezTo>
                <a:cubicBezTo>
                  <a:pt x="276673" y="1918572"/>
                  <a:pt x="276673" y="1918572"/>
                  <a:pt x="276673" y="1918572"/>
                </a:cubicBezTo>
                <a:cubicBezTo>
                  <a:pt x="276673" y="1918572"/>
                  <a:pt x="214177" y="1971670"/>
                  <a:pt x="153561" y="1965561"/>
                </a:cubicBezTo>
                <a:cubicBezTo>
                  <a:pt x="120668" y="1962742"/>
                  <a:pt x="95294" y="1946296"/>
                  <a:pt x="78378" y="1932199"/>
                </a:cubicBezTo>
                <a:cubicBezTo>
                  <a:pt x="60052" y="1951935"/>
                  <a:pt x="41257" y="1970260"/>
                  <a:pt x="22461" y="1986707"/>
                </a:cubicBezTo>
                <a:lnTo>
                  <a:pt x="1786" y="1966501"/>
                </a:lnTo>
                <a:cubicBezTo>
                  <a:pt x="20111" y="1951465"/>
                  <a:pt x="37497" y="1934549"/>
                  <a:pt x="54884" y="1916693"/>
                </a:cubicBezTo>
                <a:cubicBezTo>
                  <a:pt x="40787" y="1905415"/>
                  <a:pt x="6954" y="1873463"/>
                  <a:pt x="846" y="1826943"/>
                </a:cubicBezTo>
                <a:cubicBezTo>
                  <a:pt x="-7142" y="1766327"/>
                  <a:pt x="44076" y="1702421"/>
                  <a:pt x="44076" y="1702421"/>
                </a:cubicBezTo>
                <a:cubicBezTo>
                  <a:pt x="44076" y="1702421"/>
                  <a:pt x="44076" y="1702421"/>
                  <a:pt x="78378" y="1771026"/>
                </a:cubicBezTo>
                <a:cubicBezTo>
                  <a:pt x="101403" y="1816605"/>
                  <a:pt x="90595" y="1863595"/>
                  <a:pt x="77908" y="1893198"/>
                </a:cubicBezTo>
                <a:cubicBezTo>
                  <a:pt x="104222" y="1863125"/>
                  <a:pt x="130066" y="1830232"/>
                  <a:pt x="154501" y="1794990"/>
                </a:cubicBezTo>
                <a:cubicBezTo>
                  <a:pt x="138054" y="1783713"/>
                  <a:pt x="108921" y="1758809"/>
                  <a:pt x="98583" y="1719808"/>
                </a:cubicBezTo>
                <a:cubicBezTo>
                  <a:pt x="84017" y="1664360"/>
                  <a:pt x="123958" y="1598575"/>
                  <a:pt x="123958" y="1598575"/>
                </a:cubicBezTo>
                <a:cubicBezTo>
                  <a:pt x="123958" y="1598575"/>
                  <a:pt x="123958" y="1598575"/>
                  <a:pt x="164368" y="1658252"/>
                </a:cubicBezTo>
                <a:cubicBezTo>
                  <a:pt x="185983" y="1689734"/>
                  <a:pt x="187393" y="1724037"/>
                  <a:pt x="183164" y="1751760"/>
                </a:cubicBezTo>
                <a:cubicBezTo>
                  <a:pt x="232033" y="1674698"/>
                  <a:pt x="274793" y="1587768"/>
                  <a:pt x="310505" y="1494729"/>
                </a:cubicBezTo>
                <a:cubicBezTo>
                  <a:pt x="294998" y="1487681"/>
                  <a:pt x="253178" y="1466065"/>
                  <a:pt x="235792" y="1424245"/>
                </a:cubicBezTo>
                <a:cubicBezTo>
                  <a:pt x="214177" y="1372557"/>
                  <a:pt x="249889" y="1305832"/>
                  <a:pt x="249889" y="1305832"/>
                </a:cubicBezTo>
                <a:cubicBezTo>
                  <a:pt x="249889" y="1305832"/>
                  <a:pt x="249889" y="1305832"/>
                  <a:pt x="299227" y="1359400"/>
                </a:cubicBezTo>
                <a:cubicBezTo>
                  <a:pt x="323662" y="1385714"/>
                  <a:pt x="329770" y="1416727"/>
                  <a:pt x="329300" y="1442571"/>
                </a:cubicBezTo>
                <a:cubicBezTo>
                  <a:pt x="343397" y="1402160"/>
                  <a:pt x="355614" y="1360810"/>
                  <a:pt x="366892" y="1318519"/>
                </a:cubicBezTo>
                <a:cubicBezTo>
                  <a:pt x="354675" y="1315230"/>
                  <a:pt x="311915" y="1301603"/>
                  <a:pt x="288890" y="1262132"/>
                </a:cubicBezTo>
                <a:cubicBezTo>
                  <a:pt x="262106" y="1215613"/>
                  <a:pt x="281841" y="1146538"/>
                  <a:pt x="281841" y="1146538"/>
                </a:cubicBezTo>
                <a:cubicBezTo>
                  <a:pt x="281841" y="1146538"/>
                  <a:pt x="281841" y="1146538"/>
                  <a:pt x="334469" y="1189299"/>
                </a:cubicBezTo>
                <a:cubicBezTo>
                  <a:pt x="368302" y="1218432"/>
                  <a:pt x="375820" y="1260252"/>
                  <a:pt x="375350" y="1288916"/>
                </a:cubicBezTo>
                <a:cubicBezTo>
                  <a:pt x="385687" y="1246625"/>
                  <a:pt x="394615" y="1203395"/>
                  <a:pt x="401664" y="1160165"/>
                </a:cubicBezTo>
                <a:cubicBezTo>
                  <a:pt x="389447" y="1157816"/>
                  <a:pt x="347156" y="1147948"/>
                  <a:pt x="321782" y="1111766"/>
                </a:cubicBezTo>
                <a:cubicBezTo>
                  <a:pt x="291709" y="1069006"/>
                  <a:pt x="304866" y="1000402"/>
                  <a:pt x="304866" y="1000402"/>
                </a:cubicBezTo>
                <a:cubicBezTo>
                  <a:pt x="304866" y="1000402"/>
                  <a:pt x="304866" y="1000402"/>
                  <a:pt x="357964" y="1038463"/>
                </a:cubicBezTo>
                <a:cubicBezTo>
                  <a:pt x="392736" y="1063367"/>
                  <a:pt x="403544" y="1102368"/>
                  <a:pt x="405893" y="1129622"/>
                </a:cubicBezTo>
                <a:cubicBezTo>
                  <a:pt x="409182" y="1105658"/>
                  <a:pt x="412471" y="1081693"/>
                  <a:pt x="414821" y="1057259"/>
                </a:cubicBezTo>
                <a:cubicBezTo>
                  <a:pt x="417170" y="1036114"/>
                  <a:pt x="418580" y="1014968"/>
                  <a:pt x="419990" y="993823"/>
                </a:cubicBezTo>
                <a:cubicBezTo>
                  <a:pt x="403544" y="992414"/>
                  <a:pt x="369711" y="985835"/>
                  <a:pt x="345277" y="959521"/>
                </a:cubicBezTo>
                <a:cubicBezTo>
                  <a:pt x="311445" y="923339"/>
                  <a:pt x="315204" y="857084"/>
                  <a:pt x="315204" y="857084"/>
                </a:cubicBezTo>
                <a:cubicBezTo>
                  <a:pt x="315204" y="857084"/>
                  <a:pt x="315204" y="857084"/>
                  <a:pt x="370181" y="886218"/>
                </a:cubicBezTo>
                <a:cubicBezTo>
                  <a:pt x="398375" y="901254"/>
                  <a:pt x="413881" y="926159"/>
                  <a:pt x="421869" y="948713"/>
                </a:cubicBezTo>
                <a:cubicBezTo>
                  <a:pt x="423279" y="912532"/>
                  <a:pt x="423279" y="876820"/>
                  <a:pt x="421869" y="841578"/>
                </a:cubicBezTo>
                <a:cubicBezTo>
                  <a:pt x="406363" y="841578"/>
                  <a:pt x="370651" y="839229"/>
                  <a:pt x="342458" y="813854"/>
                </a:cubicBezTo>
                <a:cubicBezTo>
                  <a:pt x="305806" y="780962"/>
                  <a:pt x="303456" y="714707"/>
                  <a:pt x="303456" y="714707"/>
                </a:cubicBezTo>
                <a:cubicBezTo>
                  <a:pt x="303456" y="714707"/>
                  <a:pt x="303456" y="714707"/>
                  <a:pt x="360783" y="738671"/>
                </a:cubicBezTo>
                <a:cubicBezTo>
                  <a:pt x="392736" y="752298"/>
                  <a:pt x="410592" y="778612"/>
                  <a:pt x="419990" y="801637"/>
                </a:cubicBezTo>
                <a:cubicBezTo>
                  <a:pt x="417640" y="763106"/>
                  <a:pt x="413881" y="725045"/>
                  <a:pt x="409182" y="687923"/>
                </a:cubicBezTo>
                <a:cubicBezTo>
                  <a:pt x="394146" y="689333"/>
                  <a:pt x="358904" y="689333"/>
                  <a:pt x="329770" y="666778"/>
                </a:cubicBezTo>
                <a:cubicBezTo>
                  <a:pt x="292179" y="637175"/>
                  <a:pt x="285600" y="573269"/>
                  <a:pt x="285600" y="573269"/>
                </a:cubicBezTo>
                <a:cubicBezTo>
                  <a:pt x="285600" y="573269"/>
                  <a:pt x="285600" y="573269"/>
                  <a:pt x="342458" y="592535"/>
                </a:cubicBezTo>
                <a:cubicBezTo>
                  <a:pt x="373001" y="602872"/>
                  <a:pt x="392266" y="626367"/>
                  <a:pt x="403073" y="647512"/>
                </a:cubicBezTo>
                <a:cubicBezTo>
                  <a:pt x="397435" y="612270"/>
                  <a:pt x="390386" y="577028"/>
                  <a:pt x="382868" y="543196"/>
                </a:cubicBezTo>
                <a:cubicBezTo>
                  <a:pt x="366892" y="546955"/>
                  <a:pt x="339638" y="549775"/>
                  <a:pt x="312854" y="537087"/>
                </a:cubicBezTo>
                <a:cubicBezTo>
                  <a:pt x="271974" y="517352"/>
                  <a:pt x="253178" y="459555"/>
                  <a:pt x="253178" y="459555"/>
                </a:cubicBezTo>
                <a:cubicBezTo>
                  <a:pt x="253178" y="459555"/>
                  <a:pt x="253178" y="459555"/>
                  <a:pt x="310035" y="466134"/>
                </a:cubicBezTo>
                <a:cubicBezTo>
                  <a:pt x="337759" y="469423"/>
                  <a:pt x="358434" y="483990"/>
                  <a:pt x="372530" y="499496"/>
                </a:cubicBezTo>
                <a:cubicBezTo>
                  <a:pt x="365482" y="471772"/>
                  <a:pt x="357494" y="444519"/>
                  <a:pt x="349036" y="418205"/>
                </a:cubicBezTo>
                <a:cubicBezTo>
                  <a:pt x="333529" y="421024"/>
                  <a:pt x="310975" y="421964"/>
                  <a:pt x="289360" y="411626"/>
                </a:cubicBezTo>
                <a:cubicBezTo>
                  <a:pt x="250829" y="393300"/>
                  <a:pt x="232972" y="339263"/>
                  <a:pt x="232972" y="339263"/>
                </a:cubicBezTo>
                <a:cubicBezTo>
                  <a:pt x="232972" y="339263"/>
                  <a:pt x="232972" y="339263"/>
                  <a:pt x="286070" y="344901"/>
                </a:cubicBezTo>
                <a:cubicBezTo>
                  <a:pt x="303456" y="346781"/>
                  <a:pt x="317553" y="353829"/>
                  <a:pt x="329300" y="362287"/>
                </a:cubicBezTo>
                <a:cubicBezTo>
                  <a:pt x="318023" y="331744"/>
                  <a:pt x="305806" y="302611"/>
                  <a:pt x="292649" y="274417"/>
                </a:cubicBezTo>
                <a:cubicBezTo>
                  <a:pt x="279492" y="280526"/>
                  <a:pt x="255528" y="287104"/>
                  <a:pt x="230623" y="280056"/>
                </a:cubicBezTo>
                <a:cubicBezTo>
                  <a:pt x="191622" y="269249"/>
                  <a:pt x="166248" y="221319"/>
                  <a:pt x="166248" y="221319"/>
                </a:cubicBezTo>
                <a:cubicBezTo>
                  <a:pt x="166248" y="221319"/>
                  <a:pt x="166248" y="221319"/>
                  <a:pt x="216996" y="218500"/>
                </a:cubicBezTo>
                <a:cubicBezTo>
                  <a:pt x="240021" y="217090"/>
                  <a:pt x="259287" y="225549"/>
                  <a:pt x="273853" y="235886"/>
                </a:cubicBezTo>
                <a:cubicBezTo>
                  <a:pt x="257877" y="204403"/>
                  <a:pt x="240961" y="175270"/>
                  <a:pt x="223105" y="147546"/>
                </a:cubicBezTo>
                <a:cubicBezTo>
                  <a:pt x="212767" y="152715"/>
                  <a:pt x="191622" y="160233"/>
                  <a:pt x="168597" y="153655"/>
                </a:cubicBezTo>
                <a:cubicBezTo>
                  <a:pt x="136645" y="144727"/>
                  <a:pt x="115499" y="105256"/>
                  <a:pt x="115499" y="105256"/>
                </a:cubicBezTo>
                <a:cubicBezTo>
                  <a:pt x="115499" y="105256"/>
                  <a:pt x="115499" y="105256"/>
                  <a:pt x="157320" y="102907"/>
                </a:cubicBezTo>
                <a:cubicBezTo>
                  <a:pt x="174706" y="101497"/>
                  <a:pt x="189273" y="107136"/>
                  <a:pt x="201020" y="114654"/>
                </a:cubicBezTo>
                <a:cubicBezTo>
                  <a:pt x="195851" y="107605"/>
                  <a:pt x="190682" y="100557"/>
                  <a:pt x="185513" y="93509"/>
                </a:cubicBezTo>
                <a:lnTo>
                  <a:pt x="185513" y="92569"/>
                </a:lnTo>
                <a:cubicBezTo>
                  <a:pt x="170007" y="91629"/>
                  <a:pt x="128657" y="80822"/>
                  <a:pt x="111271" y="42760"/>
                </a:cubicBezTo>
                <a:cubicBezTo>
                  <a:pt x="92005" y="0"/>
                  <a:pt x="92005" y="0"/>
                  <a:pt x="92005" y="0"/>
                </a:cubicBez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Tree>
    <p:extLst>
      <p:ext uri="{BB962C8B-B14F-4D97-AF65-F5344CB8AC3E}">
        <p14:creationId xmlns:p14="http://schemas.microsoft.com/office/powerpoint/2010/main" val="3292171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22FCBB0-C198-4D29-3CDD-092E956D290B}"/>
              </a:ext>
            </a:extLst>
          </p:cNvPr>
          <p:cNvSpPr txBox="1"/>
          <p:nvPr/>
        </p:nvSpPr>
        <p:spPr>
          <a:xfrm>
            <a:off x="263203" y="339936"/>
            <a:ext cx="3057247"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背景に使える図形</a:t>
            </a:r>
          </a:p>
        </p:txBody>
      </p:sp>
      <p:sp>
        <p:nvSpPr>
          <p:cNvPr id="5" name="ドーナツ 4">
            <a:extLst>
              <a:ext uri="{FF2B5EF4-FFF2-40B4-BE49-F238E27FC236}">
                <a16:creationId xmlns:a16="http://schemas.microsoft.com/office/drawing/2014/main" id="{8707BD3C-5A73-0865-6F09-56E0DCA60629}"/>
              </a:ext>
            </a:extLst>
          </p:cNvPr>
          <p:cNvSpPr/>
          <p:nvPr/>
        </p:nvSpPr>
        <p:spPr>
          <a:xfrm>
            <a:off x="602004" y="1195753"/>
            <a:ext cx="2048856" cy="2048856"/>
          </a:xfrm>
          <a:prstGeom prst="donut">
            <a:avLst>
              <a:gd name="adj" fmla="val 2243"/>
            </a:avLst>
          </a:prstGeom>
          <a:gradFill>
            <a:gsLst>
              <a:gs pos="0">
                <a:schemeClr val="tx1">
                  <a:lumMod val="75000"/>
                  <a:lumOff val="25000"/>
                </a:schemeClr>
              </a:gs>
              <a:gs pos="100000">
                <a:schemeClr val="tx1">
                  <a:lumMod val="75000"/>
                  <a:lumOff val="25000"/>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solidFill>
                <a:schemeClr val="tx1"/>
              </a:solidFill>
            </a:endParaRPr>
          </a:p>
        </p:txBody>
      </p:sp>
      <p:sp>
        <p:nvSpPr>
          <p:cNvPr id="6" name="フリーフォーム 5">
            <a:extLst>
              <a:ext uri="{FF2B5EF4-FFF2-40B4-BE49-F238E27FC236}">
                <a16:creationId xmlns:a16="http://schemas.microsoft.com/office/drawing/2014/main" id="{7601E6E8-3101-5456-0FF7-C3FE20B61C6F}"/>
              </a:ext>
            </a:extLst>
          </p:cNvPr>
          <p:cNvSpPr/>
          <p:nvPr/>
        </p:nvSpPr>
        <p:spPr>
          <a:xfrm>
            <a:off x="3195452" y="1195753"/>
            <a:ext cx="1887859" cy="1893772"/>
          </a:xfrm>
          <a:custGeom>
            <a:avLst/>
            <a:gdLst>
              <a:gd name="connsiteX0" fmla="*/ 1858921 w 2968146"/>
              <a:gd name="connsiteY0" fmla="*/ 2896163 h 2977443"/>
              <a:gd name="connsiteX1" fmla="*/ 1899561 w 2968146"/>
              <a:gd name="connsiteY1" fmla="*/ 2936803 h 2977443"/>
              <a:gd name="connsiteX2" fmla="*/ 1858921 w 2968146"/>
              <a:gd name="connsiteY2" fmla="*/ 2977443 h 2977443"/>
              <a:gd name="connsiteX3" fmla="*/ 1818281 w 2968146"/>
              <a:gd name="connsiteY3" fmla="*/ 2936803 h 2977443"/>
              <a:gd name="connsiteX4" fmla="*/ 1858921 w 2968146"/>
              <a:gd name="connsiteY4" fmla="*/ 2896163 h 2977443"/>
              <a:gd name="connsiteX5" fmla="*/ 1707401 w 2968146"/>
              <a:gd name="connsiteY5" fmla="*/ 2896163 h 2977443"/>
              <a:gd name="connsiteX6" fmla="*/ 1748041 w 2968146"/>
              <a:gd name="connsiteY6" fmla="*/ 2936803 h 2977443"/>
              <a:gd name="connsiteX7" fmla="*/ 1707401 w 2968146"/>
              <a:gd name="connsiteY7" fmla="*/ 2977443 h 2977443"/>
              <a:gd name="connsiteX8" fmla="*/ 1666761 w 2968146"/>
              <a:gd name="connsiteY8" fmla="*/ 2936803 h 2977443"/>
              <a:gd name="connsiteX9" fmla="*/ 1707401 w 2968146"/>
              <a:gd name="connsiteY9" fmla="*/ 2896163 h 2977443"/>
              <a:gd name="connsiteX10" fmla="*/ 1555877 w 2968146"/>
              <a:gd name="connsiteY10" fmla="*/ 2896163 h 2977443"/>
              <a:gd name="connsiteX11" fmla="*/ 1596517 w 2968146"/>
              <a:gd name="connsiteY11" fmla="*/ 2936803 h 2977443"/>
              <a:gd name="connsiteX12" fmla="*/ 1555877 w 2968146"/>
              <a:gd name="connsiteY12" fmla="*/ 2977443 h 2977443"/>
              <a:gd name="connsiteX13" fmla="*/ 1515237 w 2968146"/>
              <a:gd name="connsiteY13" fmla="*/ 2936803 h 2977443"/>
              <a:gd name="connsiteX14" fmla="*/ 1555877 w 2968146"/>
              <a:gd name="connsiteY14" fmla="*/ 2896163 h 2977443"/>
              <a:gd name="connsiteX15" fmla="*/ 1404354 w 2968146"/>
              <a:gd name="connsiteY15" fmla="*/ 2896163 h 2977443"/>
              <a:gd name="connsiteX16" fmla="*/ 1444994 w 2968146"/>
              <a:gd name="connsiteY16" fmla="*/ 2936803 h 2977443"/>
              <a:gd name="connsiteX17" fmla="*/ 1404354 w 2968146"/>
              <a:gd name="connsiteY17" fmla="*/ 2977443 h 2977443"/>
              <a:gd name="connsiteX18" fmla="*/ 1363714 w 2968146"/>
              <a:gd name="connsiteY18" fmla="*/ 2936803 h 2977443"/>
              <a:gd name="connsiteX19" fmla="*/ 1404354 w 2968146"/>
              <a:gd name="connsiteY19" fmla="*/ 2896163 h 2977443"/>
              <a:gd name="connsiteX20" fmla="*/ 1252830 w 2968146"/>
              <a:gd name="connsiteY20" fmla="*/ 2896163 h 2977443"/>
              <a:gd name="connsiteX21" fmla="*/ 1293470 w 2968146"/>
              <a:gd name="connsiteY21" fmla="*/ 2936803 h 2977443"/>
              <a:gd name="connsiteX22" fmla="*/ 1252830 w 2968146"/>
              <a:gd name="connsiteY22" fmla="*/ 2977443 h 2977443"/>
              <a:gd name="connsiteX23" fmla="*/ 1212190 w 2968146"/>
              <a:gd name="connsiteY23" fmla="*/ 2936803 h 2977443"/>
              <a:gd name="connsiteX24" fmla="*/ 1252830 w 2968146"/>
              <a:gd name="connsiteY24" fmla="*/ 2896163 h 2977443"/>
              <a:gd name="connsiteX25" fmla="*/ 1101306 w 2968146"/>
              <a:gd name="connsiteY25" fmla="*/ 2896163 h 2977443"/>
              <a:gd name="connsiteX26" fmla="*/ 1141946 w 2968146"/>
              <a:gd name="connsiteY26" fmla="*/ 2936803 h 2977443"/>
              <a:gd name="connsiteX27" fmla="*/ 1101306 w 2968146"/>
              <a:gd name="connsiteY27" fmla="*/ 2977443 h 2977443"/>
              <a:gd name="connsiteX28" fmla="*/ 1060666 w 2968146"/>
              <a:gd name="connsiteY28" fmla="*/ 2936803 h 2977443"/>
              <a:gd name="connsiteX29" fmla="*/ 1101306 w 2968146"/>
              <a:gd name="connsiteY29" fmla="*/ 2896163 h 2977443"/>
              <a:gd name="connsiteX30" fmla="*/ 949783 w 2968146"/>
              <a:gd name="connsiteY30" fmla="*/ 2896163 h 2977443"/>
              <a:gd name="connsiteX31" fmla="*/ 990423 w 2968146"/>
              <a:gd name="connsiteY31" fmla="*/ 2936803 h 2977443"/>
              <a:gd name="connsiteX32" fmla="*/ 949783 w 2968146"/>
              <a:gd name="connsiteY32" fmla="*/ 2977443 h 2977443"/>
              <a:gd name="connsiteX33" fmla="*/ 909143 w 2968146"/>
              <a:gd name="connsiteY33" fmla="*/ 2936803 h 2977443"/>
              <a:gd name="connsiteX34" fmla="*/ 949783 w 2968146"/>
              <a:gd name="connsiteY34" fmla="*/ 2896163 h 2977443"/>
              <a:gd name="connsiteX35" fmla="*/ 2321411 w 2968146"/>
              <a:gd name="connsiteY35" fmla="*/ 2715744 h 2977443"/>
              <a:gd name="connsiteX36" fmla="*/ 2362051 w 2968146"/>
              <a:gd name="connsiteY36" fmla="*/ 2756384 h 2977443"/>
              <a:gd name="connsiteX37" fmla="*/ 2321411 w 2968146"/>
              <a:gd name="connsiteY37" fmla="*/ 2797024 h 2977443"/>
              <a:gd name="connsiteX38" fmla="*/ 2280771 w 2968146"/>
              <a:gd name="connsiteY38" fmla="*/ 2756384 h 2977443"/>
              <a:gd name="connsiteX39" fmla="*/ 2321411 w 2968146"/>
              <a:gd name="connsiteY39" fmla="*/ 2715744 h 2977443"/>
              <a:gd name="connsiteX40" fmla="*/ 2169888 w 2968146"/>
              <a:gd name="connsiteY40" fmla="*/ 2715744 h 2977443"/>
              <a:gd name="connsiteX41" fmla="*/ 2210528 w 2968146"/>
              <a:gd name="connsiteY41" fmla="*/ 2756384 h 2977443"/>
              <a:gd name="connsiteX42" fmla="*/ 2169888 w 2968146"/>
              <a:gd name="connsiteY42" fmla="*/ 2797024 h 2977443"/>
              <a:gd name="connsiteX43" fmla="*/ 2129248 w 2968146"/>
              <a:gd name="connsiteY43" fmla="*/ 2756384 h 2977443"/>
              <a:gd name="connsiteX44" fmla="*/ 2169888 w 2968146"/>
              <a:gd name="connsiteY44" fmla="*/ 2715744 h 2977443"/>
              <a:gd name="connsiteX45" fmla="*/ 2018364 w 2968146"/>
              <a:gd name="connsiteY45" fmla="*/ 2715744 h 2977443"/>
              <a:gd name="connsiteX46" fmla="*/ 2059004 w 2968146"/>
              <a:gd name="connsiteY46" fmla="*/ 2756384 h 2977443"/>
              <a:gd name="connsiteX47" fmla="*/ 2018364 w 2968146"/>
              <a:gd name="connsiteY47" fmla="*/ 2797024 h 2977443"/>
              <a:gd name="connsiteX48" fmla="*/ 1977724 w 2968146"/>
              <a:gd name="connsiteY48" fmla="*/ 2756384 h 2977443"/>
              <a:gd name="connsiteX49" fmla="*/ 2018364 w 2968146"/>
              <a:gd name="connsiteY49" fmla="*/ 2715744 h 2977443"/>
              <a:gd name="connsiteX50" fmla="*/ 1858921 w 2968146"/>
              <a:gd name="connsiteY50" fmla="*/ 2715744 h 2977443"/>
              <a:gd name="connsiteX51" fmla="*/ 1899561 w 2968146"/>
              <a:gd name="connsiteY51" fmla="*/ 2756384 h 2977443"/>
              <a:gd name="connsiteX52" fmla="*/ 1858921 w 2968146"/>
              <a:gd name="connsiteY52" fmla="*/ 2797024 h 2977443"/>
              <a:gd name="connsiteX53" fmla="*/ 1818281 w 2968146"/>
              <a:gd name="connsiteY53" fmla="*/ 2756384 h 2977443"/>
              <a:gd name="connsiteX54" fmla="*/ 1858921 w 2968146"/>
              <a:gd name="connsiteY54" fmla="*/ 2715744 h 2977443"/>
              <a:gd name="connsiteX55" fmla="*/ 1707401 w 2968146"/>
              <a:gd name="connsiteY55" fmla="*/ 2715744 h 2977443"/>
              <a:gd name="connsiteX56" fmla="*/ 1748041 w 2968146"/>
              <a:gd name="connsiteY56" fmla="*/ 2756384 h 2977443"/>
              <a:gd name="connsiteX57" fmla="*/ 1707401 w 2968146"/>
              <a:gd name="connsiteY57" fmla="*/ 2797024 h 2977443"/>
              <a:gd name="connsiteX58" fmla="*/ 1666761 w 2968146"/>
              <a:gd name="connsiteY58" fmla="*/ 2756384 h 2977443"/>
              <a:gd name="connsiteX59" fmla="*/ 1707401 w 2968146"/>
              <a:gd name="connsiteY59" fmla="*/ 2715744 h 2977443"/>
              <a:gd name="connsiteX60" fmla="*/ 1555877 w 2968146"/>
              <a:gd name="connsiteY60" fmla="*/ 2715744 h 2977443"/>
              <a:gd name="connsiteX61" fmla="*/ 1596517 w 2968146"/>
              <a:gd name="connsiteY61" fmla="*/ 2756384 h 2977443"/>
              <a:gd name="connsiteX62" fmla="*/ 1555877 w 2968146"/>
              <a:gd name="connsiteY62" fmla="*/ 2797024 h 2977443"/>
              <a:gd name="connsiteX63" fmla="*/ 1515237 w 2968146"/>
              <a:gd name="connsiteY63" fmla="*/ 2756384 h 2977443"/>
              <a:gd name="connsiteX64" fmla="*/ 1555877 w 2968146"/>
              <a:gd name="connsiteY64" fmla="*/ 2715744 h 2977443"/>
              <a:gd name="connsiteX65" fmla="*/ 1404354 w 2968146"/>
              <a:gd name="connsiteY65" fmla="*/ 2715744 h 2977443"/>
              <a:gd name="connsiteX66" fmla="*/ 1444994 w 2968146"/>
              <a:gd name="connsiteY66" fmla="*/ 2756384 h 2977443"/>
              <a:gd name="connsiteX67" fmla="*/ 1404354 w 2968146"/>
              <a:gd name="connsiteY67" fmla="*/ 2797024 h 2977443"/>
              <a:gd name="connsiteX68" fmla="*/ 1363714 w 2968146"/>
              <a:gd name="connsiteY68" fmla="*/ 2756384 h 2977443"/>
              <a:gd name="connsiteX69" fmla="*/ 1404354 w 2968146"/>
              <a:gd name="connsiteY69" fmla="*/ 2715744 h 2977443"/>
              <a:gd name="connsiteX70" fmla="*/ 1252830 w 2968146"/>
              <a:gd name="connsiteY70" fmla="*/ 2715744 h 2977443"/>
              <a:gd name="connsiteX71" fmla="*/ 1293470 w 2968146"/>
              <a:gd name="connsiteY71" fmla="*/ 2756384 h 2977443"/>
              <a:gd name="connsiteX72" fmla="*/ 1252830 w 2968146"/>
              <a:gd name="connsiteY72" fmla="*/ 2797024 h 2977443"/>
              <a:gd name="connsiteX73" fmla="*/ 1212190 w 2968146"/>
              <a:gd name="connsiteY73" fmla="*/ 2756384 h 2977443"/>
              <a:gd name="connsiteX74" fmla="*/ 1252830 w 2968146"/>
              <a:gd name="connsiteY74" fmla="*/ 2715744 h 2977443"/>
              <a:gd name="connsiteX75" fmla="*/ 1101306 w 2968146"/>
              <a:gd name="connsiteY75" fmla="*/ 2715744 h 2977443"/>
              <a:gd name="connsiteX76" fmla="*/ 1141946 w 2968146"/>
              <a:gd name="connsiteY76" fmla="*/ 2756384 h 2977443"/>
              <a:gd name="connsiteX77" fmla="*/ 1101306 w 2968146"/>
              <a:gd name="connsiteY77" fmla="*/ 2797024 h 2977443"/>
              <a:gd name="connsiteX78" fmla="*/ 1060666 w 2968146"/>
              <a:gd name="connsiteY78" fmla="*/ 2756384 h 2977443"/>
              <a:gd name="connsiteX79" fmla="*/ 1101306 w 2968146"/>
              <a:gd name="connsiteY79" fmla="*/ 2715744 h 2977443"/>
              <a:gd name="connsiteX80" fmla="*/ 949783 w 2968146"/>
              <a:gd name="connsiteY80" fmla="*/ 2715744 h 2977443"/>
              <a:gd name="connsiteX81" fmla="*/ 990423 w 2968146"/>
              <a:gd name="connsiteY81" fmla="*/ 2756384 h 2977443"/>
              <a:gd name="connsiteX82" fmla="*/ 949783 w 2968146"/>
              <a:gd name="connsiteY82" fmla="*/ 2797024 h 2977443"/>
              <a:gd name="connsiteX83" fmla="*/ 909143 w 2968146"/>
              <a:gd name="connsiteY83" fmla="*/ 2756384 h 2977443"/>
              <a:gd name="connsiteX84" fmla="*/ 949783 w 2968146"/>
              <a:gd name="connsiteY84" fmla="*/ 2715744 h 2977443"/>
              <a:gd name="connsiteX85" fmla="*/ 798259 w 2968146"/>
              <a:gd name="connsiteY85" fmla="*/ 2715744 h 2977443"/>
              <a:gd name="connsiteX86" fmla="*/ 838899 w 2968146"/>
              <a:gd name="connsiteY86" fmla="*/ 2756384 h 2977443"/>
              <a:gd name="connsiteX87" fmla="*/ 798259 w 2968146"/>
              <a:gd name="connsiteY87" fmla="*/ 2797024 h 2977443"/>
              <a:gd name="connsiteX88" fmla="*/ 757619 w 2968146"/>
              <a:gd name="connsiteY88" fmla="*/ 2756384 h 2977443"/>
              <a:gd name="connsiteX89" fmla="*/ 798259 w 2968146"/>
              <a:gd name="connsiteY89" fmla="*/ 2715744 h 2977443"/>
              <a:gd name="connsiteX90" fmla="*/ 646735 w 2968146"/>
              <a:gd name="connsiteY90" fmla="*/ 2715744 h 2977443"/>
              <a:gd name="connsiteX91" fmla="*/ 687375 w 2968146"/>
              <a:gd name="connsiteY91" fmla="*/ 2756384 h 2977443"/>
              <a:gd name="connsiteX92" fmla="*/ 646735 w 2968146"/>
              <a:gd name="connsiteY92" fmla="*/ 2797024 h 2977443"/>
              <a:gd name="connsiteX93" fmla="*/ 606095 w 2968146"/>
              <a:gd name="connsiteY93" fmla="*/ 2756384 h 2977443"/>
              <a:gd name="connsiteX94" fmla="*/ 646735 w 2968146"/>
              <a:gd name="connsiteY94" fmla="*/ 2715744 h 2977443"/>
              <a:gd name="connsiteX95" fmla="*/ 2472935 w 2968146"/>
              <a:gd name="connsiteY95" fmla="*/ 2535325 h 2977443"/>
              <a:gd name="connsiteX96" fmla="*/ 2513575 w 2968146"/>
              <a:gd name="connsiteY96" fmla="*/ 2575965 h 2977443"/>
              <a:gd name="connsiteX97" fmla="*/ 2472935 w 2968146"/>
              <a:gd name="connsiteY97" fmla="*/ 2616605 h 2977443"/>
              <a:gd name="connsiteX98" fmla="*/ 2432295 w 2968146"/>
              <a:gd name="connsiteY98" fmla="*/ 2575965 h 2977443"/>
              <a:gd name="connsiteX99" fmla="*/ 2472935 w 2968146"/>
              <a:gd name="connsiteY99" fmla="*/ 2535325 h 2977443"/>
              <a:gd name="connsiteX100" fmla="*/ 2321411 w 2968146"/>
              <a:gd name="connsiteY100" fmla="*/ 2535325 h 2977443"/>
              <a:gd name="connsiteX101" fmla="*/ 2362051 w 2968146"/>
              <a:gd name="connsiteY101" fmla="*/ 2575965 h 2977443"/>
              <a:gd name="connsiteX102" fmla="*/ 2321411 w 2968146"/>
              <a:gd name="connsiteY102" fmla="*/ 2616605 h 2977443"/>
              <a:gd name="connsiteX103" fmla="*/ 2280771 w 2968146"/>
              <a:gd name="connsiteY103" fmla="*/ 2575965 h 2977443"/>
              <a:gd name="connsiteX104" fmla="*/ 2321411 w 2968146"/>
              <a:gd name="connsiteY104" fmla="*/ 2535325 h 2977443"/>
              <a:gd name="connsiteX105" fmla="*/ 2169888 w 2968146"/>
              <a:gd name="connsiteY105" fmla="*/ 2535325 h 2977443"/>
              <a:gd name="connsiteX106" fmla="*/ 2210528 w 2968146"/>
              <a:gd name="connsiteY106" fmla="*/ 2575965 h 2977443"/>
              <a:gd name="connsiteX107" fmla="*/ 2169888 w 2968146"/>
              <a:gd name="connsiteY107" fmla="*/ 2616605 h 2977443"/>
              <a:gd name="connsiteX108" fmla="*/ 2129248 w 2968146"/>
              <a:gd name="connsiteY108" fmla="*/ 2575965 h 2977443"/>
              <a:gd name="connsiteX109" fmla="*/ 2169888 w 2968146"/>
              <a:gd name="connsiteY109" fmla="*/ 2535325 h 2977443"/>
              <a:gd name="connsiteX110" fmla="*/ 2018364 w 2968146"/>
              <a:gd name="connsiteY110" fmla="*/ 2535325 h 2977443"/>
              <a:gd name="connsiteX111" fmla="*/ 2059004 w 2968146"/>
              <a:gd name="connsiteY111" fmla="*/ 2575965 h 2977443"/>
              <a:gd name="connsiteX112" fmla="*/ 2018364 w 2968146"/>
              <a:gd name="connsiteY112" fmla="*/ 2616605 h 2977443"/>
              <a:gd name="connsiteX113" fmla="*/ 1977724 w 2968146"/>
              <a:gd name="connsiteY113" fmla="*/ 2575965 h 2977443"/>
              <a:gd name="connsiteX114" fmla="*/ 2018364 w 2968146"/>
              <a:gd name="connsiteY114" fmla="*/ 2535325 h 2977443"/>
              <a:gd name="connsiteX115" fmla="*/ 1858921 w 2968146"/>
              <a:gd name="connsiteY115" fmla="*/ 2535325 h 2977443"/>
              <a:gd name="connsiteX116" fmla="*/ 1899561 w 2968146"/>
              <a:gd name="connsiteY116" fmla="*/ 2575965 h 2977443"/>
              <a:gd name="connsiteX117" fmla="*/ 1858921 w 2968146"/>
              <a:gd name="connsiteY117" fmla="*/ 2616605 h 2977443"/>
              <a:gd name="connsiteX118" fmla="*/ 1818281 w 2968146"/>
              <a:gd name="connsiteY118" fmla="*/ 2575965 h 2977443"/>
              <a:gd name="connsiteX119" fmla="*/ 1858921 w 2968146"/>
              <a:gd name="connsiteY119" fmla="*/ 2535325 h 2977443"/>
              <a:gd name="connsiteX120" fmla="*/ 1707401 w 2968146"/>
              <a:gd name="connsiteY120" fmla="*/ 2535325 h 2977443"/>
              <a:gd name="connsiteX121" fmla="*/ 1748041 w 2968146"/>
              <a:gd name="connsiteY121" fmla="*/ 2575965 h 2977443"/>
              <a:gd name="connsiteX122" fmla="*/ 1707401 w 2968146"/>
              <a:gd name="connsiteY122" fmla="*/ 2616605 h 2977443"/>
              <a:gd name="connsiteX123" fmla="*/ 1666761 w 2968146"/>
              <a:gd name="connsiteY123" fmla="*/ 2575965 h 2977443"/>
              <a:gd name="connsiteX124" fmla="*/ 1707401 w 2968146"/>
              <a:gd name="connsiteY124" fmla="*/ 2535325 h 2977443"/>
              <a:gd name="connsiteX125" fmla="*/ 1555877 w 2968146"/>
              <a:gd name="connsiteY125" fmla="*/ 2535325 h 2977443"/>
              <a:gd name="connsiteX126" fmla="*/ 1596517 w 2968146"/>
              <a:gd name="connsiteY126" fmla="*/ 2575965 h 2977443"/>
              <a:gd name="connsiteX127" fmla="*/ 1555877 w 2968146"/>
              <a:gd name="connsiteY127" fmla="*/ 2616605 h 2977443"/>
              <a:gd name="connsiteX128" fmla="*/ 1515237 w 2968146"/>
              <a:gd name="connsiteY128" fmla="*/ 2575965 h 2977443"/>
              <a:gd name="connsiteX129" fmla="*/ 1555877 w 2968146"/>
              <a:gd name="connsiteY129" fmla="*/ 2535325 h 2977443"/>
              <a:gd name="connsiteX130" fmla="*/ 1404354 w 2968146"/>
              <a:gd name="connsiteY130" fmla="*/ 2535325 h 2977443"/>
              <a:gd name="connsiteX131" fmla="*/ 1444994 w 2968146"/>
              <a:gd name="connsiteY131" fmla="*/ 2575965 h 2977443"/>
              <a:gd name="connsiteX132" fmla="*/ 1404354 w 2968146"/>
              <a:gd name="connsiteY132" fmla="*/ 2616605 h 2977443"/>
              <a:gd name="connsiteX133" fmla="*/ 1363714 w 2968146"/>
              <a:gd name="connsiteY133" fmla="*/ 2575965 h 2977443"/>
              <a:gd name="connsiteX134" fmla="*/ 1404354 w 2968146"/>
              <a:gd name="connsiteY134" fmla="*/ 2535325 h 2977443"/>
              <a:gd name="connsiteX135" fmla="*/ 1252830 w 2968146"/>
              <a:gd name="connsiteY135" fmla="*/ 2535325 h 2977443"/>
              <a:gd name="connsiteX136" fmla="*/ 1293470 w 2968146"/>
              <a:gd name="connsiteY136" fmla="*/ 2575965 h 2977443"/>
              <a:gd name="connsiteX137" fmla="*/ 1252830 w 2968146"/>
              <a:gd name="connsiteY137" fmla="*/ 2616605 h 2977443"/>
              <a:gd name="connsiteX138" fmla="*/ 1212190 w 2968146"/>
              <a:gd name="connsiteY138" fmla="*/ 2575965 h 2977443"/>
              <a:gd name="connsiteX139" fmla="*/ 1252830 w 2968146"/>
              <a:gd name="connsiteY139" fmla="*/ 2535325 h 2977443"/>
              <a:gd name="connsiteX140" fmla="*/ 1101306 w 2968146"/>
              <a:gd name="connsiteY140" fmla="*/ 2535325 h 2977443"/>
              <a:gd name="connsiteX141" fmla="*/ 1141946 w 2968146"/>
              <a:gd name="connsiteY141" fmla="*/ 2575965 h 2977443"/>
              <a:gd name="connsiteX142" fmla="*/ 1101306 w 2968146"/>
              <a:gd name="connsiteY142" fmla="*/ 2616605 h 2977443"/>
              <a:gd name="connsiteX143" fmla="*/ 1060666 w 2968146"/>
              <a:gd name="connsiteY143" fmla="*/ 2575965 h 2977443"/>
              <a:gd name="connsiteX144" fmla="*/ 1101306 w 2968146"/>
              <a:gd name="connsiteY144" fmla="*/ 2535325 h 2977443"/>
              <a:gd name="connsiteX145" fmla="*/ 949783 w 2968146"/>
              <a:gd name="connsiteY145" fmla="*/ 2535325 h 2977443"/>
              <a:gd name="connsiteX146" fmla="*/ 990423 w 2968146"/>
              <a:gd name="connsiteY146" fmla="*/ 2575965 h 2977443"/>
              <a:gd name="connsiteX147" fmla="*/ 949783 w 2968146"/>
              <a:gd name="connsiteY147" fmla="*/ 2616605 h 2977443"/>
              <a:gd name="connsiteX148" fmla="*/ 909143 w 2968146"/>
              <a:gd name="connsiteY148" fmla="*/ 2575965 h 2977443"/>
              <a:gd name="connsiteX149" fmla="*/ 949783 w 2968146"/>
              <a:gd name="connsiteY149" fmla="*/ 2535325 h 2977443"/>
              <a:gd name="connsiteX150" fmla="*/ 798259 w 2968146"/>
              <a:gd name="connsiteY150" fmla="*/ 2535325 h 2977443"/>
              <a:gd name="connsiteX151" fmla="*/ 838899 w 2968146"/>
              <a:gd name="connsiteY151" fmla="*/ 2575965 h 2977443"/>
              <a:gd name="connsiteX152" fmla="*/ 798259 w 2968146"/>
              <a:gd name="connsiteY152" fmla="*/ 2616605 h 2977443"/>
              <a:gd name="connsiteX153" fmla="*/ 757619 w 2968146"/>
              <a:gd name="connsiteY153" fmla="*/ 2575965 h 2977443"/>
              <a:gd name="connsiteX154" fmla="*/ 798259 w 2968146"/>
              <a:gd name="connsiteY154" fmla="*/ 2535325 h 2977443"/>
              <a:gd name="connsiteX155" fmla="*/ 646735 w 2968146"/>
              <a:gd name="connsiteY155" fmla="*/ 2535325 h 2977443"/>
              <a:gd name="connsiteX156" fmla="*/ 687375 w 2968146"/>
              <a:gd name="connsiteY156" fmla="*/ 2575965 h 2977443"/>
              <a:gd name="connsiteX157" fmla="*/ 646735 w 2968146"/>
              <a:gd name="connsiteY157" fmla="*/ 2616605 h 2977443"/>
              <a:gd name="connsiteX158" fmla="*/ 606095 w 2968146"/>
              <a:gd name="connsiteY158" fmla="*/ 2575965 h 2977443"/>
              <a:gd name="connsiteX159" fmla="*/ 646735 w 2968146"/>
              <a:gd name="connsiteY159" fmla="*/ 2535325 h 2977443"/>
              <a:gd name="connsiteX160" fmla="*/ 495211 w 2968146"/>
              <a:gd name="connsiteY160" fmla="*/ 2535325 h 2977443"/>
              <a:gd name="connsiteX161" fmla="*/ 535851 w 2968146"/>
              <a:gd name="connsiteY161" fmla="*/ 2575965 h 2977443"/>
              <a:gd name="connsiteX162" fmla="*/ 495211 w 2968146"/>
              <a:gd name="connsiteY162" fmla="*/ 2616605 h 2977443"/>
              <a:gd name="connsiteX163" fmla="*/ 454571 w 2968146"/>
              <a:gd name="connsiteY163" fmla="*/ 2575965 h 2977443"/>
              <a:gd name="connsiteX164" fmla="*/ 495211 w 2968146"/>
              <a:gd name="connsiteY164" fmla="*/ 2535325 h 2977443"/>
              <a:gd name="connsiteX165" fmla="*/ 2624459 w 2968146"/>
              <a:gd name="connsiteY165" fmla="*/ 2354906 h 2977443"/>
              <a:gd name="connsiteX166" fmla="*/ 2665099 w 2968146"/>
              <a:gd name="connsiteY166" fmla="*/ 2395546 h 2977443"/>
              <a:gd name="connsiteX167" fmla="*/ 2624459 w 2968146"/>
              <a:gd name="connsiteY167" fmla="*/ 2436186 h 2977443"/>
              <a:gd name="connsiteX168" fmla="*/ 2583819 w 2968146"/>
              <a:gd name="connsiteY168" fmla="*/ 2395546 h 2977443"/>
              <a:gd name="connsiteX169" fmla="*/ 2624459 w 2968146"/>
              <a:gd name="connsiteY169" fmla="*/ 2354906 h 2977443"/>
              <a:gd name="connsiteX170" fmla="*/ 2472935 w 2968146"/>
              <a:gd name="connsiteY170" fmla="*/ 2354906 h 2977443"/>
              <a:gd name="connsiteX171" fmla="*/ 2513575 w 2968146"/>
              <a:gd name="connsiteY171" fmla="*/ 2395546 h 2977443"/>
              <a:gd name="connsiteX172" fmla="*/ 2472935 w 2968146"/>
              <a:gd name="connsiteY172" fmla="*/ 2436186 h 2977443"/>
              <a:gd name="connsiteX173" fmla="*/ 2432295 w 2968146"/>
              <a:gd name="connsiteY173" fmla="*/ 2395546 h 2977443"/>
              <a:gd name="connsiteX174" fmla="*/ 2472935 w 2968146"/>
              <a:gd name="connsiteY174" fmla="*/ 2354906 h 2977443"/>
              <a:gd name="connsiteX175" fmla="*/ 2321411 w 2968146"/>
              <a:gd name="connsiteY175" fmla="*/ 2354906 h 2977443"/>
              <a:gd name="connsiteX176" fmla="*/ 2362051 w 2968146"/>
              <a:gd name="connsiteY176" fmla="*/ 2395546 h 2977443"/>
              <a:gd name="connsiteX177" fmla="*/ 2321411 w 2968146"/>
              <a:gd name="connsiteY177" fmla="*/ 2436186 h 2977443"/>
              <a:gd name="connsiteX178" fmla="*/ 2280771 w 2968146"/>
              <a:gd name="connsiteY178" fmla="*/ 2395546 h 2977443"/>
              <a:gd name="connsiteX179" fmla="*/ 2321411 w 2968146"/>
              <a:gd name="connsiteY179" fmla="*/ 2354906 h 2977443"/>
              <a:gd name="connsiteX180" fmla="*/ 2169888 w 2968146"/>
              <a:gd name="connsiteY180" fmla="*/ 2354906 h 2977443"/>
              <a:gd name="connsiteX181" fmla="*/ 2210528 w 2968146"/>
              <a:gd name="connsiteY181" fmla="*/ 2395546 h 2977443"/>
              <a:gd name="connsiteX182" fmla="*/ 2169888 w 2968146"/>
              <a:gd name="connsiteY182" fmla="*/ 2436186 h 2977443"/>
              <a:gd name="connsiteX183" fmla="*/ 2129248 w 2968146"/>
              <a:gd name="connsiteY183" fmla="*/ 2395546 h 2977443"/>
              <a:gd name="connsiteX184" fmla="*/ 2169888 w 2968146"/>
              <a:gd name="connsiteY184" fmla="*/ 2354906 h 2977443"/>
              <a:gd name="connsiteX185" fmla="*/ 2018364 w 2968146"/>
              <a:gd name="connsiteY185" fmla="*/ 2354906 h 2977443"/>
              <a:gd name="connsiteX186" fmla="*/ 2059004 w 2968146"/>
              <a:gd name="connsiteY186" fmla="*/ 2395546 h 2977443"/>
              <a:gd name="connsiteX187" fmla="*/ 2018364 w 2968146"/>
              <a:gd name="connsiteY187" fmla="*/ 2436186 h 2977443"/>
              <a:gd name="connsiteX188" fmla="*/ 1977724 w 2968146"/>
              <a:gd name="connsiteY188" fmla="*/ 2395546 h 2977443"/>
              <a:gd name="connsiteX189" fmla="*/ 2018364 w 2968146"/>
              <a:gd name="connsiteY189" fmla="*/ 2354906 h 2977443"/>
              <a:gd name="connsiteX190" fmla="*/ 1858921 w 2968146"/>
              <a:gd name="connsiteY190" fmla="*/ 2354906 h 2977443"/>
              <a:gd name="connsiteX191" fmla="*/ 1899561 w 2968146"/>
              <a:gd name="connsiteY191" fmla="*/ 2395546 h 2977443"/>
              <a:gd name="connsiteX192" fmla="*/ 1858921 w 2968146"/>
              <a:gd name="connsiteY192" fmla="*/ 2436186 h 2977443"/>
              <a:gd name="connsiteX193" fmla="*/ 1818281 w 2968146"/>
              <a:gd name="connsiteY193" fmla="*/ 2395546 h 2977443"/>
              <a:gd name="connsiteX194" fmla="*/ 1858921 w 2968146"/>
              <a:gd name="connsiteY194" fmla="*/ 2354906 h 2977443"/>
              <a:gd name="connsiteX195" fmla="*/ 1707401 w 2968146"/>
              <a:gd name="connsiteY195" fmla="*/ 2354906 h 2977443"/>
              <a:gd name="connsiteX196" fmla="*/ 1748041 w 2968146"/>
              <a:gd name="connsiteY196" fmla="*/ 2395546 h 2977443"/>
              <a:gd name="connsiteX197" fmla="*/ 1707401 w 2968146"/>
              <a:gd name="connsiteY197" fmla="*/ 2436186 h 2977443"/>
              <a:gd name="connsiteX198" fmla="*/ 1666761 w 2968146"/>
              <a:gd name="connsiteY198" fmla="*/ 2395546 h 2977443"/>
              <a:gd name="connsiteX199" fmla="*/ 1707401 w 2968146"/>
              <a:gd name="connsiteY199" fmla="*/ 2354906 h 2977443"/>
              <a:gd name="connsiteX200" fmla="*/ 1555877 w 2968146"/>
              <a:gd name="connsiteY200" fmla="*/ 2354906 h 2977443"/>
              <a:gd name="connsiteX201" fmla="*/ 1596517 w 2968146"/>
              <a:gd name="connsiteY201" fmla="*/ 2395546 h 2977443"/>
              <a:gd name="connsiteX202" fmla="*/ 1555877 w 2968146"/>
              <a:gd name="connsiteY202" fmla="*/ 2436186 h 2977443"/>
              <a:gd name="connsiteX203" fmla="*/ 1515237 w 2968146"/>
              <a:gd name="connsiteY203" fmla="*/ 2395546 h 2977443"/>
              <a:gd name="connsiteX204" fmla="*/ 1555877 w 2968146"/>
              <a:gd name="connsiteY204" fmla="*/ 2354906 h 2977443"/>
              <a:gd name="connsiteX205" fmla="*/ 1404354 w 2968146"/>
              <a:gd name="connsiteY205" fmla="*/ 2354906 h 2977443"/>
              <a:gd name="connsiteX206" fmla="*/ 1444994 w 2968146"/>
              <a:gd name="connsiteY206" fmla="*/ 2395546 h 2977443"/>
              <a:gd name="connsiteX207" fmla="*/ 1404354 w 2968146"/>
              <a:gd name="connsiteY207" fmla="*/ 2436186 h 2977443"/>
              <a:gd name="connsiteX208" fmla="*/ 1363714 w 2968146"/>
              <a:gd name="connsiteY208" fmla="*/ 2395546 h 2977443"/>
              <a:gd name="connsiteX209" fmla="*/ 1404354 w 2968146"/>
              <a:gd name="connsiteY209" fmla="*/ 2354906 h 2977443"/>
              <a:gd name="connsiteX210" fmla="*/ 1252830 w 2968146"/>
              <a:gd name="connsiteY210" fmla="*/ 2354906 h 2977443"/>
              <a:gd name="connsiteX211" fmla="*/ 1293470 w 2968146"/>
              <a:gd name="connsiteY211" fmla="*/ 2395546 h 2977443"/>
              <a:gd name="connsiteX212" fmla="*/ 1252830 w 2968146"/>
              <a:gd name="connsiteY212" fmla="*/ 2436186 h 2977443"/>
              <a:gd name="connsiteX213" fmla="*/ 1212190 w 2968146"/>
              <a:gd name="connsiteY213" fmla="*/ 2395546 h 2977443"/>
              <a:gd name="connsiteX214" fmla="*/ 1252830 w 2968146"/>
              <a:gd name="connsiteY214" fmla="*/ 2354906 h 2977443"/>
              <a:gd name="connsiteX215" fmla="*/ 1101306 w 2968146"/>
              <a:gd name="connsiteY215" fmla="*/ 2354906 h 2977443"/>
              <a:gd name="connsiteX216" fmla="*/ 1141946 w 2968146"/>
              <a:gd name="connsiteY216" fmla="*/ 2395546 h 2977443"/>
              <a:gd name="connsiteX217" fmla="*/ 1101306 w 2968146"/>
              <a:gd name="connsiteY217" fmla="*/ 2436186 h 2977443"/>
              <a:gd name="connsiteX218" fmla="*/ 1060666 w 2968146"/>
              <a:gd name="connsiteY218" fmla="*/ 2395546 h 2977443"/>
              <a:gd name="connsiteX219" fmla="*/ 1101306 w 2968146"/>
              <a:gd name="connsiteY219" fmla="*/ 2354906 h 2977443"/>
              <a:gd name="connsiteX220" fmla="*/ 949783 w 2968146"/>
              <a:gd name="connsiteY220" fmla="*/ 2354906 h 2977443"/>
              <a:gd name="connsiteX221" fmla="*/ 990423 w 2968146"/>
              <a:gd name="connsiteY221" fmla="*/ 2395546 h 2977443"/>
              <a:gd name="connsiteX222" fmla="*/ 949783 w 2968146"/>
              <a:gd name="connsiteY222" fmla="*/ 2436186 h 2977443"/>
              <a:gd name="connsiteX223" fmla="*/ 909143 w 2968146"/>
              <a:gd name="connsiteY223" fmla="*/ 2395546 h 2977443"/>
              <a:gd name="connsiteX224" fmla="*/ 949783 w 2968146"/>
              <a:gd name="connsiteY224" fmla="*/ 2354906 h 2977443"/>
              <a:gd name="connsiteX225" fmla="*/ 798259 w 2968146"/>
              <a:gd name="connsiteY225" fmla="*/ 2354906 h 2977443"/>
              <a:gd name="connsiteX226" fmla="*/ 838899 w 2968146"/>
              <a:gd name="connsiteY226" fmla="*/ 2395546 h 2977443"/>
              <a:gd name="connsiteX227" fmla="*/ 798259 w 2968146"/>
              <a:gd name="connsiteY227" fmla="*/ 2436186 h 2977443"/>
              <a:gd name="connsiteX228" fmla="*/ 757619 w 2968146"/>
              <a:gd name="connsiteY228" fmla="*/ 2395546 h 2977443"/>
              <a:gd name="connsiteX229" fmla="*/ 798259 w 2968146"/>
              <a:gd name="connsiteY229" fmla="*/ 2354906 h 2977443"/>
              <a:gd name="connsiteX230" fmla="*/ 646735 w 2968146"/>
              <a:gd name="connsiteY230" fmla="*/ 2354906 h 2977443"/>
              <a:gd name="connsiteX231" fmla="*/ 687375 w 2968146"/>
              <a:gd name="connsiteY231" fmla="*/ 2395546 h 2977443"/>
              <a:gd name="connsiteX232" fmla="*/ 646735 w 2968146"/>
              <a:gd name="connsiteY232" fmla="*/ 2436186 h 2977443"/>
              <a:gd name="connsiteX233" fmla="*/ 606095 w 2968146"/>
              <a:gd name="connsiteY233" fmla="*/ 2395546 h 2977443"/>
              <a:gd name="connsiteX234" fmla="*/ 646735 w 2968146"/>
              <a:gd name="connsiteY234" fmla="*/ 2354906 h 2977443"/>
              <a:gd name="connsiteX235" fmla="*/ 495211 w 2968146"/>
              <a:gd name="connsiteY235" fmla="*/ 2354906 h 2977443"/>
              <a:gd name="connsiteX236" fmla="*/ 535851 w 2968146"/>
              <a:gd name="connsiteY236" fmla="*/ 2395546 h 2977443"/>
              <a:gd name="connsiteX237" fmla="*/ 495211 w 2968146"/>
              <a:gd name="connsiteY237" fmla="*/ 2436186 h 2977443"/>
              <a:gd name="connsiteX238" fmla="*/ 454571 w 2968146"/>
              <a:gd name="connsiteY238" fmla="*/ 2395546 h 2977443"/>
              <a:gd name="connsiteX239" fmla="*/ 495211 w 2968146"/>
              <a:gd name="connsiteY239" fmla="*/ 2354906 h 2977443"/>
              <a:gd name="connsiteX240" fmla="*/ 343688 w 2968146"/>
              <a:gd name="connsiteY240" fmla="*/ 2354906 h 2977443"/>
              <a:gd name="connsiteX241" fmla="*/ 384328 w 2968146"/>
              <a:gd name="connsiteY241" fmla="*/ 2395546 h 2977443"/>
              <a:gd name="connsiteX242" fmla="*/ 343688 w 2968146"/>
              <a:gd name="connsiteY242" fmla="*/ 2436186 h 2977443"/>
              <a:gd name="connsiteX243" fmla="*/ 303048 w 2968146"/>
              <a:gd name="connsiteY243" fmla="*/ 2395546 h 2977443"/>
              <a:gd name="connsiteX244" fmla="*/ 343688 w 2968146"/>
              <a:gd name="connsiteY244" fmla="*/ 2354906 h 2977443"/>
              <a:gd name="connsiteX245" fmla="*/ 2775983 w 2968146"/>
              <a:gd name="connsiteY245" fmla="*/ 2174487 h 2977443"/>
              <a:gd name="connsiteX246" fmla="*/ 2816623 w 2968146"/>
              <a:gd name="connsiteY246" fmla="*/ 2215127 h 2977443"/>
              <a:gd name="connsiteX247" fmla="*/ 2775983 w 2968146"/>
              <a:gd name="connsiteY247" fmla="*/ 2255767 h 2977443"/>
              <a:gd name="connsiteX248" fmla="*/ 2735343 w 2968146"/>
              <a:gd name="connsiteY248" fmla="*/ 2215127 h 2977443"/>
              <a:gd name="connsiteX249" fmla="*/ 2775983 w 2968146"/>
              <a:gd name="connsiteY249" fmla="*/ 2174487 h 2977443"/>
              <a:gd name="connsiteX250" fmla="*/ 2624459 w 2968146"/>
              <a:gd name="connsiteY250" fmla="*/ 2174487 h 2977443"/>
              <a:gd name="connsiteX251" fmla="*/ 2665099 w 2968146"/>
              <a:gd name="connsiteY251" fmla="*/ 2215127 h 2977443"/>
              <a:gd name="connsiteX252" fmla="*/ 2624459 w 2968146"/>
              <a:gd name="connsiteY252" fmla="*/ 2255767 h 2977443"/>
              <a:gd name="connsiteX253" fmla="*/ 2583819 w 2968146"/>
              <a:gd name="connsiteY253" fmla="*/ 2215127 h 2977443"/>
              <a:gd name="connsiteX254" fmla="*/ 2624459 w 2968146"/>
              <a:gd name="connsiteY254" fmla="*/ 2174487 h 2977443"/>
              <a:gd name="connsiteX255" fmla="*/ 2472935 w 2968146"/>
              <a:gd name="connsiteY255" fmla="*/ 2174487 h 2977443"/>
              <a:gd name="connsiteX256" fmla="*/ 2513575 w 2968146"/>
              <a:gd name="connsiteY256" fmla="*/ 2215127 h 2977443"/>
              <a:gd name="connsiteX257" fmla="*/ 2472935 w 2968146"/>
              <a:gd name="connsiteY257" fmla="*/ 2255767 h 2977443"/>
              <a:gd name="connsiteX258" fmla="*/ 2432295 w 2968146"/>
              <a:gd name="connsiteY258" fmla="*/ 2215127 h 2977443"/>
              <a:gd name="connsiteX259" fmla="*/ 2472935 w 2968146"/>
              <a:gd name="connsiteY259" fmla="*/ 2174487 h 2977443"/>
              <a:gd name="connsiteX260" fmla="*/ 2321411 w 2968146"/>
              <a:gd name="connsiteY260" fmla="*/ 2174487 h 2977443"/>
              <a:gd name="connsiteX261" fmla="*/ 2362051 w 2968146"/>
              <a:gd name="connsiteY261" fmla="*/ 2215127 h 2977443"/>
              <a:gd name="connsiteX262" fmla="*/ 2321411 w 2968146"/>
              <a:gd name="connsiteY262" fmla="*/ 2255767 h 2977443"/>
              <a:gd name="connsiteX263" fmla="*/ 2280771 w 2968146"/>
              <a:gd name="connsiteY263" fmla="*/ 2215127 h 2977443"/>
              <a:gd name="connsiteX264" fmla="*/ 2321411 w 2968146"/>
              <a:gd name="connsiteY264" fmla="*/ 2174487 h 2977443"/>
              <a:gd name="connsiteX265" fmla="*/ 2169888 w 2968146"/>
              <a:gd name="connsiteY265" fmla="*/ 2174487 h 2977443"/>
              <a:gd name="connsiteX266" fmla="*/ 2210528 w 2968146"/>
              <a:gd name="connsiteY266" fmla="*/ 2215127 h 2977443"/>
              <a:gd name="connsiteX267" fmla="*/ 2169888 w 2968146"/>
              <a:gd name="connsiteY267" fmla="*/ 2255767 h 2977443"/>
              <a:gd name="connsiteX268" fmla="*/ 2129248 w 2968146"/>
              <a:gd name="connsiteY268" fmla="*/ 2215127 h 2977443"/>
              <a:gd name="connsiteX269" fmla="*/ 2169888 w 2968146"/>
              <a:gd name="connsiteY269" fmla="*/ 2174487 h 2977443"/>
              <a:gd name="connsiteX270" fmla="*/ 2018364 w 2968146"/>
              <a:gd name="connsiteY270" fmla="*/ 2174487 h 2977443"/>
              <a:gd name="connsiteX271" fmla="*/ 2059004 w 2968146"/>
              <a:gd name="connsiteY271" fmla="*/ 2215127 h 2977443"/>
              <a:gd name="connsiteX272" fmla="*/ 2018364 w 2968146"/>
              <a:gd name="connsiteY272" fmla="*/ 2255767 h 2977443"/>
              <a:gd name="connsiteX273" fmla="*/ 1977724 w 2968146"/>
              <a:gd name="connsiteY273" fmla="*/ 2215127 h 2977443"/>
              <a:gd name="connsiteX274" fmla="*/ 2018364 w 2968146"/>
              <a:gd name="connsiteY274" fmla="*/ 2174487 h 2977443"/>
              <a:gd name="connsiteX275" fmla="*/ 1858921 w 2968146"/>
              <a:gd name="connsiteY275" fmla="*/ 2174487 h 2977443"/>
              <a:gd name="connsiteX276" fmla="*/ 1899561 w 2968146"/>
              <a:gd name="connsiteY276" fmla="*/ 2215127 h 2977443"/>
              <a:gd name="connsiteX277" fmla="*/ 1858921 w 2968146"/>
              <a:gd name="connsiteY277" fmla="*/ 2255767 h 2977443"/>
              <a:gd name="connsiteX278" fmla="*/ 1818281 w 2968146"/>
              <a:gd name="connsiteY278" fmla="*/ 2215127 h 2977443"/>
              <a:gd name="connsiteX279" fmla="*/ 1858921 w 2968146"/>
              <a:gd name="connsiteY279" fmla="*/ 2174487 h 2977443"/>
              <a:gd name="connsiteX280" fmla="*/ 1707401 w 2968146"/>
              <a:gd name="connsiteY280" fmla="*/ 2174487 h 2977443"/>
              <a:gd name="connsiteX281" fmla="*/ 1748041 w 2968146"/>
              <a:gd name="connsiteY281" fmla="*/ 2215127 h 2977443"/>
              <a:gd name="connsiteX282" fmla="*/ 1707401 w 2968146"/>
              <a:gd name="connsiteY282" fmla="*/ 2255767 h 2977443"/>
              <a:gd name="connsiteX283" fmla="*/ 1666761 w 2968146"/>
              <a:gd name="connsiteY283" fmla="*/ 2215127 h 2977443"/>
              <a:gd name="connsiteX284" fmla="*/ 1707401 w 2968146"/>
              <a:gd name="connsiteY284" fmla="*/ 2174487 h 2977443"/>
              <a:gd name="connsiteX285" fmla="*/ 1555877 w 2968146"/>
              <a:gd name="connsiteY285" fmla="*/ 2174487 h 2977443"/>
              <a:gd name="connsiteX286" fmla="*/ 1596517 w 2968146"/>
              <a:gd name="connsiteY286" fmla="*/ 2215127 h 2977443"/>
              <a:gd name="connsiteX287" fmla="*/ 1555877 w 2968146"/>
              <a:gd name="connsiteY287" fmla="*/ 2255767 h 2977443"/>
              <a:gd name="connsiteX288" fmla="*/ 1515237 w 2968146"/>
              <a:gd name="connsiteY288" fmla="*/ 2215127 h 2977443"/>
              <a:gd name="connsiteX289" fmla="*/ 1555877 w 2968146"/>
              <a:gd name="connsiteY289" fmla="*/ 2174487 h 2977443"/>
              <a:gd name="connsiteX290" fmla="*/ 1404354 w 2968146"/>
              <a:gd name="connsiteY290" fmla="*/ 2174487 h 2977443"/>
              <a:gd name="connsiteX291" fmla="*/ 1444994 w 2968146"/>
              <a:gd name="connsiteY291" fmla="*/ 2215127 h 2977443"/>
              <a:gd name="connsiteX292" fmla="*/ 1404354 w 2968146"/>
              <a:gd name="connsiteY292" fmla="*/ 2255767 h 2977443"/>
              <a:gd name="connsiteX293" fmla="*/ 1363714 w 2968146"/>
              <a:gd name="connsiteY293" fmla="*/ 2215127 h 2977443"/>
              <a:gd name="connsiteX294" fmla="*/ 1404354 w 2968146"/>
              <a:gd name="connsiteY294" fmla="*/ 2174487 h 2977443"/>
              <a:gd name="connsiteX295" fmla="*/ 1252830 w 2968146"/>
              <a:gd name="connsiteY295" fmla="*/ 2174487 h 2977443"/>
              <a:gd name="connsiteX296" fmla="*/ 1293470 w 2968146"/>
              <a:gd name="connsiteY296" fmla="*/ 2215127 h 2977443"/>
              <a:gd name="connsiteX297" fmla="*/ 1252830 w 2968146"/>
              <a:gd name="connsiteY297" fmla="*/ 2255767 h 2977443"/>
              <a:gd name="connsiteX298" fmla="*/ 1212190 w 2968146"/>
              <a:gd name="connsiteY298" fmla="*/ 2215127 h 2977443"/>
              <a:gd name="connsiteX299" fmla="*/ 1252830 w 2968146"/>
              <a:gd name="connsiteY299" fmla="*/ 2174487 h 2977443"/>
              <a:gd name="connsiteX300" fmla="*/ 1101306 w 2968146"/>
              <a:gd name="connsiteY300" fmla="*/ 2174487 h 2977443"/>
              <a:gd name="connsiteX301" fmla="*/ 1141946 w 2968146"/>
              <a:gd name="connsiteY301" fmla="*/ 2215127 h 2977443"/>
              <a:gd name="connsiteX302" fmla="*/ 1101306 w 2968146"/>
              <a:gd name="connsiteY302" fmla="*/ 2255767 h 2977443"/>
              <a:gd name="connsiteX303" fmla="*/ 1060666 w 2968146"/>
              <a:gd name="connsiteY303" fmla="*/ 2215127 h 2977443"/>
              <a:gd name="connsiteX304" fmla="*/ 1101306 w 2968146"/>
              <a:gd name="connsiteY304" fmla="*/ 2174487 h 2977443"/>
              <a:gd name="connsiteX305" fmla="*/ 949783 w 2968146"/>
              <a:gd name="connsiteY305" fmla="*/ 2174487 h 2977443"/>
              <a:gd name="connsiteX306" fmla="*/ 990423 w 2968146"/>
              <a:gd name="connsiteY306" fmla="*/ 2215127 h 2977443"/>
              <a:gd name="connsiteX307" fmla="*/ 949783 w 2968146"/>
              <a:gd name="connsiteY307" fmla="*/ 2255767 h 2977443"/>
              <a:gd name="connsiteX308" fmla="*/ 909143 w 2968146"/>
              <a:gd name="connsiteY308" fmla="*/ 2215127 h 2977443"/>
              <a:gd name="connsiteX309" fmla="*/ 949783 w 2968146"/>
              <a:gd name="connsiteY309" fmla="*/ 2174487 h 2977443"/>
              <a:gd name="connsiteX310" fmla="*/ 798259 w 2968146"/>
              <a:gd name="connsiteY310" fmla="*/ 2174487 h 2977443"/>
              <a:gd name="connsiteX311" fmla="*/ 838899 w 2968146"/>
              <a:gd name="connsiteY311" fmla="*/ 2215127 h 2977443"/>
              <a:gd name="connsiteX312" fmla="*/ 798259 w 2968146"/>
              <a:gd name="connsiteY312" fmla="*/ 2255767 h 2977443"/>
              <a:gd name="connsiteX313" fmla="*/ 757619 w 2968146"/>
              <a:gd name="connsiteY313" fmla="*/ 2215127 h 2977443"/>
              <a:gd name="connsiteX314" fmla="*/ 798259 w 2968146"/>
              <a:gd name="connsiteY314" fmla="*/ 2174487 h 2977443"/>
              <a:gd name="connsiteX315" fmla="*/ 646735 w 2968146"/>
              <a:gd name="connsiteY315" fmla="*/ 2174487 h 2977443"/>
              <a:gd name="connsiteX316" fmla="*/ 687375 w 2968146"/>
              <a:gd name="connsiteY316" fmla="*/ 2215127 h 2977443"/>
              <a:gd name="connsiteX317" fmla="*/ 646735 w 2968146"/>
              <a:gd name="connsiteY317" fmla="*/ 2255767 h 2977443"/>
              <a:gd name="connsiteX318" fmla="*/ 606095 w 2968146"/>
              <a:gd name="connsiteY318" fmla="*/ 2215127 h 2977443"/>
              <a:gd name="connsiteX319" fmla="*/ 646735 w 2968146"/>
              <a:gd name="connsiteY319" fmla="*/ 2174487 h 2977443"/>
              <a:gd name="connsiteX320" fmla="*/ 495211 w 2968146"/>
              <a:gd name="connsiteY320" fmla="*/ 2174487 h 2977443"/>
              <a:gd name="connsiteX321" fmla="*/ 535851 w 2968146"/>
              <a:gd name="connsiteY321" fmla="*/ 2215127 h 2977443"/>
              <a:gd name="connsiteX322" fmla="*/ 495211 w 2968146"/>
              <a:gd name="connsiteY322" fmla="*/ 2255767 h 2977443"/>
              <a:gd name="connsiteX323" fmla="*/ 454571 w 2968146"/>
              <a:gd name="connsiteY323" fmla="*/ 2215127 h 2977443"/>
              <a:gd name="connsiteX324" fmla="*/ 495211 w 2968146"/>
              <a:gd name="connsiteY324" fmla="*/ 2174487 h 2977443"/>
              <a:gd name="connsiteX325" fmla="*/ 343688 w 2968146"/>
              <a:gd name="connsiteY325" fmla="*/ 2174487 h 2977443"/>
              <a:gd name="connsiteX326" fmla="*/ 384328 w 2968146"/>
              <a:gd name="connsiteY326" fmla="*/ 2215127 h 2977443"/>
              <a:gd name="connsiteX327" fmla="*/ 343688 w 2968146"/>
              <a:gd name="connsiteY327" fmla="*/ 2255767 h 2977443"/>
              <a:gd name="connsiteX328" fmla="*/ 303048 w 2968146"/>
              <a:gd name="connsiteY328" fmla="*/ 2215127 h 2977443"/>
              <a:gd name="connsiteX329" fmla="*/ 343688 w 2968146"/>
              <a:gd name="connsiteY329" fmla="*/ 2174487 h 2977443"/>
              <a:gd name="connsiteX330" fmla="*/ 192164 w 2968146"/>
              <a:gd name="connsiteY330" fmla="*/ 2174487 h 2977443"/>
              <a:gd name="connsiteX331" fmla="*/ 232804 w 2968146"/>
              <a:gd name="connsiteY331" fmla="*/ 2215127 h 2977443"/>
              <a:gd name="connsiteX332" fmla="*/ 192164 w 2968146"/>
              <a:gd name="connsiteY332" fmla="*/ 2255767 h 2977443"/>
              <a:gd name="connsiteX333" fmla="*/ 151524 w 2968146"/>
              <a:gd name="connsiteY333" fmla="*/ 2215127 h 2977443"/>
              <a:gd name="connsiteX334" fmla="*/ 192164 w 2968146"/>
              <a:gd name="connsiteY334" fmla="*/ 2174487 h 2977443"/>
              <a:gd name="connsiteX335" fmla="*/ 2927506 w 2968146"/>
              <a:gd name="connsiteY335" fmla="*/ 1994068 h 2977443"/>
              <a:gd name="connsiteX336" fmla="*/ 2968146 w 2968146"/>
              <a:gd name="connsiteY336" fmla="*/ 2034708 h 2977443"/>
              <a:gd name="connsiteX337" fmla="*/ 2927506 w 2968146"/>
              <a:gd name="connsiteY337" fmla="*/ 2075348 h 2977443"/>
              <a:gd name="connsiteX338" fmla="*/ 2886866 w 2968146"/>
              <a:gd name="connsiteY338" fmla="*/ 2034708 h 2977443"/>
              <a:gd name="connsiteX339" fmla="*/ 2927506 w 2968146"/>
              <a:gd name="connsiteY339" fmla="*/ 1994068 h 2977443"/>
              <a:gd name="connsiteX340" fmla="*/ 2775983 w 2968146"/>
              <a:gd name="connsiteY340" fmla="*/ 1994068 h 2977443"/>
              <a:gd name="connsiteX341" fmla="*/ 2816623 w 2968146"/>
              <a:gd name="connsiteY341" fmla="*/ 2034708 h 2977443"/>
              <a:gd name="connsiteX342" fmla="*/ 2775983 w 2968146"/>
              <a:gd name="connsiteY342" fmla="*/ 2075348 h 2977443"/>
              <a:gd name="connsiteX343" fmla="*/ 2735343 w 2968146"/>
              <a:gd name="connsiteY343" fmla="*/ 2034708 h 2977443"/>
              <a:gd name="connsiteX344" fmla="*/ 2775983 w 2968146"/>
              <a:gd name="connsiteY344" fmla="*/ 1994068 h 2977443"/>
              <a:gd name="connsiteX345" fmla="*/ 2624459 w 2968146"/>
              <a:gd name="connsiteY345" fmla="*/ 1994068 h 2977443"/>
              <a:gd name="connsiteX346" fmla="*/ 2665099 w 2968146"/>
              <a:gd name="connsiteY346" fmla="*/ 2034708 h 2977443"/>
              <a:gd name="connsiteX347" fmla="*/ 2624459 w 2968146"/>
              <a:gd name="connsiteY347" fmla="*/ 2075348 h 2977443"/>
              <a:gd name="connsiteX348" fmla="*/ 2583819 w 2968146"/>
              <a:gd name="connsiteY348" fmla="*/ 2034708 h 2977443"/>
              <a:gd name="connsiteX349" fmla="*/ 2624459 w 2968146"/>
              <a:gd name="connsiteY349" fmla="*/ 1994068 h 2977443"/>
              <a:gd name="connsiteX350" fmla="*/ 2472935 w 2968146"/>
              <a:gd name="connsiteY350" fmla="*/ 1994068 h 2977443"/>
              <a:gd name="connsiteX351" fmla="*/ 2513575 w 2968146"/>
              <a:gd name="connsiteY351" fmla="*/ 2034708 h 2977443"/>
              <a:gd name="connsiteX352" fmla="*/ 2472935 w 2968146"/>
              <a:gd name="connsiteY352" fmla="*/ 2075348 h 2977443"/>
              <a:gd name="connsiteX353" fmla="*/ 2432295 w 2968146"/>
              <a:gd name="connsiteY353" fmla="*/ 2034708 h 2977443"/>
              <a:gd name="connsiteX354" fmla="*/ 2472935 w 2968146"/>
              <a:gd name="connsiteY354" fmla="*/ 1994068 h 2977443"/>
              <a:gd name="connsiteX355" fmla="*/ 2321411 w 2968146"/>
              <a:gd name="connsiteY355" fmla="*/ 1994068 h 2977443"/>
              <a:gd name="connsiteX356" fmla="*/ 2362051 w 2968146"/>
              <a:gd name="connsiteY356" fmla="*/ 2034708 h 2977443"/>
              <a:gd name="connsiteX357" fmla="*/ 2321411 w 2968146"/>
              <a:gd name="connsiteY357" fmla="*/ 2075348 h 2977443"/>
              <a:gd name="connsiteX358" fmla="*/ 2280771 w 2968146"/>
              <a:gd name="connsiteY358" fmla="*/ 2034708 h 2977443"/>
              <a:gd name="connsiteX359" fmla="*/ 2321411 w 2968146"/>
              <a:gd name="connsiteY359" fmla="*/ 1994068 h 2977443"/>
              <a:gd name="connsiteX360" fmla="*/ 2169888 w 2968146"/>
              <a:gd name="connsiteY360" fmla="*/ 1994068 h 2977443"/>
              <a:gd name="connsiteX361" fmla="*/ 2210528 w 2968146"/>
              <a:gd name="connsiteY361" fmla="*/ 2034708 h 2977443"/>
              <a:gd name="connsiteX362" fmla="*/ 2169888 w 2968146"/>
              <a:gd name="connsiteY362" fmla="*/ 2075348 h 2977443"/>
              <a:gd name="connsiteX363" fmla="*/ 2129248 w 2968146"/>
              <a:gd name="connsiteY363" fmla="*/ 2034708 h 2977443"/>
              <a:gd name="connsiteX364" fmla="*/ 2169888 w 2968146"/>
              <a:gd name="connsiteY364" fmla="*/ 1994068 h 2977443"/>
              <a:gd name="connsiteX365" fmla="*/ 2018364 w 2968146"/>
              <a:gd name="connsiteY365" fmla="*/ 1994068 h 2977443"/>
              <a:gd name="connsiteX366" fmla="*/ 2059004 w 2968146"/>
              <a:gd name="connsiteY366" fmla="*/ 2034708 h 2977443"/>
              <a:gd name="connsiteX367" fmla="*/ 2018364 w 2968146"/>
              <a:gd name="connsiteY367" fmla="*/ 2075348 h 2977443"/>
              <a:gd name="connsiteX368" fmla="*/ 1977724 w 2968146"/>
              <a:gd name="connsiteY368" fmla="*/ 2034708 h 2977443"/>
              <a:gd name="connsiteX369" fmla="*/ 2018364 w 2968146"/>
              <a:gd name="connsiteY369" fmla="*/ 1994068 h 2977443"/>
              <a:gd name="connsiteX370" fmla="*/ 1858921 w 2968146"/>
              <a:gd name="connsiteY370" fmla="*/ 1994068 h 2977443"/>
              <a:gd name="connsiteX371" fmla="*/ 1899561 w 2968146"/>
              <a:gd name="connsiteY371" fmla="*/ 2034708 h 2977443"/>
              <a:gd name="connsiteX372" fmla="*/ 1858921 w 2968146"/>
              <a:gd name="connsiteY372" fmla="*/ 2075348 h 2977443"/>
              <a:gd name="connsiteX373" fmla="*/ 1818281 w 2968146"/>
              <a:gd name="connsiteY373" fmla="*/ 2034708 h 2977443"/>
              <a:gd name="connsiteX374" fmla="*/ 1858921 w 2968146"/>
              <a:gd name="connsiteY374" fmla="*/ 1994068 h 2977443"/>
              <a:gd name="connsiteX375" fmla="*/ 1707401 w 2968146"/>
              <a:gd name="connsiteY375" fmla="*/ 1994068 h 2977443"/>
              <a:gd name="connsiteX376" fmla="*/ 1748041 w 2968146"/>
              <a:gd name="connsiteY376" fmla="*/ 2034708 h 2977443"/>
              <a:gd name="connsiteX377" fmla="*/ 1707401 w 2968146"/>
              <a:gd name="connsiteY377" fmla="*/ 2075348 h 2977443"/>
              <a:gd name="connsiteX378" fmla="*/ 1666761 w 2968146"/>
              <a:gd name="connsiteY378" fmla="*/ 2034708 h 2977443"/>
              <a:gd name="connsiteX379" fmla="*/ 1707401 w 2968146"/>
              <a:gd name="connsiteY379" fmla="*/ 1994068 h 2977443"/>
              <a:gd name="connsiteX380" fmla="*/ 1555877 w 2968146"/>
              <a:gd name="connsiteY380" fmla="*/ 1994068 h 2977443"/>
              <a:gd name="connsiteX381" fmla="*/ 1596517 w 2968146"/>
              <a:gd name="connsiteY381" fmla="*/ 2034708 h 2977443"/>
              <a:gd name="connsiteX382" fmla="*/ 1555877 w 2968146"/>
              <a:gd name="connsiteY382" fmla="*/ 2075348 h 2977443"/>
              <a:gd name="connsiteX383" fmla="*/ 1515237 w 2968146"/>
              <a:gd name="connsiteY383" fmla="*/ 2034708 h 2977443"/>
              <a:gd name="connsiteX384" fmla="*/ 1555877 w 2968146"/>
              <a:gd name="connsiteY384" fmla="*/ 1994068 h 2977443"/>
              <a:gd name="connsiteX385" fmla="*/ 1404354 w 2968146"/>
              <a:gd name="connsiteY385" fmla="*/ 1994068 h 2977443"/>
              <a:gd name="connsiteX386" fmla="*/ 1444994 w 2968146"/>
              <a:gd name="connsiteY386" fmla="*/ 2034708 h 2977443"/>
              <a:gd name="connsiteX387" fmla="*/ 1404354 w 2968146"/>
              <a:gd name="connsiteY387" fmla="*/ 2075348 h 2977443"/>
              <a:gd name="connsiteX388" fmla="*/ 1363714 w 2968146"/>
              <a:gd name="connsiteY388" fmla="*/ 2034708 h 2977443"/>
              <a:gd name="connsiteX389" fmla="*/ 1404354 w 2968146"/>
              <a:gd name="connsiteY389" fmla="*/ 1994068 h 2977443"/>
              <a:gd name="connsiteX390" fmla="*/ 1252830 w 2968146"/>
              <a:gd name="connsiteY390" fmla="*/ 1994068 h 2977443"/>
              <a:gd name="connsiteX391" fmla="*/ 1293470 w 2968146"/>
              <a:gd name="connsiteY391" fmla="*/ 2034708 h 2977443"/>
              <a:gd name="connsiteX392" fmla="*/ 1252830 w 2968146"/>
              <a:gd name="connsiteY392" fmla="*/ 2075348 h 2977443"/>
              <a:gd name="connsiteX393" fmla="*/ 1212190 w 2968146"/>
              <a:gd name="connsiteY393" fmla="*/ 2034708 h 2977443"/>
              <a:gd name="connsiteX394" fmla="*/ 1252830 w 2968146"/>
              <a:gd name="connsiteY394" fmla="*/ 1994068 h 2977443"/>
              <a:gd name="connsiteX395" fmla="*/ 1101306 w 2968146"/>
              <a:gd name="connsiteY395" fmla="*/ 1994068 h 2977443"/>
              <a:gd name="connsiteX396" fmla="*/ 1141946 w 2968146"/>
              <a:gd name="connsiteY396" fmla="*/ 2034708 h 2977443"/>
              <a:gd name="connsiteX397" fmla="*/ 1101306 w 2968146"/>
              <a:gd name="connsiteY397" fmla="*/ 2075348 h 2977443"/>
              <a:gd name="connsiteX398" fmla="*/ 1060666 w 2968146"/>
              <a:gd name="connsiteY398" fmla="*/ 2034708 h 2977443"/>
              <a:gd name="connsiteX399" fmla="*/ 1101306 w 2968146"/>
              <a:gd name="connsiteY399" fmla="*/ 1994068 h 2977443"/>
              <a:gd name="connsiteX400" fmla="*/ 949783 w 2968146"/>
              <a:gd name="connsiteY400" fmla="*/ 1994068 h 2977443"/>
              <a:gd name="connsiteX401" fmla="*/ 990423 w 2968146"/>
              <a:gd name="connsiteY401" fmla="*/ 2034708 h 2977443"/>
              <a:gd name="connsiteX402" fmla="*/ 949783 w 2968146"/>
              <a:gd name="connsiteY402" fmla="*/ 2075348 h 2977443"/>
              <a:gd name="connsiteX403" fmla="*/ 909143 w 2968146"/>
              <a:gd name="connsiteY403" fmla="*/ 2034708 h 2977443"/>
              <a:gd name="connsiteX404" fmla="*/ 949783 w 2968146"/>
              <a:gd name="connsiteY404" fmla="*/ 1994068 h 2977443"/>
              <a:gd name="connsiteX405" fmla="*/ 798259 w 2968146"/>
              <a:gd name="connsiteY405" fmla="*/ 1994068 h 2977443"/>
              <a:gd name="connsiteX406" fmla="*/ 838899 w 2968146"/>
              <a:gd name="connsiteY406" fmla="*/ 2034708 h 2977443"/>
              <a:gd name="connsiteX407" fmla="*/ 798259 w 2968146"/>
              <a:gd name="connsiteY407" fmla="*/ 2075348 h 2977443"/>
              <a:gd name="connsiteX408" fmla="*/ 757619 w 2968146"/>
              <a:gd name="connsiteY408" fmla="*/ 2034708 h 2977443"/>
              <a:gd name="connsiteX409" fmla="*/ 798259 w 2968146"/>
              <a:gd name="connsiteY409" fmla="*/ 1994068 h 2977443"/>
              <a:gd name="connsiteX410" fmla="*/ 646735 w 2968146"/>
              <a:gd name="connsiteY410" fmla="*/ 1994068 h 2977443"/>
              <a:gd name="connsiteX411" fmla="*/ 687375 w 2968146"/>
              <a:gd name="connsiteY411" fmla="*/ 2034708 h 2977443"/>
              <a:gd name="connsiteX412" fmla="*/ 646735 w 2968146"/>
              <a:gd name="connsiteY412" fmla="*/ 2075348 h 2977443"/>
              <a:gd name="connsiteX413" fmla="*/ 606095 w 2968146"/>
              <a:gd name="connsiteY413" fmla="*/ 2034708 h 2977443"/>
              <a:gd name="connsiteX414" fmla="*/ 646735 w 2968146"/>
              <a:gd name="connsiteY414" fmla="*/ 1994068 h 2977443"/>
              <a:gd name="connsiteX415" fmla="*/ 495211 w 2968146"/>
              <a:gd name="connsiteY415" fmla="*/ 1994068 h 2977443"/>
              <a:gd name="connsiteX416" fmla="*/ 535851 w 2968146"/>
              <a:gd name="connsiteY416" fmla="*/ 2034708 h 2977443"/>
              <a:gd name="connsiteX417" fmla="*/ 495211 w 2968146"/>
              <a:gd name="connsiteY417" fmla="*/ 2075348 h 2977443"/>
              <a:gd name="connsiteX418" fmla="*/ 454571 w 2968146"/>
              <a:gd name="connsiteY418" fmla="*/ 2034708 h 2977443"/>
              <a:gd name="connsiteX419" fmla="*/ 495211 w 2968146"/>
              <a:gd name="connsiteY419" fmla="*/ 1994068 h 2977443"/>
              <a:gd name="connsiteX420" fmla="*/ 343688 w 2968146"/>
              <a:gd name="connsiteY420" fmla="*/ 1994068 h 2977443"/>
              <a:gd name="connsiteX421" fmla="*/ 384328 w 2968146"/>
              <a:gd name="connsiteY421" fmla="*/ 2034708 h 2977443"/>
              <a:gd name="connsiteX422" fmla="*/ 343688 w 2968146"/>
              <a:gd name="connsiteY422" fmla="*/ 2075348 h 2977443"/>
              <a:gd name="connsiteX423" fmla="*/ 303048 w 2968146"/>
              <a:gd name="connsiteY423" fmla="*/ 2034708 h 2977443"/>
              <a:gd name="connsiteX424" fmla="*/ 343688 w 2968146"/>
              <a:gd name="connsiteY424" fmla="*/ 1994068 h 2977443"/>
              <a:gd name="connsiteX425" fmla="*/ 192164 w 2968146"/>
              <a:gd name="connsiteY425" fmla="*/ 1994068 h 2977443"/>
              <a:gd name="connsiteX426" fmla="*/ 232804 w 2968146"/>
              <a:gd name="connsiteY426" fmla="*/ 2034708 h 2977443"/>
              <a:gd name="connsiteX427" fmla="*/ 192164 w 2968146"/>
              <a:gd name="connsiteY427" fmla="*/ 2075348 h 2977443"/>
              <a:gd name="connsiteX428" fmla="*/ 151524 w 2968146"/>
              <a:gd name="connsiteY428" fmla="*/ 2034708 h 2977443"/>
              <a:gd name="connsiteX429" fmla="*/ 192164 w 2968146"/>
              <a:gd name="connsiteY429" fmla="*/ 1994068 h 2977443"/>
              <a:gd name="connsiteX430" fmla="*/ 2927506 w 2968146"/>
              <a:gd name="connsiteY430" fmla="*/ 1813649 h 2977443"/>
              <a:gd name="connsiteX431" fmla="*/ 2968146 w 2968146"/>
              <a:gd name="connsiteY431" fmla="*/ 1854289 h 2977443"/>
              <a:gd name="connsiteX432" fmla="*/ 2927506 w 2968146"/>
              <a:gd name="connsiteY432" fmla="*/ 1894929 h 2977443"/>
              <a:gd name="connsiteX433" fmla="*/ 2886866 w 2968146"/>
              <a:gd name="connsiteY433" fmla="*/ 1854289 h 2977443"/>
              <a:gd name="connsiteX434" fmla="*/ 2927506 w 2968146"/>
              <a:gd name="connsiteY434" fmla="*/ 1813649 h 2977443"/>
              <a:gd name="connsiteX435" fmla="*/ 2775983 w 2968146"/>
              <a:gd name="connsiteY435" fmla="*/ 1813649 h 2977443"/>
              <a:gd name="connsiteX436" fmla="*/ 2816623 w 2968146"/>
              <a:gd name="connsiteY436" fmla="*/ 1854289 h 2977443"/>
              <a:gd name="connsiteX437" fmla="*/ 2775983 w 2968146"/>
              <a:gd name="connsiteY437" fmla="*/ 1894929 h 2977443"/>
              <a:gd name="connsiteX438" fmla="*/ 2735343 w 2968146"/>
              <a:gd name="connsiteY438" fmla="*/ 1854289 h 2977443"/>
              <a:gd name="connsiteX439" fmla="*/ 2775983 w 2968146"/>
              <a:gd name="connsiteY439" fmla="*/ 1813649 h 2977443"/>
              <a:gd name="connsiteX440" fmla="*/ 2624459 w 2968146"/>
              <a:gd name="connsiteY440" fmla="*/ 1813649 h 2977443"/>
              <a:gd name="connsiteX441" fmla="*/ 2665099 w 2968146"/>
              <a:gd name="connsiteY441" fmla="*/ 1854289 h 2977443"/>
              <a:gd name="connsiteX442" fmla="*/ 2624459 w 2968146"/>
              <a:gd name="connsiteY442" fmla="*/ 1894929 h 2977443"/>
              <a:gd name="connsiteX443" fmla="*/ 2583819 w 2968146"/>
              <a:gd name="connsiteY443" fmla="*/ 1854289 h 2977443"/>
              <a:gd name="connsiteX444" fmla="*/ 2624459 w 2968146"/>
              <a:gd name="connsiteY444" fmla="*/ 1813649 h 2977443"/>
              <a:gd name="connsiteX445" fmla="*/ 2472935 w 2968146"/>
              <a:gd name="connsiteY445" fmla="*/ 1813649 h 2977443"/>
              <a:gd name="connsiteX446" fmla="*/ 2513575 w 2968146"/>
              <a:gd name="connsiteY446" fmla="*/ 1854289 h 2977443"/>
              <a:gd name="connsiteX447" fmla="*/ 2472935 w 2968146"/>
              <a:gd name="connsiteY447" fmla="*/ 1894929 h 2977443"/>
              <a:gd name="connsiteX448" fmla="*/ 2432295 w 2968146"/>
              <a:gd name="connsiteY448" fmla="*/ 1854289 h 2977443"/>
              <a:gd name="connsiteX449" fmla="*/ 2472935 w 2968146"/>
              <a:gd name="connsiteY449" fmla="*/ 1813649 h 2977443"/>
              <a:gd name="connsiteX450" fmla="*/ 2321411 w 2968146"/>
              <a:gd name="connsiteY450" fmla="*/ 1813649 h 2977443"/>
              <a:gd name="connsiteX451" fmla="*/ 2362051 w 2968146"/>
              <a:gd name="connsiteY451" fmla="*/ 1854289 h 2977443"/>
              <a:gd name="connsiteX452" fmla="*/ 2321411 w 2968146"/>
              <a:gd name="connsiteY452" fmla="*/ 1894929 h 2977443"/>
              <a:gd name="connsiteX453" fmla="*/ 2280771 w 2968146"/>
              <a:gd name="connsiteY453" fmla="*/ 1854289 h 2977443"/>
              <a:gd name="connsiteX454" fmla="*/ 2321411 w 2968146"/>
              <a:gd name="connsiteY454" fmla="*/ 1813649 h 2977443"/>
              <a:gd name="connsiteX455" fmla="*/ 2169888 w 2968146"/>
              <a:gd name="connsiteY455" fmla="*/ 1813649 h 2977443"/>
              <a:gd name="connsiteX456" fmla="*/ 2210528 w 2968146"/>
              <a:gd name="connsiteY456" fmla="*/ 1854289 h 2977443"/>
              <a:gd name="connsiteX457" fmla="*/ 2169888 w 2968146"/>
              <a:gd name="connsiteY457" fmla="*/ 1894929 h 2977443"/>
              <a:gd name="connsiteX458" fmla="*/ 2129248 w 2968146"/>
              <a:gd name="connsiteY458" fmla="*/ 1854289 h 2977443"/>
              <a:gd name="connsiteX459" fmla="*/ 2169888 w 2968146"/>
              <a:gd name="connsiteY459" fmla="*/ 1813649 h 2977443"/>
              <a:gd name="connsiteX460" fmla="*/ 2018364 w 2968146"/>
              <a:gd name="connsiteY460" fmla="*/ 1813649 h 2977443"/>
              <a:gd name="connsiteX461" fmla="*/ 2059004 w 2968146"/>
              <a:gd name="connsiteY461" fmla="*/ 1854289 h 2977443"/>
              <a:gd name="connsiteX462" fmla="*/ 2018364 w 2968146"/>
              <a:gd name="connsiteY462" fmla="*/ 1894929 h 2977443"/>
              <a:gd name="connsiteX463" fmla="*/ 1977724 w 2968146"/>
              <a:gd name="connsiteY463" fmla="*/ 1854289 h 2977443"/>
              <a:gd name="connsiteX464" fmla="*/ 2018364 w 2968146"/>
              <a:gd name="connsiteY464" fmla="*/ 1813649 h 2977443"/>
              <a:gd name="connsiteX465" fmla="*/ 1858921 w 2968146"/>
              <a:gd name="connsiteY465" fmla="*/ 1813649 h 2977443"/>
              <a:gd name="connsiteX466" fmla="*/ 1899561 w 2968146"/>
              <a:gd name="connsiteY466" fmla="*/ 1854289 h 2977443"/>
              <a:gd name="connsiteX467" fmla="*/ 1858921 w 2968146"/>
              <a:gd name="connsiteY467" fmla="*/ 1894929 h 2977443"/>
              <a:gd name="connsiteX468" fmla="*/ 1818281 w 2968146"/>
              <a:gd name="connsiteY468" fmla="*/ 1854289 h 2977443"/>
              <a:gd name="connsiteX469" fmla="*/ 1858921 w 2968146"/>
              <a:gd name="connsiteY469" fmla="*/ 1813649 h 2977443"/>
              <a:gd name="connsiteX470" fmla="*/ 1707401 w 2968146"/>
              <a:gd name="connsiteY470" fmla="*/ 1813649 h 2977443"/>
              <a:gd name="connsiteX471" fmla="*/ 1748041 w 2968146"/>
              <a:gd name="connsiteY471" fmla="*/ 1854289 h 2977443"/>
              <a:gd name="connsiteX472" fmla="*/ 1707401 w 2968146"/>
              <a:gd name="connsiteY472" fmla="*/ 1894929 h 2977443"/>
              <a:gd name="connsiteX473" fmla="*/ 1666761 w 2968146"/>
              <a:gd name="connsiteY473" fmla="*/ 1854289 h 2977443"/>
              <a:gd name="connsiteX474" fmla="*/ 1707401 w 2968146"/>
              <a:gd name="connsiteY474" fmla="*/ 1813649 h 2977443"/>
              <a:gd name="connsiteX475" fmla="*/ 1555877 w 2968146"/>
              <a:gd name="connsiteY475" fmla="*/ 1813649 h 2977443"/>
              <a:gd name="connsiteX476" fmla="*/ 1596517 w 2968146"/>
              <a:gd name="connsiteY476" fmla="*/ 1854289 h 2977443"/>
              <a:gd name="connsiteX477" fmla="*/ 1555877 w 2968146"/>
              <a:gd name="connsiteY477" fmla="*/ 1894929 h 2977443"/>
              <a:gd name="connsiteX478" fmla="*/ 1515237 w 2968146"/>
              <a:gd name="connsiteY478" fmla="*/ 1854289 h 2977443"/>
              <a:gd name="connsiteX479" fmla="*/ 1555877 w 2968146"/>
              <a:gd name="connsiteY479" fmla="*/ 1813649 h 2977443"/>
              <a:gd name="connsiteX480" fmla="*/ 1404354 w 2968146"/>
              <a:gd name="connsiteY480" fmla="*/ 1813649 h 2977443"/>
              <a:gd name="connsiteX481" fmla="*/ 1444994 w 2968146"/>
              <a:gd name="connsiteY481" fmla="*/ 1854289 h 2977443"/>
              <a:gd name="connsiteX482" fmla="*/ 1404354 w 2968146"/>
              <a:gd name="connsiteY482" fmla="*/ 1894929 h 2977443"/>
              <a:gd name="connsiteX483" fmla="*/ 1363714 w 2968146"/>
              <a:gd name="connsiteY483" fmla="*/ 1854289 h 2977443"/>
              <a:gd name="connsiteX484" fmla="*/ 1404354 w 2968146"/>
              <a:gd name="connsiteY484" fmla="*/ 1813649 h 2977443"/>
              <a:gd name="connsiteX485" fmla="*/ 1252830 w 2968146"/>
              <a:gd name="connsiteY485" fmla="*/ 1813649 h 2977443"/>
              <a:gd name="connsiteX486" fmla="*/ 1293470 w 2968146"/>
              <a:gd name="connsiteY486" fmla="*/ 1854289 h 2977443"/>
              <a:gd name="connsiteX487" fmla="*/ 1252830 w 2968146"/>
              <a:gd name="connsiteY487" fmla="*/ 1894929 h 2977443"/>
              <a:gd name="connsiteX488" fmla="*/ 1212190 w 2968146"/>
              <a:gd name="connsiteY488" fmla="*/ 1854289 h 2977443"/>
              <a:gd name="connsiteX489" fmla="*/ 1252830 w 2968146"/>
              <a:gd name="connsiteY489" fmla="*/ 1813649 h 2977443"/>
              <a:gd name="connsiteX490" fmla="*/ 1101306 w 2968146"/>
              <a:gd name="connsiteY490" fmla="*/ 1813649 h 2977443"/>
              <a:gd name="connsiteX491" fmla="*/ 1141946 w 2968146"/>
              <a:gd name="connsiteY491" fmla="*/ 1854289 h 2977443"/>
              <a:gd name="connsiteX492" fmla="*/ 1101306 w 2968146"/>
              <a:gd name="connsiteY492" fmla="*/ 1894929 h 2977443"/>
              <a:gd name="connsiteX493" fmla="*/ 1060666 w 2968146"/>
              <a:gd name="connsiteY493" fmla="*/ 1854289 h 2977443"/>
              <a:gd name="connsiteX494" fmla="*/ 1101306 w 2968146"/>
              <a:gd name="connsiteY494" fmla="*/ 1813649 h 2977443"/>
              <a:gd name="connsiteX495" fmla="*/ 949783 w 2968146"/>
              <a:gd name="connsiteY495" fmla="*/ 1813649 h 2977443"/>
              <a:gd name="connsiteX496" fmla="*/ 990423 w 2968146"/>
              <a:gd name="connsiteY496" fmla="*/ 1854289 h 2977443"/>
              <a:gd name="connsiteX497" fmla="*/ 949783 w 2968146"/>
              <a:gd name="connsiteY497" fmla="*/ 1894929 h 2977443"/>
              <a:gd name="connsiteX498" fmla="*/ 909143 w 2968146"/>
              <a:gd name="connsiteY498" fmla="*/ 1854289 h 2977443"/>
              <a:gd name="connsiteX499" fmla="*/ 949783 w 2968146"/>
              <a:gd name="connsiteY499" fmla="*/ 1813649 h 2977443"/>
              <a:gd name="connsiteX500" fmla="*/ 798259 w 2968146"/>
              <a:gd name="connsiteY500" fmla="*/ 1813649 h 2977443"/>
              <a:gd name="connsiteX501" fmla="*/ 838899 w 2968146"/>
              <a:gd name="connsiteY501" fmla="*/ 1854289 h 2977443"/>
              <a:gd name="connsiteX502" fmla="*/ 798259 w 2968146"/>
              <a:gd name="connsiteY502" fmla="*/ 1894929 h 2977443"/>
              <a:gd name="connsiteX503" fmla="*/ 757619 w 2968146"/>
              <a:gd name="connsiteY503" fmla="*/ 1854289 h 2977443"/>
              <a:gd name="connsiteX504" fmla="*/ 798259 w 2968146"/>
              <a:gd name="connsiteY504" fmla="*/ 1813649 h 2977443"/>
              <a:gd name="connsiteX505" fmla="*/ 646735 w 2968146"/>
              <a:gd name="connsiteY505" fmla="*/ 1813649 h 2977443"/>
              <a:gd name="connsiteX506" fmla="*/ 687375 w 2968146"/>
              <a:gd name="connsiteY506" fmla="*/ 1854289 h 2977443"/>
              <a:gd name="connsiteX507" fmla="*/ 646735 w 2968146"/>
              <a:gd name="connsiteY507" fmla="*/ 1894929 h 2977443"/>
              <a:gd name="connsiteX508" fmla="*/ 606095 w 2968146"/>
              <a:gd name="connsiteY508" fmla="*/ 1854289 h 2977443"/>
              <a:gd name="connsiteX509" fmla="*/ 646735 w 2968146"/>
              <a:gd name="connsiteY509" fmla="*/ 1813649 h 2977443"/>
              <a:gd name="connsiteX510" fmla="*/ 495211 w 2968146"/>
              <a:gd name="connsiteY510" fmla="*/ 1813649 h 2977443"/>
              <a:gd name="connsiteX511" fmla="*/ 535851 w 2968146"/>
              <a:gd name="connsiteY511" fmla="*/ 1854289 h 2977443"/>
              <a:gd name="connsiteX512" fmla="*/ 495211 w 2968146"/>
              <a:gd name="connsiteY512" fmla="*/ 1894929 h 2977443"/>
              <a:gd name="connsiteX513" fmla="*/ 454571 w 2968146"/>
              <a:gd name="connsiteY513" fmla="*/ 1854289 h 2977443"/>
              <a:gd name="connsiteX514" fmla="*/ 495211 w 2968146"/>
              <a:gd name="connsiteY514" fmla="*/ 1813649 h 2977443"/>
              <a:gd name="connsiteX515" fmla="*/ 343688 w 2968146"/>
              <a:gd name="connsiteY515" fmla="*/ 1813649 h 2977443"/>
              <a:gd name="connsiteX516" fmla="*/ 384328 w 2968146"/>
              <a:gd name="connsiteY516" fmla="*/ 1854289 h 2977443"/>
              <a:gd name="connsiteX517" fmla="*/ 343688 w 2968146"/>
              <a:gd name="connsiteY517" fmla="*/ 1894929 h 2977443"/>
              <a:gd name="connsiteX518" fmla="*/ 303048 w 2968146"/>
              <a:gd name="connsiteY518" fmla="*/ 1854289 h 2977443"/>
              <a:gd name="connsiteX519" fmla="*/ 343688 w 2968146"/>
              <a:gd name="connsiteY519" fmla="*/ 1813649 h 2977443"/>
              <a:gd name="connsiteX520" fmla="*/ 192164 w 2968146"/>
              <a:gd name="connsiteY520" fmla="*/ 1813649 h 2977443"/>
              <a:gd name="connsiteX521" fmla="*/ 232804 w 2968146"/>
              <a:gd name="connsiteY521" fmla="*/ 1854289 h 2977443"/>
              <a:gd name="connsiteX522" fmla="*/ 192164 w 2968146"/>
              <a:gd name="connsiteY522" fmla="*/ 1894929 h 2977443"/>
              <a:gd name="connsiteX523" fmla="*/ 151524 w 2968146"/>
              <a:gd name="connsiteY523" fmla="*/ 1854289 h 2977443"/>
              <a:gd name="connsiteX524" fmla="*/ 192164 w 2968146"/>
              <a:gd name="connsiteY524" fmla="*/ 1813649 h 2977443"/>
              <a:gd name="connsiteX525" fmla="*/ 40640 w 2968146"/>
              <a:gd name="connsiteY525" fmla="*/ 1813649 h 2977443"/>
              <a:gd name="connsiteX526" fmla="*/ 81280 w 2968146"/>
              <a:gd name="connsiteY526" fmla="*/ 1854289 h 2977443"/>
              <a:gd name="connsiteX527" fmla="*/ 40640 w 2968146"/>
              <a:gd name="connsiteY527" fmla="*/ 1894929 h 2977443"/>
              <a:gd name="connsiteX528" fmla="*/ 0 w 2968146"/>
              <a:gd name="connsiteY528" fmla="*/ 1854289 h 2977443"/>
              <a:gd name="connsiteX529" fmla="*/ 40640 w 2968146"/>
              <a:gd name="connsiteY529" fmla="*/ 1813649 h 2977443"/>
              <a:gd name="connsiteX530" fmla="*/ 2927506 w 2968146"/>
              <a:gd name="connsiteY530" fmla="*/ 1633230 h 2977443"/>
              <a:gd name="connsiteX531" fmla="*/ 2968146 w 2968146"/>
              <a:gd name="connsiteY531" fmla="*/ 1673870 h 2977443"/>
              <a:gd name="connsiteX532" fmla="*/ 2927506 w 2968146"/>
              <a:gd name="connsiteY532" fmla="*/ 1714510 h 2977443"/>
              <a:gd name="connsiteX533" fmla="*/ 2886866 w 2968146"/>
              <a:gd name="connsiteY533" fmla="*/ 1673870 h 2977443"/>
              <a:gd name="connsiteX534" fmla="*/ 2927506 w 2968146"/>
              <a:gd name="connsiteY534" fmla="*/ 1633230 h 2977443"/>
              <a:gd name="connsiteX535" fmla="*/ 2775983 w 2968146"/>
              <a:gd name="connsiteY535" fmla="*/ 1633230 h 2977443"/>
              <a:gd name="connsiteX536" fmla="*/ 2816623 w 2968146"/>
              <a:gd name="connsiteY536" fmla="*/ 1673870 h 2977443"/>
              <a:gd name="connsiteX537" fmla="*/ 2775983 w 2968146"/>
              <a:gd name="connsiteY537" fmla="*/ 1714510 h 2977443"/>
              <a:gd name="connsiteX538" fmla="*/ 2735343 w 2968146"/>
              <a:gd name="connsiteY538" fmla="*/ 1673870 h 2977443"/>
              <a:gd name="connsiteX539" fmla="*/ 2775983 w 2968146"/>
              <a:gd name="connsiteY539" fmla="*/ 1633230 h 2977443"/>
              <a:gd name="connsiteX540" fmla="*/ 2624459 w 2968146"/>
              <a:gd name="connsiteY540" fmla="*/ 1633230 h 2977443"/>
              <a:gd name="connsiteX541" fmla="*/ 2665099 w 2968146"/>
              <a:gd name="connsiteY541" fmla="*/ 1673870 h 2977443"/>
              <a:gd name="connsiteX542" fmla="*/ 2624459 w 2968146"/>
              <a:gd name="connsiteY542" fmla="*/ 1714510 h 2977443"/>
              <a:gd name="connsiteX543" fmla="*/ 2583819 w 2968146"/>
              <a:gd name="connsiteY543" fmla="*/ 1673870 h 2977443"/>
              <a:gd name="connsiteX544" fmla="*/ 2624459 w 2968146"/>
              <a:gd name="connsiteY544" fmla="*/ 1633230 h 2977443"/>
              <a:gd name="connsiteX545" fmla="*/ 2472935 w 2968146"/>
              <a:gd name="connsiteY545" fmla="*/ 1633230 h 2977443"/>
              <a:gd name="connsiteX546" fmla="*/ 2513575 w 2968146"/>
              <a:gd name="connsiteY546" fmla="*/ 1673870 h 2977443"/>
              <a:gd name="connsiteX547" fmla="*/ 2472935 w 2968146"/>
              <a:gd name="connsiteY547" fmla="*/ 1714510 h 2977443"/>
              <a:gd name="connsiteX548" fmla="*/ 2432295 w 2968146"/>
              <a:gd name="connsiteY548" fmla="*/ 1673870 h 2977443"/>
              <a:gd name="connsiteX549" fmla="*/ 2472935 w 2968146"/>
              <a:gd name="connsiteY549" fmla="*/ 1633230 h 2977443"/>
              <a:gd name="connsiteX550" fmla="*/ 2321411 w 2968146"/>
              <a:gd name="connsiteY550" fmla="*/ 1633230 h 2977443"/>
              <a:gd name="connsiteX551" fmla="*/ 2362051 w 2968146"/>
              <a:gd name="connsiteY551" fmla="*/ 1673870 h 2977443"/>
              <a:gd name="connsiteX552" fmla="*/ 2321411 w 2968146"/>
              <a:gd name="connsiteY552" fmla="*/ 1714510 h 2977443"/>
              <a:gd name="connsiteX553" fmla="*/ 2280771 w 2968146"/>
              <a:gd name="connsiteY553" fmla="*/ 1673870 h 2977443"/>
              <a:gd name="connsiteX554" fmla="*/ 2321411 w 2968146"/>
              <a:gd name="connsiteY554" fmla="*/ 1633230 h 2977443"/>
              <a:gd name="connsiteX555" fmla="*/ 2169888 w 2968146"/>
              <a:gd name="connsiteY555" fmla="*/ 1633230 h 2977443"/>
              <a:gd name="connsiteX556" fmla="*/ 2210528 w 2968146"/>
              <a:gd name="connsiteY556" fmla="*/ 1673870 h 2977443"/>
              <a:gd name="connsiteX557" fmla="*/ 2169888 w 2968146"/>
              <a:gd name="connsiteY557" fmla="*/ 1714510 h 2977443"/>
              <a:gd name="connsiteX558" fmla="*/ 2129248 w 2968146"/>
              <a:gd name="connsiteY558" fmla="*/ 1673870 h 2977443"/>
              <a:gd name="connsiteX559" fmla="*/ 2169888 w 2968146"/>
              <a:gd name="connsiteY559" fmla="*/ 1633230 h 2977443"/>
              <a:gd name="connsiteX560" fmla="*/ 2018364 w 2968146"/>
              <a:gd name="connsiteY560" fmla="*/ 1633230 h 2977443"/>
              <a:gd name="connsiteX561" fmla="*/ 2059004 w 2968146"/>
              <a:gd name="connsiteY561" fmla="*/ 1673870 h 2977443"/>
              <a:gd name="connsiteX562" fmla="*/ 2018364 w 2968146"/>
              <a:gd name="connsiteY562" fmla="*/ 1714510 h 2977443"/>
              <a:gd name="connsiteX563" fmla="*/ 1977724 w 2968146"/>
              <a:gd name="connsiteY563" fmla="*/ 1673870 h 2977443"/>
              <a:gd name="connsiteX564" fmla="*/ 2018364 w 2968146"/>
              <a:gd name="connsiteY564" fmla="*/ 1633230 h 2977443"/>
              <a:gd name="connsiteX565" fmla="*/ 1858921 w 2968146"/>
              <a:gd name="connsiteY565" fmla="*/ 1633230 h 2977443"/>
              <a:gd name="connsiteX566" fmla="*/ 1899561 w 2968146"/>
              <a:gd name="connsiteY566" fmla="*/ 1673870 h 2977443"/>
              <a:gd name="connsiteX567" fmla="*/ 1858921 w 2968146"/>
              <a:gd name="connsiteY567" fmla="*/ 1714510 h 2977443"/>
              <a:gd name="connsiteX568" fmla="*/ 1818281 w 2968146"/>
              <a:gd name="connsiteY568" fmla="*/ 1673870 h 2977443"/>
              <a:gd name="connsiteX569" fmla="*/ 1858921 w 2968146"/>
              <a:gd name="connsiteY569" fmla="*/ 1633230 h 2977443"/>
              <a:gd name="connsiteX570" fmla="*/ 1707401 w 2968146"/>
              <a:gd name="connsiteY570" fmla="*/ 1633230 h 2977443"/>
              <a:gd name="connsiteX571" fmla="*/ 1748041 w 2968146"/>
              <a:gd name="connsiteY571" fmla="*/ 1673870 h 2977443"/>
              <a:gd name="connsiteX572" fmla="*/ 1707401 w 2968146"/>
              <a:gd name="connsiteY572" fmla="*/ 1714510 h 2977443"/>
              <a:gd name="connsiteX573" fmla="*/ 1666761 w 2968146"/>
              <a:gd name="connsiteY573" fmla="*/ 1673870 h 2977443"/>
              <a:gd name="connsiteX574" fmla="*/ 1707401 w 2968146"/>
              <a:gd name="connsiteY574" fmla="*/ 1633230 h 2977443"/>
              <a:gd name="connsiteX575" fmla="*/ 1555877 w 2968146"/>
              <a:gd name="connsiteY575" fmla="*/ 1633230 h 2977443"/>
              <a:gd name="connsiteX576" fmla="*/ 1596517 w 2968146"/>
              <a:gd name="connsiteY576" fmla="*/ 1673870 h 2977443"/>
              <a:gd name="connsiteX577" fmla="*/ 1555877 w 2968146"/>
              <a:gd name="connsiteY577" fmla="*/ 1714510 h 2977443"/>
              <a:gd name="connsiteX578" fmla="*/ 1515237 w 2968146"/>
              <a:gd name="connsiteY578" fmla="*/ 1673870 h 2977443"/>
              <a:gd name="connsiteX579" fmla="*/ 1555877 w 2968146"/>
              <a:gd name="connsiteY579" fmla="*/ 1633230 h 2977443"/>
              <a:gd name="connsiteX580" fmla="*/ 1404354 w 2968146"/>
              <a:gd name="connsiteY580" fmla="*/ 1633230 h 2977443"/>
              <a:gd name="connsiteX581" fmla="*/ 1444994 w 2968146"/>
              <a:gd name="connsiteY581" fmla="*/ 1673870 h 2977443"/>
              <a:gd name="connsiteX582" fmla="*/ 1404354 w 2968146"/>
              <a:gd name="connsiteY582" fmla="*/ 1714510 h 2977443"/>
              <a:gd name="connsiteX583" fmla="*/ 1363714 w 2968146"/>
              <a:gd name="connsiteY583" fmla="*/ 1673870 h 2977443"/>
              <a:gd name="connsiteX584" fmla="*/ 1404354 w 2968146"/>
              <a:gd name="connsiteY584" fmla="*/ 1633230 h 2977443"/>
              <a:gd name="connsiteX585" fmla="*/ 1252830 w 2968146"/>
              <a:gd name="connsiteY585" fmla="*/ 1633230 h 2977443"/>
              <a:gd name="connsiteX586" fmla="*/ 1293470 w 2968146"/>
              <a:gd name="connsiteY586" fmla="*/ 1673870 h 2977443"/>
              <a:gd name="connsiteX587" fmla="*/ 1252830 w 2968146"/>
              <a:gd name="connsiteY587" fmla="*/ 1714510 h 2977443"/>
              <a:gd name="connsiteX588" fmla="*/ 1212190 w 2968146"/>
              <a:gd name="connsiteY588" fmla="*/ 1673870 h 2977443"/>
              <a:gd name="connsiteX589" fmla="*/ 1252830 w 2968146"/>
              <a:gd name="connsiteY589" fmla="*/ 1633230 h 2977443"/>
              <a:gd name="connsiteX590" fmla="*/ 1101306 w 2968146"/>
              <a:gd name="connsiteY590" fmla="*/ 1633230 h 2977443"/>
              <a:gd name="connsiteX591" fmla="*/ 1141946 w 2968146"/>
              <a:gd name="connsiteY591" fmla="*/ 1673870 h 2977443"/>
              <a:gd name="connsiteX592" fmla="*/ 1101306 w 2968146"/>
              <a:gd name="connsiteY592" fmla="*/ 1714510 h 2977443"/>
              <a:gd name="connsiteX593" fmla="*/ 1060666 w 2968146"/>
              <a:gd name="connsiteY593" fmla="*/ 1673870 h 2977443"/>
              <a:gd name="connsiteX594" fmla="*/ 1101306 w 2968146"/>
              <a:gd name="connsiteY594" fmla="*/ 1633230 h 2977443"/>
              <a:gd name="connsiteX595" fmla="*/ 949783 w 2968146"/>
              <a:gd name="connsiteY595" fmla="*/ 1633230 h 2977443"/>
              <a:gd name="connsiteX596" fmla="*/ 990423 w 2968146"/>
              <a:gd name="connsiteY596" fmla="*/ 1673870 h 2977443"/>
              <a:gd name="connsiteX597" fmla="*/ 949783 w 2968146"/>
              <a:gd name="connsiteY597" fmla="*/ 1714510 h 2977443"/>
              <a:gd name="connsiteX598" fmla="*/ 909143 w 2968146"/>
              <a:gd name="connsiteY598" fmla="*/ 1673870 h 2977443"/>
              <a:gd name="connsiteX599" fmla="*/ 949783 w 2968146"/>
              <a:gd name="connsiteY599" fmla="*/ 1633230 h 2977443"/>
              <a:gd name="connsiteX600" fmla="*/ 798259 w 2968146"/>
              <a:gd name="connsiteY600" fmla="*/ 1633230 h 2977443"/>
              <a:gd name="connsiteX601" fmla="*/ 838899 w 2968146"/>
              <a:gd name="connsiteY601" fmla="*/ 1673870 h 2977443"/>
              <a:gd name="connsiteX602" fmla="*/ 798259 w 2968146"/>
              <a:gd name="connsiteY602" fmla="*/ 1714510 h 2977443"/>
              <a:gd name="connsiteX603" fmla="*/ 757619 w 2968146"/>
              <a:gd name="connsiteY603" fmla="*/ 1673870 h 2977443"/>
              <a:gd name="connsiteX604" fmla="*/ 798259 w 2968146"/>
              <a:gd name="connsiteY604" fmla="*/ 1633230 h 2977443"/>
              <a:gd name="connsiteX605" fmla="*/ 646735 w 2968146"/>
              <a:gd name="connsiteY605" fmla="*/ 1633230 h 2977443"/>
              <a:gd name="connsiteX606" fmla="*/ 687375 w 2968146"/>
              <a:gd name="connsiteY606" fmla="*/ 1673870 h 2977443"/>
              <a:gd name="connsiteX607" fmla="*/ 646735 w 2968146"/>
              <a:gd name="connsiteY607" fmla="*/ 1714510 h 2977443"/>
              <a:gd name="connsiteX608" fmla="*/ 606095 w 2968146"/>
              <a:gd name="connsiteY608" fmla="*/ 1673870 h 2977443"/>
              <a:gd name="connsiteX609" fmla="*/ 646735 w 2968146"/>
              <a:gd name="connsiteY609" fmla="*/ 1633230 h 2977443"/>
              <a:gd name="connsiteX610" fmla="*/ 495211 w 2968146"/>
              <a:gd name="connsiteY610" fmla="*/ 1633230 h 2977443"/>
              <a:gd name="connsiteX611" fmla="*/ 535851 w 2968146"/>
              <a:gd name="connsiteY611" fmla="*/ 1673870 h 2977443"/>
              <a:gd name="connsiteX612" fmla="*/ 495211 w 2968146"/>
              <a:gd name="connsiteY612" fmla="*/ 1714510 h 2977443"/>
              <a:gd name="connsiteX613" fmla="*/ 454571 w 2968146"/>
              <a:gd name="connsiteY613" fmla="*/ 1673870 h 2977443"/>
              <a:gd name="connsiteX614" fmla="*/ 495211 w 2968146"/>
              <a:gd name="connsiteY614" fmla="*/ 1633230 h 2977443"/>
              <a:gd name="connsiteX615" fmla="*/ 343688 w 2968146"/>
              <a:gd name="connsiteY615" fmla="*/ 1633230 h 2977443"/>
              <a:gd name="connsiteX616" fmla="*/ 384328 w 2968146"/>
              <a:gd name="connsiteY616" fmla="*/ 1673870 h 2977443"/>
              <a:gd name="connsiteX617" fmla="*/ 343688 w 2968146"/>
              <a:gd name="connsiteY617" fmla="*/ 1714510 h 2977443"/>
              <a:gd name="connsiteX618" fmla="*/ 303048 w 2968146"/>
              <a:gd name="connsiteY618" fmla="*/ 1673870 h 2977443"/>
              <a:gd name="connsiteX619" fmla="*/ 343688 w 2968146"/>
              <a:gd name="connsiteY619" fmla="*/ 1633230 h 2977443"/>
              <a:gd name="connsiteX620" fmla="*/ 192164 w 2968146"/>
              <a:gd name="connsiteY620" fmla="*/ 1633230 h 2977443"/>
              <a:gd name="connsiteX621" fmla="*/ 232804 w 2968146"/>
              <a:gd name="connsiteY621" fmla="*/ 1673870 h 2977443"/>
              <a:gd name="connsiteX622" fmla="*/ 192164 w 2968146"/>
              <a:gd name="connsiteY622" fmla="*/ 1714510 h 2977443"/>
              <a:gd name="connsiteX623" fmla="*/ 151524 w 2968146"/>
              <a:gd name="connsiteY623" fmla="*/ 1673870 h 2977443"/>
              <a:gd name="connsiteX624" fmla="*/ 192164 w 2968146"/>
              <a:gd name="connsiteY624" fmla="*/ 1633230 h 2977443"/>
              <a:gd name="connsiteX625" fmla="*/ 40640 w 2968146"/>
              <a:gd name="connsiteY625" fmla="*/ 1633230 h 2977443"/>
              <a:gd name="connsiteX626" fmla="*/ 81280 w 2968146"/>
              <a:gd name="connsiteY626" fmla="*/ 1673870 h 2977443"/>
              <a:gd name="connsiteX627" fmla="*/ 40640 w 2968146"/>
              <a:gd name="connsiteY627" fmla="*/ 1714510 h 2977443"/>
              <a:gd name="connsiteX628" fmla="*/ 0 w 2968146"/>
              <a:gd name="connsiteY628" fmla="*/ 1673870 h 2977443"/>
              <a:gd name="connsiteX629" fmla="*/ 40640 w 2968146"/>
              <a:gd name="connsiteY629" fmla="*/ 1633230 h 2977443"/>
              <a:gd name="connsiteX630" fmla="*/ 1858924 w 2968146"/>
              <a:gd name="connsiteY630" fmla="*/ 1443352 h 2977443"/>
              <a:gd name="connsiteX631" fmla="*/ 1899564 w 2968146"/>
              <a:gd name="connsiteY631" fmla="*/ 1483992 h 2977443"/>
              <a:gd name="connsiteX632" fmla="*/ 1858924 w 2968146"/>
              <a:gd name="connsiteY632" fmla="*/ 1524632 h 2977443"/>
              <a:gd name="connsiteX633" fmla="*/ 1818284 w 2968146"/>
              <a:gd name="connsiteY633" fmla="*/ 1483992 h 2977443"/>
              <a:gd name="connsiteX634" fmla="*/ 1858924 w 2968146"/>
              <a:gd name="connsiteY634" fmla="*/ 1443352 h 2977443"/>
              <a:gd name="connsiteX635" fmla="*/ 1707404 w 2968146"/>
              <a:gd name="connsiteY635" fmla="*/ 1443352 h 2977443"/>
              <a:gd name="connsiteX636" fmla="*/ 1748044 w 2968146"/>
              <a:gd name="connsiteY636" fmla="*/ 1483992 h 2977443"/>
              <a:gd name="connsiteX637" fmla="*/ 1707404 w 2968146"/>
              <a:gd name="connsiteY637" fmla="*/ 1524632 h 2977443"/>
              <a:gd name="connsiteX638" fmla="*/ 1666764 w 2968146"/>
              <a:gd name="connsiteY638" fmla="*/ 1483992 h 2977443"/>
              <a:gd name="connsiteX639" fmla="*/ 1707404 w 2968146"/>
              <a:gd name="connsiteY639" fmla="*/ 1443352 h 2977443"/>
              <a:gd name="connsiteX640" fmla="*/ 1555881 w 2968146"/>
              <a:gd name="connsiteY640" fmla="*/ 1443352 h 2977443"/>
              <a:gd name="connsiteX641" fmla="*/ 1596521 w 2968146"/>
              <a:gd name="connsiteY641" fmla="*/ 1483992 h 2977443"/>
              <a:gd name="connsiteX642" fmla="*/ 1555881 w 2968146"/>
              <a:gd name="connsiteY642" fmla="*/ 1524632 h 2977443"/>
              <a:gd name="connsiteX643" fmla="*/ 1515241 w 2968146"/>
              <a:gd name="connsiteY643" fmla="*/ 1483992 h 2977443"/>
              <a:gd name="connsiteX644" fmla="*/ 1555881 w 2968146"/>
              <a:gd name="connsiteY644" fmla="*/ 1443352 h 2977443"/>
              <a:gd name="connsiteX645" fmla="*/ 1404357 w 2968146"/>
              <a:gd name="connsiteY645" fmla="*/ 1443352 h 2977443"/>
              <a:gd name="connsiteX646" fmla="*/ 1444997 w 2968146"/>
              <a:gd name="connsiteY646" fmla="*/ 1483992 h 2977443"/>
              <a:gd name="connsiteX647" fmla="*/ 1404357 w 2968146"/>
              <a:gd name="connsiteY647" fmla="*/ 1524632 h 2977443"/>
              <a:gd name="connsiteX648" fmla="*/ 1363717 w 2968146"/>
              <a:gd name="connsiteY648" fmla="*/ 1483992 h 2977443"/>
              <a:gd name="connsiteX649" fmla="*/ 1404357 w 2968146"/>
              <a:gd name="connsiteY649" fmla="*/ 1443352 h 2977443"/>
              <a:gd name="connsiteX650" fmla="*/ 1252833 w 2968146"/>
              <a:gd name="connsiteY650" fmla="*/ 1443352 h 2977443"/>
              <a:gd name="connsiteX651" fmla="*/ 1293473 w 2968146"/>
              <a:gd name="connsiteY651" fmla="*/ 1483992 h 2977443"/>
              <a:gd name="connsiteX652" fmla="*/ 1252833 w 2968146"/>
              <a:gd name="connsiteY652" fmla="*/ 1524632 h 2977443"/>
              <a:gd name="connsiteX653" fmla="*/ 1212193 w 2968146"/>
              <a:gd name="connsiteY653" fmla="*/ 1483992 h 2977443"/>
              <a:gd name="connsiteX654" fmla="*/ 1252833 w 2968146"/>
              <a:gd name="connsiteY654" fmla="*/ 1443352 h 2977443"/>
              <a:gd name="connsiteX655" fmla="*/ 1101309 w 2968146"/>
              <a:gd name="connsiteY655" fmla="*/ 1443352 h 2977443"/>
              <a:gd name="connsiteX656" fmla="*/ 1141949 w 2968146"/>
              <a:gd name="connsiteY656" fmla="*/ 1483992 h 2977443"/>
              <a:gd name="connsiteX657" fmla="*/ 1101309 w 2968146"/>
              <a:gd name="connsiteY657" fmla="*/ 1524632 h 2977443"/>
              <a:gd name="connsiteX658" fmla="*/ 1060669 w 2968146"/>
              <a:gd name="connsiteY658" fmla="*/ 1483992 h 2977443"/>
              <a:gd name="connsiteX659" fmla="*/ 1101309 w 2968146"/>
              <a:gd name="connsiteY659" fmla="*/ 1443352 h 2977443"/>
              <a:gd name="connsiteX660" fmla="*/ 949785 w 2968146"/>
              <a:gd name="connsiteY660" fmla="*/ 1443352 h 2977443"/>
              <a:gd name="connsiteX661" fmla="*/ 990425 w 2968146"/>
              <a:gd name="connsiteY661" fmla="*/ 1483992 h 2977443"/>
              <a:gd name="connsiteX662" fmla="*/ 949785 w 2968146"/>
              <a:gd name="connsiteY662" fmla="*/ 1524632 h 2977443"/>
              <a:gd name="connsiteX663" fmla="*/ 909145 w 2968146"/>
              <a:gd name="connsiteY663" fmla="*/ 1483992 h 2977443"/>
              <a:gd name="connsiteX664" fmla="*/ 949785 w 2968146"/>
              <a:gd name="connsiteY664" fmla="*/ 1443352 h 2977443"/>
              <a:gd name="connsiteX665" fmla="*/ 798261 w 2968146"/>
              <a:gd name="connsiteY665" fmla="*/ 1443352 h 2977443"/>
              <a:gd name="connsiteX666" fmla="*/ 838901 w 2968146"/>
              <a:gd name="connsiteY666" fmla="*/ 1483992 h 2977443"/>
              <a:gd name="connsiteX667" fmla="*/ 798261 w 2968146"/>
              <a:gd name="connsiteY667" fmla="*/ 1524632 h 2977443"/>
              <a:gd name="connsiteX668" fmla="*/ 757621 w 2968146"/>
              <a:gd name="connsiteY668" fmla="*/ 1483992 h 2977443"/>
              <a:gd name="connsiteX669" fmla="*/ 798261 w 2968146"/>
              <a:gd name="connsiteY669" fmla="*/ 1443352 h 2977443"/>
              <a:gd name="connsiteX670" fmla="*/ 646737 w 2968146"/>
              <a:gd name="connsiteY670" fmla="*/ 1443352 h 2977443"/>
              <a:gd name="connsiteX671" fmla="*/ 687377 w 2968146"/>
              <a:gd name="connsiteY671" fmla="*/ 1483992 h 2977443"/>
              <a:gd name="connsiteX672" fmla="*/ 646737 w 2968146"/>
              <a:gd name="connsiteY672" fmla="*/ 1524632 h 2977443"/>
              <a:gd name="connsiteX673" fmla="*/ 606097 w 2968146"/>
              <a:gd name="connsiteY673" fmla="*/ 1483992 h 2977443"/>
              <a:gd name="connsiteX674" fmla="*/ 646737 w 2968146"/>
              <a:gd name="connsiteY674" fmla="*/ 1443352 h 2977443"/>
              <a:gd name="connsiteX675" fmla="*/ 495214 w 2968146"/>
              <a:gd name="connsiteY675" fmla="*/ 1443352 h 2977443"/>
              <a:gd name="connsiteX676" fmla="*/ 535854 w 2968146"/>
              <a:gd name="connsiteY676" fmla="*/ 1483992 h 2977443"/>
              <a:gd name="connsiteX677" fmla="*/ 495214 w 2968146"/>
              <a:gd name="connsiteY677" fmla="*/ 1524632 h 2977443"/>
              <a:gd name="connsiteX678" fmla="*/ 454574 w 2968146"/>
              <a:gd name="connsiteY678" fmla="*/ 1483992 h 2977443"/>
              <a:gd name="connsiteX679" fmla="*/ 495214 w 2968146"/>
              <a:gd name="connsiteY679" fmla="*/ 1443352 h 2977443"/>
              <a:gd name="connsiteX680" fmla="*/ 343690 w 2968146"/>
              <a:gd name="connsiteY680" fmla="*/ 1443352 h 2977443"/>
              <a:gd name="connsiteX681" fmla="*/ 384330 w 2968146"/>
              <a:gd name="connsiteY681" fmla="*/ 1483992 h 2977443"/>
              <a:gd name="connsiteX682" fmla="*/ 343690 w 2968146"/>
              <a:gd name="connsiteY682" fmla="*/ 1524632 h 2977443"/>
              <a:gd name="connsiteX683" fmla="*/ 303050 w 2968146"/>
              <a:gd name="connsiteY683" fmla="*/ 1483992 h 2977443"/>
              <a:gd name="connsiteX684" fmla="*/ 343690 w 2968146"/>
              <a:gd name="connsiteY684" fmla="*/ 1443352 h 2977443"/>
              <a:gd name="connsiteX685" fmla="*/ 192166 w 2968146"/>
              <a:gd name="connsiteY685" fmla="*/ 1443352 h 2977443"/>
              <a:gd name="connsiteX686" fmla="*/ 232806 w 2968146"/>
              <a:gd name="connsiteY686" fmla="*/ 1483992 h 2977443"/>
              <a:gd name="connsiteX687" fmla="*/ 192166 w 2968146"/>
              <a:gd name="connsiteY687" fmla="*/ 1524632 h 2977443"/>
              <a:gd name="connsiteX688" fmla="*/ 151526 w 2968146"/>
              <a:gd name="connsiteY688" fmla="*/ 1483992 h 2977443"/>
              <a:gd name="connsiteX689" fmla="*/ 192166 w 2968146"/>
              <a:gd name="connsiteY689" fmla="*/ 1443352 h 2977443"/>
              <a:gd name="connsiteX690" fmla="*/ 40642 w 2968146"/>
              <a:gd name="connsiteY690" fmla="*/ 1443352 h 2977443"/>
              <a:gd name="connsiteX691" fmla="*/ 81282 w 2968146"/>
              <a:gd name="connsiteY691" fmla="*/ 1483992 h 2977443"/>
              <a:gd name="connsiteX692" fmla="*/ 40642 w 2968146"/>
              <a:gd name="connsiteY692" fmla="*/ 1524632 h 2977443"/>
              <a:gd name="connsiteX693" fmla="*/ 2 w 2968146"/>
              <a:gd name="connsiteY693" fmla="*/ 1483992 h 2977443"/>
              <a:gd name="connsiteX694" fmla="*/ 40642 w 2968146"/>
              <a:gd name="connsiteY694" fmla="*/ 1443352 h 2977443"/>
              <a:gd name="connsiteX695" fmla="*/ 2927506 w 2968146"/>
              <a:gd name="connsiteY695" fmla="*/ 1443350 h 2977443"/>
              <a:gd name="connsiteX696" fmla="*/ 2968146 w 2968146"/>
              <a:gd name="connsiteY696" fmla="*/ 1483990 h 2977443"/>
              <a:gd name="connsiteX697" fmla="*/ 2927506 w 2968146"/>
              <a:gd name="connsiteY697" fmla="*/ 1524630 h 2977443"/>
              <a:gd name="connsiteX698" fmla="*/ 2886866 w 2968146"/>
              <a:gd name="connsiteY698" fmla="*/ 1483990 h 2977443"/>
              <a:gd name="connsiteX699" fmla="*/ 2927506 w 2968146"/>
              <a:gd name="connsiteY699" fmla="*/ 1443350 h 2977443"/>
              <a:gd name="connsiteX700" fmla="*/ 2775983 w 2968146"/>
              <a:gd name="connsiteY700" fmla="*/ 1443350 h 2977443"/>
              <a:gd name="connsiteX701" fmla="*/ 2816623 w 2968146"/>
              <a:gd name="connsiteY701" fmla="*/ 1483990 h 2977443"/>
              <a:gd name="connsiteX702" fmla="*/ 2775983 w 2968146"/>
              <a:gd name="connsiteY702" fmla="*/ 1524630 h 2977443"/>
              <a:gd name="connsiteX703" fmla="*/ 2735343 w 2968146"/>
              <a:gd name="connsiteY703" fmla="*/ 1483990 h 2977443"/>
              <a:gd name="connsiteX704" fmla="*/ 2775983 w 2968146"/>
              <a:gd name="connsiteY704" fmla="*/ 1443350 h 2977443"/>
              <a:gd name="connsiteX705" fmla="*/ 2624459 w 2968146"/>
              <a:gd name="connsiteY705" fmla="*/ 1443350 h 2977443"/>
              <a:gd name="connsiteX706" fmla="*/ 2665099 w 2968146"/>
              <a:gd name="connsiteY706" fmla="*/ 1483990 h 2977443"/>
              <a:gd name="connsiteX707" fmla="*/ 2624459 w 2968146"/>
              <a:gd name="connsiteY707" fmla="*/ 1524630 h 2977443"/>
              <a:gd name="connsiteX708" fmla="*/ 2583819 w 2968146"/>
              <a:gd name="connsiteY708" fmla="*/ 1483990 h 2977443"/>
              <a:gd name="connsiteX709" fmla="*/ 2624459 w 2968146"/>
              <a:gd name="connsiteY709" fmla="*/ 1443350 h 2977443"/>
              <a:gd name="connsiteX710" fmla="*/ 2472935 w 2968146"/>
              <a:gd name="connsiteY710" fmla="*/ 1443350 h 2977443"/>
              <a:gd name="connsiteX711" fmla="*/ 2513575 w 2968146"/>
              <a:gd name="connsiteY711" fmla="*/ 1483990 h 2977443"/>
              <a:gd name="connsiteX712" fmla="*/ 2472935 w 2968146"/>
              <a:gd name="connsiteY712" fmla="*/ 1524630 h 2977443"/>
              <a:gd name="connsiteX713" fmla="*/ 2432295 w 2968146"/>
              <a:gd name="connsiteY713" fmla="*/ 1483990 h 2977443"/>
              <a:gd name="connsiteX714" fmla="*/ 2472935 w 2968146"/>
              <a:gd name="connsiteY714" fmla="*/ 1443350 h 2977443"/>
              <a:gd name="connsiteX715" fmla="*/ 2321411 w 2968146"/>
              <a:gd name="connsiteY715" fmla="*/ 1443350 h 2977443"/>
              <a:gd name="connsiteX716" fmla="*/ 2362051 w 2968146"/>
              <a:gd name="connsiteY716" fmla="*/ 1483990 h 2977443"/>
              <a:gd name="connsiteX717" fmla="*/ 2321411 w 2968146"/>
              <a:gd name="connsiteY717" fmla="*/ 1524630 h 2977443"/>
              <a:gd name="connsiteX718" fmla="*/ 2280771 w 2968146"/>
              <a:gd name="connsiteY718" fmla="*/ 1483990 h 2977443"/>
              <a:gd name="connsiteX719" fmla="*/ 2321411 w 2968146"/>
              <a:gd name="connsiteY719" fmla="*/ 1443350 h 2977443"/>
              <a:gd name="connsiteX720" fmla="*/ 2169888 w 2968146"/>
              <a:gd name="connsiteY720" fmla="*/ 1443350 h 2977443"/>
              <a:gd name="connsiteX721" fmla="*/ 2210528 w 2968146"/>
              <a:gd name="connsiteY721" fmla="*/ 1483990 h 2977443"/>
              <a:gd name="connsiteX722" fmla="*/ 2169888 w 2968146"/>
              <a:gd name="connsiteY722" fmla="*/ 1524630 h 2977443"/>
              <a:gd name="connsiteX723" fmla="*/ 2129248 w 2968146"/>
              <a:gd name="connsiteY723" fmla="*/ 1483990 h 2977443"/>
              <a:gd name="connsiteX724" fmla="*/ 2169888 w 2968146"/>
              <a:gd name="connsiteY724" fmla="*/ 1443350 h 2977443"/>
              <a:gd name="connsiteX725" fmla="*/ 2018364 w 2968146"/>
              <a:gd name="connsiteY725" fmla="*/ 1443350 h 2977443"/>
              <a:gd name="connsiteX726" fmla="*/ 2059004 w 2968146"/>
              <a:gd name="connsiteY726" fmla="*/ 1483990 h 2977443"/>
              <a:gd name="connsiteX727" fmla="*/ 2018364 w 2968146"/>
              <a:gd name="connsiteY727" fmla="*/ 1524630 h 2977443"/>
              <a:gd name="connsiteX728" fmla="*/ 1977724 w 2968146"/>
              <a:gd name="connsiteY728" fmla="*/ 1483990 h 2977443"/>
              <a:gd name="connsiteX729" fmla="*/ 2018364 w 2968146"/>
              <a:gd name="connsiteY729" fmla="*/ 1443350 h 2977443"/>
              <a:gd name="connsiteX730" fmla="*/ 1858924 w 2968146"/>
              <a:gd name="connsiteY730" fmla="*/ 1262935 h 2977443"/>
              <a:gd name="connsiteX731" fmla="*/ 1899564 w 2968146"/>
              <a:gd name="connsiteY731" fmla="*/ 1303575 h 2977443"/>
              <a:gd name="connsiteX732" fmla="*/ 1858924 w 2968146"/>
              <a:gd name="connsiteY732" fmla="*/ 1344215 h 2977443"/>
              <a:gd name="connsiteX733" fmla="*/ 1818284 w 2968146"/>
              <a:gd name="connsiteY733" fmla="*/ 1303575 h 2977443"/>
              <a:gd name="connsiteX734" fmla="*/ 1858924 w 2968146"/>
              <a:gd name="connsiteY734" fmla="*/ 1262935 h 2977443"/>
              <a:gd name="connsiteX735" fmla="*/ 1707404 w 2968146"/>
              <a:gd name="connsiteY735" fmla="*/ 1262935 h 2977443"/>
              <a:gd name="connsiteX736" fmla="*/ 1748044 w 2968146"/>
              <a:gd name="connsiteY736" fmla="*/ 1303575 h 2977443"/>
              <a:gd name="connsiteX737" fmla="*/ 1707404 w 2968146"/>
              <a:gd name="connsiteY737" fmla="*/ 1344215 h 2977443"/>
              <a:gd name="connsiteX738" fmla="*/ 1666764 w 2968146"/>
              <a:gd name="connsiteY738" fmla="*/ 1303575 h 2977443"/>
              <a:gd name="connsiteX739" fmla="*/ 1707404 w 2968146"/>
              <a:gd name="connsiteY739" fmla="*/ 1262935 h 2977443"/>
              <a:gd name="connsiteX740" fmla="*/ 1555881 w 2968146"/>
              <a:gd name="connsiteY740" fmla="*/ 1262935 h 2977443"/>
              <a:gd name="connsiteX741" fmla="*/ 1596521 w 2968146"/>
              <a:gd name="connsiteY741" fmla="*/ 1303575 h 2977443"/>
              <a:gd name="connsiteX742" fmla="*/ 1555881 w 2968146"/>
              <a:gd name="connsiteY742" fmla="*/ 1344215 h 2977443"/>
              <a:gd name="connsiteX743" fmla="*/ 1515241 w 2968146"/>
              <a:gd name="connsiteY743" fmla="*/ 1303575 h 2977443"/>
              <a:gd name="connsiteX744" fmla="*/ 1555881 w 2968146"/>
              <a:gd name="connsiteY744" fmla="*/ 1262935 h 2977443"/>
              <a:gd name="connsiteX745" fmla="*/ 1404357 w 2968146"/>
              <a:gd name="connsiteY745" fmla="*/ 1262935 h 2977443"/>
              <a:gd name="connsiteX746" fmla="*/ 1444997 w 2968146"/>
              <a:gd name="connsiteY746" fmla="*/ 1303575 h 2977443"/>
              <a:gd name="connsiteX747" fmla="*/ 1404357 w 2968146"/>
              <a:gd name="connsiteY747" fmla="*/ 1344215 h 2977443"/>
              <a:gd name="connsiteX748" fmla="*/ 1363717 w 2968146"/>
              <a:gd name="connsiteY748" fmla="*/ 1303575 h 2977443"/>
              <a:gd name="connsiteX749" fmla="*/ 1404357 w 2968146"/>
              <a:gd name="connsiteY749" fmla="*/ 1262935 h 2977443"/>
              <a:gd name="connsiteX750" fmla="*/ 1252833 w 2968146"/>
              <a:gd name="connsiteY750" fmla="*/ 1262935 h 2977443"/>
              <a:gd name="connsiteX751" fmla="*/ 1293473 w 2968146"/>
              <a:gd name="connsiteY751" fmla="*/ 1303575 h 2977443"/>
              <a:gd name="connsiteX752" fmla="*/ 1252833 w 2968146"/>
              <a:gd name="connsiteY752" fmla="*/ 1344215 h 2977443"/>
              <a:gd name="connsiteX753" fmla="*/ 1212193 w 2968146"/>
              <a:gd name="connsiteY753" fmla="*/ 1303575 h 2977443"/>
              <a:gd name="connsiteX754" fmla="*/ 1252833 w 2968146"/>
              <a:gd name="connsiteY754" fmla="*/ 1262935 h 2977443"/>
              <a:gd name="connsiteX755" fmla="*/ 1101309 w 2968146"/>
              <a:gd name="connsiteY755" fmla="*/ 1262935 h 2977443"/>
              <a:gd name="connsiteX756" fmla="*/ 1141949 w 2968146"/>
              <a:gd name="connsiteY756" fmla="*/ 1303575 h 2977443"/>
              <a:gd name="connsiteX757" fmla="*/ 1101309 w 2968146"/>
              <a:gd name="connsiteY757" fmla="*/ 1344215 h 2977443"/>
              <a:gd name="connsiteX758" fmla="*/ 1060669 w 2968146"/>
              <a:gd name="connsiteY758" fmla="*/ 1303575 h 2977443"/>
              <a:gd name="connsiteX759" fmla="*/ 1101309 w 2968146"/>
              <a:gd name="connsiteY759" fmla="*/ 1262935 h 2977443"/>
              <a:gd name="connsiteX760" fmla="*/ 949785 w 2968146"/>
              <a:gd name="connsiteY760" fmla="*/ 1262935 h 2977443"/>
              <a:gd name="connsiteX761" fmla="*/ 990425 w 2968146"/>
              <a:gd name="connsiteY761" fmla="*/ 1303575 h 2977443"/>
              <a:gd name="connsiteX762" fmla="*/ 949785 w 2968146"/>
              <a:gd name="connsiteY762" fmla="*/ 1344215 h 2977443"/>
              <a:gd name="connsiteX763" fmla="*/ 909145 w 2968146"/>
              <a:gd name="connsiteY763" fmla="*/ 1303575 h 2977443"/>
              <a:gd name="connsiteX764" fmla="*/ 949785 w 2968146"/>
              <a:gd name="connsiteY764" fmla="*/ 1262935 h 2977443"/>
              <a:gd name="connsiteX765" fmla="*/ 798261 w 2968146"/>
              <a:gd name="connsiteY765" fmla="*/ 1262935 h 2977443"/>
              <a:gd name="connsiteX766" fmla="*/ 838901 w 2968146"/>
              <a:gd name="connsiteY766" fmla="*/ 1303575 h 2977443"/>
              <a:gd name="connsiteX767" fmla="*/ 798261 w 2968146"/>
              <a:gd name="connsiteY767" fmla="*/ 1344215 h 2977443"/>
              <a:gd name="connsiteX768" fmla="*/ 757621 w 2968146"/>
              <a:gd name="connsiteY768" fmla="*/ 1303575 h 2977443"/>
              <a:gd name="connsiteX769" fmla="*/ 798261 w 2968146"/>
              <a:gd name="connsiteY769" fmla="*/ 1262935 h 2977443"/>
              <a:gd name="connsiteX770" fmla="*/ 646737 w 2968146"/>
              <a:gd name="connsiteY770" fmla="*/ 1262935 h 2977443"/>
              <a:gd name="connsiteX771" fmla="*/ 687377 w 2968146"/>
              <a:gd name="connsiteY771" fmla="*/ 1303575 h 2977443"/>
              <a:gd name="connsiteX772" fmla="*/ 646737 w 2968146"/>
              <a:gd name="connsiteY772" fmla="*/ 1344215 h 2977443"/>
              <a:gd name="connsiteX773" fmla="*/ 606097 w 2968146"/>
              <a:gd name="connsiteY773" fmla="*/ 1303575 h 2977443"/>
              <a:gd name="connsiteX774" fmla="*/ 646737 w 2968146"/>
              <a:gd name="connsiteY774" fmla="*/ 1262935 h 2977443"/>
              <a:gd name="connsiteX775" fmla="*/ 495214 w 2968146"/>
              <a:gd name="connsiteY775" fmla="*/ 1262935 h 2977443"/>
              <a:gd name="connsiteX776" fmla="*/ 535854 w 2968146"/>
              <a:gd name="connsiteY776" fmla="*/ 1303575 h 2977443"/>
              <a:gd name="connsiteX777" fmla="*/ 495214 w 2968146"/>
              <a:gd name="connsiteY777" fmla="*/ 1344215 h 2977443"/>
              <a:gd name="connsiteX778" fmla="*/ 454574 w 2968146"/>
              <a:gd name="connsiteY778" fmla="*/ 1303575 h 2977443"/>
              <a:gd name="connsiteX779" fmla="*/ 495214 w 2968146"/>
              <a:gd name="connsiteY779" fmla="*/ 1262935 h 2977443"/>
              <a:gd name="connsiteX780" fmla="*/ 343690 w 2968146"/>
              <a:gd name="connsiteY780" fmla="*/ 1262935 h 2977443"/>
              <a:gd name="connsiteX781" fmla="*/ 384330 w 2968146"/>
              <a:gd name="connsiteY781" fmla="*/ 1303575 h 2977443"/>
              <a:gd name="connsiteX782" fmla="*/ 343690 w 2968146"/>
              <a:gd name="connsiteY782" fmla="*/ 1344215 h 2977443"/>
              <a:gd name="connsiteX783" fmla="*/ 303050 w 2968146"/>
              <a:gd name="connsiteY783" fmla="*/ 1303575 h 2977443"/>
              <a:gd name="connsiteX784" fmla="*/ 343690 w 2968146"/>
              <a:gd name="connsiteY784" fmla="*/ 1262935 h 2977443"/>
              <a:gd name="connsiteX785" fmla="*/ 192166 w 2968146"/>
              <a:gd name="connsiteY785" fmla="*/ 1262935 h 2977443"/>
              <a:gd name="connsiteX786" fmla="*/ 232806 w 2968146"/>
              <a:gd name="connsiteY786" fmla="*/ 1303575 h 2977443"/>
              <a:gd name="connsiteX787" fmla="*/ 192166 w 2968146"/>
              <a:gd name="connsiteY787" fmla="*/ 1344215 h 2977443"/>
              <a:gd name="connsiteX788" fmla="*/ 151526 w 2968146"/>
              <a:gd name="connsiteY788" fmla="*/ 1303575 h 2977443"/>
              <a:gd name="connsiteX789" fmla="*/ 192166 w 2968146"/>
              <a:gd name="connsiteY789" fmla="*/ 1262935 h 2977443"/>
              <a:gd name="connsiteX790" fmla="*/ 40642 w 2968146"/>
              <a:gd name="connsiteY790" fmla="*/ 1262935 h 2977443"/>
              <a:gd name="connsiteX791" fmla="*/ 81282 w 2968146"/>
              <a:gd name="connsiteY791" fmla="*/ 1303575 h 2977443"/>
              <a:gd name="connsiteX792" fmla="*/ 40642 w 2968146"/>
              <a:gd name="connsiteY792" fmla="*/ 1344215 h 2977443"/>
              <a:gd name="connsiteX793" fmla="*/ 2 w 2968146"/>
              <a:gd name="connsiteY793" fmla="*/ 1303575 h 2977443"/>
              <a:gd name="connsiteX794" fmla="*/ 40642 w 2968146"/>
              <a:gd name="connsiteY794" fmla="*/ 1262935 h 2977443"/>
              <a:gd name="connsiteX795" fmla="*/ 2927506 w 2968146"/>
              <a:gd name="connsiteY795" fmla="*/ 1262933 h 2977443"/>
              <a:gd name="connsiteX796" fmla="*/ 2968146 w 2968146"/>
              <a:gd name="connsiteY796" fmla="*/ 1303573 h 2977443"/>
              <a:gd name="connsiteX797" fmla="*/ 2927506 w 2968146"/>
              <a:gd name="connsiteY797" fmla="*/ 1344213 h 2977443"/>
              <a:gd name="connsiteX798" fmla="*/ 2886866 w 2968146"/>
              <a:gd name="connsiteY798" fmla="*/ 1303573 h 2977443"/>
              <a:gd name="connsiteX799" fmla="*/ 2927506 w 2968146"/>
              <a:gd name="connsiteY799" fmla="*/ 1262933 h 2977443"/>
              <a:gd name="connsiteX800" fmla="*/ 2775983 w 2968146"/>
              <a:gd name="connsiteY800" fmla="*/ 1262933 h 2977443"/>
              <a:gd name="connsiteX801" fmla="*/ 2816623 w 2968146"/>
              <a:gd name="connsiteY801" fmla="*/ 1303573 h 2977443"/>
              <a:gd name="connsiteX802" fmla="*/ 2775983 w 2968146"/>
              <a:gd name="connsiteY802" fmla="*/ 1344213 h 2977443"/>
              <a:gd name="connsiteX803" fmla="*/ 2735343 w 2968146"/>
              <a:gd name="connsiteY803" fmla="*/ 1303573 h 2977443"/>
              <a:gd name="connsiteX804" fmla="*/ 2775983 w 2968146"/>
              <a:gd name="connsiteY804" fmla="*/ 1262933 h 2977443"/>
              <a:gd name="connsiteX805" fmla="*/ 2624459 w 2968146"/>
              <a:gd name="connsiteY805" fmla="*/ 1262933 h 2977443"/>
              <a:gd name="connsiteX806" fmla="*/ 2665099 w 2968146"/>
              <a:gd name="connsiteY806" fmla="*/ 1303573 h 2977443"/>
              <a:gd name="connsiteX807" fmla="*/ 2624459 w 2968146"/>
              <a:gd name="connsiteY807" fmla="*/ 1344213 h 2977443"/>
              <a:gd name="connsiteX808" fmla="*/ 2583819 w 2968146"/>
              <a:gd name="connsiteY808" fmla="*/ 1303573 h 2977443"/>
              <a:gd name="connsiteX809" fmla="*/ 2624459 w 2968146"/>
              <a:gd name="connsiteY809" fmla="*/ 1262933 h 2977443"/>
              <a:gd name="connsiteX810" fmla="*/ 2472935 w 2968146"/>
              <a:gd name="connsiteY810" fmla="*/ 1262933 h 2977443"/>
              <a:gd name="connsiteX811" fmla="*/ 2513575 w 2968146"/>
              <a:gd name="connsiteY811" fmla="*/ 1303573 h 2977443"/>
              <a:gd name="connsiteX812" fmla="*/ 2472935 w 2968146"/>
              <a:gd name="connsiteY812" fmla="*/ 1344213 h 2977443"/>
              <a:gd name="connsiteX813" fmla="*/ 2432295 w 2968146"/>
              <a:gd name="connsiteY813" fmla="*/ 1303573 h 2977443"/>
              <a:gd name="connsiteX814" fmla="*/ 2472935 w 2968146"/>
              <a:gd name="connsiteY814" fmla="*/ 1262933 h 2977443"/>
              <a:gd name="connsiteX815" fmla="*/ 2321411 w 2968146"/>
              <a:gd name="connsiteY815" fmla="*/ 1262933 h 2977443"/>
              <a:gd name="connsiteX816" fmla="*/ 2362051 w 2968146"/>
              <a:gd name="connsiteY816" fmla="*/ 1303573 h 2977443"/>
              <a:gd name="connsiteX817" fmla="*/ 2321411 w 2968146"/>
              <a:gd name="connsiteY817" fmla="*/ 1344213 h 2977443"/>
              <a:gd name="connsiteX818" fmla="*/ 2280771 w 2968146"/>
              <a:gd name="connsiteY818" fmla="*/ 1303573 h 2977443"/>
              <a:gd name="connsiteX819" fmla="*/ 2321411 w 2968146"/>
              <a:gd name="connsiteY819" fmla="*/ 1262933 h 2977443"/>
              <a:gd name="connsiteX820" fmla="*/ 2169888 w 2968146"/>
              <a:gd name="connsiteY820" fmla="*/ 1262933 h 2977443"/>
              <a:gd name="connsiteX821" fmla="*/ 2210528 w 2968146"/>
              <a:gd name="connsiteY821" fmla="*/ 1303573 h 2977443"/>
              <a:gd name="connsiteX822" fmla="*/ 2169888 w 2968146"/>
              <a:gd name="connsiteY822" fmla="*/ 1344213 h 2977443"/>
              <a:gd name="connsiteX823" fmla="*/ 2129248 w 2968146"/>
              <a:gd name="connsiteY823" fmla="*/ 1303573 h 2977443"/>
              <a:gd name="connsiteX824" fmla="*/ 2169888 w 2968146"/>
              <a:gd name="connsiteY824" fmla="*/ 1262933 h 2977443"/>
              <a:gd name="connsiteX825" fmla="*/ 2018364 w 2968146"/>
              <a:gd name="connsiteY825" fmla="*/ 1262933 h 2977443"/>
              <a:gd name="connsiteX826" fmla="*/ 2059004 w 2968146"/>
              <a:gd name="connsiteY826" fmla="*/ 1303573 h 2977443"/>
              <a:gd name="connsiteX827" fmla="*/ 2018364 w 2968146"/>
              <a:gd name="connsiteY827" fmla="*/ 1344213 h 2977443"/>
              <a:gd name="connsiteX828" fmla="*/ 1977724 w 2968146"/>
              <a:gd name="connsiteY828" fmla="*/ 1303573 h 2977443"/>
              <a:gd name="connsiteX829" fmla="*/ 2018364 w 2968146"/>
              <a:gd name="connsiteY829" fmla="*/ 1262933 h 2977443"/>
              <a:gd name="connsiteX830" fmla="*/ 1858924 w 2968146"/>
              <a:gd name="connsiteY830" fmla="*/ 1082515 h 2977443"/>
              <a:gd name="connsiteX831" fmla="*/ 1899564 w 2968146"/>
              <a:gd name="connsiteY831" fmla="*/ 1123155 h 2977443"/>
              <a:gd name="connsiteX832" fmla="*/ 1858924 w 2968146"/>
              <a:gd name="connsiteY832" fmla="*/ 1163795 h 2977443"/>
              <a:gd name="connsiteX833" fmla="*/ 1818284 w 2968146"/>
              <a:gd name="connsiteY833" fmla="*/ 1123155 h 2977443"/>
              <a:gd name="connsiteX834" fmla="*/ 1858924 w 2968146"/>
              <a:gd name="connsiteY834" fmla="*/ 1082515 h 2977443"/>
              <a:gd name="connsiteX835" fmla="*/ 1707404 w 2968146"/>
              <a:gd name="connsiteY835" fmla="*/ 1082515 h 2977443"/>
              <a:gd name="connsiteX836" fmla="*/ 1748044 w 2968146"/>
              <a:gd name="connsiteY836" fmla="*/ 1123155 h 2977443"/>
              <a:gd name="connsiteX837" fmla="*/ 1707404 w 2968146"/>
              <a:gd name="connsiteY837" fmla="*/ 1163795 h 2977443"/>
              <a:gd name="connsiteX838" fmla="*/ 1666764 w 2968146"/>
              <a:gd name="connsiteY838" fmla="*/ 1123155 h 2977443"/>
              <a:gd name="connsiteX839" fmla="*/ 1707404 w 2968146"/>
              <a:gd name="connsiteY839" fmla="*/ 1082515 h 2977443"/>
              <a:gd name="connsiteX840" fmla="*/ 1555881 w 2968146"/>
              <a:gd name="connsiteY840" fmla="*/ 1082515 h 2977443"/>
              <a:gd name="connsiteX841" fmla="*/ 1596521 w 2968146"/>
              <a:gd name="connsiteY841" fmla="*/ 1123155 h 2977443"/>
              <a:gd name="connsiteX842" fmla="*/ 1555881 w 2968146"/>
              <a:gd name="connsiteY842" fmla="*/ 1163795 h 2977443"/>
              <a:gd name="connsiteX843" fmla="*/ 1515241 w 2968146"/>
              <a:gd name="connsiteY843" fmla="*/ 1123155 h 2977443"/>
              <a:gd name="connsiteX844" fmla="*/ 1555881 w 2968146"/>
              <a:gd name="connsiteY844" fmla="*/ 1082515 h 2977443"/>
              <a:gd name="connsiteX845" fmla="*/ 1404357 w 2968146"/>
              <a:gd name="connsiteY845" fmla="*/ 1082515 h 2977443"/>
              <a:gd name="connsiteX846" fmla="*/ 1444997 w 2968146"/>
              <a:gd name="connsiteY846" fmla="*/ 1123155 h 2977443"/>
              <a:gd name="connsiteX847" fmla="*/ 1404357 w 2968146"/>
              <a:gd name="connsiteY847" fmla="*/ 1163795 h 2977443"/>
              <a:gd name="connsiteX848" fmla="*/ 1363717 w 2968146"/>
              <a:gd name="connsiteY848" fmla="*/ 1123155 h 2977443"/>
              <a:gd name="connsiteX849" fmla="*/ 1404357 w 2968146"/>
              <a:gd name="connsiteY849" fmla="*/ 1082515 h 2977443"/>
              <a:gd name="connsiteX850" fmla="*/ 1252833 w 2968146"/>
              <a:gd name="connsiteY850" fmla="*/ 1082515 h 2977443"/>
              <a:gd name="connsiteX851" fmla="*/ 1293473 w 2968146"/>
              <a:gd name="connsiteY851" fmla="*/ 1123155 h 2977443"/>
              <a:gd name="connsiteX852" fmla="*/ 1252833 w 2968146"/>
              <a:gd name="connsiteY852" fmla="*/ 1163795 h 2977443"/>
              <a:gd name="connsiteX853" fmla="*/ 1212193 w 2968146"/>
              <a:gd name="connsiteY853" fmla="*/ 1123155 h 2977443"/>
              <a:gd name="connsiteX854" fmla="*/ 1252833 w 2968146"/>
              <a:gd name="connsiteY854" fmla="*/ 1082515 h 2977443"/>
              <a:gd name="connsiteX855" fmla="*/ 1101309 w 2968146"/>
              <a:gd name="connsiteY855" fmla="*/ 1082515 h 2977443"/>
              <a:gd name="connsiteX856" fmla="*/ 1141949 w 2968146"/>
              <a:gd name="connsiteY856" fmla="*/ 1123155 h 2977443"/>
              <a:gd name="connsiteX857" fmla="*/ 1101309 w 2968146"/>
              <a:gd name="connsiteY857" fmla="*/ 1163795 h 2977443"/>
              <a:gd name="connsiteX858" fmla="*/ 1060669 w 2968146"/>
              <a:gd name="connsiteY858" fmla="*/ 1123155 h 2977443"/>
              <a:gd name="connsiteX859" fmla="*/ 1101309 w 2968146"/>
              <a:gd name="connsiteY859" fmla="*/ 1082515 h 2977443"/>
              <a:gd name="connsiteX860" fmla="*/ 949785 w 2968146"/>
              <a:gd name="connsiteY860" fmla="*/ 1082515 h 2977443"/>
              <a:gd name="connsiteX861" fmla="*/ 990425 w 2968146"/>
              <a:gd name="connsiteY861" fmla="*/ 1123155 h 2977443"/>
              <a:gd name="connsiteX862" fmla="*/ 949785 w 2968146"/>
              <a:gd name="connsiteY862" fmla="*/ 1163795 h 2977443"/>
              <a:gd name="connsiteX863" fmla="*/ 909145 w 2968146"/>
              <a:gd name="connsiteY863" fmla="*/ 1123155 h 2977443"/>
              <a:gd name="connsiteX864" fmla="*/ 949785 w 2968146"/>
              <a:gd name="connsiteY864" fmla="*/ 1082515 h 2977443"/>
              <a:gd name="connsiteX865" fmla="*/ 798261 w 2968146"/>
              <a:gd name="connsiteY865" fmla="*/ 1082515 h 2977443"/>
              <a:gd name="connsiteX866" fmla="*/ 838901 w 2968146"/>
              <a:gd name="connsiteY866" fmla="*/ 1123155 h 2977443"/>
              <a:gd name="connsiteX867" fmla="*/ 798261 w 2968146"/>
              <a:gd name="connsiteY867" fmla="*/ 1163795 h 2977443"/>
              <a:gd name="connsiteX868" fmla="*/ 757621 w 2968146"/>
              <a:gd name="connsiteY868" fmla="*/ 1123155 h 2977443"/>
              <a:gd name="connsiteX869" fmla="*/ 798261 w 2968146"/>
              <a:gd name="connsiteY869" fmla="*/ 1082515 h 2977443"/>
              <a:gd name="connsiteX870" fmla="*/ 646737 w 2968146"/>
              <a:gd name="connsiteY870" fmla="*/ 1082515 h 2977443"/>
              <a:gd name="connsiteX871" fmla="*/ 687377 w 2968146"/>
              <a:gd name="connsiteY871" fmla="*/ 1123155 h 2977443"/>
              <a:gd name="connsiteX872" fmla="*/ 646737 w 2968146"/>
              <a:gd name="connsiteY872" fmla="*/ 1163795 h 2977443"/>
              <a:gd name="connsiteX873" fmla="*/ 606097 w 2968146"/>
              <a:gd name="connsiteY873" fmla="*/ 1123155 h 2977443"/>
              <a:gd name="connsiteX874" fmla="*/ 646737 w 2968146"/>
              <a:gd name="connsiteY874" fmla="*/ 1082515 h 2977443"/>
              <a:gd name="connsiteX875" fmla="*/ 495214 w 2968146"/>
              <a:gd name="connsiteY875" fmla="*/ 1082515 h 2977443"/>
              <a:gd name="connsiteX876" fmla="*/ 535854 w 2968146"/>
              <a:gd name="connsiteY876" fmla="*/ 1123155 h 2977443"/>
              <a:gd name="connsiteX877" fmla="*/ 495214 w 2968146"/>
              <a:gd name="connsiteY877" fmla="*/ 1163795 h 2977443"/>
              <a:gd name="connsiteX878" fmla="*/ 454574 w 2968146"/>
              <a:gd name="connsiteY878" fmla="*/ 1123155 h 2977443"/>
              <a:gd name="connsiteX879" fmla="*/ 495214 w 2968146"/>
              <a:gd name="connsiteY879" fmla="*/ 1082515 h 2977443"/>
              <a:gd name="connsiteX880" fmla="*/ 343690 w 2968146"/>
              <a:gd name="connsiteY880" fmla="*/ 1082515 h 2977443"/>
              <a:gd name="connsiteX881" fmla="*/ 384330 w 2968146"/>
              <a:gd name="connsiteY881" fmla="*/ 1123155 h 2977443"/>
              <a:gd name="connsiteX882" fmla="*/ 343690 w 2968146"/>
              <a:gd name="connsiteY882" fmla="*/ 1163795 h 2977443"/>
              <a:gd name="connsiteX883" fmla="*/ 303050 w 2968146"/>
              <a:gd name="connsiteY883" fmla="*/ 1123155 h 2977443"/>
              <a:gd name="connsiteX884" fmla="*/ 343690 w 2968146"/>
              <a:gd name="connsiteY884" fmla="*/ 1082515 h 2977443"/>
              <a:gd name="connsiteX885" fmla="*/ 192166 w 2968146"/>
              <a:gd name="connsiteY885" fmla="*/ 1082515 h 2977443"/>
              <a:gd name="connsiteX886" fmla="*/ 232806 w 2968146"/>
              <a:gd name="connsiteY886" fmla="*/ 1123155 h 2977443"/>
              <a:gd name="connsiteX887" fmla="*/ 192166 w 2968146"/>
              <a:gd name="connsiteY887" fmla="*/ 1163795 h 2977443"/>
              <a:gd name="connsiteX888" fmla="*/ 151526 w 2968146"/>
              <a:gd name="connsiteY888" fmla="*/ 1123155 h 2977443"/>
              <a:gd name="connsiteX889" fmla="*/ 192166 w 2968146"/>
              <a:gd name="connsiteY889" fmla="*/ 1082515 h 2977443"/>
              <a:gd name="connsiteX890" fmla="*/ 40642 w 2968146"/>
              <a:gd name="connsiteY890" fmla="*/ 1082515 h 2977443"/>
              <a:gd name="connsiteX891" fmla="*/ 81282 w 2968146"/>
              <a:gd name="connsiteY891" fmla="*/ 1123155 h 2977443"/>
              <a:gd name="connsiteX892" fmla="*/ 40642 w 2968146"/>
              <a:gd name="connsiteY892" fmla="*/ 1163795 h 2977443"/>
              <a:gd name="connsiteX893" fmla="*/ 2 w 2968146"/>
              <a:gd name="connsiteY893" fmla="*/ 1123155 h 2977443"/>
              <a:gd name="connsiteX894" fmla="*/ 40642 w 2968146"/>
              <a:gd name="connsiteY894" fmla="*/ 1082515 h 2977443"/>
              <a:gd name="connsiteX895" fmla="*/ 2927506 w 2968146"/>
              <a:gd name="connsiteY895" fmla="*/ 1082514 h 2977443"/>
              <a:gd name="connsiteX896" fmla="*/ 2968146 w 2968146"/>
              <a:gd name="connsiteY896" fmla="*/ 1123154 h 2977443"/>
              <a:gd name="connsiteX897" fmla="*/ 2927506 w 2968146"/>
              <a:gd name="connsiteY897" fmla="*/ 1163794 h 2977443"/>
              <a:gd name="connsiteX898" fmla="*/ 2886866 w 2968146"/>
              <a:gd name="connsiteY898" fmla="*/ 1123154 h 2977443"/>
              <a:gd name="connsiteX899" fmla="*/ 2927506 w 2968146"/>
              <a:gd name="connsiteY899" fmla="*/ 1082514 h 2977443"/>
              <a:gd name="connsiteX900" fmla="*/ 2775983 w 2968146"/>
              <a:gd name="connsiteY900" fmla="*/ 1082514 h 2977443"/>
              <a:gd name="connsiteX901" fmla="*/ 2816623 w 2968146"/>
              <a:gd name="connsiteY901" fmla="*/ 1123154 h 2977443"/>
              <a:gd name="connsiteX902" fmla="*/ 2775983 w 2968146"/>
              <a:gd name="connsiteY902" fmla="*/ 1163794 h 2977443"/>
              <a:gd name="connsiteX903" fmla="*/ 2735343 w 2968146"/>
              <a:gd name="connsiteY903" fmla="*/ 1123154 h 2977443"/>
              <a:gd name="connsiteX904" fmla="*/ 2775983 w 2968146"/>
              <a:gd name="connsiteY904" fmla="*/ 1082514 h 2977443"/>
              <a:gd name="connsiteX905" fmla="*/ 2624459 w 2968146"/>
              <a:gd name="connsiteY905" fmla="*/ 1082514 h 2977443"/>
              <a:gd name="connsiteX906" fmla="*/ 2665099 w 2968146"/>
              <a:gd name="connsiteY906" fmla="*/ 1123154 h 2977443"/>
              <a:gd name="connsiteX907" fmla="*/ 2624459 w 2968146"/>
              <a:gd name="connsiteY907" fmla="*/ 1163794 h 2977443"/>
              <a:gd name="connsiteX908" fmla="*/ 2583819 w 2968146"/>
              <a:gd name="connsiteY908" fmla="*/ 1123154 h 2977443"/>
              <a:gd name="connsiteX909" fmla="*/ 2624459 w 2968146"/>
              <a:gd name="connsiteY909" fmla="*/ 1082514 h 2977443"/>
              <a:gd name="connsiteX910" fmla="*/ 2472935 w 2968146"/>
              <a:gd name="connsiteY910" fmla="*/ 1082514 h 2977443"/>
              <a:gd name="connsiteX911" fmla="*/ 2513575 w 2968146"/>
              <a:gd name="connsiteY911" fmla="*/ 1123154 h 2977443"/>
              <a:gd name="connsiteX912" fmla="*/ 2472935 w 2968146"/>
              <a:gd name="connsiteY912" fmla="*/ 1163794 h 2977443"/>
              <a:gd name="connsiteX913" fmla="*/ 2432295 w 2968146"/>
              <a:gd name="connsiteY913" fmla="*/ 1123154 h 2977443"/>
              <a:gd name="connsiteX914" fmla="*/ 2472935 w 2968146"/>
              <a:gd name="connsiteY914" fmla="*/ 1082514 h 2977443"/>
              <a:gd name="connsiteX915" fmla="*/ 2321411 w 2968146"/>
              <a:gd name="connsiteY915" fmla="*/ 1082514 h 2977443"/>
              <a:gd name="connsiteX916" fmla="*/ 2362051 w 2968146"/>
              <a:gd name="connsiteY916" fmla="*/ 1123154 h 2977443"/>
              <a:gd name="connsiteX917" fmla="*/ 2321411 w 2968146"/>
              <a:gd name="connsiteY917" fmla="*/ 1163794 h 2977443"/>
              <a:gd name="connsiteX918" fmla="*/ 2280771 w 2968146"/>
              <a:gd name="connsiteY918" fmla="*/ 1123154 h 2977443"/>
              <a:gd name="connsiteX919" fmla="*/ 2321411 w 2968146"/>
              <a:gd name="connsiteY919" fmla="*/ 1082514 h 2977443"/>
              <a:gd name="connsiteX920" fmla="*/ 2169888 w 2968146"/>
              <a:gd name="connsiteY920" fmla="*/ 1082514 h 2977443"/>
              <a:gd name="connsiteX921" fmla="*/ 2210528 w 2968146"/>
              <a:gd name="connsiteY921" fmla="*/ 1123154 h 2977443"/>
              <a:gd name="connsiteX922" fmla="*/ 2169888 w 2968146"/>
              <a:gd name="connsiteY922" fmla="*/ 1163794 h 2977443"/>
              <a:gd name="connsiteX923" fmla="*/ 2129248 w 2968146"/>
              <a:gd name="connsiteY923" fmla="*/ 1123154 h 2977443"/>
              <a:gd name="connsiteX924" fmla="*/ 2169888 w 2968146"/>
              <a:gd name="connsiteY924" fmla="*/ 1082514 h 2977443"/>
              <a:gd name="connsiteX925" fmla="*/ 2018364 w 2968146"/>
              <a:gd name="connsiteY925" fmla="*/ 1082514 h 2977443"/>
              <a:gd name="connsiteX926" fmla="*/ 2059004 w 2968146"/>
              <a:gd name="connsiteY926" fmla="*/ 1123154 h 2977443"/>
              <a:gd name="connsiteX927" fmla="*/ 2018364 w 2968146"/>
              <a:gd name="connsiteY927" fmla="*/ 1163794 h 2977443"/>
              <a:gd name="connsiteX928" fmla="*/ 1977724 w 2968146"/>
              <a:gd name="connsiteY928" fmla="*/ 1123154 h 2977443"/>
              <a:gd name="connsiteX929" fmla="*/ 2018364 w 2968146"/>
              <a:gd name="connsiteY929" fmla="*/ 1082514 h 2977443"/>
              <a:gd name="connsiteX930" fmla="*/ 1858924 w 2968146"/>
              <a:gd name="connsiteY930" fmla="*/ 902096 h 2977443"/>
              <a:gd name="connsiteX931" fmla="*/ 1899564 w 2968146"/>
              <a:gd name="connsiteY931" fmla="*/ 942736 h 2977443"/>
              <a:gd name="connsiteX932" fmla="*/ 1858924 w 2968146"/>
              <a:gd name="connsiteY932" fmla="*/ 983376 h 2977443"/>
              <a:gd name="connsiteX933" fmla="*/ 1818284 w 2968146"/>
              <a:gd name="connsiteY933" fmla="*/ 942736 h 2977443"/>
              <a:gd name="connsiteX934" fmla="*/ 1858924 w 2968146"/>
              <a:gd name="connsiteY934" fmla="*/ 902096 h 2977443"/>
              <a:gd name="connsiteX935" fmla="*/ 1707404 w 2968146"/>
              <a:gd name="connsiteY935" fmla="*/ 902096 h 2977443"/>
              <a:gd name="connsiteX936" fmla="*/ 1748044 w 2968146"/>
              <a:gd name="connsiteY936" fmla="*/ 942736 h 2977443"/>
              <a:gd name="connsiteX937" fmla="*/ 1707404 w 2968146"/>
              <a:gd name="connsiteY937" fmla="*/ 983376 h 2977443"/>
              <a:gd name="connsiteX938" fmla="*/ 1666764 w 2968146"/>
              <a:gd name="connsiteY938" fmla="*/ 942736 h 2977443"/>
              <a:gd name="connsiteX939" fmla="*/ 1707404 w 2968146"/>
              <a:gd name="connsiteY939" fmla="*/ 902096 h 2977443"/>
              <a:gd name="connsiteX940" fmla="*/ 1555881 w 2968146"/>
              <a:gd name="connsiteY940" fmla="*/ 902096 h 2977443"/>
              <a:gd name="connsiteX941" fmla="*/ 1596521 w 2968146"/>
              <a:gd name="connsiteY941" fmla="*/ 942736 h 2977443"/>
              <a:gd name="connsiteX942" fmla="*/ 1555881 w 2968146"/>
              <a:gd name="connsiteY942" fmla="*/ 983376 h 2977443"/>
              <a:gd name="connsiteX943" fmla="*/ 1515241 w 2968146"/>
              <a:gd name="connsiteY943" fmla="*/ 942736 h 2977443"/>
              <a:gd name="connsiteX944" fmla="*/ 1555881 w 2968146"/>
              <a:gd name="connsiteY944" fmla="*/ 902096 h 2977443"/>
              <a:gd name="connsiteX945" fmla="*/ 1404357 w 2968146"/>
              <a:gd name="connsiteY945" fmla="*/ 902096 h 2977443"/>
              <a:gd name="connsiteX946" fmla="*/ 1444997 w 2968146"/>
              <a:gd name="connsiteY946" fmla="*/ 942736 h 2977443"/>
              <a:gd name="connsiteX947" fmla="*/ 1404357 w 2968146"/>
              <a:gd name="connsiteY947" fmla="*/ 983376 h 2977443"/>
              <a:gd name="connsiteX948" fmla="*/ 1363717 w 2968146"/>
              <a:gd name="connsiteY948" fmla="*/ 942736 h 2977443"/>
              <a:gd name="connsiteX949" fmla="*/ 1404357 w 2968146"/>
              <a:gd name="connsiteY949" fmla="*/ 902096 h 2977443"/>
              <a:gd name="connsiteX950" fmla="*/ 1252833 w 2968146"/>
              <a:gd name="connsiteY950" fmla="*/ 902096 h 2977443"/>
              <a:gd name="connsiteX951" fmla="*/ 1293473 w 2968146"/>
              <a:gd name="connsiteY951" fmla="*/ 942736 h 2977443"/>
              <a:gd name="connsiteX952" fmla="*/ 1252833 w 2968146"/>
              <a:gd name="connsiteY952" fmla="*/ 983376 h 2977443"/>
              <a:gd name="connsiteX953" fmla="*/ 1212193 w 2968146"/>
              <a:gd name="connsiteY953" fmla="*/ 942736 h 2977443"/>
              <a:gd name="connsiteX954" fmla="*/ 1252833 w 2968146"/>
              <a:gd name="connsiteY954" fmla="*/ 902096 h 2977443"/>
              <a:gd name="connsiteX955" fmla="*/ 1101309 w 2968146"/>
              <a:gd name="connsiteY955" fmla="*/ 902096 h 2977443"/>
              <a:gd name="connsiteX956" fmla="*/ 1141949 w 2968146"/>
              <a:gd name="connsiteY956" fmla="*/ 942736 h 2977443"/>
              <a:gd name="connsiteX957" fmla="*/ 1101309 w 2968146"/>
              <a:gd name="connsiteY957" fmla="*/ 983376 h 2977443"/>
              <a:gd name="connsiteX958" fmla="*/ 1060669 w 2968146"/>
              <a:gd name="connsiteY958" fmla="*/ 942736 h 2977443"/>
              <a:gd name="connsiteX959" fmla="*/ 1101309 w 2968146"/>
              <a:gd name="connsiteY959" fmla="*/ 902096 h 2977443"/>
              <a:gd name="connsiteX960" fmla="*/ 949785 w 2968146"/>
              <a:gd name="connsiteY960" fmla="*/ 902096 h 2977443"/>
              <a:gd name="connsiteX961" fmla="*/ 990425 w 2968146"/>
              <a:gd name="connsiteY961" fmla="*/ 942736 h 2977443"/>
              <a:gd name="connsiteX962" fmla="*/ 949785 w 2968146"/>
              <a:gd name="connsiteY962" fmla="*/ 983376 h 2977443"/>
              <a:gd name="connsiteX963" fmla="*/ 909145 w 2968146"/>
              <a:gd name="connsiteY963" fmla="*/ 942736 h 2977443"/>
              <a:gd name="connsiteX964" fmla="*/ 949785 w 2968146"/>
              <a:gd name="connsiteY964" fmla="*/ 902096 h 2977443"/>
              <a:gd name="connsiteX965" fmla="*/ 798261 w 2968146"/>
              <a:gd name="connsiteY965" fmla="*/ 902096 h 2977443"/>
              <a:gd name="connsiteX966" fmla="*/ 838901 w 2968146"/>
              <a:gd name="connsiteY966" fmla="*/ 942736 h 2977443"/>
              <a:gd name="connsiteX967" fmla="*/ 798261 w 2968146"/>
              <a:gd name="connsiteY967" fmla="*/ 983376 h 2977443"/>
              <a:gd name="connsiteX968" fmla="*/ 757621 w 2968146"/>
              <a:gd name="connsiteY968" fmla="*/ 942736 h 2977443"/>
              <a:gd name="connsiteX969" fmla="*/ 798261 w 2968146"/>
              <a:gd name="connsiteY969" fmla="*/ 902096 h 2977443"/>
              <a:gd name="connsiteX970" fmla="*/ 646737 w 2968146"/>
              <a:gd name="connsiteY970" fmla="*/ 902096 h 2977443"/>
              <a:gd name="connsiteX971" fmla="*/ 687377 w 2968146"/>
              <a:gd name="connsiteY971" fmla="*/ 942736 h 2977443"/>
              <a:gd name="connsiteX972" fmla="*/ 646737 w 2968146"/>
              <a:gd name="connsiteY972" fmla="*/ 983376 h 2977443"/>
              <a:gd name="connsiteX973" fmla="*/ 606097 w 2968146"/>
              <a:gd name="connsiteY973" fmla="*/ 942736 h 2977443"/>
              <a:gd name="connsiteX974" fmla="*/ 646737 w 2968146"/>
              <a:gd name="connsiteY974" fmla="*/ 902096 h 2977443"/>
              <a:gd name="connsiteX975" fmla="*/ 495214 w 2968146"/>
              <a:gd name="connsiteY975" fmla="*/ 902096 h 2977443"/>
              <a:gd name="connsiteX976" fmla="*/ 535854 w 2968146"/>
              <a:gd name="connsiteY976" fmla="*/ 942736 h 2977443"/>
              <a:gd name="connsiteX977" fmla="*/ 495214 w 2968146"/>
              <a:gd name="connsiteY977" fmla="*/ 983376 h 2977443"/>
              <a:gd name="connsiteX978" fmla="*/ 454574 w 2968146"/>
              <a:gd name="connsiteY978" fmla="*/ 942736 h 2977443"/>
              <a:gd name="connsiteX979" fmla="*/ 495214 w 2968146"/>
              <a:gd name="connsiteY979" fmla="*/ 902096 h 2977443"/>
              <a:gd name="connsiteX980" fmla="*/ 343690 w 2968146"/>
              <a:gd name="connsiteY980" fmla="*/ 902096 h 2977443"/>
              <a:gd name="connsiteX981" fmla="*/ 384330 w 2968146"/>
              <a:gd name="connsiteY981" fmla="*/ 942736 h 2977443"/>
              <a:gd name="connsiteX982" fmla="*/ 343690 w 2968146"/>
              <a:gd name="connsiteY982" fmla="*/ 983376 h 2977443"/>
              <a:gd name="connsiteX983" fmla="*/ 303050 w 2968146"/>
              <a:gd name="connsiteY983" fmla="*/ 942736 h 2977443"/>
              <a:gd name="connsiteX984" fmla="*/ 343690 w 2968146"/>
              <a:gd name="connsiteY984" fmla="*/ 902096 h 2977443"/>
              <a:gd name="connsiteX985" fmla="*/ 192166 w 2968146"/>
              <a:gd name="connsiteY985" fmla="*/ 902096 h 2977443"/>
              <a:gd name="connsiteX986" fmla="*/ 232806 w 2968146"/>
              <a:gd name="connsiteY986" fmla="*/ 942736 h 2977443"/>
              <a:gd name="connsiteX987" fmla="*/ 192166 w 2968146"/>
              <a:gd name="connsiteY987" fmla="*/ 983376 h 2977443"/>
              <a:gd name="connsiteX988" fmla="*/ 151526 w 2968146"/>
              <a:gd name="connsiteY988" fmla="*/ 942736 h 2977443"/>
              <a:gd name="connsiteX989" fmla="*/ 192166 w 2968146"/>
              <a:gd name="connsiteY989" fmla="*/ 902096 h 2977443"/>
              <a:gd name="connsiteX990" fmla="*/ 2775983 w 2968146"/>
              <a:gd name="connsiteY990" fmla="*/ 902094 h 2977443"/>
              <a:gd name="connsiteX991" fmla="*/ 2816623 w 2968146"/>
              <a:gd name="connsiteY991" fmla="*/ 942734 h 2977443"/>
              <a:gd name="connsiteX992" fmla="*/ 2775983 w 2968146"/>
              <a:gd name="connsiteY992" fmla="*/ 983374 h 2977443"/>
              <a:gd name="connsiteX993" fmla="*/ 2735343 w 2968146"/>
              <a:gd name="connsiteY993" fmla="*/ 942734 h 2977443"/>
              <a:gd name="connsiteX994" fmla="*/ 2775983 w 2968146"/>
              <a:gd name="connsiteY994" fmla="*/ 902094 h 2977443"/>
              <a:gd name="connsiteX995" fmla="*/ 2624459 w 2968146"/>
              <a:gd name="connsiteY995" fmla="*/ 902094 h 2977443"/>
              <a:gd name="connsiteX996" fmla="*/ 2665099 w 2968146"/>
              <a:gd name="connsiteY996" fmla="*/ 942734 h 2977443"/>
              <a:gd name="connsiteX997" fmla="*/ 2624459 w 2968146"/>
              <a:gd name="connsiteY997" fmla="*/ 983374 h 2977443"/>
              <a:gd name="connsiteX998" fmla="*/ 2583819 w 2968146"/>
              <a:gd name="connsiteY998" fmla="*/ 942734 h 2977443"/>
              <a:gd name="connsiteX999" fmla="*/ 2624459 w 2968146"/>
              <a:gd name="connsiteY999" fmla="*/ 902094 h 2977443"/>
              <a:gd name="connsiteX1000" fmla="*/ 2472935 w 2968146"/>
              <a:gd name="connsiteY1000" fmla="*/ 902094 h 2977443"/>
              <a:gd name="connsiteX1001" fmla="*/ 2513575 w 2968146"/>
              <a:gd name="connsiteY1001" fmla="*/ 942734 h 2977443"/>
              <a:gd name="connsiteX1002" fmla="*/ 2472935 w 2968146"/>
              <a:gd name="connsiteY1002" fmla="*/ 983374 h 2977443"/>
              <a:gd name="connsiteX1003" fmla="*/ 2432295 w 2968146"/>
              <a:gd name="connsiteY1003" fmla="*/ 942734 h 2977443"/>
              <a:gd name="connsiteX1004" fmla="*/ 2472935 w 2968146"/>
              <a:gd name="connsiteY1004" fmla="*/ 902094 h 2977443"/>
              <a:gd name="connsiteX1005" fmla="*/ 2321411 w 2968146"/>
              <a:gd name="connsiteY1005" fmla="*/ 902094 h 2977443"/>
              <a:gd name="connsiteX1006" fmla="*/ 2362051 w 2968146"/>
              <a:gd name="connsiteY1006" fmla="*/ 942734 h 2977443"/>
              <a:gd name="connsiteX1007" fmla="*/ 2321411 w 2968146"/>
              <a:gd name="connsiteY1007" fmla="*/ 983374 h 2977443"/>
              <a:gd name="connsiteX1008" fmla="*/ 2280771 w 2968146"/>
              <a:gd name="connsiteY1008" fmla="*/ 942734 h 2977443"/>
              <a:gd name="connsiteX1009" fmla="*/ 2321411 w 2968146"/>
              <a:gd name="connsiteY1009" fmla="*/ 902094 h 2977443"/>
              <a:gd name="connsiteX1010" fmla="*/ 2169888 w 2968146"/>
              <a:gd name="connsiteY1010" fmla="*/ 902094 h 2977443"/>
              <a:gd name="connsiteX1011" fmla="*/ 2210528 w 2968146"/>
              <a:gd name="connsiteY1011" fmla="*/ 942734 h 2977443"/>
              <a:gd name="connsiteX1012" fmla="*/ 2169888 w 2968146"/>
              <a:gd name="connsiteY1012" fmla="*/ 983374 h 2977443"/>
              <a:gd name="connsiteX1013" fmla="*/ 2129248 w 2968146"/>
              <a:gd name="connsiteY1013" fmla="*/ 942734 h 2977443"/>
              <a:gd name="connsiteX1014" fmla="*/ 2169888 w 2968146"/>
              <a:gd name="connsiteY1014" fmla="*/ 902094 h 2977443"/>
              <a:gd name="connsiteX1015" fmla="*/ 2018364 w 2968146"/>
              <a:gd name="connsiteY1015" fmla="*/ 902094 h 2977443"/>
              <a:gd name="connsiteX1016" fmla="*/ 2059004 w 2968146"/>
              <a:gd name="connsiteY1016" fmla="*/ 942734 h 2977443"/>
              <a:gd name="connsiteX1017" fmla="*/ 2018364 w 2968146"/>
              <a:gd name="connsiteY1017" fmla="*/ 983374 h 2977443"/>
              <a:gd name="connsiteX1018" fmla="*/ 1977724 w 2968146"/>
              <a:gd name="connsiteY1018" fmla="*/ 942734 h 2977443"/>
              <a:gd name="connsiteX1019" fmla="*/ 2018364 w 2968146"/>
              <a:gd name="connsiteY1019" fmla="*/ 902094 h 2977443"/>
              <a:gd name="connsiteX1020" fmla="*/ 1858924 w 2968146"/>
              <a:gd name="connsiteY1020" fmla="*/ 721677 h 2977443"/>
              <a:gd name="connsiteX1021" fmla="*/ 1899564 w 2968146"/>
              <a:gd name="connsiteY1021" fmla="*/ 762317 h 2977443"/>
              <a:gd name="connsiteX1022" fmla="*/ 1858924 w 2968146"/>
              <a:gd name="connsiteY1022" fmla="*/ 802957 h 2977443"/>
              <a:gd name="connsiteX1023" fmla="*/ 1818284 w 2968146"/>
              <a:gd name="connsiteY1023" fmla="*/ 762317 h 2977443"/>
              <a:gd name="connsiteX1024" fmla="*/ 1858924 w 2968146"/>
              <a:gd name="connsiteY1024" fmla="*/ 721677 h 2977443"/>
              <a:gd name="connsiteX1025" fmla="*/ 1707404 w 2968146"/>
              <a:gd name="connsiteY1025" fmla="*/ 721677 h 2977443"/>
              <a:gd name="connsiteX1026" fmla="*/ 1748044 w 2968146"/>
              <a:gd name="connsiteY1026" fmla="*/ 762317 h 2977443"/>
              <a:gd name="connsiteX1027" fmla="*/ 1707404 w 2968146"/>
              <a:gd name="connsiteY1027" fmla="*/ 802957 h 2977443"/>
              <a:gd name="connsiteX1028" fmla="*/ 1666764 w 2968146"/>
              <a:gd name="connsiteY1028" fmla="*/ 762317 h 2977443"/>
              <a:gd name="connsiteX1029" fmla="*/ 1707404 w 2968146"/>
              <a:gd name="connsiteY1029" fmla="*/ 721677 h 2977443"/>
              <a:gd name="connsiteX1030" fmla="*/ 1555881 w 2968146"/>
              <a:gd name="connsiteY1030" fmla="*/ 721677 h 2977443"/>
              <a:gd name="connsiteX1031" fmla="*/ 1596521 w 2968146"/>
              <a:gd name="connsiteY1031" fmla="*/ 762317 h 2977443"/>
              <a:gd name="connsiteX1032" fmla="*/ 1555881 w 2968146"/>
              <a:gd name="connsiteY1032" fmla="*/ 802957 h 2977443"/>
              <a:gd name="connsiteX1033" fmla="*/ 1515241 w 2968146"/>
              <a:gd name="connsiteY1033" fmla="*/ 762317 h 2977443"/>
              <a:gd name="connsiteX1034" fmla="*/ 1555881 w 2968146"/>
              <a:gd name="connsiteY1034" fmla="*/ 721677 h 2977443"/>
              <a:gd name="connsiteX1035" fmla="*/ 1404357 w 2968146"/>
              <a:gd name="connsiteY1035" fmla="*/ 721677 h 2977443"/>
              <a:gd name="connsiteX1036" fmla="*/ 1444997 w 2968146"/>
              <a:gd name="connsiteY1036" fmla="*/ 762317 h 2977443"/>
              <a:gd name="connsiteX1037" fmla="*/ 1404357 w 2968146"/>
              <a:gd name="connsiteY1037" fmla="*/ 802957 h 2977443"/>
              <a:gd name="connsiteX1038" fmla="*/ 1363717 w 2968146"/>
              <a:gd name="connsiteY1038" fmla="*/ 762317 h 2977443"/>
              <a:gd name="connsiteX1039" fmla="*/ 1404357 w 2968146"/>
              <a:gd name="connsiteY1039" fmla="*/ 721677 h 2977443"/>
              <a:gd name="connsiteX1040" fmla="*/ 1252833 w 2968146"/>
              <a:gd name="connsiteY1040" fmla="*/ 721677 h 2977443"/>
              <a:gd name="connsiteX1041" fmla="*/ 1293473 w 2968146"/>
              <a:gd name="connsiteY1041" fmla="*/ 762317 h 2977443"/>
              <a:gd name="connsiteX1042" fmla="*/ 1252833 w 2968146"/>
              <a:gd name="connsiteY1042" fmla="*/ 802957 h 2977443"/>
              <a:gd name="connsiteX1043" fmla="*/ 1212193 w 2968146"/>
              <a:gd name="connsiteY1043" fmla="*/ 762317 h 2977443"/>
              <a:gd name="connsiteX1044" fmla="*/ 1252833 w 2968146"/>
              <a:gd name="connsiteY1044" fmla="*/ 721677 h 2977443"/>
              <a:gd name="connsiteX1045" fmla="*/ 1101309 w 2968146"/>
              <a:gd name="connsiteY1045" fmla="*/ 721677 h 2977443"/>
              <a:gd name="connsiteX1046" fmla="*/ 1141949 w 2968146"/>
              <a:gd name="connsiteY1046" fmla="*/ 762317 h 2977443"/>
              <a:gd name="connsiteX1047" fmla="*/ 1101309 w 2968146"/>
              <a:gd name="connsiteY1047" fmla="*/ 802957 h 2977443"/>
              <a:gd name="connsiteX1048" fmla="*/ 1060669 w 2968146"/>
              <a:gd name="connsiteY1048" fmla="*/ 762317 h 2977443"/>
              <a:gd name="connsiteX1049" fmla="*/ 1101309 w 2968146"/>
              <a:gd name="connsiteY1049" fmla="*/ 721677 h 2977443"/>
              <a:gd name="connsiteX1050" fmla="*/ 949785 w 2968146"/>
              <a:gd name="connsiteY1050" fmla="*/ 721677 h 2977443"/>
              <a:gd name="connsiteX1051" fmla="*/ 990425 w 2968146"/>
              <a:gd name="connsiteY1051" fmla="*/ 762317 h 2977443"/>
              <a:gd name="connsiteX1052" fmla="*/ 949785 w 2968146"/>
              <a:gd name="connsiteY1052" fmla="*/ 802957 h 2977443"/>
              <a:gd name="connsiteX1053" fmla="*/ 909145 w 2968146"/>
              <a:gd name="connsiteY1053" fmla="*/ 762317 h 2977443"/>
              <a:gd name="connsiteX1054" fmla="*/ 949785 w 2968146"/>
              <a:gd name="connsiteY1054" fmla="*/ 721677 h 2977443"/>
              <a:gd name="connsiteX1055" fmla="*/ 798261 w 2968146"/>
              <a:gd name="connsiteY1055" fmla="*/ 721677 h 2977443"/>
              <a:gd name="connsiteX1056" fmla="*/ 838901 w 2968146"/>
              <a:gd name="connsiteY1056" fmla="*/ 762317 h 2977443"/>
              <a:gd name="connsiteX1057" fmla="*/ 798261 w 2968146"/>
              <a:gd name="connsiteY1057" fmla="*/ 802957 h 2977443"/>
              <a:gd name="connsiteX1058" fmla="*/ 757621 w 2968146"/>
              <a:gd name="connsiteY1058" fmla="*/ 762317 h 2977443"/>
              <a:gd name="connsiteX1059" fmla="*/ 798261 w 2968146"/>
              <a:gd name="connsiteY1059" fmla="*/ 721677 h 2977443"/>
              <a:gd name="connsiteX1060" fmla="*/ 646737 w 2968146"/>
              <a:gd name="connsiteY1060" fmla="*/ 721677 h 2977443"/>
              <a:gd name="connsiteX1061" fmla="*/ 687377 w 2968146"/>
              <a:gd name="connsiteY1061" fmla="*/ 762317 h 2977443"/>
              <a:gd name="connsiteX1062" fmla="*/ 646737 w 2968146"/>
              <a:gd name="connsiteY1062" fmla="*/ 802957 h 2977443"/>
              <a:gd name="connsiteX1063" fmla="*/ 606097 w 2968146"/>
              <a:gd name="connsiteY1063" fmla="*/ 762317 h 2977443"/>
              <a:gd name="connsiteX1064" fmla="*/ 646737 w 2968146"/>
              <a:gd name="connsiteY1064" fmla="*/ 721677 h 2977443"/>
              <a:gd name="connsiteX1065" fmla="*/ 495214 w 2968146"/>
              <a:gd name="connsiteY1065" fmla="*/ 721677 h 2977443"/>
              <a:gd name="connsiteX1066" fmla="*/ 535854 w 2968146"/>
              <a:gd name="connsiteY1066" fmla="*/ 762317 h 2977443"/>
              <a:gd name="connsiteX1067" fmla="*/ 495214 w 2968146"/>
              <a:gd name="connsiteY1067" fmla="*/ 802957 h 2977443"/>
              <a:gd name="connsiteX1068" fmla="*/ 454574 w 2968146"/>
              <a:gd name="connsiteY1068" fmla="*/ 762317 h 2977443"/>
              <a:gd name="connsiteX1069" fmla="*/ 495214 w 2968146"/>
              <a:gd name="connsiteY1069" fmla="*/ 721677 h 2977443"/>
              <a:gd name="connsiteX1070" fmla="*/ 343690 w 2968146"/>
              <a:gd name="connsiteY1070" fmla="*/ 721677 h 2977443"/>
              <a:gd name="connsiteX1071" fmla="*/ 384330 w 2968146"/>
              <a:gd name="connsiteY1071" fmla="*/ 762317 h 2977443"/>
              <a:gd name="connsiteX1072" fmla="*/ 343690 w 2968146"/>
              <a:gd name="connsiteY1072" fmla="*/ 802957 h 2977443"/>
              <a:gd name="connsiteX1073" fmla="*/ 303050 w 2968146"/>
              <a:gd name="connsiteY1073" fmla="*/ 762317 h 2977443"/>
              <a:gd name="connsiteX1074" fmla="*/ 343690 w 2968146"/>
              <a:gd name="connsiteY1074" fmla="*/ 721677 h 2977443"/>
              <a:gd name="connsiteX1075" fmla="*/ 192166 w 2968146"/>
              <a:gd name="connsiteY1075" fmla="*/ 721677 h 2977443"/>
              <a:gd name="connsiteX1076" fmla="*/ 232806 w 2968146"/>
              <a:gd name="connsiteY1076" fmla="*/ 762317 h 2977443"/>
              <a:gd name="connsiteX1077" fmla="*/ 192166 w 2968146"/>
              <a:gd name="connsiteY1077" fmla="*/ 802957 h 2977443"/>
              <a:gd name="connsiteX1078" fmla="*/ 151526 w 2968146"/>
              <a:gd name="connsiteY1078" fmla="*/ 762317 h 2977443"/>
              <a:gd name="connsiteX1079" fmla="*/ 192166 w 2968146"/>
              <a:gd name="connsiteY1079" fmla="*/ 721677 h 2977443"/>
              <a:gd name="connsiteX1080" fmla="*/ 2775983 w 2968146"/>
              <a:gd name="connsiteY1080" fmla="*/ 721675 h 2977443"/>
              <a:gd name="connsiteX1081" fmla="*/ 2816623 w 2968146"/>
              <a:gd name="connsiteY1081" fmla="*/ 762315 h 2977443"/>
              <a:gd name="connsiteX1082" fmla="*/ 2775983 w 2968146"/>
              <a:gd name="connsiteY1082" fmla="*/ 802955 h 2977443"/>
              <a:gd name="connsiteX1083" fmla="*/ 2735343 w 2968146"/>
              <a:gd name="connsiteY1083" fmla="*/ 762315 h 2977443"/>
              <a:gd name="connsiteX1084" fmla="*/ 2775983 w 2968146"/>
              <a:gd name="connsiteY1084" fmla="*/ 721675 h 2977443"/>
              <a:gd name="connsiteX1085" fmla="*/ 2624459 w 2968146"/>
              <a:gd name="connsiteY1085" fmla="*/ 721675 h 2977443"/>
              <a:gd name="connsiteX1086" fmla="*/ 2665099 w 2968146"/>
              <a:gd name="connsiteY1086" fmla="*/ 762315 h 2977443"/>
              <a:gd name="connsiteX1087" fmla="*/ 2624459 w 2968146"/>
              <a:gd name="connsiteY1087" fmla="*/ 802955 h 2977443"/>
              <a:gd name="connsiteX1088" fmla="*/ 2583819 w 2968146"/>
              <a:gd name="connsiteY1088" fmla="*/ 762315 h 2977443"/>
              <a:gd name="connsiteX1089" fmla="*/ 2624459 w 2968146"/>
              <a:gd name="connsiteY1089" fmla="*/ 721675 h 2977443"/>
              <a:gd name="connsiteX1090" fmla="*/ 2472935 w 2968146"/>
              <a:gd name="connsiteY1090" fmla="*/ 721675 h 2977443"/>
              <a:gd name="connsiteX1091" fmla="*/ 2513575 w 2968146"/>
              <a:gd name="connsiteY1091" fmla="*/ 762315 h 2977443"/>
              <a:gd name="connsiteX1092" fmla="*/ 2472935 w 2968146"/>
              <a:gd name="connsiteY1092" fmla="*/ 802955 h 2977443"/>
              <a:gd name="connsiteX1093" fmla="*/ 2432295 w 2968146"/>
              <a:gd name="connsiteY1093" fmla="*/ 762315 h 2977443"/>
              <a:gd name="connsiteX1094" fmla="*/ 2472935 w 2968146"/>
              <a:gd name="connsiteY1094" fmla="*/ 721675 h 2977443"/>
              <a:gd name="connsiteX1095" fmla="*/ 2321411 w 2968146"/>
              <a:gd name="connsiteY1095" fmla="*/ 721675 h 2977443"/>
              <a:gd name="connsiteX1096" fmla="*/ 2362051 w 2968146"/>
              <a:gd name="connsiteY1096" fmla="*/ 762315 h 2977443"/>
              <a:gd name="connsiteX1097" fmla="*/ 2321411 w 2968146"/>
              <a:gd name="connsiteY1097" fmla="*/ 802955 h 2977443"/>
              <a:gd name="connsiteX1098" fmla="*/ 2280771 w 2968146"/>
              <a:gd name="connsiteY1098" fmla="*/ 762315 h 2977443"/>
              <a:gd name="connsiteX1099" fmla="*/ 2321411 w 2968146"/>
              <a:gd name="connsiteY1099" fmla="*/ 721675 h 2977443"/>
              <a:gd name="connsiteX1100" fmla="*/ 2169888 w 2968146"/>
              <a:gd name="connsiteY1100" fmla="*/ 721675 h 2977443"/>
              <a:gd name="connsiteX1101" fmla="*/ 2210528 w 2968146"/>
              <a:gd name="connsiteY1101" fmla="*/ 762315 h 2977443"/>
              <a:gd name="connsiteX1102" fmla="*/ 2169888 w 2968146"/>
              <a:gd name="connsiteY1102" fmla="*/ 802955 h 2977443"/>
              <a:gd name="connsiteX1103" fmla="*/ 2129248 w 2968146"/>
              <a:gd name="connsiteY1103" fmla="*/ 762315 h 2977443"/>
              <a:gd name="connsiteX1104" fmla="*/ 2169888 w 2968146"/>
              <a:gd name="connsiteY1104" fmla="*/ 721675 h 2977443"/>
              <a:gd name="connsiteX1105" fmla="*/ 2018364 w 2968146"/>
              <a:gd name="connsiteY1105" fmla="*/ 721675 h 2977443"/>
              <a:gd name="connsiteX1106" fmla="*/ 2059004 w 2968146"/>
              <a:gd name="connsiteY1106" fmla="*/ 762315 h 2977443"/>
              <a:gd name="connsiteX1107" fmla="*/ 2018364 w 2968146"/>
              <a:gd name="connsiteY1107" fmla="*/ 802955 h 2977443"/>
              <a:gd name="connsiteX1108" fmla="*/ 1977724 w 2968146"/>
              <a:gd name="connsiteY1108" fmla="*/ 762315 h 2977443"/>
              <a:gd name="connsiteX1109" fmla="*/ 2018364 w 2968146"/>
              <a:gd name="connsiteY1109" fmla="*/ 721675 h 2977443"/>
              <a:gd name="connsiteX1110" fmla="*/ 1858924 w 2968146"/>
              <a:gd name="connsiteY1110" fmla="*/ 541258 h 2977443"/>
              <a:gd name="connsiteX1111" fmla="*/ 1899564 w 2968146"/>
              <a:gd name="connsiteY1111" fmla="*/ 581898 h 2977443"/>
              <a:gd name="connsiteX1112" fmla="*/ 1858924 w 2968146"/>
              <a:gd name="connsiteY1112" fmla="*/ 622538 h 2977443"/>
              <a:gd name="connsiteX1113" fmla="*/ 1818284 w 2968146"/>
              <a:gd name="connsiteY1113" fmla="*/ 581898 h 2977443"/>
              <a:gd name="connsiteX1114" fmla="*/ 1858924 w 2968146"/>
              <a:gd name="connsiteY1114" fmla="*/ 541258 h 2977443"/>
              <a:gd name="connsiteX1115" fmla="*/ 1707404 w 2968146"/>
              <a:gd name="connsiteY1115" fmla="*/ 541258 h 2977443"/>
              <a:gd name="connsiteX1116" fmla="*/ 1748044 w 2968146"/>
              <a:gd name="connsiteY1116" fmla="*/ 581898 h 2977443"/>
              <a:gd name="connsiteX1117" fmla="*/ 1707404 w 2968146"/>
              <a:gd name="connsiteY1117" fmla="*/ 622538 h 2977443"/>
              <a:gd name="connsiteX1118" fmla="*/ 1666764 w 2968146"/>
              <a:gd name="connsiteY1118" fmla="*/ 581898 h 2977443"/>
              <a:gd name="connsiteX1119" fmla="*/ 1707404 w 2968146"/>
              <a:gd name="connsiteY1119" fmla="*/ 541258 h 2977443"/>
              <a:gd name="connsiteX1120" fmla="*/ 1555881 w 2968146"/>
              <a:gd name="connsiteY1120" fmla="*/ 541258 h 2977443"/>
              <a:gd name="connsiteX1121" fmla="*/ 1596521 w 2968146"/>
              <a:gd name="connsiteY1121" fmla="*/ 581898 h 2977443"/>
              <a:gd name="connsiteX1122" fmla="*/ 1555881 w 2968146"/>
              <a:gd name="connsiteY1122" fmla="*/ 622538 h 2977443"/>
              <a:gd name="connsiteX1123" fmla="*/ 1515241 w 2968146"/>
              <a:gd name="connsiteY1123" fmla="*/ 581898 h 2977443"/>
              <a:gd name="connsiteX1124" fmla="*/ 1555881 w 2968146"/>
              <a:gd name="connsiteY1124" fmla="*/ 541258 h 2977443"/>
              <a:gd name="connsiteX1125" fmla="*/ 1404357 w 2968146"/>
              <a:gd name="connsiteY1125" fmla="*/ 541258 h 2977443"/>
              <a:gd name="connsiteX1126" fmla="*/ 1444997 w 2968146"/>
              <a:gd name="connsiteY1126" fmla="*/ 581898 h 2977443"/>
              <a:gd name="connsiteX1127" fmla="*/ 1404357 w 2968146"/>
              <a:gd name="connsiteY1127" fmla="*/ 622538 h 2977443"/>
              <a:gd name="connsiteX1128" fmla="*/ 1363717 w 2968146"/>
              <a:gd name="connsiteY1128" fmla="*/ 581898 h 2977443"/>
              <a:gd name="connsiteX1129" fmla="*/ 1404357 w 2968146"/>
              <a:gd name="connsiteY1129" fmla="*/ 541258 h 2977443"/>
              <a:gd name="connsiteX1130" fmla="*/ 1252833 w 2968146"/>
              <a:gd name="connsiteY1130" fmla="*/ 541258 h 2977443"/>
              <a:gd name="connsiteX1131" fmla="*/ 1293473 w 2968146"/>
              <a:gd name="connsiteY1131" fmla="*/ 581898 h 2977443"/>
              <a:gd name="connsiteX1132" fmla="*/ 1252833 w 2968146"/>
              <a:gd name="connsiteY1132" fmla="*/ 622538 h 2977443"/>
              <a:gd name="connsiteX1133" fmla="*/ 1212193 w 2968146"/>
              <a:gd name="connsiteY1133" fmla="*/ 581898 h 2977443"/>
              <a:gd name="connsiteX1134" fmla="*/ 1252833 w 2968146"/>
              <a:gd name="connsiteY1134" fmla="*/ 541258 h 2977443"/>
              <a:gd name="connsiteX1135" fmla="*/ 1101309 w 2968146"/>
              <a:gd name="connsiteY1135" fmla="*/ 541258 h 2977443"/>
              <a:gd name="connsiteX1136" fmla="*/ 1141949 w 2968146"/>
              <a:gd name="connsiteY1136" fmla="*/ 581898 h 2977443"/>
              <a:gd name="connsiteX1137" fmla="*/ 1101309 w 2968146"/>
              <a:gd name="connsiteY1137" fmla="*/ 622538 h 2977443"/>
              <a:gd name="connsiteX1138" fmla="*/ 1060669 w 2968146"/>
              <a:gd name="connsiteY1138" fmla="*/ 581898 h 2977443"/>
              <a:gd name="connsiteX1139" fmla="*/ 1101309 w 2968146"/>
              <a:gd name="connsiteY1139" fmla="*/ 541258 h 2977443"/>
              <a:gd name="connsiteX1140" fmla="*/ 949785 w 2968146"/>
              <a:gd name="connsiteY1140" fmla="*/ 541258 h 2977443"/>
              <a:gd name="connsiteX1141" fmla="*/ 990425 w 2968146"/>
              <a:gd name="connsiteY1141" fmla="*/ 581898 h 2977443"/>
              <a:gd name="connsiteX1142" fmla="*/ 949785 w 2968146"/>
              <a:gd name="connsiteY1142" fmla="*/ 622538 h 2977443"/>
              <a:gd name="connsiteX1143" fmla="*/ 909145 w 2968146"/>
              <a:gd name="connsiteY1143" fmla="*/ 581898 h 2977443"/>
              <a:gd name="connsiteX1144" fmla="*/ 949785 w 2968146"/>
              <a:gd name="connsiteY1144" fmla="*/ 541258 h 2977443"/>
              <a:gd name="connsiteX1145" fmla="*/ 798261 w 2968146"/>
              <a:gd name="connsiteY1145" fmla="*/ 541258 h 2977443"/>
              <a:gd name="connsiteX1146" fmla="*/ 838901 w 2968146"/>
              <a:gd name="connsiteY1146" fmla="*/ 581898 h 2977443"/>
              <a:gd name="connsiteX1147" fmla="*/ 798261 w 2968146"/>
              <a:gd name="connsiteY1147" fmla="*/ 622538 h 2977443"/>
              <a:gd name="connsiteX1148" fmla="*/ 757621 w 2968146"/>
              <a:gd name="connsiteY1148" fmla="*/ 581898 h 2977443"/>
              <a:gd name="connsiteX1149" fmla="*/ 798261 w 2968146"/>
              <a:gd name="connsiteY1149" fmla="*/ 541258 h 2977443"/>
              <a:gd name="connsiteX1150" fmla="*/ 646737 w 2968146"/>
              <a:gd name="connsiteY1150" fmla="*/ 541258 h 2977443"/>
              <a:gd name="connsiteX1151" fmla="*/ 687377 w 2968146"/>
              <a:gd name="connsiteY1151" fmla="*/ 581898 h 2977443"/>
              <a:gd name="connsiteX1152" fmla="*/ 646737 w 2968146"/>
              <a:gd name="connsiteY1152" fmla="*/ 622538 h 2977443"/>
              <a:gd name="connsiteX1153" fmla="*/ 606097 w 2968146"/>
              <a:gd name="connsiteY1153" fmla="*/ 581898 h 2977443"/>
              <a:gd name="connsiteX1154" fmla="*/ 646737 w 2968146"/>
              <a:gd name="connsiteY1154" fmla="*/ 541258 h 2977443"/>
              <a:gd name="connsiteX1155" fmla="*/ 495214 w 2968146"/>
              <a:gd name="connsiteY1155" fmla="*/ 541258 h 2977443"/>
              <a:gd name="connsiteX1156" fmla="*/ 535854 w 2968146"/>
              <a:gd name="connsiteY1156" fmla="*/ 581898 h 2977443"/>
              <a:gd name="connsiteX1157" fmla="*/ 495214 w 2968146"/>
              <a:gd name="connsiteY1157" fmla="*/ 622538 h 2977443"/>
              <a:gd name="connsiteX1158" fmla="*/ 454574 w 2968146"/>
              <a:gd name="connsiteY1158" fmla="*/ 581898 h 2977443"/>
              <a:gd name="connsiteX1159" fmla="*/ 495214 w 2968146"/>
              <a:gd name="connsiteY1159" fmla="*/ 541258 h 2977443"/>
              <a:gd name="connsiteX1160" fmla="*/ 343690 w 2968146"/>
              <a:gd name="connsiteY1160" fmla="*/ 541258 h 2977443"/>
              <a:gd name="connsiteX1161" fmla="*/ 384330 w 2968146"/>
              <a:gd name="connsiteY1161" fmla="*/ 581898 h 2977443"/>
              <a:gd name="connsiteX1162" fmla="*/ 343690 w 2968146"/>
              <a:gd name="connsiteY1162" fmla="*/ 622538 h 2977443"/>
              <a:gd name="connsiteX1163" fmla="*/ 303050 w 2968146"/>
              <a:gd name="connsiteY1163" fmla="*/ 581898 h 2977443"/>
              <a:gd name="connsiteX1164" fmla="*/ 343690 w 2968146"/>
              <a:gd name="connsiteY1164" fmla="*/ 541258 h 2977443"/>
              <a:gd name="connsiteX1165" fmla="*/ 2624459 w 2968146"/>
              <a:gd name="connsiteY1165" fmla="*/ 541256 h 2977443"/>
              <a:gd name="connsiteX1166" fmla="*/ 2665099 w 2968146"/>
              <a:gd name="connsiteY1166" fmla="*/ 581896 h 2977443"/>
              <a:gd name="connsiteX1167" fmla="*/ 2624459 w 2968146"/>
              <a:gd name="connsiteY1167" fmla="*/ 622536 h 2977443"/>
              <a:gd name="connsiteX1168" fmla="*/ 2583819 w 2968146"/>
              <a:gd name="connsiteY1168" fmla="*/ 581896 h 2977443"/>
              <a:gd name="connsiteX1169" fmla="*/ 2624459 w 2968146"/>
              <a:gd name="connsiteY1169" fmla="*/ 541256 h 2977443"/>
              <a:gd name="connsiteX1170" fmla="*/ 2472935 w 2968146"/>
              <a:gd name="connsiteY1170" fmla="*/ 541256 h 2977443"/>
              <a:gd name="connsiteX1171" fmla="*/ 2513575 w 2968146"/>
              <a:gd name="connsiteY1171" fmla="*/ 581896 h 2977443"/>
              <a:gd name="connsiteX1172" fmla="*/ 2472935 w 2968146"/>
              <a:gd name="connsiteY1172" fmla="*/ 622536 h 2977443"/>
              <a:gd name="connsiteX1173" fmla="*/ 2432295 w 2968146"/>
              <a:gd name="connsiteY1173" fmla="*/ 581896 h 2977443"/>
              <a:gd name="connsiteX1174" fmla="*/ 2472935 w 2968146"/>
              <a:gd name="connsiteY1174" fmla="*/ 541256 h 2977443"/>
              <a:gd name="connsiteX1175" fmla="*/ 2321411 w 2968146"/>
              <a:gd name="connsiteY1175" fmla="*/ 541256 h 2977443"/>
              <a:gd name="connsiteX1176" fmla="*/ 2362051 w 2968146"/>
              <a:gd name="connsiteY1176" fmla="*/ 581896 h 2977443"/>
              <a:gd name="connsiteX1177" fmla="*/ 2321411 w 2968146"/>
              <a:gd name="connsiteY1177" fmla="*/ 622536 h 2977443"/>
              <a:gd name="connsiteX1178" fmla="*/ 2280771 w 2968146"/>
              <a:gd name="connsiteY1178" fmla="*/ 581896 h 2977443"/>
              <a:gd name="connsiteX1179" fmla="*/ 2321411 w 2968146"/>
              <a:gd name="connsiteY1179" fmla="*/ 541256 h 2977443"/>
              <a:gd name="connsiteX1180" fmla="*/ 2169888 w 2968146"/>
              <a:gd name="connsiteY1180" fmla="*/ 541256 h 2977443"/>
              <a:gd name="connsiteX1181" fmla="*/ 2210528 w 2968146"/>
              <a:gd name="connsiteY1181" fmla="*/ 581896 h 2977443"/>
              <a:gd name="connsiteX1182" fmla="*/ 2169888 w 2968146"/>
              <a:gd name="connsiteY1182" fmla="*/ 622536 h 2977443"/>
              <a:gd name="connsiteX1183" fmla="*/ 2129248 w 2968146"/>
              <a:gd name="connsiteY1183" fmla="*/ 581896 h 2977443"/>
              <a:gd name="connsiteX1184" fmla="*/ 2169888 w 2968146"/>
              <a:gd name="connsiteY1184" fmla="*/ 541256 h 2977443"/>
              <a:gd name="connsiteX1185" fmla="*/ 2018364 w 2968146"/>
              <a:gd name="connsiteY1185" fmla="*/ 541256 h 2977443"/>
              <a:gd name="connsiteX1186" fmla="*/ 2059004 w 2968146"/>
              <a:gd name="connsiteY1186" fmla="*/ 581896 h 2977443"/>
              <a:gd name="connsiteX1187" fmla="*/ 2018364 w 2968146"/>
              <a:gd name="connsiteY1187" fmla="*/ 622536 h 2977443"/>
              <a:gd name="connsiteX1188" fmla="*/ 1977724 w 2968146"/>
              <a:gd name="connsiteY1188" fmla="*/ 581896 h 2977443"/>
              <a:gd name="connsiteX1189" fmla="*/ 2018364 w 2968146"/>
              <a:gd name="connsiteY1189" fmla="*/ 541256 h 2977443"/>
              <a:gd name="connsiteX1190" fmla="*/ 1858924 w 2968146"/>
              <a:gd name="connsiteY1190" fmla="*/ 360838 h 2977443"/>
              <a:gd name="connsiteX1191" fmla="*/ 1899564 w 2968146"/>
              <a:gd name="connsiteY1191" fmla="*/ 401478 h 2977443"/>
              <a:gd name="connsiteX1192" fmla="*/ 1858924 w 2968146"/>
              <a:gd name="connsiteY1192" fmla="*/ 442118 h 2977443"/>
              <a:gd name="connsiteX1193" fmla="*/ 1818284 w 2968146"/>
              <a:gd name="connsiteY1193" fmla="*/ 401478 h 2977443"/>
              <a:gd name="connsiteX1194" fmla="*/ 1858924 w 2968146"/>
              <a:gd name="connsiteY1194" fmla="*/ 360838 h 2977443"/>
              <a:gd name="connsiteX1195" fmla="*/ 1707404 w 2968146"/>
              <a:gd name="connsiteY1195" fmla="*/ 360838 h 2977443"/>
              <a:gd name="connsiteX1196" fmla="*/ 1748044 w 2968146"/>
              <a:gd name="connsiteY1196" fmla="*/ 401478 h 2977443"/>
              <a:gd name="connsiteX1197" fmla="*/ 1707404 w 2968146"/>
              <a:gd name="connsiteY1197" fmla="*/ 442118 h 2977443"/>
              <a:gd name="connsiteX1198" fmla="*/ 1666764 w 2968146"/>
              <a:gd name="connsiteY1198" fmla="*/ 401478 h 2977443"/>
              <a:gd name="connsiteX1199" fmla="*/ 1707404 w 2968146"/>
              <a:gd name="connsiteY1199" fmla="*/ 360838 h 2977443"/>
              <a:gd name="connsiteX1200" fmla="*/ 1555881 w 2968146"/>
              <a:gd name="connsiteY1200" fmla="*/ 360838 h 2977443"/>
              <a:gd name="connsiteX1201" fmla="*/ 1596521 w 2968146"/>
              <a:gd name="connsiteY1201" fmla="*/ 401478 h 2977443"/>
              <a:gd name="connsiteX1202" fmla="*/ 1555881 w 2968146"/>
              <a:gd name="connsiteY1202" fmla="*/ 442118 h 2977443"/>
              <a:gd name="connsiteX1203" fmla="*/ 1515241 w 2968146"/>
              <a:gd name="connsiteY1203" fmla="*/ 401478 h 2977443"/>
              <a:gd name="connsiteX1204" fmla="*/ 1555881 w 2968146"/>
              <a:gd name="connsiteY1204" fmla="*/ 360838 h 2977443"/>
              <a:gd name="connsiteX1205" fmla="*/ 1404357 w 2968146"/>
              <a:gd name="connsiteY1205" fmla="*/ 360838 h 2977443"/>
              <a:gd name="connsiteX1206" fmla="*/ 1444997 w 2968146"/>
              <a:gd name="connsiteY1206" fmla="*/ 401478 h 2977443"/>
              <a:gd name="connsiteX1207" fmla="*/ 1404357 w 2968146"/>
              <a:gd name="connsiteY1207" fmla="*/ 442118 h 2977443"/>
              <a:gd name="connsiteX1208" fmla="*/ 1363717 w 2968146"/>
              <a:gd name="connsiteY1208" fmla="*/ 401478 h 2977443"/>
              <a:gd name="connsiteX1209" fmla="*/ 1404357 w 2968146"/>
              <a:gd name="connsiteY1209" fmla="*/ 360838 h 2977443"/>
              <a:gd name="connsiteX1210" fmla="*/ 1252833 w 2968146"/>
              <a:gd name="connsiteY1210" fmla="*/ 360838 h 2977443"/>
              <a:gd name="connsiteX1211" fmla="*/ 1293473 w 2968146"/>
              <a:gd name="connsiteY1211" fmla="*/ 401478 h 2977443"/>
              <a:gd name="connsiteX1212" fmla="*/ 1252833 w 2968146"/>
              <a:gd name="connsiteY1212" fmla="*/ 442118 h 2977443"/>
              <a:gd name="connsiteX1213" fmla="*/ 1212193 w 2968146"/>
              <a:gd name="connsiteY1213" fmla="*/ 401478 h 2977443"/>
              <a:gd name="connsiteX1214" fmla="*/ 1252833 w 2968146"/>
              <a:gd name="connsiteY1214" fmla="*/ 360838 h 2977443"/>
              <a:gd name="connsiteX1215" fmla="*/ 1101309 w 2968146"/>
              <a:gd name="connsiteY1215" fmla="*/ 360838 h 2977443"/>
              <a:gd name="connsiteX1216" fmla="*/ 1141949 w 2968146"/>
              <a:gd name="connsiteY1216" fmla="*/ 401478 h 2977443"/>
              <a:gd name="connsiteX1217" fmla="*/ 1101309 w 2968146"/>
              <a:gd name="connsiteY1217" fmla="*/ 442118 h 2977443"/>
              <a:gd name="connsiteX1218" fmla="*/ 1060669 w 2968146"/>
              <a:gd name="connsiteY1218" fmla="*/ 401478 h 2977443"/>
              <a:gd name="connsiteX1219" fmla="*/ 1101309 w 2968146"/>
              <a:gd name="connsiteY1219" fmla="*/ 360838 h 2977443"/>
              <a:gd name="connsiteX1220" fmla="*/ 949785 w 2968146"/>
              <a:gd name="connsiteY1220" fmla="*/ 360838 h 2977443"/>
              <a:gd name="connsiteX1221" fmla="*/ 990425 w 2968146"/>
              <a:gd name="connsiteY1221" fmla="*/ 401478 h 2977443"/>
              <a:gd name="connsiteX1222" fmla="*/ 949785 w 2968146"/>
              <a:gd name="connsiteY1222" fmla="*/ 442118 h 2977443"/>
              <a:gd name="connsiteX1223" fmla="*/ 909145 w 2968146"/>
              <a:gd name="connsiteY1223" fmla="*/ 401478 h 2977443"/>
              <a:gd name="connsiteX1224" fmla="*/ 949785 w 2968146"/>
              <a:gd name="connsiteY1224" fmla="*/ 360838 h 2977443"/>
              <a:gd name="connsiteX1225" fmla="*/ 798261 w 2968146"/>
              <a:gd name="connsiteY1225" fmla="*/ 360838 h 2977443"/>
              <a:gd name="connsiteX1226" fmla="*/ 838901 w 2968146"/>
              <a:gd name="connsiteY1226" fmla="*/ 401478 h 2977443"/>
              <a:gd name="connsiteX1227" fmla="*/ 798261 w 2968146"/>
              <a:gd name="connsiteY1227" fmla="*/ 442118 h 2977443"/>
              <a:gd name="connsiteX1228" fmla="*/ 757621 w 2968146"/>
              <a:gd name="connsiteY1228" fmla="*/ 401478 h 2977443"/>
              <a:gd name="connsiteX1229" fmla="*/ 798261 w 2968146"/>
              <a:gd name="connsiteY1229" fmla="*/ 360838 h 2977443"/>
              <a:gd name="connsiteX1230" fmla="*/ 646737 w 2968146"/>
              <a:gd name="connsiteY1230" fmla="*/ 360838 h 2977443"/>
              <a:gd name="connsiteX1231" fmla="*/ 687377 w 2968146"/>
              <a:gd name="connsiteY1231" fmla="*/ 401478 h 2977443"/>
              <a:gd name="connsiteX1232" fmla="*/ 646737 w 2968146"/>
              <a:gd name="connsiteY1232" fmla="*/ 442118 h 2977443"/>
              <a:gd name="connsiteX1233" fmla="*/ 606097 w 2968146"/>
              <a:gd name="connsiteY1233" fmla="*/ 401478 h 2977443"/>
              <a:gd name="connsiteX1234" fmla="*/ 646737 w 2968146"/>
              <a:gd name="connsiteY1234" fmla="*/ 360838 h 2977443"/>
              <a:gd name="connsiteX1235" fmla="*/ 495214 w 2968146"/>
              <a:gd name="connsiteY1235" fmla="*/ 360838 h 2977443"/>
              <a:gd name="connsiteX1236" fmla="*/ 535854 w 2968146"/>
              <a:gd name="connsiteY1236" fmla="*/ 401478 h 2977443"/>
              <a:gd name="connsiteX1237" fmla="*/ 495214 w 2968146"/>
              <a:gd name="connsiteY1237" fmla="*/ 442118 h 2977443"/>
              <a:gd name="connsiteX1238" fmla="*/ 454574 w 2968146"/>
              <a:gd name="connsiteY1238" fmla="*/ 401478 h 2977443"/>
              <a:gd name="connsiteX1239" fmla="*/ 495214 w 2968146"/>
              <a:gd name="connsiteY1239" fmla="*/ 360838 h 2977443"/>
              <a:gd name="connsiteX1240" fmla="*/ 2472935 w 2968146"/>
              <a:gd name="connsiteY1240" fmla="*/ 360837 h 2977443"/>
              <a:gd name="connsiteX1241" fmla="*/ 2513575 w 2968146"/>
              <a:gd name="connsiteY1241" fmla="*/ 401477 h 2977443"/>
              <a:gd name="connsiteX1242" fmla="*/ 2472935 w 2968146"/>
              <a:gd name="connsiteY1242" fmla="*/ 442117 h 2977443"/>
              <a:gd name="connsiteX1243" fmla="*/ 2432295 w 2968146"/>
              <a:gd name="connsiteY1243" fmla="*/ 401477 h 2977443"/>
              <a:gd name="connsiteX1244" fmla="*/ 2472935 w 2968146"/>
              <a:gd name="connsiteY1244" fmla="*/ 360837 h 2977443"/>
              <a:gd name="connsiteX1245" fmla="*/ 2321411 w 2968146"/>
              <a:gd name="connsiteY1245" fmla="*/ 360837 h 2977443"/>
              <a:gd name="connsiteX1246" fmla="*/ 2362051 w 2968146"/>
              <a:gd name="connsiteY1246" fmla="*/ 401477 h 2977443"/>
              <a:gd name="connsiteX1247" fmla="*/ 2321411 w 2968146"/>
              <a:gd name="connsiteY1247" fmla="*/ 442117 h 2977443"/>
              <a:gd name="connsiteX1248" fmla="*/ 2280771 w 2968146"/>
              <a:gd name="connsiteY1248" fmla="*/ 401477 h 2977443"/>
              <a:gd name="connsiteX1249" fmla="*/ 2321411 w 2968146"/>
              <a:gd name="connsiteY1249" fmla="*/ 360837 h 2977443"/>
              <a:gd name="connsiteX1250" fmla="*/ 2169888 w 2968146"/>
              <a:gd name="connsiteY1250" fmla="*/ 360837 h 2977443"/>
              <a:gd name="connsiteX1251" fmla="*/ 2210528 w 2968146"/>
              <a:gd name="connsiteY1251" fmla="*/ 401477 h 2977443"/>
              <a:gd name="connsiteX1252" fmla="*/ 2169888 w 2968146"/>
              <a:gd name="connsiteY1252" fmla="*/ 442117 h 2977443"/>
              <a:gd name="connsiteX1253" fmla="*/ 2129248 w 2968146"/>
              <a:gd name="connsiteY1253" fmla="*/ 401477 h 2977443"/>
              <a:gd name="connsiteX1254" fmla="*/ 2169888 w 2968146"/>
              <a:gd name="connsiteY1254" fmla="*/ 360837 h 2977443"/>
              <a:gd name="connsiteX1255" fmla="*/ 2018364 w 2968146"/>
              <a:gd name="connsiteY1255" fmla="*/ 360837 h 2977443"/>
              <a:gd name="connsiteX1256" fmla="*/ 2059004 w 2968146"/>
              <a:gd name="connsiteY1256" fmla="*/ 401477 h 2977443"/>
              <a:gd name="connsiteX1257" fmla="*/ 2018364 w 2968146"/>
              <a:gd name="connsiteY1257" fmla="*/ 442117 h 2977443"/>
              <a:gd name="connsiteX1258" fmla="*/ 1977724 w 2968146"/>
              <a:gd name="connsiteY1258" fmla="*/ 401477 h 2977443"/>
              <a:gd name="connsiteX1259" fmla="*/ 2018364 w 2968146"/>
              <a:gd name="connsiteY1259" fmla="*/ 360837 h 2977443"/>
              <a:gd name="connsiteX1260" fmla="*/ 1858924 w 2968146"/>
              <a:gd name="connsiteY1260" fmla="*/ 180419 h 2977443"/>
              <a:gd name="connsiteX1261" fmla="*/ 1899564 w 2968146"/>
              <a:gd name="connsiteY1261" fmla="*/ 221059 h 2977443"/>
              <a:gd name="connsiteX1262" fmla="*/ 1858924 w 2968146"/>
              <a:gd name="connsiteY1262" fmla="*/ 261699 h 2977443"/>
              <a:gd name="connsiteX1263" fmla="*/ 1818284 w 2968146"/>
              <a:gd name="connsiteY1263" fmla="*/ 221059 h 2977443"/>
              <a:gd name="connsiteX1264" fmla="*/ 1858924 w 2968146"/>
              <a:gd name="connsiteY1264" fmla="*/ 180419 h 2977443"/>
              <a:gd name="connsiteX1265" fmla="*/ 1707404 w 2968146"/>
              <a:gd name="connsiteY1265" fmla="*/ 180419 h 2977443"/>
              <a:gd name="connsiteX1266" fmla="*/ 1748044 w 2968146"/>
              <a:gd name="connsiteY1266" fmla="*/ 221059 h 2977443"/>
              <a:gd name="connsiteX1267" fmla="*/ 1707404 w 2968146"/>
              <a:gd name="connsiteY1267" fmla="*/ 261699 h 2977443"/>
              <a:gd name="connsiteX1268" fmla="*/ 1666764 w 2968146"/>
              <a:gd name="connsiteY1268" fmla="*/ 221059 h 2977443"/>
              <a:gd name="connsiteX1269" fmla="*/ 1707404 w 2968146"/>
              <a:gd name="connsiteY1269" fmla="*/ 180419 h 2977443"/>
              <a:gd name="connsiteX1270" fmla="*/ 1555881 w 2968146"/>
              <a:gd name="connsiteY1270" fmla="*/ 180419 h 2977443"/>
              <a:gd name="connsiteX1271" fmla="*/ 1596521 w 2968146"/>
              <a:gd name="connsiteY1271" fmla="*/ 221059 h 2977443"/>
              <a:gd name="connsiteX1272" fmla="*/ 1555881 w 2968146"/>
              <a:gd name="connsiteY1272" fmla="*/ 261699 h 2977443"/>
              <a:gd name="connsiteX1273" fmla="*/ 1515241 w 2968146"/>
              <a:gd name="connsiteY1273" fmla="*/ 221059 h 2977443"/>
              <a:gd name="connsiteX1274" fmla="*/ 1555881 w 2968146"/>
              <a:gd name="connsiteY1274" fmla="*/ 180419 h 2977443"/>
              <a:gd name="connsiteX1275" fmla="*/ 1404357 w 2968146"/>
              <a:gd name="connsiteY1275" fmla="*/ 180419 h 2977443"/>
              <a:gd name="connsiteX1276" fmla="*/ 1444997 w 2968146"/>
              <a:gd name="connsiteY1276" fmla="*/ 221059 h 2977443"/>
              <a:gd name="connsiteX1277" fmla="*/ 1404357 w 2968146"/>
              <a:gd name="connsiteY1277" fmla="*/ 261699 h 2977443"/>
              <a:gd name="connsiteX1278" fmla="*/ 1363717 w 2968146"/>
              <a:gd name="connsiteY1278" fmla="*/ 221059 h 2977443"/>
              <a:gd name="connsiteX1279" fmla="*/ 1404357 w 2968146"/>
              <a:gd name="connsiteY1279" fmla="*/ 180419 h 2977443"/>
              <a:gd name="connsiteX1280" fmla="*/ 1252833 w 2968146"/>
              <a:gd name="connsiteY1280" fmla="*/ 180419 h 2977443"/>
              <a:gd name="connsiteX1281" fmla="*/ 1293473 w 2968146"/>
              <a:gd name="connsiteY1281" fmla="*/ 221059 h 2977443"/>
              <a:gd name="connsiteX1282" fmla="*/ 1252833 w 2968146"/>
              <a:gd name="connsiteY1282" fmla="*/ 261699 h 2977443"/>
              <a:gd name="connsiteX1283" fmla="*/ 1212193 w 2968146"/>
              <a:gd name="connsiteY1283" fmla="*/ 221059 h 2977443"/>
              <a:gd name="connsiteX1284" fmla="*/ 1252833 w 2968146"/>
              <a:gd name="connsiteY1284" fmla="*/ 180419 h 2977443"/>
              <a:gd name="connsiteX1285" fmla="*/ 1101309 w 2968146"/>
              <a:gd name="connsiteY1285" fmla="*/ 180419 h 2977443"/>
              <a:gd name="connsiteX1286" fmla="*/ 1141949 w 2968146"/>
              <a:gd name="connsiteY1286" fmla="*/ 221059 h 2977443"/>
              <a:gd name="connsiteX1287" fmla="*/ 1101309 w 2968146"/>
              <a:gd name="connsiteY1287" fmla="*/ 261699 h 2977443"/>
              <a:gd name="connsiteX1288" fmla="*/ 1060669 w 2968146"/>
              <a:gd name="connsiteY1288" fmla="*/ 221059 h 2977443"/>
              <a:gd name="connsiteX1289" fmla="*/ 1101309 w 2968146"/>
              <a:gd name="connsiteY1289" fmla="*/ 180419 h 2977443"/>
              <a:gd name="connsiteX1290" fmla="*/ 949785 w 2968146"/>
              <a:gd name="connsiteY1290" fmla="*/ 180419 h 2977443"/>
              <a:gd name="connsiteX1291" fmla="*/ 990425 w 2968146"/>
              <a:gd name="connsiteY1291" fmla="*/ 221059 h 2977443"/>
              <a:gd name="connsiteX1292" fmla="*/ 949785 w 2968146"/>
              <a:gd name="connsiteY1292" fmla="*/ 261699 h 2977443"/>
              <a:gd name="connsiteX1293" fmla="*/ 909145 w 2968146"/>
              <a:gd name="connsiteY1293" fmla="*/ 221059 h 2977443"/>
              <a:gd name="connsiteX1294" fmla="*/ 949785 w 2968146"/>
              <a:gd name="connsiteY1294" fmla="*/ 180419 h 2977443"/>
              <a:gd name="connsiteX1295" fmla="*/ 798261 w 2968146"/>
              <a:gd name="connsiteY1295" fmla="*/ 180419 h 2977443"/>
              <a:gd name="connsiteX1296" fmla="*/ 838901 w 2968146"/>
              <a:gd name="connsiteY1296" fmla="*/ 221059 h 2977443"/>
              <a:gd name="connsiteX1297" fmla="*/ 798261 w 2968146"/>
              <a:gd name="connsiteY1297" fmla="*/ 261699 h 2977443"/>
              <a:gd name="connsiteX1298" fmla="*/ 757621 w 2968146"/>
              <a:gd name="connsiteY1298" fmla="*/ 221059 h 2977443"/>
              <a:gd name="connsiteX1299" fmla="*/ 798261 w 2968146"/>
              <a:gd name="connsiteY1299" fmla="*/ 180419 h 2977443"/>
              <a:gd name="connsiteX1300" fmla="*/ 2169888 w 2968146"/>
              <a:gd name="connsiteY1300" fmla="*/ 180418 h 2977443"/>
              <a:gd name="connsiteX1301" fmla="*/ 2210528 w 2968146"/>
              <a:gd name="connsiteY1301" fmla="*/ 221058 h 2977443"/>
              <a:gd name="connsiteX1302" fmla="*/ 2169888 w 2968146"/>
              <a:gd name="connsiteY1302" fmla="*/ 261698 h 2977443"/>
              <a:gd name="connsiteX1303" fmla="*/ 2129248 w 2968146"/>
              <a:gd name="connsiteY1303" fmla="*/ 221058 h 2977443"/>
              <a:gd name="connsiteX1304" fmla="*/ 2169888 w 2968146"/>
              <a:gd name="connsiteY1304" fmla="*/ 180418 h 2977443"/>
              <a:gd name="connsiteX1305" fmla="*/ 2018364 w 2968146"/>
              <a:gd name="connsiteY1305" fmla="*/ 180418 h 2977443"/>
              <a:gd name="connsiteX1306" fmla="*/ 2059004 w 2968146"/>
              <a:gd name="connsiteY1306" fmla="*/ 221058 h 2977443"/>
              <a:gd name="connsiteX1307" fmla="*/ 2018364 w 2968146"/>
              <a:gd name="connsiteY1307" fmla="*/ 261698 h 2977443"/>
              <a:gd name="connsiteX1308" fmla="*/ 1977724 w 2968146"/>
              <a:gd name="connsiteY1308" fmla="*/ 221058 h 2977443"/>
              <a:gd name="connsiteX1309" fmla="*/ 2018364 w 2968146"/>
              <a:gd name="connsiteY1309" fmla="*/ 180418 h 2977443"/>
              <a:gd name="connsiteX1310" fmla="*/ 1858924 w 2968146"/>
              <a:gd name="connsiteY1310" fmla="*/ 0 h 2977443"/>
              <a:gd name="connsiteX1311" fmla="*/ 1899564 w 2968146"/>
              <a:gd name="connsiteY1311" fmla="*/ 40640 h 2977443"/>
              <a:gd name="connsiteX1312" fmla="*/ 1858924 w 2968146"/>
              <a:gd name="connsiteY1312" fmla="*/ 81280 h 2977443"/>
              <a:gd name="connsiteX1313" fmla="*/ 1818284 w 2968146"/>
              <a:gd name="connsiteY1313" fmla="*/ 40640 h 2977443"/>
              <a:gd name="connsiteX1314" fmla="*/ 1858924 w 2968146"/>
              <a:gd name="connsiteY1314" fmla="*/ 0 h 2977443"/>
              <a:gd name="connsiteX1315" fmla="*/ 1707404 w 2968146"/>
              <a:gd name="connsiteY1315" fmla="*/ 0 h 2977443"/>
              <a:gd name="connsiteX1316" fmla="*/ 1748044 w 2968146"/>
              <a:gd name="connsiteY1316" fmla="*/ 40640 h 2977443"/>
              <a:gd name="connsiteX1317" fmla="*/ 1707404 w 2968146"/>
              <a:gd name="connsiteY1317" fmla="*/ 81280 h 2977443"/>
              <a:gd name="connsiteX1318" fmla="*/ 1666764 w 2968146"/>
              <a:gd name="connsiteY1318" fmla="*/ 40640 h 2977443"/>
              <a:gd name="connsiteX1319" fmla="*/ 1707404 w 2968146"/>
              <a:gd name="connsiteY1319" fmla="*/ 0 h 2977443"/>
              <a:gd name="connsiteX1320" fmla="*/ 1555881 w 2968146"/>
              <a:gd name="connsiteY1320" fmla="*/ 0 h 2977443"/>
              <a:gd name="connsiteX1321" fmla="*/ 1596521 w 2968146"/>
              <a:gd name="connsiteY1321" fmla="*/ 40640 h 2977443"/>
              <a:gd name="connsiteX1322" fmla="*/ 1555881 w 2968146"/>
              <a:gd name="connsiteY1322" fmla="*/ 81280 h 2977443"/>
              <a:gd name="connsiteX1323" fmla="*/ 1515241 w 2968146"/>
              <a:gd name="connsiteY1323" fmla="*/ 40640 h 2977443"/>
              <a:gd name="connsiteX1324" fmla="*/ 1555881 w 2968146"/>
              <a:gd name="connsiteY1324" fmla="*/ 0 h 2977443"/>
              <a:gd name="connsiteX1325" fmla="*/ 1404357 w 2968146"/>
              <a:gd name="connsiteY1325" fmla="*/ 0 h 2977443"/>
              <a:gd name="connsiteX1326" fmla="*/ 1444997 w 2968146"/>
              <a:gd name="connsiteY1326" fmla="*/ 40640 h 2977443"/>
              <a:gd name="connsiteX1327" fmla="*/ 1404357 w 2968146"/>
              <a:gd name="connsiteY1327" fmla="*/ 81280 h 2977443"/>
              <a:gd name="connsiteX1328" fmla="*/ 1363717 w 2968146"/>
              <a:gd name="connsiteY1328" fmla="*/ 40640 h 2977443"/>
              <a:gd name="connsiteX1329" fmla="*/ 1404357 w 2968146"/>
              <a:gd name="connsiteY1329" fmla="*/ 0 h 2977443"/>
              <a:gd name="connsiteX1330" fmla="*/ 1252833 w 2968146"/>
              <a:gd name="connsiteY1330" fmla="*/ 0 h 2977443"/>
              <a:gd name="connsiteX1331" fmla="*/ 1293473 w 2968146"/>
              <a:gd name="connsiteY1331" fmla="*/ 40640 h 2977443"/>
              <a:gd name="connsiteX1332" fmla="*/ 1252833 w 2968146"/>
              <a:gd name="connsiteY1332" fmla="*/ 81280 h 2977443"/>
              <a:gd name="connsiteX1333" fmla="*/ 1212193 w 2968146"/>
              <a:gd name="connsiteY1333" fmla="*/ 40640 h 2977443"/>
              <a:gd name="connsiteX1334" fmla="*/ 1252833 w 2968146"/>
              <a:gd name="connsiteY1334" fmla="*/ 0 h 2977443"/>
              <a:gd name="connsiteX1335" fmla="*/ 1101309 w 2968146"/>
              <a:gd name="connsiteY1335" fmla="*/ 0 h 2977443"/>
              <a:gd name="connsiteX1336" fmla="*/ 1141949 w 2968146"/>
              <a:gd name="connsiteY1336" fmla="*/ 40640 h 2977443"/>
              <a:gd name="connsiteX1337" fmla="*/ 1101309 w 2968146"/>
              <a:gd name="connsiteY1337" fmla="*/ 81280 h 2977443"/>
              <a:gd name="connsiteX1338" fmla="*/ 1060669 w 2968146"/>
              <a:gd name="connsiteY1338" fmla="*/ 40640 h 2977443"/>
              <a:gd name="connsiteX1339" fmla="*/ 1101309 w 2968146"/>
              <a:gd name="connsiteY1339" fmla="*/ 0 h 2977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Lst>
            <a:rect l="l" t="t" r="r" b="b"/>
            <a:pathLst>
              <a:path w="2968146" h="2977443">
                <a:moveTo>
                  <a:pt x="1858921" y="2896163"/>
                </a:moveTo>
                <a:cubicBezTo>
                  <a:pt x="1881366" y="2896163"/>
                  <a:pt x="1899561" y="2914358"/>
                  <a:pt x="1899561" y="2936803"/>
                </a:cubicBezTo>
                <a:cubicBezTo>
                  <a:pt x="1899561" y="2959248"/>
                  <a:pt x="1881366" y="2977443"/>
                  <a:pt x="1858921" y="2977443"/>
                </a:cubicBezTo>
                <a:cubicBezTo>
                  <a:pt x="1836476" y="2977443"/>
                  <a:pt x="1818281" y="2959248"/>
                  <a:pt x="1818281" y="2936803"/>
                </a:cubicBezTo>
                <a:cubicBezTo>
                  <a:pt x="1818281" y="2914358"/>
                  <a:pt x="1836476" y="2896163"/>
                  <a:pt x="1858921" y="2896163"/>
                </a:cubicBezTo>
                <a:close/>
                <a:moveTo>
                  <a:pt x="1707401" y="2896163"/>
                </a:moveTo>
                <a:cubicBezTo>
                  <a:pt x="1729846" y="2896163"/>
                  <a:pt x="1748041" y="2914358"/>
                  <a:pt x="1748041" y="2936803"/>
                </a:cubicBezTo>
                <a:cubicBezTo>
                  <a:pt x="1748041" y="2959248"/>
                  <a:pt x="1729846" y="2977443"/>
                  <a:pt x="1707401" y="2977443"/>
                </a:cubicBezTo>
                <a:cubicBezTo>
                  <a:pt x="1684956" y="2977443"/>
                  <a:pt x="1666761" y="2959248"/>
                  <a:pt x="1666761" y="2936803"/>
                </a:cubicBezTo>
                <a:cubicBezTo>
                  <a:pt x="1666761" y="2914358"/>
                  <a:pt x="1684956" y="2896163"/>
                  <a:pt x="1707401" y="2896163"/>
                </a:cubicBezTo>
                <a:close/>
                <a:moveTo>
                  <a:pt x="1555877" y="2896163"/>
                </a:moveTo>
                <a:cubicBezTo>
                  <a:pt x="1578322" y="2896163"/>
                  <a:pt x="1596517" y="2914358"/>
                  <a:pt x="1596517" y="2936803"/>
                </a:cubicBezTo>
                <a:cubicBezTo>
                  <a:pt x="1596517" y="2959248"/>
                  <a:pt x="1578322" y="2977443"/>
                  <a:pt x="1555877" y="2977443"/>
                </a:cubicBezTo>
                <a:cubicBezTo>
                  <a:pt x="1533432" y="2977443"/>
                  <a:pt x="1515237" y="2959248"/>
                  <a:pt x="1515237" y="2936803"/>
                </a:cubicBezTo>
                <a:cubicBezTo>
                  <a:pt x="1515237" y="2914358"/>
                  <a:pt x="1533432" y="2896163"/>
                  <a:pt x="1555877" y="2896163"/>
                </a:cubicBezTo>
                <a:close/>
                <a:moveTo>
                  <a:pt x="1404354" y="2896163"/>
                </a:moveTo>
                <a:cubicBezTo>
                  <a:pt x="1426799" y="2896163"/>
                  <a:pt x="1444994" y="2914358"/>
                  <a:pt x="1444994" y="2936803"/>
                </a:cubicBezTo>
                <a:cubicBezTo>
                  <a:pt x="1444994" y="2959248"/>
                  <a:pt x="1426799" y="2977443"/>
                  <a:pt x="1404354" y="2977443"/>
                </a:cubicBezTo>
                <a:cubicBezTo>
                  <a:pt x="1381909" y="2977443"/>
                  <a:pt x="1363714" y="2959248"/>
                  <a:pt x="1363714" y="2936803"/>
                </a:cubicBezTo>
                <a:cubicBezTo>
                  <a:pt x="1363714" y="2914358"/>
                  <a:pt x="1381909" y="2896163"/>
                  <a:pt x="1404354" y="2896163"/>
                </a:cubicBezTo>
                <a:close/>
                <a:moveTo>
                  <a:pt x="1252830" y="2896163"/>
                </a:moveTo>
                <a:cubicBezTo>
                  <a:pt x="1275275" y="2896163"/>
                  <a:pt x="1293470" y="2914358"/>
                  <a:pt x="1293470" y="2936803"/>
                </a:cubicBezTo>
                <a:cubicBezTo>
                  <a:pt x="1293470" y="2959248"/>
                  <a:pt x="1275275" y="2977443"/>
                  <a:pt x="1252830" y="2977443"/>
                </a:cubicBezTo>
                <a:cubicBezTo>
                  <a:pt x="1230385" y="2977443"/>
                  <a:pt x="1212190" y="2959248"/>
                  <a:pt x="1212190" y="2936803"/>
                </a:cubicBezTo>
                <a:cubicBezTo>
                  <a:pt x="1212190" y="2914358"/>
                  <a:pt x="1230385" y="2896163"/>
                  <a:pt x="1252830" y="2896163"/>
                </a:cubicBezTo>
                <a:close/>
                <a:moveTo>
                  <a:pt x="1101306" y="2896163"/>
                </a:moveTo>
                <a:cubicBezTo>
                  <a:pt x="1123751" y="2896163"/>
                  <a:pt x="1141946" y="2914358"/>
                  <a:pt x="1141946" y="2936803"/>
                </a:cubicBezTo>
                <a:cubicBezTo>
                  <a:pt x="1141946" y="2959248"/>
                  <a:pt x="1123751" y="2977443"/>
                  <a:pt x="1101306" y="2977443"/>
                </a:cubicBezTo>
                <a:cubicBezTo>
                  <a:pt x="1078861" y="2977443"/>
                  <a:pt x="1060666" y="2959248"/>
                  <a:pt x="1060666" y="2936803"/>
                </a:cubicBezTo>
                <a:cubicBezTo>
                  <a:pt x="1060666" y="2914358"/>
                  <a:pt x="1078861" y="2896163"/>
                  <a:pt x="1101306" y="2896163"/>
                </a:cubicBezTo>
                <a:close/>
                <a:moveTo>
                  <a:pt x="949783" y="2896163"/>
                </a:moveTo>
                <a:cubicBezTo>
                  <a:pt x="972228" y="2896163"/>
                  <a:pt x="990423" y="2914358"/>
                  <a:pt x="990423" y="2936803"/>
                </a:cubicBezTo>
                <a:cubicBezTo>
                  <a:pt x="990423" y="2959248"/>
                  <a:pt x="972228" y="2977443"/>
                  <a:pt x="949783" y="2977443"/>
                </a:cubicBezTo>
                <a:cubicBezTo>
                  <a:pt x="927338" y="2977443"/>
                  <a:pt x="909143" y="2959248"/>
                  <a:pt x="909143" y="2936803"/>
                </a:cubicBezTo>
                <a:cubicBezTo>
                  <a:pt x="909143" y="2914358"/>
                  <a:pt x="927338" y="2896163"/>
                  <a:pt x="949783" y="2896163"/>
                </a:cubicBezTo>
                <a:close/>
                <a:moveTo>
                  <a:pt x="2321411" y="2715744"/>
                </a:moveTo>
                <a:cubicBezTo>
                  <a:pt x="2343856" y="2715744"/>
                  <a:pt x="2362051" y="2733939"/>
                  <a:pt x="2362051" y="2756384"/>
                </a:cubicBezTo>
                <a:cubicBezTo>
                  <a:pt x="2362051" y="2778829"/>
                  <a:pt x="2343856" y="2797024"/>
                  <a:pt x="2321411" y="2797024"/>
                </a:cubicBezTo>
                <a:cubicBezTo>
                  <a:pt x="2298966" y="2797024"/>
                  <a:pt x="2280771" y="2778829"/>
                  <a:pt x="2280771" y="2756384"/>
                </a:cubicBezTo>
                <a:cubicBezTo>
                  <a:pt x="2280771" y="2733939"/>
                  <a:pt x="2298966" y="2715744"/>
                  <a:pt x="2321411" y="2715744"/>
                </a:cubicBezTo>
                <a:close/>
                <a:moveTo>
                  <a:pt x="2169888" y="2715744"/>
                </a:moveTo>
                <a:cubicBezTo>
                  <a:pt x="2192333" y="2715744"/>
                  <a:pt x="2210528" y="2733939"/>
                  <a:pt x="2210528" y="2756384"/>
                </a:cubicBezTo>
                <a:cubicBezTo>
                  <a:pt x="2210528" y="2778829"/>
                  <a:pt x="2192333" y="2797024"/>
                  <a:pt x="2169888" y="2797024"/>
                </a:cubicBezTo>
                <a:cubicBezTo>
                  <a:pt x="2147443" y="2797024"/>
                  <a:pt x="2129248" y="2778829"/>
                  <a:pt x="2129248" y="2756384"/>
                </a:cubicBezTo>
                <a:cubicBezTo>
                  <a:pt x="2129248" y="2733939"/>
                  <a:pt x="2147443" y="2715744"/>
                  <a:pt x="2169888" y="2715744"/>
                </a:cubicBezTo>
                <a:close/>
                <a:moveTo>
                  <a:pt x="2018364" y="2715744"/>
                </a:moveTo>
                <a:cubicBezTo>
                  <a:pt x="2040809" y="2715744"/>
                  <a:pt x="2059004" y="2733939"/>
                  <a:pt x="2059004" y="2756384"/>
                </a:cubicBezTo>
                <a:cubicBezTo>
                  <a:pt x="2059004" y="2778829"/>
                  <a:pt x="2040809" y="2797024"/>
                  <a:pt x="2018364" y="2797024"/>
                </a:cubicBezTo>
                <a:cubicBezTo>
                  <a:pt x="1995919" y="2797024"/>
                  <a:pt x="1977724" y="2778829"/>
                  <a:pt x="1977724" y="2756384"/>
                </a:cubicBezTo>
                <a:cubicBezTo>
                  <a:pt x="1977724" y="2733939"/>
                  <a:pt x="1995919" y="2715744"/>
                  <a:pt x="2018364" y="2715744"/>
                </a:cubicBezTo>
                <a:close/>
                <a:moveTo>
                  <a:pt x="1858921" y="2715744"/>
                </a:moveTo>
                <a:cubicBezTo>
                  <a:pt x="1881366" y="2715744"/>
                  <a:pt x="1899561" y="2733939"/>
                  <a:pt x="1899561" y="2756384"/>
                </a:cubicBezTo>
                <a:cubicBezTo>
                  <a:pt x="1899561" y="2778829"/>
                  <a:pt x="1881366" y="2797024"/>
                  <a:pt x="1858921" y="2797024"/>
                </a:cubicBezTo>
                <a:cubicBezTo>
                  <a:pt x="1836476" y="2797024"/>
                  <a:pt x="1818281" y="2778829"/>
                  <a:pt x="1818281" y="2756384"/>
                </a:cubicBezTo>
                <a:cubicBezTo>
                  <a:pt x="1818281" y="2733939"/>
                  <a:pt x="1836476" y="2715744"/>
                  <a:pt x="1858921" y="2715744"/>
                </a:cubicBezTo>
                <a:close/>
                <a:moveTo>
                  <a:pt x="1707401" y="2715744"/>
                </a:moveTo>
                <a:cubicBezTo>
                  <a:pt x="1729846" y="2715744"/>
                  <a:pt x="1748041" y="2733939"/>
                  <a:pt x="1748041" y="2756384"/>
                </a:cubicBezTo>
                <a:cubicBezTo>
                  <a:pt x="1748041" y="2778829"/>
                  <a:pt x="1729846" y="2797024"/>
                  <a:pt x="1707401" y="2797024"/>
                </a:cubicBezTo>
                <a:cubicBezTo>
                  <a:pt x="1684956" y="2797024"/>
                  <a:pt x="1666761" y="2778829"/>
                  <a:pt x="1666761" y="2756384"/>
                </a:cubicBezTo>
                <a:cubicBezTo>
                  <a:pt x="1666761" y="2733939"/>
                  <a:pt x="1684956" y="2715744"/>
                  <a:pt x="1707401" y="2715744"/>
                </a:cubicBezTo>
                <a:close/>
                <a:moveTo>
                  <a:pt x="1555877" y="2715744"/>
                </a:moveTo>
                <a:cubicBezTo>
                  <a:pt x="1578322" y="2715744"/>
                  <a:pt x="1596517" y="2733939"/>
                  <a:pt x="1596517" y="2756384"/>
                </a:cubicBezTo>
                <a:cubicBezTo>
                  <a:pt x="1596517" y="2778829"/>
                  <a:pt x="1578322" y="2797024"/>
                  <a:pt x="1555877" y="2797024"/>
                </a:cubicBezTo>
                <a:cubicBezTo>
                  <a:pt x="1533432" y="2797024"/>
                  <a:pt x="1515237" y="2778829"/>
                  <a:pt x="1515237" y="2756384"/>
                </a:cubicBezTo>
                <a:cubicBezTo>
                  <a:pt x="1515237" y="2733939"/>
                  <a:pt x="1533432" y="2715744"/>
                  <a:pt x="1555877" y="2715744"/>
                </a:cubicBezTo>
                <a:close/>
                <a:moveTo>
                  <a:pt x="1404354" y="2715744"/>
                </a:moveTo>
                <a:cubicBezTo>
                  <a:pt x="1426799" y="2715744"/>
                  <a:pt x="1444994" y="2733939"/>
                  <a:pt x="1444994" y="2756384"/>
                </a:cubicBezTo>
                <a:cubicBezTo>
                  <a:pt x="1444994" y="2778829"/>
                  <a:pt x="1426799" y="2797024"/>
                  <a:pt x="1404354" y="2797024"/>
                </a:cubicBezTo>
                <a:cubicBezTo>
                  <a:pt x="1381909" y="2797024"/>
                  <a:pt x="1363714" y="2778829"/>
                  <a:pt x="1363714" y="2756384"/>
                </a:cubicBezTo>
                <a:cubicBezTo>
                  <a:pt x="1363714" y="2733939"/>
                  <a:pt x="1381909" y="2715744"/>
                  <a:pt x="1404354" y="2715744"/>
                </a:cubicBezTo>
                <a:close/>
                <a:moveTo>
                  <a:pt x="1252830" y="2715744"/>
                </a:moveTo>
                <a:cubicBezTo>
                  <a:pt x="1275275" y="2715744"/>
                  <a:pt x="1293470" y="2733939"/>
                  <a:pt x="1293470" y="2756384"/>
                </a:cubicBezTo>
                <a:cubicBezTo>
                  <a:pt x="1293470" y="2778829"/>
                  <a:pt x="1275275" y="2797024"/>
                  <a:pt x="1252830" y="2797024"/>
                </a:cubicBezTo>
                <a:cubicBezTo>
                  <a:pt x="1230385" y="2797024"/>
                  <a:pt x="1212190" y="2778829"/>
                  <a:pt x="1212190" y="2756384"/>
                </a:cubicBezTo>
                <a:cubicBezTo>
                  <a:pt x="1212190" y="2733939"/>
                  <a:pt x="1230385" y="2715744"/>
                  <a:pt x="1252830" y="2715744"/>
                </a:cubicBezTo>
                <a:close/>
                <a:moveTo>
                  <a:pt x="1101306" y="2715744"/>
                </a:moveTo>
                <a:cubicBezTo>
                  <a:pt x="1123751" y="2715744"/>
                  <a:pt x="1141946" y="2733939"/>
                  <a:pt x="1141946" y="2756384"/>
                </a:cubicBezTo>
                <a:cubicBezTo>
                  <a:pt x="1141946" y="2778829"/>
                  <a:pt x="1123751" y="2797024"/>
                  <a:pt x="1101306" y="2797024"/>
                </a:cubicBezTo>
                <a:cubicBezTo>
                  <a:pt x="1078861" y="2797024"/>
                  <a:pt x="1060666" y="2778829"/>
                  <a:pt x="1060666" y="2756384"/>
                </a:cubicBezTo>
                <a:cubicBezTo>
                  <a:pt x="1060666" y="2733939"/>
                  <a:pt x="1078861" y="2715744"/>
                  <a:pt x="1101306" y="2715744"/>
                </a:cubicBezTo>
                <a:close/>
                <a:moveTo>
                  <a:pt x="949783" y="2715744"/>
                </a:moveTo>
                <a:cubicBezTo>
                  <a:pt x="972228" y="2715744"/>
                  <a:pt x="990423" y="2733939"/>
                  <a:pt x="990423" y="2756384"/>
                </a:cubicBezTo>
                <a:cubicBezTo>
                  <a:pt x="990423" y="2778829"/>
                  <a:pt x="972228" y="2797024"/>
                  <a:pt x="949783" y="2797024"/>
                </a:cubicBezTo>
                <a:cubicBezTo>
                  <a:pt x="927338" y="2797024"/>
                  <a:pt x="909143" y="2778829"/>
                  <a:pt x="909143" y="2756384"/>
                </a:cubicBezTo>
                <a:cubicBezTo>
                  <a:pt x="909143" y="2733939"/>
                  <a:pt x="927338" y="2715744"/>
                  <a:pt x="949783" y="2715744"/>
                </a:cubicBezTo>
                <a:close/>
                <a:moveTo>
                  <a:pt x="798259" y="2715744"/>
                </a:moveTo>
                <a:cubicBezTo>
                  <a:pt x="820704" y="2715744"/>
                  <a:pt x="838899" y="2733939"/>
                  <a:pt x="838899" y="2756384"/>
                </a:cubicBezTo>
                <a:cubicBezTo>
                  <a:pt x="838899" y="2778829"/>
                  <a:pt x="820704" y="2797024"/>
                  <a:pt x="798259" y="2797024"/>
                </a:cubicBezTo>
                <a:cubicBezTo>
                  <a:pt x="775814" y="2797024"/>
                  <a:pt x="757619" y="2778829"/>
                  <a:pt x="757619" y="2756384"/>
                </a:cubicBezTo>
                <a:cubicBezTo>
                  <a:pt x="757619" y="2733939"/>
                  <a:pt x="775814" y="2715744"/>
                  <a:pt x="798259" y="2715744"/>
                </a:cubicBezTo>
                <a:close/>
                <a:moveTo>
                  <a:pt x="646735" y="2715744"/>
                </a:moveTo>
                <a:cubicBezTo>
                  <a:pt x="669180" y="2715744"/>
                  <a:pt x="687375" y="2733939"/>
                  <a:pt x="687375" y="2756384"/>
                </a:cubicBezTo>
                <a:cubicBezTo>
                  <a:pt x="687375" y="2778829"/>
                  <a:pt x="669180" y="2797024"/>
                  <a:pt x="646735" y="2797024"/>
                </a:cubicBezTo>
                <a:cubicBezTo>
                  <a:pt x="624290" y="2797024"/>
                  <a:pt x="606095" y="2778829"/>
                  <a:pt x="606095" y="2756384"/>
                </a:cubicBezTo>
                <a:cubicBezTo>
                  <a:pt x="606095" y="2733939"/>
                  <a:pt x="624290" y="2715744"/>
                  <a:pt x="646735" y="2715744"/>
                </a:cubicBezTo>
                <a:close/>
                <a:moveTo>
                  <a:pt x="2472935" y="2535325"/>
                </a:moveTo>
                <a:cubicBezTo>
                  <a:pt x="2495380" y="2535325"/>
                  <a:pt x="2513575" y="2553520"/>
                  <a:pt x="2513575" y="2575965"/>
                </a:cubicBezTo>
                <a:cubicBezTo>
                  <a:pt x="2513575" y="2598410"/>
                  <a:pt x="2495380" y="2616605"/>
                  <a:pt x="2472935" y="2616605"/>
                </a:cubicBezTo>
                <a:cubicBezTo>
                  <a:pt x="2450490" y="2616605"/>
                  <a:pt x="2432295" y="2598410"/>
                  <a:pt x="2432295" y="2575965"/>
                </a:cubicBezTo>
                <a:cubicBezTo>
                  <a:pt x="2432295" y="2553520"/>
                  <a:pt x="2450490" y="2535325"/>
                  <a:pt x="2472935" y="2535325"/>
                </a:cubicBezTo>
                <a:close/>
                <a:moveTo>
                  <a:pt x="2321411" y="2535325"/>
                </a:moveTo>
                <a:cubicBezTo>
                  <a:pt x="2343856" y="2535325"/>
                  <a:pt x="2362051" y="2553520"/>
                  <a:pt x="2362051" y="2575965"/>
                </a:cubicBezTo>
                <a:cubicBezTo>
                  <a:pt x="2362051" y="2598410"/>
                  <a:pt x="2343856" y="2616605"/>
                  <a:pt x="2321411" y="2616605"/>
                </a:cubicBezTo>
                <a:cubicBezTo>
                  <a:pt x="2298966" y="2616605"/>
                  <a:pt x="2280771" y="2598410"/>
                  <a:pt x="2280771" y="2575965"/>
                </a:cubicBezTo>
                <a:cubicBezTo>
                  <a:pt x="2280771" y="2553520"/>
                  <a:pt x="2298966" y="2535325"/>
                  <a:pt x="2321411" y="2535325"/>
                </a:cubicBezTo>
                <a:close/>
                <a:moveTo>
                  <a:pt x="2169888" y="2535325"/>
                </a:moveTo>
                <a:cubicBezTo>
                  <a:pt x="2192333" y="2535325"/>
                  <a:pt x="2210528" y="2553520"/>
                  <a:pt x="2210528" y="2575965"/>
                </a:cubicBezTo>
                <a:cubicBezTo>
                  <a:pt x="2210528" y="2598410"/>
                  <a:pt x="2192333" y="2616605"/>
                  <a:pt x="2169888" y="2616605"/>
                </a:cubicBezTo>
                <a:cubicBezTo>
                  <a:pt x="2147443" y="2616605"/>
                  <a:pt x="2129248" y="2598410"/>
                  <a:pt x="2129248" y="2575965"/>
                </a:cubicBezTo>
                <a:cubicBezTo>
                  <a:pt x="2129248" y="2553520"/>
                  <a:pt x="2147443" y="2535325"/>
                  <a:pt x="2169888" y="2535325"/>
                </a:cubicBezTo>
                <a:close/>
                <a:moveTo>
                  <a:pt x="2018364" y="2535325"/>
                </a:moveTo>
                <a:cubicBezTo>
                  <a:pt x="2040809" y="2535325"/>
                  <a:pt x="2059004" y="2553520"/>
                  <a:pt x="2059004" y="2575965"/>
                </a:cubicBezTo>
                <a:cubicBezTo>
                  <a:pt x="2059004" y="2598410"/>
                  <a:pt x="2040809" y="2616605"/>
                  <a:pt x="2018364" y="2616605"/>
                </a:cubicBezTo>
                <a:cubicBezTo>
                  <a:pt x="1995919" y="2616605"/>
                  <a:pt x="1977724" y="2598410"/>
                  <a:pt x="1977724" y="2575965"/>
                </a:cubicBezTo>
                <a:cubicBezTo>
                  <a:pt x="1977724" y="2553520"/>
                  <a:pt x="1995919" y="2535325"/>
                  <a:pt x="2018364" y="2535325"/>
                </a:cubicBezTo>
                <a:close/>
                <a:moveTo>
                  <a:pt x="1858921" y="2535325"/>
                </a:moveTo>
                <a:cubicBezTo>
                  <a:pt x="1881366" y="2535325"/>
                  <a:pt x="1899561" y="2553520"/>
                  <a:pt x="1899561" y="2575965"/>
                </a:cubicBezTo>
                <a:cubicBezTo>
                  <a:pt x="1899561" y="2598410"/>
                  <a:pt x="1881366" y="2616605"/>
                  <a:pt x="1858921" y="2616605"/>
                </a:cubicBezTo>
                <a:cubicBezTo>
                  <a:pt x="1836476" y="2616605"/>
                  <a:pt x="1818281" y="2598410"/>
                  <a:pt x="1818281" y="2575965"/>
                </a:cubicBezTo>
                <a:cubicBezTo>
                  <a:pt x="1818281" y="2553520"/>
                  <a:pt x="1836476" y="2535325"/>
                  <a:pt x="1858921" y="2535325"/>
                </a:cubicBezTo>
                <a:close/>
                <a:moveTo>
                  <a:pt x="1707401" y="2535325"/>
                </a:moveTo>
                <a:cubicBezTo>
                  <a:pt x="1729846" y="2535325"/>
                  <a:pt x="1748041" y="2553520"/>
                  <a:pt x="1748041" y="2575965"/>
                </a:cubicBezTo>
                <a:cubicBezTo>
                  <a:pt x="1748041" y="2598410"/>
                  <a:pt x="1729846" y="2616605"/>
                  <a:pt x="1707401" y="2616605"/>
                </a:cubicBezTo>
                <a:cubicBezTo>
                  <a:pt x="1684956" y="2616605"/>
                  <a:pt x="1666761" y="2598410"/>
                  <a:pt x="1666761" y="2575965"/>
                </a:cubicBezTo>
                <a:cubicBezTo>
                  <a:pt x="1666761" y="2553520"/>
                  <a:pt x="1684956" y="2535325"/>
                  <a:pt x="1707401" y="2535325"/>
                </a:cubicBezTo>
                <a:close/>
                <a:moveTo>
                  <a:pt x="1555877" y="2535325"/>
                </a:moveTo>
                <a:cubicBezTo>
                  <a:pt x="1578322" y="2535325"/>
                  <a:pt x="1596517" y="2553520"/>
                  <a:pt x="1596517" y="2575965"/>
                </a:cubicBezTo>
                <a:cubicBezTo>
                  <a:pt x="1596517" y="2598410"/>
                  <a:pt x="1578322" y="2616605"/>
                  <a:pt x="1555877" y="2616605"/>
                </a:cubicBezTo>
                <a:cubicBezTo>
                  <a:pt x="1533432" y="2616605"/>
                  <a:pt x="1515237" y="2598410"/>
                  <a:pt x="1515237" y="2575965"/>
                </a:cubicBezTo>
                <a:cubicBezTo>
                  <a:pt x="1515237" y="2553520"/>
                  <a:pt x="1533432" y="2535325"/>
                  <a:pt x="1555877" y="2535325"/>
                </a:cubicBezTo>
                <a:close/>
                <a:moveTo>
                  <a:pt x="1404354" y="2535325"/>
                </a:moveTo>
                <a:cubicBezTo>
                  <a:pt x="1426799" y="2535325"/>
                  <a:pt x="1444994" y="2553520"/>
                  <a:pt x="1444994" y="2575965"/>
                </a:cubicBezTo>
                <a:cubicBezTo>
                  <a:pt x="1444994" y="2598410"/>
                  <a:pt x="1426799" y="2616605"/>
                  <a:pt x="1404354" y="2616605"/>
                </a:cubicBezTo>
                <a:cubicBezTo>
                  <a:pt x="1381909" y="2616605"/>
                  <a:pt x="1363714" y="2598410"/>
                  <a:pt x="1363714" y="2575965"/>
                </a:cubicBezTo>
                <a:cubicBezTo>
                  <a:pt x="1363714" y="2553520"/>
                  <a:pt x="1381909" y="2535325"/>
                  <a:pt x="1404354" y="2535325"/>
                </a:cubicBezTo>
                <a:close/>
                <a:moveTo>
                  <a:pt x="1252830" y="2535325"/>
                </a:moveTo>
                <a:cubicBezTo>
                  <a:pt x="1275275" y="2535325"/>
                  <a:pt x="1293470" y="2553520"/>
                  <a:pt x="1293470" y="2575965"/>
                </a:cubicBezTo>
                <a:cubicBezTo>
                  <a:pt x="1293470" y="2598410"/>
                  <a:pt x="1275275" y="2616605"/>
                  <a:pt x="1252830" y="2616605"/>
                </a:cubicBezTo>
                <a:cubicBezTo>
                  <a:pt x="1230385" y="2616605"/>
                  <a:pt x="1212190" y="2598410"/>
                  <a:pt x="1212190" y="2575965"/>
                </a:cubicBezTo>
                <a:cubicBezTo>
                  <a:pt x="1212190" y="2553520"/>
                  <a:pt x="1230385" y="2535325"/>
                  <a:pt x="1252830" y="2535325"/>
                </a:cubicBezTo>
                <a:close/>
                <a:moveTo>
                  <a:pt x="1101306" y="2535325"/>
                </a:moveTo>
                <a:cubicBezTo>
                  <a:pt x="1123751" y="2535325"/>
                  <a:pt x="1141946" y="2553520"/>
                  <a:pt x="1141946" y="2575965"/>
                </a:cubicBezTo>
                <a:cubicBezTo>
                  <a:pt x="1141946" y="2598410"/>
                  <a:pt x="1123751" y="2616605"/>
                  <a:pt x="1101306" y="2616605"/>
                </a:cubicBezTo>
                <a:cubicBezTo>
                  <a:pt x="1078861" y="2616605"/>
                  <a:pt x="1060666" y="2598410"/>
                  <a:pt x="1060666" y="2575965"/>
                </a:cubicBezTo>
                <a:cubicBezTo>
                  <a:pt x="1060666" y="2553520"/>
                  <a:pt x="1078861" y="2535325"/>
                  <a:pt x="1101306" y="2535325"/>
                </a:cubicBezTo>
                <a:close/>
                <a:moveTo>
                  <a:pt x="949783" y="2535325"/>
                </a:moveTo>
                <a:cubicBezTo>
                  <a:pt x="972228" y="2535325"/>
                  <a:pt x="990423" y="2553520"/>
                  <a:pt x="990423" y="2575965"/>
                </a:cubicBezTo>
                <a:cubicBezTo>
                  <a:pt x="990423" y="2598410"/>
                  <a:pt x="972228" y="2616605"/>
                  <a:pt x="949783" y="2616605"/>
                </a:cubicBezTo>
                <a:cubicBezTo>
                  <a:pt x="927338" y="2616605"/>
                  <a:pt x="909143" y="2598410"/>
                  <a:pt x="909143" y="2575965"/>
                </a:cubicBezTo>
                <a:cubicBezTo>
                  <a:pt x="909143" y="2553520"/>
                  <a:pt x="927338" y="2535325"/>
                  <a:pt x="949783" y="2535325"/>
                </a:cubicBezTo>
                <a:close/>
                <a:moveTo>
                  <a:pt x="798259" y="2535325"/>
                </a:moveTo>
                <a:cubicBezTo>
                  <a:pt x="820704" y="2535325"/>
                  <a:pt x="838899" y="2553520"/>
                  <a:pt x="838899" y="2575965"/>
                </a:cubicBezTo>
                <a:cubicBezTo>
                  <a:pt x="838899" y="2598410"/>
                  <a:pt x="820704" y="2616605"/>
                  <a:pt x="798259" y="2616605"/>
                </a:cubicBezTo>
                <a:cubicBezTo>
                  <a:pt x="775814" y="2616605"/>
                  <a:pt x="757619" y="2598410"/>
                  <a:pt x="757619" y="2575965"/>
                </a:cubicBezTo>
                <a:cubicBezTo>
                  <a:pt x="757619" y="2553520"/>
                  <a:pt x="775814" y="2535325"/>
                  <a:pt x="798259" y="2535325"/>
                </a:cubicBezTo>
                <a:close/>
                <a:moveTo>
                  <a:pt x="646735" y="2535325"/>
                </a:moveTo>
                <a:cubicBezTo>
                  <a:pt x="669180" y="2535325"/>
                  <a:pt x="687375" y="2553520"/>
                  <a:pt x="687375" y="2575965"/>
                </a:cubicBezTo>
                <a:cubicBezTo>
                  <a:pt x="687375" y="2598410"/>
                  <a:pt x="669180" y="2616605"/>
                  <a:pt x="646735" y="2616605"/>
                </a:cubicBezTo>
                <a:cubicBezTo>
                  <a:pt x="624290" y="2616605"/>
                  <a:pt x="606095" y="2598410"/>
                  <a:pt x="606095" y="2575965"/>
                </a:cubicBezTo>
                <a:cubicBezTo>
                  <a:pt x="606095" y="2553520"/>
                  <a:pt x="624290" y="2535325"/>
                  <a:pt x="646735" y="2535325"/>
                </a:cubicBezTo>
                <a:close/>
                <a:moveTo>
                  <a:pt x="495211" y="2535325"/>
                </a:moveTo>
                <a:cubicBezTo>
                  <a:pt x="517656" y="2535325"/>
                  <a:pt x="535851" y="2553520"/>
                  <a:pt x="535851" y="2575965"/>
                </a:cubicBezTo>
                <a:cubicBezTo>
                  <a:pt x="535851" y="2598410"/>
                  <a:pt x="517656" y="2616605"/>
                  <a:pt x="495211" y="2616605"/>
                </a:cubicBezTo>
                <a:cubicBezTo>
                  <a:pt x="472766" y="2616605"/>
                  <a:pt x="454571" y="2598410"/>
                  <a:pt x="454571" y="2575965"/>
                </a:cubicBezTo>
                <a:cubicBezTo>
                  <a:pt x="454571" y="2553520"/>
                  <a:pt x="472766" y="2535325"/>
                  <a:pt x="495211" y="2535325"/>
                </a:cubicBezTo>
                <a:close/>
                <a:moveTo>
                  <a:pt x="2624459" y="2354906"/>
                </a:moveTo>
                <a:cubicBezTo>
                  <a:pt x="2646904" y="2354906"/>
                  <a:pt x="2665099" y="2373101"/>
                  <a:pt x="2665099" y="2395546"/>
                </a:cubicBezTo>
                <a:cubicBezTo>
                  <a:pt x="2665099" y="2417991"/>
                  <a:pt x="2646904" y="2436186"/>
                  <a:pt x="2624459" y="2436186"/>
                </a:cubicBezTo>
                <a:cubicBezTo>
                  <a:pt x="2602014" y="2436186"/>
                  <a:pt x="2583819" y="2417991"/>
                  <a:pt x="2583819" y="2395546"/>
                </a:cubicBezTo>
                <a:cubicBezTo>
                  <a:pt x="2583819" y="2373101"/>
                  <a:pt x="2602014" y="2354906"/>
                  <a:pt x="2624459" y="2354906"/>
                </a:cubicBezTo>
                <a:close/>
                <a:moveTo>
                  <a:pt x="2472935" y="2354906"/>
                </a:moveTo>
                <a:cubicBezTo>
                  <a:pt x="2495380" y="2354906"/>
                  <a:pt x="2513575" y="2373101"/>
                  <a:pt x="2513575" y="2395546"/>
                </a:cubicBezTo>
                <a:cubicBezTo>
                  <a:pt x="2513575" y="2417991"/>
                  <a:pt x="2495380" y="2436186"/>
                  <a:pt x="2472935" y="2436186"/>
                </a:cubicBezTo>
                <a:cubicBezTo>
                  <a:pt x="2450490" y="2436186"/>
                  <a:pt x="2432295" y="2417991"/>
                  <a:pt x="2432295" y="2395546"/>
                </a:cubicBezTo>
                <a:cubicBezTo>
                  <a:pt x="2432295" y="2373101"/>
                  <a:pt x="2450490" y="2354906"/>
                  <a:pt x="2472935" y="2354906"/>
                </a:cubicBezTo>
                <a:close/>
                <a:moveTo>
                  <a:pt x="2321411" y="2354906"/>
                </a:moveTo>
                <a:cubicBezTo>
                  <a:pt x="2343856" y="2354906"/>
                  <a:pt x="2362051" y="2373101"/>
                  <a:pt x="2362051" y="2395546"/>
                </a:cubicBezTo>
                <a:cubicBezTo>
                  <a:pt x="2362051" y="2417991"/>
                  <a:pt x="2343856" y="2436186"/>
                  <a:pt x="2321411" y="2436186"/>
                </a:cubicBezTo>
                <a:cubicBezTo>
                  <a:pt x="2298966" y="2436186"/>
                  <a:pt x="2280771" y="2417991"/>
                  <a:pt x="2280771" y="2395546"/>
                </a:cubicBezTo>
                <a:cubicBezTo>
                  <a:pt x="2280771" y="2373101"/>
                  <a:pt x="2298966" y="2354906"/>
                  <a:pt x="2321411" y="2354906"/>
                </a:cubicBezTo>
                <a:close/>
                <a:moveTo>
                  <a:pt x="2169888" y="2354906"/>
                </a:moveTo>
                <a:cubicBezTo>
                  <a:pt x="2192333" y="2354906"/>
                  <a:pt x="2210528" y="2373101"/>
                  <a:pt x="2210528" y="2395546"/>
                </a:cubicBezTo>
                <a:cubicBezTo>
                  <a:pt x="2210528" y="2417991"/>
                  <a:pt x="2192333" y="2436186"/>
                  <a:pt x="2169888" y="2436186"/>
                </a:cubicBezTo>
                <a:cubicBezTo>
                  <a:pt x="2147443" y="2436186"/>
                  <a:pt x="2129248" y="2417991"/>
                  <a:pt x="2129248" y="2395546"/>
                </a:cubicBezTo>
                <a:cubicBezTo>
                  <a:pt x="2129248" y="2373101"/>
                  <a:pt x="2147443" y="2354906"/>
                  <a:pt x="2169888" y="2354906"/>
                </a:cubicBezTo>
                <a:close/>
                <a:moveTo>
                  <a:pt x="2018364" y="2354906"/>
                </a:moveTo>
                <a:cubicBezTo>
                  <a:pt x="2040809" y="2354906"/>
                  <a:pt x="2059004" y="2373101"/>
                  <a:pt x="2059004" y="2395546"/>
                </a:cubicBezTo>
                <a:cubicBezTo>
                  <a:pt x="2059004" y="2417991"/>
                  <a:pt x="2040809" y="2436186"/>
                  <a:pt x="2018364" y="2436186"/>
                </a:cubicBezTo>
                <a:cubicBezTo>
                  <a:pt x="1995919" y="2436186"/>
                  <a:pt x="1977724" y="2417991"/>
                  <a:pt x="1977724" y="2395546"/>
                </a:cubicBezTo>
                <a:cubicBezTo>
                  <a:pt x="1977724" y="2373101"/>
                  <a:pt x="1995919" y="2354906"/>
                  <a:pt x="2018364" y="2354906"/>
                </a:cubicBezTo>
                <a:close/>
                <a:moveTo>
                  <a:pt x="1858921" y="2354906"/>
                </a:moveTo>
                <a:cubicBezTo>
                  <a:pt x="1881366" y="2354906"/>
                  <a:pt x="1899561" y="2373101"/>
                  <a:pt x="1899561" y="2395546"/>
                </a:cubicBezTo>
                <a:cubicBezTo>
                  <a:pt x="1899561" y="2417991"/>
                  <a:pt x="1881366" y="2436186"/>
                  <a:pt x="1858921" y="2436186"/>
                </a:cubicBezTo>
                <a:cubicBezTo>
                  <a:pt x="1836476" y="2436186"/>
                  <a:pt x="1818281" y="2417991"/>
                  <a:pt x="1818281" y="2395546"/>
                </a:cubicBezTo>
                <a:cubicBezTo>
                  <a:pt x="1818281" y="2373101"/>
                  <a:pt x="1836476" y="2354906"/>
                  <a:pt x="1858921" y="2354906"/>
                </a:cubicBezTo>
                <a:close/>
                <a:moveTo>
                  <a:pt x="1707401" y="2354906"/>
                </a:moveTo>
                <a:cubicBezTo>
                  <a:pt x="1729846" y="2354906"/>
                  <a:pt x="1748041" y="2373101"/>
                  <a:pt x="1748041" y="2395546"/>
                </a:cubicBezTo>
                <a:cubicBezTo>
                  <a:pt x="1748041" y="2417991"/>
                  <a:pt x="1729846" y="2436186"/>
                  <a:pt x="1707401" y="2436186"/>
                </a:cubicBezTo>
                <a:cubicBezTo>
                  <a:pt x="1684956" y="2436186"/>
                  <a:pt x="1666761" y="2417991"/>
                  <a:pt x="1666761" y="2395546"/>
                </a:cubicBezTo>
                <a:cubicBezTo>
                  <a:pt x="1666761" y="2373101"/>
                  <a:pt x="1684956" y="2354906"/>
                  <a:pt x="1707401" y="2354906"/>
                </a:cubicBezTo>
                <a:close/>
                <a:moveTo>
                  <a:pt x="1555877" y="2354906"/>
                </a:moveTo>
                <a:cubicBezTo>
                  <a:pt x="1578322" y="2354906"/>
                  <a:pt x="1596517" y="2373101"/>
                  <a:pt x="1596517" y="2395546"/>
                </a:cubicBezTo>
                <a:cubicBezTo>
                  <a:pt x="1596517" y="2417991"/>
                  <a:pt x="1578322" y="2436186"/>
                  <a:pt x="1555877" y="2436186"/>
                </a:cubicBezTo>
                <a:cubicBezTo>
                  <a:pt x="1533432" y="2436186"/>
                  <a:pt x="1515237" y="2417991"/>
                  <a:pt x="1515237" y="2395546"/>
                </a:cubicBezTo>
                <a:cubicBezTo>
                  <a:pt x="1515237" y="2373101"/>
                  <a:pt x="1533432" y="2354906"/>
                  <a:pt x="1555877" y="2354906"/>
                </a:cubicBezTo>
                <a:close/>
                <a:moveTo>
                  <a:pt x="1404354" y="2354906"/>
                </a:moveTo>
                <a:cubicBezTo>
                  <a:pt x="1426799" y="2354906"/>
                  <a:pt x="1444994" y="2373101"/>
                  <a:pt x="1444994" y="2395546"/>
                </a:cubicBezTo>
                <a:cubicBezTo>
                  <a:pt x="1444994" y="2417991"/>
                  <a:pt x="1426799" y="2436186"/>
                  <a:pt x="1404354" y="2436186"/>
                </a:cubicBezTo>
                <a:cubicBezTo>
                  <a:pt x="1381909" y="2436186"/>
                  <a:pt x="1363714" y="2417991"/>
                  <a:pt x="1363714" y="2395546"/>
                </a:cubicBezTo>
                <a:cubicBezTo>
                  <a:pt x="1363714" y="2373101"/>
                  <a:pt x="1381909" y="2354906"/>
                  <a:pt x="1404354" y="2354906"/>
                </a:cubicBezTo>
                <a:close/>
                <a:moveTo>
                  <a:pt x="1252830" y="2354906"/>
                </a:moveTo>
                <a:cubicBezTo>
                  <a:pt x="1275275" y="2354906"/>
                  <a:pt x="1293470" y="2373101"/>
                  <a:pt x="1293470" y="2395546"/>
                </a:cubicBezTo>
                <a:cubicBezTo>
                  <a:pt x="1293470" y="2417991"/>
                  <a:pt x="1275275" y="2436186"/>
                  <a:pt x="1252830" y="2436186"/>
                </a:cubicBezTo>
                <a:cubicBezTo>
                  <a:pt x="1230385" y="2436186"/>
                  <a:pt x="1212190" y="2417991"/>
                  <a:pt x="1212190" y="2395546"/>
                </a:cubicBezTo>
                <a:cubicBezTo>
                  <a:pt x="1212190" y="2373101"/>
                  <a:pt x="1230385" y="2354906"/>
                  <a:pt x="1252830" y="2354906"/>
                </a:cubicBezTo>
                <a:close/>
                <a:moveTo>
                  <a:pt x="1101306" y="2354906"/>
                </a:moveTo>
                <a:cubicBezTo>
                  <a:pt x="1123751" y="2354906"/>
                  <a:pt x="1141946" y="2373101"/>
                  <a:pt x="1141946" y="2395546"/>
                </a:cubicBezTo>
                <a:cubicBezTo>
                  <a:pt x="1141946" y="2417991"/>
                  <a:pt x="1123751" y="2436186"/>
                  <a:pt x="1101306" y="2436186"/>
                </a:cubicBezTo>
                <a:cubicBezTo>
                  <a:pt x="1078861" y="2436186"/>
                  <a:pt x="1060666" y="2417991"/>
                  <a:pt x="1060666" y="2395546"/>
                </a:cubicBezTo>
                <a:cubicBezTo>
                  <a:pt x="1060666" y="2373101"/>
                  <a:pt x="1078861" y="2354906"/>
                  <a:pt x="1101306" y="2354906"/>
                </a:cubicBezTo>
                <a:close/>
                <a:moveTo>
                  <a:pt x="949783" y="2354906"/>
                </a:moveTo>
                <a:cubicBezTo>
                  <a:pt x="972228" y="2354906"/>
                  <a:pt x="990423" y="2373101"/>
                  <a:pt x="990423" y="2395546"/>
                </a:cubicBezTo>
                <a:cubicBezTo>
                  <a:pt x="990423" y="2417991"/>
                  <a:pt x="972228" y="2436186"/>
                  <a:pt x="949783" y="2436186"/>
                </a:cubicBezTo>
                <a:cubicBezTo>
                  <a:pt x="927338" y="2436186"/>
                  <a:pt x="909143" y="2417991"/>
                  <a:pt x="909143" y="2395546"/>
                </a:cubicBezTo>
                <a:cubicBezTo>
                  <a:pt x="909143" y="2373101"/>
                  <a:pt x="927338" y="2354906"/>
                  <a:pt x="949783" y="2354906"/>
                </a:cubicBezTo>
                <a:close/>
                <a:moveTo>
                  <a:pt x="798259" y="2354906"/>
                </a:moveTo>
                <a:cubicBezTo>
                  <a:pt x="820704" y="2354906"/>
                  <a:pt x="838899" y="2373101"/>
                  <a:pt x="838899" y="2395546"/>
                </a:cubicBezTo>
                <a:cubicBezTo>
                  <a:pt x="838899" y="2417991"/>
                  <a:pt x="820704" y="2436186"/>
                  <a:pt x="798259" y="2436186"/>
                </a:cubicBezTo>
                <a:cubicBezTo>
                  <a:pt x="775814" y="2436186"/>
                  <a:pt x="757619" y="2417991"/>
                  <a:pt x="757619" y="2395546"/>
                </a:cubicBezTo>
                <a:cubicBezTo>
                  <a:pt x="757619" y="2373101"/>
                  <a:pt x="775814" y="2354906"/>
                  <a:pt x="798259" y="2354906"/>
                </a:cubicBezTo>
                <a:close/>
                <a:moveTo>
                  <a:pt x="646735" y="2354906"/>
                </a:moveTo>
                <a:cubicBezTo>
                  <a:pt x="669180" y="2354906"/>
                  <a:pt x="687375" y="2373101"/>
                  <a:pt x="687375" y="2395546"/>
                </a:cubicBezTo>
                <a:cubicBezTo>
                  <a:pt x="687375" y="2417991"/>
                  <a:pt x="669180" y="2436186"/>
                  <a:pt x="646735" y="2436186"/>
                </a:cubicBezTo>
                <a:cubicBezTo>
                  <a:pt x="624290" y="2436186"/>
                  <a:pt x="606095" y="2417991"/>
                  <a:pt x="606095" y="2395546"/>
                </a:cubicBezTo>
                <a:cubicBezTo>
                  <a:pt x="606095" y="2373101"/>
                  <a:pt x="624290" y="2354906"/>
                  <a:pt x="646735" y="2354906"/>
                </a:cubicBezTo>
                <a:close/>
                <a:moveTo>
                  <a:pt x="495211" y="2354906"/>
                </a:moveTo>
                <a:cubicBezTo>
                  <a:pt x="517656" y="2354906"/>
                  <a:pt x="535851" y="2373101"/>
                  <a:pt x="535851" y="2395546"/>
                </a:cubicBezTo>
                <a:cubicBezTo>
                  <a:pt x="535851" y="2417991"/>
                  <a:pt x="517656" y="2436186"/>
                  <a:pt x="495211" y="2436186"/>
                </a:cubicBezTo>
                <a:cubicBezTo>
                  <a:pt x="472766" y="2436186"/>
                  <a:pt x="454571" y="2417991"/>
                  <a:pt x="454571" y="2395546"/>
                </a:cubicBezTo>
                <a:cubicBezTo>
                  <a:pt x="454571" y="2373101"/>
                  <a:pt x="472766" y="2354906"/>
                  <a:pt x="495211" y="2354906"/>
                </a:cubicBezTo>
                <a:close/>
                <a:moveTo>
                  <a:pt x="343688" y="2354906"/>
                </a:moveTo>
                <a:cubicBezTo>
                  <a:pt x="366133" y="2354906"/>
                  <a:pt x="384328" y="2373101"/>
                  <a:pt x="384328" y="2395546"/>
                </a:cubicBezTo>
                <a:cubicBezTo>
                  <a:pt x="384328" y="2417991"/>
                  <a:pt x="366133" y="2436186"/>
                  <a:pt x="343688" y="2436186"/>
                </a:cubicBezTo>
                <a:cubicBezTo>
                  <a:pt x="321243" y="2436186"/>
                  <a:pt x="303048" y="2417991"/>
                  <a:pt x="303048" y="2395546"/>
                </a:cubicBezTo>
                <a:cubicBezTo>
                  <a:pt x="303048" y="2373101"/>
                  <a:pt x="321243" y="2354906"/>
                  <a:pt x="343688" y="2354906"/>
                </a:cubicBezTo>
                <a:close/>
                <a:moveTo>
                  <a:pt x="2775983" y="2174487"/>
                </a:moveTo>
                <a:cubicBezTo>
                  <a:pt x="2798428" y="2174487"/>
                  <a:pt x="2816623" y="2192682"/>
                  <a:pt x="2816623" y="2215127"/>
                </a:cubicBezTo>
                <a:cubicBezTo>
                  <a:pt x="2816623" y="2237572"/>
                  <a:pt x="2798428" y="2255767"/>
                  <a:pt x="2775983" y="2255767"/>
                </a:cubicBezTo>
                <a:cubicBezTo>
                  <a:pt x="2753538" y="2255767"/>
                  <a:pt x="2735343" y="2237572"/>
                  <a:pt x="2735343" y="2215127"/>
                </a:cubicBezTo>
                <a:cubicBezTo>
                  <a:pt x="2735343" y="2192682"/>
                  <a:pt x="2753538" y="2174487"/>
                  <a:pt x="2775983" y="2174487"/>
                </a:cubicBezTo>
                <a:close/>
                <a:moveTo>
                  <a:pt x="2624459" y="2174487"/>
                </a:moveTo>
                <a:cubicBezTo>
                  <a:pt x="2646904" y="2174487"/>
                  <a:pt x="2665099" y="2192682"/>
                  <a:pt x="2665099" y="2215127"/>
                </a:cubicBezTo>
                <a:cubicBezTo>
                  <a:pt x="2665099" y="2237572"/>
                  <a:pt x="2646904" y="2255767"/>
                  <a:pt x="2624459" y="2255767"/>
                </a:cubicBezTo>
                <a:cubicBezTo>
                  <a:pt x="2602014" y="2255767"/>
                  <a:pt x="2583819" y="2237572"/>
                  <a:pt x="2583819" y="2215127"/>
                </a:cubicBezTo>
                <a:cubicBezTo>
                  <a:pt x="2583819" y="2192682"/>
                  <a:pt x="2602014" y="2174487"/>
                  <a:pt x="2624459" y="2174487"/>
                </a:cubicBezTo>
                <a:close/>
                <a:moveTo>
                  <a:pt x="2472935" y="2174487"/>
                </a:moveTo>
                <a:cubicBezTo>
                  <a:pt x="2495380" y="2174487"/>
                  <a:pt x="2513575" y="2192682"/>
                  <a:pt x="2513575" y="2215127"/>
                </a:cubicBezTo>
                <a:cubicBezTo>
                  <a:pt x="2513575" y="2237572"/>
                  <a:pt x="2495380" y="2255767"/>
                  <a:pt x="2472935" y="2255767"/>
                </a:cubicBezTo>
                <a:cubicBezTo>
                  <a:pt x="2450490" y="2255767"/>
                  <a:pt x="2432295" y="2237572"/>
                  <a:pt x="2432295" y="2215127"/>
                </a:cubicBezTo>
                <a:cubicBezTo>
                  <a:pt x="2432295" y="2192682"/>
                  <a:pt x="2450490" y="2174487"/>
                  <a:pt x="2472935" y="2174487"/>
                </a:cubicBezTo>
                <a:close/>
                <a:moveTo>
                  <a:pt x="2321411" y="2174487"/>
                </a:moveTo>
                <a:cubicBezTo>
                  <a:pt x="2343856" y="2174487"/>
                  <a:pt x="2362051" y="2192682"/>
                  <a:pt x="2362051" y="2215127"/>
                </a:cubicBezTo>
                <a:cubicBezTo>
                  <a:pt x="2362051" y="2237572"/>
                  <a:pt x="2343856" y="2255767"/>
                  <a:pt x="2321411" y="2255767"/>
                </a:cubicBezTo>
                <a:cubicBezTo>
                  <a:pt x="2298966" y="2255767"/>
                  <a:pt x="2280771" y="2237572"/>
                  <a:pt x="2280771" y="2215127"/>
                </a:cubicBezTo>
                <a:cubicBezTo>
                  <a:pt x="2280771" y="2192682"/>
                  <a:pt x="2298966" y="2174487"/>
                  <a:pt x="2321411" y="2174487"/>
                </a:cubicBezTo>
                <a:close/>
                <a:moveTo>
                  <a:pt x="2169888" y="2174487"/>
                </a:moveTo>
                <a:cubicBezTo>
                  <a:pt x="2192333" y="2174487"/>
                  <a:pt x="2210528" y="2192682"/>
                  <a:pt x="2210528" y="2215127"/>
                </a:cubicBezTo>
                <a:cubicBezTo>
                  <a:pt x="2210528" y="2237572"/>
                  <a:pt x="2192333" y="2255767"/>
                  <a:pt x="2169888" y="2255767"/>
                </a:cubicBezTo>
                <a:cubicBezTo>
                  <a:pt x="2147443" y="2255767"/>
                  <a:pt x="2129248" y="2237572"/>
                  <a:pt x="2129248" y="2215127"/>
                </a:cubicBezTo>
                <a:cubicBezTo>
                  <a:pt x="2129248" y="2192682"/>
                  <a:pt x="2147443" y="2174487"/>
                  <a:pt x="2169888" y="2174487"/>
                </a:cubicBezTo>
                <a:close/>
                <a:moveTo>
                  <a:pt x="2018364" y="2174487"/>
                </a:moveTo>
                <a:cubicBezTo>
                  <a:pt x="2040809" y="2174487"/>
                  <a:pt x="2059004" y="2192682"/>
                  <a:pt x="2059004" y="2215127"/>
                </a:cubicBezTo>
                <a:cubicBezTo>
                  <a:pt x="2059004" y="2237572"/>
                  <a:pt x="2040809" y="2255767"/>
                  <a:pt x="2018364" y="2255767"/>
                </a:cubicBezTo>
                <a:cubicBezTo>
                  <a:pt x="1995919" y="2255767"/>
                  <a:pt x="1977724" y="2237572"/>
                  <a:pt x="1977724" y="2215127"/>
                </a:cubicBezTo>
                <a:cubicBezTo>
                  <a:pt x="1977724" y="2192682"/>
                  <a:pt x="1995919" y="2174487"/>
                  <a:pt x="2018364" y="2174487"/>
                </a:cubicBezTo>
                <a:close/>
                <a:moveTo>
                  <a:pt x="1858921" y="2174487"/>
                </a:moveTo>
                <a:cubicBezTo>
                  <a:pt x="1881366" y="2174487"/>
                  <a:pt x="1899561" y="2192682"/>
                  <a:pt x="1899561" y="2215127"/>
                </a:cubicBezTo>
                <a:cubicBezTo>
                  <a:pt x="1899561" y="2237572"/>
                  <a:pt x="1881366" y="2255767"/>
                  <a:pt x="1858921" y="2255767"/>
                </a:cubicBezTo>
                <a:cubicBezTo>
                  <a:pt x="1836476" y="2255767"/>
                  <a:pt x="1818281" y="2237572"/>
                  <a:pt x="1818281" y="2215127"/>
                </a:cubicBezTo>
                <a:cubicBezTo>
                  <a:pt x="1818281" y="2192682"/>
                  <a:pt x="1836476" y="2174487"/>
                  <a:pt x="1858921" y="2174487"/>
                </a:cubicBezTo>
                <a:close/>
                <a:moveTo>
                  <a:pt x="1707401" y="2174487"/>
                </a:moveTo>
                <a:cubicBezTo>
                  <a:pt x="1729846" y="2174487"/>
                  <a:pt x="1748041" y="2192682"/>
                  <a:pt x="1748041" y="2215127"/>
                </a:cubicBezTo>
                <a:cubicBezTo>
                  <a:pt x="1748041" y="2237572"/>
                  <a:pt x="1729846" y="2255767"/>
                  <a:pt x="1707401" y="2255767"/>
                </a:cubicBezTo>
                <a:cubicBezTo>
                  <a:pt x="1684956" y="2255767"/>
                  <a:pt x="1666761" y="2237572"/>
                  <a:pt x="1666761" y="2215127"/>
                </a:cubicBezTo>
                <a:cubicBezTo>
                  <a:pt x="1666761" y="2192682"/>
                  <a:pt x="1684956" y="2174487"/>
                  <a:pt x="1707401" y="2174487"/>
                </a:cubicBezTo>
                <a:close/>
                <a:moveTo>
                  <a:pt x="1555877" y="2174487"/>
                </a:moveTo>
                <a:cubicBezTo>
                  <a:pt x="1578322" y="2174487"/>
                  <a:pt x="1596517" y="2192682"/>
                  <a:pt x="1596517" y="2215127"/>
                </a:cubicBezTo>
                <a:cubicBezTo>
                  <a:pt x="1596517" y="2237572"/>
                  <a:pt x="1578322" y="2255767"/>
                  <a:pt x="1555877" y="2255767"/>
                </a:cubicBezTo>
                <a:cubicBezTo>
                  <a:pt x="1533432" y="2255767"/>
                  <a:pt x="1515237" y="2237572"/>
                  <a:pt x="1515237" y="2215127"/>
                </a:cubicBezTo>
                <a:cubicBezTo>
                  <a:pt x="1515237" y="2192682"/>
                  <a:pt x="1533432" y="2174487"/>
                  <a:pt x="1555877" y="2174487"/>
                </a:cubicBezTo>
                <a:close/>
                <a:moveTo>
                  <a:pt x="1404354" y="2174487"/>
                </a:moveTo>
                <a:cubicBezTo>
                  <a:pt x="1426799" y="2174487"/>
                  <a:pt x="1444994" y="2192682"/>
                  <a:pt x="1444994" y="2215127"/>
                </a:cubicBezTo>
                <a:cubicBezTo>
                  <a:pt x="1444994" y="2237572"/>
                  <a:pt x="1426799" y="2255767"/>
                  <a:pt x="1404354" y="2255767"/>
                </a:cubicBezTo>
                <a:cubicBezTo>
                  <a:pt x="1381909" y="2255767"/>
                  <a:pt x="1363714" y="2237572"/>
                  <a:pt x="1363714" y="2215127"/>
                </a:cubicBezTo>
                <a:cubicBezTo>
                  <a:pt x="1363714" y="2192682"/>
                  <a:pt x="1381909" y="2174487"/>
                  <a:pt x="1404354" y="2174487"/>
                </a:cubicBezTo>
                <a:close/>
                <a:moveTo>
                  <a:pt x="1252830" y="2174487"/>
                </a:moveTo>
                <a:cubicBezTo>
                  <a:pt x="1275275" y="2174487"/>
                  <a:pt x="1293470" y="2192682"/>
                  <a:pt x="1293470" y="2215127"/>
                </a:cubicBezTo>
                <a:cubicBezTo>
                  <a:pt x="1293470" y="2237572"/>
                  <a:pt x="1275275" y="2255767"/>
                  <a:pt x="1252830" y="2255767"/>
                </a:cubicBezTo>
                <a:cubicBezTo>
                  <a:pt x="1230385" y="2255767"/>
                  <a:pt x="1212190" y="2237572"/>
                  <a:pt x="1212190" y="2215127"/>
                </a:cubicBezTo>
                <a:cubicBezTo>
                  <a:pt x="1212190" y="2192682"/>
                  <a:pt x="1230385" y="2174487"/>
                  <a:pt x="1252830" y="2174487"/>
                </a:cubicBezTo>
                <a:close/>
                <a:moveTo>
                  <a:pt x="1101306" y="2174487"/>
                </a:moveTo>
                <a:cubicBezTo>
                  <a:pt x="1123751" y="2174487"/>
                  <a:pt x="1141946" y="2192682"/>
                  <a:pt x="1141946" y="2215127"/>
                </a:cubicBezTo>
                <a:cubicBezTo>
                  <a:pt x="1141946" y="2237572"/>
                  <a:pt x="1123751" y="2255767"/>
                  <a:pt x="1101306" y="2255767"/>
                </a:cubicBezTo>
                <a:cubicBezTo>
                  <a:pt x="1078861" y="2255767"/>
                  <a:pt x="1060666" y="2237572"/>
                  <a:pt x="1060666" y="2215127"/>
                </a:cubicBezTo>
                <a:cubicBezTo>
                  <a:pt x="1060666" y="2192682"/>
                  <a:pt x="1078861" y="2174487"/>
                  <a:pt x="1101306" y="2174487"/>
                </a:cubicBezTo>
                <a:close/>
                <a:moveTo>
                  <a:pt x="949783" y="2174487"/>
                </a:moveTo>
                <a:cubicBezTo>
                  <a:pt x="972228" y="2174487"/>
                  <a:pt x="990423" y="2192682"/>
                  <a:pt x="990423" y="2215127"/>
                </a:cubicBezTo>
                <a:cubicBezTo>
                  <a:pt x="990423" y="2237572"/>
                  <a:pt x="972228" y="2255767"/>
                  <a:pt x="949783" y="2255767"/>
                </a:cubicBezTo>
                <a:cubicBezTo>
                  <a:pt x="927338" y="2255767"/>
                  <a:pt x="909143" y="2237572"/>
                  <a:pt x="909143" y="2215127"/>
                </a:cubicBezTo>
                <a:cubicBezTo>
                  <a:pt x="909143" y="2192682"/>
                  <a:pt x="927338" y="2174487"/>
                  <a:pt x="949783" y="2174487"/>
                </a:cubicBezTo>
                <a:close/>
                <a:moveTo>
                  <a:pt x="798259" y="2174487"/>
                </a:moveTo>
                <a:cubicBezTo>
                  <a:pt x="820704" y="2174487"/>
                  <a:pt x="838899" y="2192682"/>
                  <a:pt x="838899" y="2215127"/>
                </a:cubicBezTo>
                <a:cubicBezTo>
                  <a:pt x="838899" y="2237572"/>
                  <a:pt x="820704" y="2255767"/>
                  <a:pt x="798259" y="2255767"/>
                </a:cubicBezTo>
                <a:cubicBezTo>
                  <a:pt x="775814" y="2255767"/>
                  <a:pt x="757619" y="2237572"/>
                  <a:pt x="757619" y="2215127"/>
                </a:cubicBezTo>
                <a:cubicBezTo>
                  <a:pt x="757619" y="2192682"/>
                  <a:pt x="775814" y="2174487"/>
                  <a:pt x="798259" y="2174487"/>
                </a:cubicBezTo>
                <a:close/>
                <a:moveTo>
                  <a:pt x="646735" y="2174487"/>
                </a:moveTo>
                <a:cubicBezTo>
                  <a:pt x="669180" y="2174487"/>
                  <a:pt x="687375" y="2192682"/>
                  <a:pt x="687375" y="2215127"/>
                </a:cubicBezTo>
                <a:cubicBezTo>
                  <a:pt x="687375" y="2237572"/>
                  <a:pt x="669180" y="2255767"/>
                  <a:pt x="646735" y="2255767"/>
                </a:cubicBezTo>
                <a:cubicBezTo>
                  <a:pt x="624290" y="2255767"/>
                  <a:pt x="606095" y="2237572"/>
                  <a:pt x="606095" y="2215127"/>
                </a:cubicBezTo>
                <a:cubicBezTo>
                  <a:pt x="606095" y="2192682"/>
                  <a:pt x="624290" y="2174487"/>
                  <a:pt x="646735" y="2174487"/>
                </a:cubicBezTo>
                <a:close/>
                <a:moveTo>
                  <a:pt x="495211" y="2174487"/>
                </a:moveTo>
                <a:cubicBezTo>
                  <a:pt x="517656" y="2174487"/>
                  <a:pt x="535851" y="2192682"/>
                  <a:pt x="535851" y="2215127"/>
                </a:cubicBezTo>
                <a:cubicBezTo>
                  <a:pt x="535851" y="2237572"/>
                  <a:pt x="517656" y="2255767"/>
                  <a:pt x="495211" y="2255767"/>
                </a:cubicBezTo>
                <a:cubicBezTo>
                  <a:pt x="472766" y="2255767"/>
                  <a:pt x="454571" y="2237572"/>
                  <a:pt x="454571" y="2215127"/>
                </a:cubicBezTo>
                <a:cubicBezTo>
                  <a:pt x="454571" y="2192682"/>
                  <a:pt x="472766" y="2174487"/>
                  <a:pt x="495211" y="2174487"/>
                </a:cubicBezTo>
                <a:close/>
                <a:moveTo>
                  <a:pt x="343688" y="2174487"/>
                </a:moveTo>
                <a:cubicBezTo>
                  <a:pt x="366133" y="2174487"/>
                  <a:pt x="384328" y="2192682"/>
                  <a:pt x="384328" y="2215127"/>
                </a:cubicBezTo>
                <a:cubicBezTo>
                  <a:pt x="384328" y="2237572"/>
                  <a:pt x="366133" y="2255767"/>
                  <a:pt x="343688" y="2255767"/>
                </a:cubicBezTo>
                <a:cubicBezTo>
                  <a:pt x="321243" y="2255767"/>
                  <a:pt x="303048" y="2237572"/>
                  <a:pt x="303048" y="2215127"/>
                </a:cubicBezTo>
                <a:cubicBezTo>
                  <a:pt x="303048" y="2192682"/>
                  <a:pt x="321243" y="2174487"/>
                  <a:pt x="343688" y="2174487"/>
                </a:cubicBezTo>
                <a:close/>
                <a:moveTo>
                  <a:pt x="192164" y="2174487"/>
                </a:moveTo>
                <a:cubicBezTo>
                  <a:pt x="214609" y="2174487"/>
                  <a:pt x="232804" y="2192682"/>
                  <a:pt x="232804" y="2215127"/>
                </a:cubicBezTo>
                <a:cubicBezTo>
                  <a:pt x="232804" y="2237572"/>
                  <a:pt x="214609" y="2255767"/>
                  <a:pt x="192164" y="2255767"/>
                </a:cubicBezTo>
                <a:cubicBezTo>
                  <a:pt x="169719" y="2255767"/>
                  <a:pt x="151524" y="2237572"/>
                  <a:pt x="151524" y="2215127"/>
                </a:cubicBezTo>
                <a:cubicBezTo>
                  <a:pt x="151524" y="2192682"/>
                  <a:pt x="169719" y="2174487"/>
                  <a:pt x="192164" y="2174487"/>
                </a:cubicBezTo>
                <a:close/>
                <a:moveTo>
                  <a:pt x="2927506" y="1994068"/>
                </a:moveTo>
                <a:cubicBezTo>
                  <a:pt x="2949951" y="1994068"/>
                  <a:pt x="2968146" y="2012263"/>
                  <a:pt x="2968146" y="2034708"/>
                </a:cubicBezTo>
                <a:cubicBezTo>
                  <a:pt x="2968146" y="2057153"/>
                  <a:pt x="2949951" y="2075348"/>
                  <a:pt x="2927506" y="2075348"/>
                </a:cubicBezTo>
                <a:cubicBezTo>
                  <a:pt x="2905061" y="2075348"/>
                  <a:pt x="2886866" y="2057153"/>
                  <a:pt x="2886866" y="2034708"/>
                </a:cubicBezTo>
                <a:cubicBezTo>
                  <a:pt x="2886866" y="2012263"/>
                  <a:pt x="2905061" y="1994068"/>
                  <a:pt x="2927506" y="1994068"/>
                </a:cubicBezTo>
                <a:close/>
                <a:moveTo>
                  <a:pt x="2775983" y="1994068"/>
                </a:moveTo>
                <a:cubicBezTo>
                  <a:pt x="2798428" y="1994068"/>
                  <a:pt x="2816623" y="2012263"/>
                  <a:pt x="2816623" y="2034708"/>
                </a:cubicBezTo>
                <a:cubicBezTo>
                  <a:pt x="2816623" y="2057153"/>
                  <a:pt x="2798428" y="2075348"/>
                  <a:pt x="2775983" y="2075348"/>
                </a:cubicBezTo>
                <a:cubicBezTo>
                  <a:pt x="2753538" y="2075348"/>
                  <a:pt x="2735343" y="2057153"/>
                  <a:pt x="2735343" y="2034708"/>
                </a:cubicBezTo>
                <a:cubicBezTo>
                  <a:pt x="2735343" y="2012263"/>
                  <a:pt x="2753538" y="1994068"/>
                  <a:pt x="2775983" y="1994068"/>
                </a:cubicBezTo>
                <a:close/>
                <a:moveTo>
                  <a:pt x="2624459" y="1994068"/>
                </a:moveTo>
                <a:cubicBezTo>
                  <a:pt x="2646904" y="1994068"/>
                  <a:pt x="2665099" y="2012263"/>
                  <a:pt x="2665099" y="2034708"/>
                </a:cubicBezTo>
                <a:cubicBezTo>
                  <a:pt x="2665099" y="2057153"/>
                  <a:pt x="2646904" y="2075348"/>
                  <a:pt x="2624459" y="2075348"/>
                </a:cubicBezTo>
                <a:cubicBezTo>
                  <a:pt x="2602014" y="2075348"/>
                  <a:pt x="2583819" y="2057153"/>
                  <a:pt x="2583819" y="2034708"/>
                </a:cubicBezTo>
                <a:cubicBezTo>
                  <a:pt x="2583819" y="2012263"/>
                  <a:pt x="2602014" y="1994068"/>
                  <a:pt x="2624459" y="1994068"/>
                </a:cubicBezTo>
                <a:close/>
                <a:moveTo>
                  <a:pt x="2472935" y="1994068"/>
                </a:moveTo>
                <a:cubicBezTo>
                  <a:pt x="2495380" y="1994068"/>
                  <a:pt x="2513575" y="2012263"/>
                  <a:pt x="2513575" y="2034708"/>
                </a:cubicBezTo>
                <a:cubicBezTo>
                  <a:pt x="2513575" y="2057153"/>
                  <a:pt x="2495380" y="2075348"/>
                  <a:pt x="2472935" y="2075348"/>
                </a:cubicBezTo>
                <a:cubicBezTo>
                  <a:pt x="2450490" y="2075348"/>
                  <a:pt x="2432295" y="2057153"/>
                  <a:pt x="2432295" y="2034708"/>
                </a:cubicBezTo>
                <a:cubicBezTo>
                  <a:pt x="2432295" y="2012263"/>
                  <a:pt x="2450490" y="1994068"/>
                  <a:pt x="2472935" y="1994068"/>
                </a:cubicBezTo>
                <a:close/>
                <a:moveTo>
                  <a:pt x="2321411" y="1994068"/>
                </a:moveTo>
                <a:cubicBezTo>
                  <a:pt x="2343856" y="1994068"/>
                  <a:pt x="2362051" y="2012263"/>
                  <a:pt x="2362051" y="2034708"/>
                </a:cubicBezTo>
                <a:cubicBezTo>
                  <a:pt x="2362051" y="2057153"/>
                  <a:pt x="2343856" y="2075348"/>
                  <a:pt x="2321411" y="2075348"/>
                </a:cubicBezTo>
                <a:cubicBezTo>
                  <a:pt x="2298966" y="2075348"/>
                  <a:pt x="2280771" y="2057153"/>
                  <a:pt x="2280771" y="2034708"/>
                </a:cubicBezTo>
                <a:cubicBezTo>
                  <a:pt x="2280771" y="2012263"/>
                  <a:pt x="2298966" y="1994068"/>
                  <a:pt x="2321411" y="1994068"/>
                </a:cubicBezTo>
                <a:close/>
                <a:moveTo>
                  <a:pt x="2169888" y="1994068"/>
                </a:moveTo>
                <a:cubicBezTo>
                  <a:pt x="2192333" y="1994068"/>
                  <a:pt x="2210528" y="2012263"/>
                  <a:pt x="2210528" y="2034708"/>
                </a:cubicBezTo>
                <a:cubicBezTo>
                  <a:pt x="2210528" y="2057153"/>
                  <a:pt x="2192333" y="2075348"/>
                  <a:pt x="2169888" y="2075348"/>
                </a:cubicBezTo>
                <a:cubicBezTo>
                  <a:pt x="2147443" y="2075348"/>
                  <a:pt x="2129248" y="2057153"/>
                  <a:pt x="2129248" y="2034708"/>
                </a:cubicBezTo>
                <a:cubicBezTo>
                  <a:pt x="2129248" y="2012263"/>
                  <a:pt x="2147443" y="1994068"/>
                  <a:pt x="2169888" y="1994068"/>
                </a:cubicBezTo>
                <a:close/>
                <a:moveTo>
                  <a:pt x="2018364" y="1994068"/>
                </a:moveTo>
                <a:cubicBezTo>
                  <a:pt x="2040809" y="1994068"/>
                  <a:pt x="2059004" y="2012263"/>
                  <a:pt x="2059004" y="2034708"/>
                </a:cubicBezTo>
                <a:cubicBezTo>
                  <a:pt x="2059004" y="2057153"/>
                  <a:pt x="2040809" y="2075348"/>
                  <a:pt x="2018364" y="2075348"/>
                </a:cubicBezTo>
                <a:cubicBezTo>
                  <a:pt x="1995919" y="2075348"/>
                  <a:pt x="1977724" y="2057153"/>
                  <a:pt x="1977724" y="2034708"/>
                </a:cubicBezTo>
                <a:cubicBezTo>
                  <a:pt x="1977724" y="2012263"/>
                  <a:pt x="1995919" y="1994068"/>
                  <a:pt x="2018364" y="1994068"/>
                </a:cubicBezTo>
                <a:close/>
                <a:moveTo>
                  <a:pt x="1858921" y="1994068"/>
                </a:moveTo>
                <a:cubicBezTo>
                  <a:pt x="1881366" y="1994068"/>
                  <a:pt x="1899561" y="2012263"/>
                  <a:pt x="1899561" y="2034708"/>
                </a:cubicBezTo>
                <a:cubicBezTo>
                  <a:pt x="1899561" y="2057153"/>
                  <a:pt x="1881366" y="2075348"/>
                  <a:pt x="1858921" y="2075348"/>
                </a:cubicBezTo>
                <a:cubicBezTo>
                  <a:pt x="1836476" y="2075348"/>
                  <a:pt x="1818281" y="2057153"/>
                  <a:pt x="1818281" y="2034708"/>
                </a:cubicBezTo>
                <a:cubicBezTo>
                  <a:pt x="1818281" y="2012263"/>
                  <a:pt x="1836476" y="1994068"/>
                  <a:pt x="1858921" y="1994068"/>
                </a:cubicBezTo>
                <a:close/>
                <a:moveTo>
                  <a:pt x="1707401" y="1994068"/>
                </a:moveTo>
                <a:cubicBezTo>
                  <a:pt x="1729846" y="1994068"/>
                  <a:pt x="1748041" y="2012263"/>
                  <a:pt x="1748041" y="2034708"/>
                </a:cubicBezTo>
                <a:cubicBezTo>
                  <a:pt x="1748041" y="2057153"/>
                  <a:pt x="1729846" y="2075348"/>
                  <a:pt x="1707401" y="2075348"/>
                </a:cubicBezTo>
                <a:cubicBezTo>
                  <a:pt x="1684956" y="2075348"/>
                  <a:pt x="1666761" y="2057153"/>
                  <a:pt x="1666761" y="2034708"/>
                </a:cubicBezTo>
                <a:cubicBezTo>
                  <a:pt x="1666761" y="2012263"/>
                  <a:pt x="1684956" y="1994068"/>
                  <a:pt x="1707401" y="1994068"/>
                </a:cubicBezTo>
                <a:close/>
                <a:moveTo>
                  <a:pt x="1555877" y="1994068"/>
                </a:moveTo>
                <a:cubicBezTo>
                  <a:pt x="1578322" y="1994068"/>
                  <a:pt x="1596517" y="2012263"/>
                  <a:pt x="1596517" y="2034708"/>
                </a:cubicBezTo>
                <a:cubicBezTo>
                  <a:pt x="1596517" y="2057153"/>
                  <a:pt x="1578322" y="2075348"/>
                  <a:pt x="1555877" y="2075348"/>
                </a:cubicBezTo>
                <a:cubicBezTo>
                  <a:pt x="1533432" y="2075348"/>
                  <a:pt x="1515237" y="2057153"/>
                  <a:pt x="1515237" y="2034708"/>
                </a:cubicBezTo>
                <a:cubicBezTo>
                  <a:pt x="1515237" y="2012263"/>
                  <a:pt x="1533432" y="1994068"/>
                  <a:pt x="1555877" y="1994068"/>
                </a:cubicBezTo>
                <a:close/>
                <a:moveTo>
                  <a:pt x="1404354" y="1994068"/>
                </a:moveTo>
                <a:cubicBezTo>
                  <a:pt x="1426799" y="1994068"/>
                  <a:pt x="1444994" y="2012263"/>
                  <a:pt x="1444994" y="2034708"/>
                </a:cubicBezTo>
                <a:cubicBezTo>
                  <a:pt x="1444994" y="2057153"/>
                  <a:pt x="1426799" y="2075348"/>
                  <a:pt x="1404354" y="2075348"/>
                </a:cubicBezTo>
                <a:cubicBezTo>
                  <a:pt x="1381909" y="2075348"/>
                  <a:pt x="1363714" y="2057153"/>
                  <a:pt x="1363714" y="2034708"/>
                </a:cubicBezTo>
                <a:cubicBezTo>
                  <a:pt x="1363714" y="2012263"/>
                  <a:pt x="1381909" y="1994068"/>
                  <a:pt x="1404354" y="1994068"/>
                </a:cubicBezTo>
                <a:close/>
                <a:moveTo>
                  <a:pt x="1252830" y="1994068"/>
                </a:moveTo>
                <a:cubicBezTo>
                  <a:pt x="1275275" y="1994068"/>
                  <a:pt x="1293470" y="2012263"/>
                  <a:pt x="1293470" y="2034708"/>
                </a:cubicBezTo>
                <a:cubicBezTo>
                  <a:pt x="1293470" y="2057153"/>
                  <a:pt x="1275275" y="2075348"/>
                  <a:pt x="1252830" y="2075348"/>
                </a:cubicBezTo>
                <a:cubicBezTo>
                  <a:pt x="1230385" y="2075348"/>
                  <a:pt x="1212190" y="2057153"/>
                  <a:pt x="1212190" y="2034708"/>
                </a:cubicBezTo>
                <a:cubicBezTo>
                  <a:pt x="1212190" y="2012263"/>
                  <a:pt x="1230385" y="1994068"/>
                  <a:pt x="1252830" y="1994068"/>
                </a:cubicBezTo>
                <a:close/>
                <a:moveTo>
                  <a:pt x="1101306" y="1994068"/>
                </a:moveTo>
                <a:cubicBezTo>
                  <a:pt x="1123751" y="1994068"/>
                  <a:pt x="1141946" y="2012263"/>
                  <a:pt x="1141946" y="2034708"/>
                </a:cubicBezTo>
                <a:cubicBezTo>
                  <a:pt x="1141946" y="2057153"/>
                  <a:pt x="1123751" y="2075348"/>
                  <a:pt x="1101306" y="2075348"/>
                </a:cubicBezTo>
                <a:cubicBezTo>
                  <a:pt x="1078861" y="2075348"/>
                  <a:pt x="1060666" y="2057153"/>
                  <a:pt x="1060666" y="2034708"/>
                </a:cubicBezTo>
                <a:cubicBezTo>
                  <a:pt x="1060666" y="2012263"/>
                  <a:pt x="1078861" y="1994068"/>
                  <a:pt x="1101306" y="1994068"/>
                </a:cubicBezTo>
                <a:close/>
                <a:moveTo>
                  <a:pt x="949783" y="1994068"/>
                </a:moveTo>
                <a:cubicBezTo>
                  <a:pt x="972228" y="1994068"/>
                  <a:pt x="990423" y="2012263"/>
                  <a:pt x="990423" y="2034708"/>
                </a:cubicBezTo>
                <a:cubicBezTo>
                  <a:pt x="990423" y="2057153"/>
                  <a:pt x="972228" y="2075348"/>
                  <a:pt x="949783" y="2075348"/>
                </a:cubicBezTo>
                <a:cubicBezTo>
                  <a:pt x="927338" y="2075348"/>
                  <a:pt x="909143" y="2057153"/>
                  <a:pt x="909143" y="2034708"/>
                </a:cubicBezTo>
                <a:cubicBezTo>
                  <a:pt x="909143" y="2012263"/>
                  <a:pt x="927338" y="1994068"/>
                  <a:pt x="949783" y="1994068"/>
                </a:cubicBezTo>
                <a:close/>
                <a:moveTo>
                  <a:pt x="798259" y="1994068"/>
                </a:moveTo>
                <a:cubicBezTo>
                  <a:pt x="820704" y="1994068"/>
                  <a:pt x="838899" y="2012263"/>
                  <a:pt x="838899" y="2034708"/>
                </a:cubicBezTo>
                <a:cubicBezTo>
                  <a:pt x="838899" y="2057153"/>
                  <a:pt x="820704" y="2075348"/>
                  <a:pt x="798259" y="2075348"/>
                </a:cubicBezTo>
                <a:cubicBezTo>
                  <a:pt x="775814" y="2075348"/>
                  <a:pt x="757619" y="2057153"/>
                  <a:pt x="757619" y="2034708"/>
                </a:cubicBezTo>
                <a:cubicBezTo>
                  <a:pt x="757619" y="2012263"/>
                  <a:pt x="775814" y="1994068"/>
                  <a:pt x="798259" y="1994068"/>
                </a:cubicBezTo>
                <a:close/>
                <a:moveTo>
                  <a:pt x="646735" y="1994068"/>
                </a:moveTo>
                <a:cubicBezTo>
                  <a:pt x="669180" y="1994068"/>
                  <a:pt x="687375" y="2012263"/>
                  <a:pt x="687375" y="2034708"/>
                </a:cubicBezTo>
                <a:cubicBezTo>
                  <a:pt x="687375" y="2057153"/>
                  <a:pt x="669180" y="2075348"/>
                  <a:pt x="646735" y="2075348"/>
                </a:cubicBezTo>
                <a:cubicBezTo>
                  <a:pt x="624290" y="2075348"/>
                  <a:pt x="606095" y="2057153"/>
                  <a:pt x="606095" y="2034708"/>
                </a:cubicBezTo>
                <a:cubicBezTo>
                  <a:pt x="606095" y="2012263"/>
                  <a:pt x="624290" y="1994068"/>
                  <a:pt x="646735" y="1994068"/>
                </a:cubicBezTo>
                <a:close/>
                <a:moveTo>
                  <a:pt x="495211" y="1994068"/>
                </a:moveTo>
                <a:cubicBezTo>
                  <a:pt x="517656" y="1994068"/>
                  <a:pt x="535851" y="2012263"/>
                  <a:pt x="535851" y="2034708"/>
                </a:cubicBezTo>
                <a:cubicBezTo>
                  <a:pt x="535851" y="2057153"/>
                  <a:pt x="517656" y="2075348"/>
                  <a:pt x="495211" y="2075348"/>
                </a:cubicBezTo>
                <a:cubicBezTo>
                  <a:pt x="472766" y="2075348"/>
                  <a:pt x="454571" y="2057153"/>
                  <a:pt x="454571" y="2034708"/>
                </a:cubicBezTo>
                <a:cubicBezTo>
                  <a:pt x="454571" y="2012263"/>
                  <a:pt x="472766" y="1994068"/>
                  <a:pt x="495211" y="1994068"/>
                </a:cubicBezTo>
                <a:close/>
                <a:moveTo>
                  <a:pt x="343688" y="1994068"/>
                </a:moveTo>
                <a:cubicBezTo>
                  <a:pt x="366133" y="1994068"/>
                  <a:pt x="384328" y="2012263"/>
                  <a:pt x="384328" y="2034708"/>
                </a:cubicBezTo>
                <a:cubicBezTo>
                  <a:pt x="384328" y="2057153"/>
                  <a:pt x="366133" y="2075348"/>
                  <a:pt x="343688" y="2075348"/>
                </a:cubicBezTo>
                <a:cubicBezTo>
                  <a:pt x="321243" y="2075348"/>
                  <a:pt x="303048" y="2057153"/>
                  <a:pt x="303048" y="2034708"/>
                </a:cubicBezTo>
                <a:cubicBezTo>
                  <a:pt x="303048" y="2012263"/>
                  <a:pt x="321243" y="1994068"/>
                  <a:pt x="343688" y="1994068"/>
                </a:cubicBezTo>
                <a:close/>
                <a:moveTo>
                  <a:pt x="192164" y="1994068"/>
                </a:moveTo>
                <a:cubicBezTo>
                  <a:pt x="214609" y="1994068"/>
                  <a:pt x="232804" y="2012263"/>
                  <a:pt x="232804" y="2034708"/>
                </a:cubicBezTo>
                <a:cubicBezTo>
                  <a:pt x="232804" y="2057153"/>
                  <a:pt x="214609" y="2075348"/>
                  <a:pt x="192164" y="2075348"/>
                </a:cubicBezTo>
                <a:cubicBezTo>
                  <a:pt x="169719" y="2075348"/>
                  <a:pt x="151524" y="2057153"/>
                  <a:pt x="151524" y="2034708"/>
                </a:cubicBezTo>
                <a:cubicBezTo>
                  <a:pt x="151524" y="2012263"/>
                  <a:pt x="169719" y="1994068"/>
                  <a:pt x="192164" y="1994068"/>
                </a:cubicBezTo>
                <a:close/>
                <a:moveTo>
                  <a:pt x="2927506" y="1813649"/>
                </a:moveTo>
                <a:cubicBezTo>
                  <a:pt x="2949951" y="1813649"/>
                  <a:pt x="2968146" y="1831844"/>
                  <a:pt x="2968146" y="1854289"/>
                </a:cubicBezTo>
                <a:cubicBezTo>
                  <a:pt x="2968146" y="1876734"/>
                  <a:pt x="2949951" y="1894929"/>
                  <a:pt x="2927506" y="1894929"/>
                </a:cubicBezTo>
                <a:cubicBezTo>
                  <a:pt x="2905061" y="1894929"/>
                  <a:pt x="2886866" y="1876734"/>
                  <a:pt x="2886866" y="1854289"/>
                </a:cubicBezTo>
                <a:cubicBezTo>
                  <a:pt x="2886866" y="1831844"/>
                  <a:pt x="2905061" y="1813649"/>
                  <a:pt x="2927506" y="1813649"/>
                </a:cubicBezTo>
                <a:close/>
                <a:moveTo>
                  <a:pt x="2775983" y="1813649"/>
                </a:moveTo>
                <a:cubicBezTo>
                  <a:pt x="2798428" y="1813649"/>
                  <a:pt x="2816623" y="1831844"/>
                  <a:pt x="2816623" y="1854289"/>
                </a:cubicBezTo>
                <a:cubicBezTo>
                  <a:pt x="2816623" y="1876734"/>
                  <a:pt x="2798428" y="1894929"/>
                  <a:pt x="2775983" y="1894929"/>
                </a:cubicBezTo>
                <a:cubicBezTo>
                  <a:pt x="2753538" y="1894929"/>
                  <a:pt x="2735343" y="1876734"/>
                  <a:pt x="2735343" y="1854289"/>
                </a:cubicBezTo>
                <a:cubicBezTo>
                  <a:pt x="2735343" y="1831844"/>
                  <a:pt x="2753538" y="1813649"/>
                  <a:pt x="2775983" y="1813649"/>
                </a:cubicBezTo>
                <a:close/>
                <a:moveTo>
                  <a:pt x="2624459" y="1813649"/>
                </a:moveTo>
                <a:cubicBezTo>
                  <a:pt x="2646904" y="1813649"/>
                  <a:pt x="2665099" y="1831844"/>
                  <a:pt x="2665099" y="1854289"/>
                </a:cubicBezTo>
                <a:cubicBezTo>
                  <a:pt x="2665099" y="1876734"/>
                  <a:pt x="2646904" y="1894929"/>
                  <a:pt x="2624459" y="1894929"/>
                </a:cubicBezTo>
                <a:cubicBezTo>
                  <a:pt x="2602014" y="1894929"/>
                  <a:pt x="2583819" y="1876734"/>
                  <a:pt x="2583819" y="1854289"/>
                </a:cubicBezTo>
                <a:cubicBezTo>
                  <a:pt x="2583819" y="1831844"/>
                  <a:pt x="2602014" y="1813649"/>
                  <a:pt x="2624459" y="1813649"/>
                </a:cubicBezTo>
                <a:close/>
                <a:moveTo>
                  <a:pt x="2472935" y="1813649"/>
                </a:moveTo>
                <a:cubicBezTo>
                  <a:pt x="2495380" y="1813649"/>
                  <a:pt x="2513575" y="1831844"/>
                  <a:pt x="2513575" y="1854289"/>
                </a:cubicBezTo>
                <a:cubicBezTo>
                  <a:pt x="2513575" y="1876734"/>
                  <a:pt x="2495380" y="1894929"/>
                  <a:pt x="2472935" y="1894929"/>
                </a:cubicBezTo>
                <a:cubicBezTo>
                  <a:pt x="2450490" y="1894929"/>
                  <a:pt x="2432295" y="1876734"/>
                  <a:pt x="2432295" y="1854289"/>
                </a:cubicBezTo>
                <a:cubicBezTo>
                  <a:pt x="2432295" y="1831844"/>
                  <a:pt x="2450490" y="1813649"/>
                  <a:pt x="2472935" y="1813649"/>
                </a:cubicBezTo>
                <a:close/>
                <a:moveTo>
                  <a:pt x="2321411" y="1813649"/>
                </a:moveTo>
                <a:cubicBezTo>
                  <a:pt x="2343856" y="1813649"/>
                  <a:pt x="2362051" y="1831844"/>
                  <a:pt x="2362051" y="1854289"/>
                </a:cubicBezTo>
                <a:cubicBezTo>
                  <a:pt x="2362051" y="1876734"/>
                  <a:pt x="2343856" y="1894929"/>
                  <a:pt x="2321411" y="1894929"/>
                </a:cubicBezTo>
                <a:cubicBezTo>
                  <a:pt x="2298966" y="1894929"/>
                  <a:pt x="2280771" y="1876734"/>
                  <a:pt x="2280771" y="1854289"/>
                </a:cubicBezTo>
                <a:cubicBezTo>
                  <a:pt x="2280771" y="1831844"/>
                  <a:pt x="2298966" y="1813649"/>
                  <a:pt x="2321411" y="1813649"/>
                </a:cubicBezTo>
                <a:close/>
                <a:moveTo>
                  <a:pt x="2169888" y="1813649"/>
                </a:moveTo>
                <a:cubicBezTo>
                  <a:pt x="2192333" y="1813649"/>
                  <a:pt x="2210528" y="1831844"/>
                  <a:pt x="2210528" y="1854289"/>
                </a:cubicBezTo>
                <a:cubicBezTo>
                  <a:pt x="2210528" y="1876734"/>
                  <a:pt x="2192333" y="1894929"/>
                  <a:pt x="2169888" y="1894929"/>
                </a:cubicBezTo>
                <a:cubicBezTo>
                  <a:pt x="2147443" y="1894929"/>
                  <a:pt x="2129248" y="1876734"/>
                  <a:pt x="2129248" y="1854289"/>
                </a:cubicBezTo>
                <a:cubicBezTo>
                  <a:pt x="2129248" y="1831844"/>
                  <a:pt x="2147443" y="1813649"/>
                  <a:pt x="2169888" y="1813649"/>
                </a:cubicBezTo>
                <a:close/>
                <a:moveTo>
                  <a:pt x="2018364" y="1813649"/>
                </a:moveTo>
                <a:cubicBezTo>
                  <a:pt x="2040809" y="1813649"/>
                  <a:pt x="2059004" y="1831844"/>
                  <a:pt x="2059004" y="1854289"/>
                </a:cubicBezTo>
                <a:cubicBezTo>
                  <a:pt x="2059004" y="1876734"/>
                  <a:pt x="2040809" y="1894929"/>
                  <a:pt x="2018364" y="1894929"/>
                </a:cubicBezTo>
                <a:cubicBezTo>
                  <a:pt x="1995919" y="1894929"/>
                  <a:pt x="1977724" y="1876734"/>
                  <a:pt x="1977724" y="1854289"/>
                </a:cubicBezTo>
                <a:cubicBezTo>
                  <a:pt x="1977724" y="1831844"/>
                  <a:pt x="1995919" y="1813649"/>
                  <a:pt x="2018364" y="1813649"/>
                </a:cubicBezTo>
                <a:close/>
                <a:moveTo>
                  <a:pt x="1858921" y="1813649"/>
                </a:moveTo>
                <a:cubicBezTo>
                  <a:pt x="1881366" y="1813649"/>
                  <a:pt x="1899561" y="1831844"/>
                  <a:pt x="1899561" y="1854289"/>
                </a:cubicBezTo>
                <a:cubicBezTo>
                  <a:pt x="1899561" y="1876734"/>
                  <a:pt x="1881366" y="1894929"/>
                  <a:pt x="1858921" y="1894929"/>
                </a:cubicBezTo>
                <a:cubicBezTo>
                  <a:pt x="1836476" y="1894929"/>
                  <a:pt x="1818281" y="1876734"/>
                  <a:pt x="1818281" y="1854289"/>
                </a:cubicBezTo>
                <a:cubicBezTo>
                  <a:pt x="1818281" y="1831844"/>
                  <a:pt x="1836476" y="1813649"/>
                  <a:pt x="1858921" y="1813649"/>
                </a:cubicBezTo>
                <a:close/>
                <a:moveTo>
                  <a:pt x="1707401" y="1813649"/>
                </a:moveTo>
                <a:cubicBezTo>
                  <a:pt x="1729846" y="1813649"/>
                  <a:pt x="1748041" y="1831844"/>
                  <a:pt x="1748041" y="1854289"/>
                </a:cubicBezTo>
                <a:cubicBezTo>
                  <a:pt x="1748041" y="1876734"/>
                  <a:pt x="1729846" y="1894929"/>
                  <a:pt x="1707401" y="1894929"/>
                </a:cubicBezTo>
                <a:cubicBezTo>
                  <a:pt x="1684956" y="1894929"/>
                  <a:pt x="1666761" y="1876734"/>
                  <a:pt x="1666761" y="1854289"/>
                </a:cubicBezTo>
                <a:cubicBezTo>
                  <a:pt x="1666761" y="1831844"/>
                  <a:pt x="1684956" y="1813649"/>
                  <a:pt x="1707401" y="1813649"/>
                </a:cubicBezTo>
                <a:close/>
                <a:moveTo>
                  <a:pt x="1555877" y="1813649"/>
                </a:moveTo>
                <a:cubicBezTo>
                  <a:pt x="1578322" y="1813649"/>
                  <a:pt x="1596517" y="1831844"/>
                  <a:pt x="1596517" y="1854289"/>
                </a:cubicBezTo>
                <a:cubicBezTo>
                  <a:pt x="1596517" y="1876734"/>
                  <a:pt x="1578322" y="1894929"/>
                  <a:pt x="1555877" y="1894929"/>
                </a:cubicBezTo>
                <a:cubicBezTo>
                  <a:pt x="1533432" y="1894929"/>
                  <a:pt x="1515237" y="1876734"/>
                  <a:pt x="1515237" y="1854289"/>
                </a:cubicBezTo>
                <a:cubicBezTo>
                  <a:pt x="1515237" y="1831844"/>
                  <a:pt x="1533432" y="1813649"/>
                  <a:pt x="1555877" y="1813649"/>
                </a:cubicBezTo>
                <a:close/>
                <a:moveTo>
                  <a:pt x="1404354" y="1813649"/>
                </a:moveTo>
                <a:cubicBezTo>
                  <a:pt x="1426799" y="1813649"/>
                  <a:pt x="1444994" y="1831844"/>
                  <a:pt x="1444994" y="1854289"/>
                </a:cubicBezTo>
                <a:cubicBezTo>
                  <a:pt x="1444994" y="1876734"/>
                  <a:pt x="1426799" y="1894929"/>
                  <a:pt x="1404354" y="1894929"/>
                </a:cubicBezTo>
                <a:cubicBezTo>
                  <a:pt x="1381909" y="1894929"/>
                  <a:pt x="1363714" y="1876734"/>
                  <a:pt x="1363714" y="1854289"/>
                </a:cubicBezTo>
                <a:cubicBezTo>
                  <a:pt x="1363714" y="1831844"/>
                  <a:pt x="1381909" y="1813649"/>
                  <a:pt x="1404354" y="1813649"/>
                </a:cubicBezTo>
                <a:close/>
                <a:moveTo>
                  <a:pt x="1252830" y="1813649"/>
                </a:moveTo>
                <a:cubicBezTo>
                  <a:pt x="1275275" y="1813649"/>
                  <a:pt x="1293470" y="1831844"/>
                  <a:pt x="1293470" y="1854289"/>
                </a:cubicBezTo>
                <a:cubicBezTo>
                  <a:pt x="1293470" y="1876734"/>
                  <a:pt x="1275275" y="1894929"/>
                  <a:pt x="1252830" y="1894929"/>
                </a:cubicBezTo>
                <a:cubicBezTo>
                  <a:pt x="1230385" y="1894929"/>
                  <a:pt x="1212190" y="1876734"/>
                  <a:pt x="1212190" y="1854289"/>
                </a:cubicBezTo>
                <a:cubicBezTo>
                  <a:pt x="1212190" y="1831844"/>
                  <a:pt x="1230385" y="1813649"/>
                  <a:pt x="1252830" y="1813649"/>
                </a:cubicBezTo>
                <a:close/>
                <a:moveTo>
                  <a:pt x="1101306" y="1813649"/>
                </a:moveTo>
                <a:cubicBezTo>
                  <a:pt x="1123751" y="1813649"/>
                  <a:pt x="1141946" y="1831844"/>
                  <a:pt x="1141946" y="1854289"/>
                </a:cubicBezTo>
                <a:cubicBezTo>
                  <a:pt x="1141946" y="1876734"/>
                  <a:pt x="1123751" y="1894929"/>
                  <a:pt x="1101306" y="1894929"/>
                </a:cubicBezTo>
                <a:cubicBezTo>
                  <a:pt x="1078861" y="1894929"/>
                  <a:pt x="1060666" y="1876734"/>
                  <a:pt x="1060666" y="1854289"/>
                </a:cubicBezTo>
                <a:cubicBezTo>
                  <a:pt x="1060666" y="1831844"/>
                  <a:pt x="1078861" y="1813649"/>
                  <a:pt x="1101306" y="1813649"/>
                </a:cubicBezTo>
                <a:close/>
                <a:moveTo>
                  <a:pt x="949783" y="1813649"/>
                </a:moveTo>
                <a:cubicBezTo>
                  <a:pt x="972228" y="1813649"/>
                  <a:pt x="990423" y="1831844"/>
                  <a:pt x="990423" y="1854289"/>
                </a:cubicBezTo>
                <a:cubicBezTo>
                  <a:pt x="990423" y="1876734"/>
                  <a:pt x="972228" y="1894929"/>
                  <a:pt x="949783" y="1894929"/>
                </a:cubicBezTo>
                <a:cubicBezTo>
                  <a:pt x="927338" y="1894929"/>
                  <a:pt x="909143" y="1876734"/>
                  <a:pt x="909143" y="1854289"/>
                </a:cubicBezTo>
                <a:cubicBezTo>
                  <a:pt x="909143" y="1831844"/>
                  <a:pt x="927338" y="1813649"/>
                  <a:pt x="949783" y="1813649"/>
                </a:cubicBezTo>
                <a:close/>
                <a:moveTo>
                  <a:pt x="798259" y="1813649"/>
                </a:moveTo>
                <a:cubicBezTo>
                  <a:pt x="820704" y="1813649"/>
                  <a:pt x="838899" y="1831844"/>
                  <a:pt x="838899" y="1854289"/>
                </a:cubicBezTo>
                <a:cubicBezTo>
                  <a:pt x="838899" y="1876734"/>
                  <a:pt x="820704" y="1894929"/>
                  <a:pt x="798259" y="1894929"/>
                </a:cubicBezTo>
                <a:cubicBezTo>
                  <a:pt x="775814" y="1894929"/>
                  <a:pt x="757619" y="1876734"/>
                  <a:pt x="757619" y="1854289"/>
                </a:cubicBezTo>
                <a:cubicBezTo>
                  <a:pt x="757619" y="1831844"/>
                  <a:pt x="775814" y="1813649"/>
                  <a:pt x="798259" y="1813649"/>
                </a:cubicBezTo>
                <a:close/>
                <a:moveTo>
                  <a:pt x="646735" y="1813649"/>
                </a:moveTo>
                <a:cubicBezTo>
                  <a:pt x="669180" y="1813649"/>
                  <a:pt x="687375" y="1831844"/>
                  <a:pt x="687375" y="1854289"/>
                </a:cubicBezTo>
                <a:cubicBezTo>
                  <a:pt x="687375" y="1876734"/>
                  <a:pt x="669180" y="1894929"/>
                  <a:pt x="646735" y="1894929"/>
                </a:cubicBezTo>
                <a:cubicBezTo>
                  <a:pt x="624290" y="1894929"/>
                  <a:pt x="606095" y="1876734"/>
                  <a:pt x="606095" y="1854289"/>
                </a:cubicBezTo>
                <a:cubicBezTo>
                  <a:pt x="606095" y="1831844"/>
                  <a:pt x="624290" y="1813649"/>
                  <a:pt x="646735" y="1813649"/>
                </a:cubicBezTo>
                <a:close/>
                <a:moveTo>
                  <a:pt x="495211" y="1813649"/>
                </a:moveTo>
                <a:cubicBezTo>
                  <a:pt x="517656" y="1813649"/>
                  <a:pt x="535851" y="1831844"/>
                  <a:pt x="535851" y="1854289"/>
                </a:cubicBezTo>
                <a:cubicBezTo>
                  <a:pt x="535851" y="1876734"/>
                  <a:pt x="517656" y="1894929"/>
                  <a:pt x="495211" y="1894929"/>
                </a:cubicBezTo>
                <a:cubicBezTo>
                  <a:pt x="472766" y="1894929"/>
                  <a:pt x="454571" y="1876734"/>
                  <a:pt x="454571" y="1854289"/>
                </a:cubicBezTo>
                <a:cubicBezTo>
                  <a:pt x="454571" y="1831844"/>
                  <a:pt x="472766" y="1813649"/>
                  <a:pt x="495211" y="1813649"/>
                </a:cubicBezTo>
                <a:close/>
                <a:moveTo>
                  <a:pt x="343688" y="1813649"/>
                </a:moveTo>
                <a:cubicBezTo>
                  <a:pt x="366133" y="1813649"/>
                  <a:pt x="384328" y="1831844"/>
                  <a:pt x="384328" y="1854289"/>
                </a:cubicBezTo>
                <a:cubicBezTo>
                  <a:pt x="384328" y="1876734"/>
                  <a:pt x="366133" y="1894929"/>
                  <a:pt x="343688" y="1894929"/>
                </a:cubicBezTo>
                <a:cubicBezTo>
                  <a:pt x="321243" y="1894929"/>
                  <a:pt x="303048" y="1876734"/>
                  <a:pt x="303048" y="1854289"/>
                </a:cubicBezTo>
                <a:cubicBezTo>
                  <a:pt x="303048" y="1831844"/>
                  <a:pt x="321243" y="1813649"/>
                  <a:pt x="343688" y="1813649"/>
                </a:cubicBezTo>
                <a:close/>
                <a:moveTo>
                  <a:pt x="192164" y="1813649"/>
                </a:moveTo>
                <a:cubicBezTo>
                  <a:pt x="214609" y="1813649"/>
                  <a:pt x="232804" y="1831844"/>
                  <a:pt x="232804" y="1854289"/>
                </a:cubicBezTo>
                <a:cubicBezTo>
                  <a:pt x="232804" y="1876734"/>
                  <a:pt x="214609" y="1894929"/>
                  <a:pt x="192164" y="1894929"/>
                </a:cubicBezTo>
                <a:cubicBezTo>
                  <a:pt x="169719" y="1894929"/>
                  <a:pt x="151524" y="1876734"/>
                  <a:pt x="151524" y="1854289"/>
                </a:cubicBezTo>
                <a:cubicBezTo>
                  <a:pt x="151524" y="1831844"/>
                  <a:pt x="169719" y="1813649"/>
                  <a:pt x="192164" y="1813649"/>
                </a:cubicBezTo>
                <a:close/>
                <a:moveTo>
                  <a:pt x="40640" y="1813649"/>
                </a:moveTo>
                <a:cubicBezTo>
                  <a:pt x="63085" y="1813649"/>
                  <a:pt x="81280" y="1831844"/>
                  <a:pt x="81280" y="1854289"/>
                </a:cubicBezTo>
                <a:cubicBezTo>
                  <a:pt x="81280" y="1876734"/>
                  <a:pt x="63085" y="1894929"/>
                  <a:pt x="40640" y="1894929"/>
                </a:cubicBezTo>
                <a:cubicBezTo>
                  <a:pt x="18195" y="1894929"/>
                  <a:pt x="0" y="1876734"/>
                  <a:pt x="0" y="1854289"/>
                </a:cubicBezTo>
                <a:cubicBezTo>
                  <a:pt x="0" y="1831844"/>
                  <a:pt x="18195" y="1813649"/>
                  <a:pt x="40640" y="1813649"/>
                </a:cubicBezTo>
                <a:close/>
                <a:moveTo>
                  <a:pt x="2927506" y="1633230"/>
                </a:moveTo>
                <a:cubicBezTo>
                  <a:pt x="2949951" y="1633230"/>
                  <a:pt x="2968146" y="1651425"/>
                  <a:pt x="2968146" y="1673870"/>
                </a:cubicBezTo>
                <a:cubicBezTo>
                  <a:pt x="2968146" y="1696315"/>
                  <a:pt x="2949951" y="1714510"/>
                  <a:pt x="2927506" y="1714510"/>
                </a:cubicBezTo>
                <a:cubicBezTo>
                  <a:pt x="2905061" y="1714510"/>
                  <a:pt x="2886866" y="1696315"/>
                  <a:pt x="2886866" y="1673870"/>
                </a:cubicBezTo>
                <a:cubicBezTo>
                  <a:pt x="2886866" y="1651425"/>
                  <a:pt x="2905061" y="1633230"/>
                  <a:pt x="2927506" y="1633230"/>
                </a:cubicBezTo>
                <a:close/>
                <a:moveTo>
                  <a:pt x="2775983" y="1633230"/>
                </a:moveTo>
                <a:cubicBezTo>
                  <a:pt x="2798428" y="1633230"/>
                  <a:pt x="2816623" y="1651425"/>
                  <a:pt x="2816623" y="1673870"/>
                </a:cubicBezTo>
                <a:cubicBezTo>
                  <a:pt x="2816623" y="1696315"/>
                  <a:pt x="2798428" y="1714510"/>
                  <a:pt x="2775983" y="1714510"/>
                </a:cubicBezTo>
                <a:cubicBezTo>
                  <a:pt x="2753538" y="1714510"/>
                  <a:pt x="2735343" y="1696315"/>
                  <a:pt x="2735343" y="1673870"/>
                </a:cubicBezTo>
                <a:cubicBezTo>
                  <a:pt x="2735343" y="1651425"/>
                  <a:pt x="2753538" y="1633230"/>
                  <a:pt x="2775983" y="1633230"/>
                </a:cubicBezTo>
                <a:close/>
                <a:moveTo>
                  <a:pt x="2624459" y="1633230"/>
                </a:moveTo>
                <a:cubicBezTo>
                  <a:pt x="2646904" y="1633230"/>
                  <a:pt x="2665099" y="1651425"/>
                  <a:pt x="2665099" y="1673870"/>
                </a:cubicBezTo>
                <a:cubicBezTo>
                  <a:pt x="2665099" y="1696315"/>
                  <a:pt x="2646904" y="1714510"/>
                  <a:pt x="2624459" y="1714510"/>
                </a:cubicBezTo>
                <a:cubicBezTo>
                  <a:pt x="2602014" y="1714510"/>
                  <a:pt x="2583819" y="1696315"/>
                  <a:pt x="2583819" y="1673870"/>
                </a:cubicBezTo>
                <a:cubicBezTo>
                  <a:pt x="2583819" y="1651425"/>
                  <a:pt x="2602014" y="1633230"/>
                  <a:pt x="2624459" y="1633230"/>
                </a:cubicBezTo>
                <a:close/>
                <a:moveTo>
                  <a:pt x="2472935" y="1633230"/>
                </a:moveTo>
                <a:cubicBezTo>
                  <a:pt x="2495380" y="1633230"/>
                  <a:pt x="2513575" y="1651425"/>
                  <a:pt x="2513575" y="1673870"/>
                </a:cubicBezTo>
                <a:cubicBezTo>
                  <a:pt x="2513575" y="1696315"/>
                  <a:pt x="2495380" y="1714510"/>
                  <a:pt x="2472935" y="1714510"/>
                </a:cubicBezTo>
                <a:cubicBezTo>
                  <a:pt x="2450490" y="1714510"/>
                  <a:pt x="2432295" y="1696315"/>
                  <a:pt x="2432295" y="1673870"/>
                </a:cubicBezTo>
                <a:cubicBezTo>
                  <a:pt x="2432295" y="1651425"/>
                  <a:pt x="2450490" y="1633230"/>
                  <a:pt x="2472935" y="1633230"/>
                </a:cubicBezTo>
                <a:close/>
                <a:moveTo>
                  <a:pt x="2321411" y="1633230"/>
                </a:moveTo>
                <a:cubicBezTo>
                  <a:pt x="2343856" y="1633230"/>
                  <a:pt x="2362051" y="1651425"/>
                  <a:pt x="2362051" y="1673870"/>
                </a:cubicBezTo>
                <a:cubicBezTo>
                  <a:pt x="2362051" y="1696315"/>
                  <a:pt x="2343856" y="1714510"/>
                  <a:pt x="2321411" y="1714510"/>
                </a:cubicBezTo>
                <a:cubicBezTo>
                  <a:pt x="2298966" y="1714510"/>
                  <a:pt x="2280771" y="1696315"/>
                  <a:pt x="2280771" y="1673870"/>
                </a:cubicBezTo>
                <a:cubicBezTo>
                  <a:pt x="2280771" y="1651425"/>
                  <a:pt x="2298966" y="1633230"/>
                  <a:pt x="2321411" y="1633230"/>
                </a:cubicBezTo>
                <a:close/>
                <a:moveTo>
                  <a:pt x="2169888" y="1633230"/>
                </a:moveTo>
                <a:cubicBezTo>
                  <a:pt x="2192333" y="1633230"/>
                  <a:pt x="2210528" y="1651425"/>
                  <a:pt x="2210528" y="1673870"/>
                </a:cubicBezTo>
                <a:cubicBezTo>
                  <a:pt x="2210528" y="1696315"/>
                  <a:pt x="2192333" y="1714510"/>
                  <a:pt x="2169888" y="1714510"/>
                </a:cubicBezTo>
                <a:cubicBezTo>
                  <a:pt x="2147443" y="1714510"/>
                  <a:pt x="2129248" y="1696315"/>
                  <a:pt x="2129248" y="1673870"/>
                </a:cubicBezTo>
                <a:cubicBezTo>
                  <a:pt x="2129248" y="1651425"/>
                  <a:pt x="2147443" y="1633230"/>
                  <a:pt x="2169888" y="1633230"/>
                </a:cubicBezTo>
                <a:close/>
                <a:moveTo>
                  <a:pt x="2018364" y="1633230"/>
                </a:moveTo>
                <a:cubicBezTo>
                  <a:pt x="2040809" y="1633230"/>
                  <a:pt x="2059004" y="1651425"/>
                  <a:pt x="2059004" y="1673870"/>
                </a:cubicBezTo>
                <a:cubicBezTo>
                  <a:pt x="2059004" y="1696315"/>
                  <a:pt x="2040809" y="1714510"/>
                  <a:pt x="2018364" y="1714510"/>
                </a:cubicBezTo>
                <a:cubicBezTo>
                  <a:pt x="1995919" y="1714510"/>
                  <a:pt x="1977724" y="1696315"/>
                  <a:pt x="1977724" y="1673870"/>
                </a:cubicBezTo>
                <a:cubicBezTo>
                  <a:pt x="1977724" y="1651425"/>
                  <a:pt x="1995919" y="1633230"/>
                  <a:pt x="2018364" y="1633230"/>
                </a:cubicBezTo>
                <a:close/>
                <a:moveTo>
                  <a:pt x="1858921" y="1633230"/>
                </a:moveTo>
                <a:cubicBezTo>
                  <a:pt x="1881366" y="1633230"/>
                  <a:pt x="1899561" y="1651425"/>
                  <a:pt x="1899561" y="1673870"/>
                </a:cubicBezTo>
                <a:cubicBezTo>
                  <a:pt x="1899561" y="1696315"/>
                  <a:pt x="1881366" y="1714510"/>
                  <a:pt x="1858921" y="1714510"/>
                </a:cubicBezTo>
                <a:cubicBezTo>
                  <a:pt x="1836476" y="1714510"/>
                  <a:pt x="1818281" y="1696315"/>
                  <a:pt x="1818281" y="1673870"/>
                </a:cubicBezTo>
                <a:cubicBezTo>
                  <a:pt x="1818281" y="1651425"/>
                  <a:pt x="1836476" y="1633230"/>
                  <a:pt x="1858921" y="1633230"/>
                </a:cubicBezTo>
                <a:close/>
                <a:moveTo>
                  <a:pt x="1707401" y="1633230"/>
                </a:moveTo>
                <a:cubicBezTo>
                  <a:pt x="1729846" y="1633230"/>
                  <a:pt x="1748041" y="1651425"/>
                  <a:pt x="1748041" y="1673870"/>
                </a:cubicBezTo>
                <a:cubicBezTo>
                  <a:pt x="1748041" y="1696315"/>
                  <a:pt x="1729846" y="1714510"/>
                  <a:pt x="1707401" y="1714510"/>
                </a:cubicBezTo>
                <a:cubicBezTo>
                  <a:pt x="1684956" y="1714510"/>
                  <a:pt x="1666761" y="1696315"/>
                  <a:pt x="1666761" y="1673870"/>
                </a:cubicBezTo>
                <a:cubicBezTo>
                  <a:pt x="1666761" y="1651425"/>
                  <a:pt x="1684956" y="1633230"/>
                  <a:pt x="1707401" y="1633230"/>
                </a:cubicBezTo>
                <a:close/>
                <a:moveTo>
                  <a:pt x="1555877" y="1633230"/>
                </a:moveTo>
                <a:cubicBezTo>
                  <a:pt x="1578322" y="1633230"/>
                  <a:pt x="1596517" y="1651425"/>
                  <a:pt x="1596517" y="1673870"/>
                </a:cubicBezTo>
                <a:cubicBezTo>
                  <a:pt x="1596517" y="1696315"/>
                  <a:pt x="1578322" y="1714510"/>
                  <a:pt x="1555877" y="1714510"/>
                </a:cubicBezTo>
                <a:cubicBezTo>
                  <a:pt x="1533432" y="1714510"/>
                  <a:pt x="1515237" y="1696315"/>
                  <a:pt x="1515237" y="1673870"/>
                </a:cubicBezTo>
                <a:cubicBezTo>
                  <a:pt x="1515237" y="1651425"/>
                  <a:pt x="1533432" y="1633230"/>
                  <a:pt x="1555877" y="1633230"/>
                </a:cubicBezTo>
                <a:close/>
                <a:moveTo>
                  <a:pt x="1404354" y="1633230"/>
                </a:moveTo>
                <a:cubicBezTo>
                  <a:pt x="1426799" y="1633230"/>
                  <a:pt x="1444994" y="1651425"/>
                  <a:pt x="1444994" y="1673870"/>
                </a:cubicBezTo>
                <a:cubicBezTo>
                  <a:pt x="1444994" y="1696315"/>
                  <a:pt x="1426799" y="1714510"/>
                  <a:pt x="1404354" y="1714510"/>
                </a:cubicBezTo>
                <a:cubicBezTo>
                  <a:pt x="1381909" y="1714510"/>
                  <a:pt x="1363714" y="1696315"/>
                  <a:pt x="1363714" y="1673870"/>
                </a:cubicBezTo>
                <a:cubicBezTo>
                  <a:pt x="1363714" y="1651425"/>
                  <a:pt x="1381909" y="1633230"/>
                  <a:pt x="1404354" y="1633230"/>
                </a:cubicBezTo>
                <a:close/>
                <a:moveTo>
                  <a:pt x="1252830" y="1633230"/>
                </a:moveTo>
                <a:cubicBezTo>
                  <a:pt x="1275275" y="1633230"/>
                  <a:pt x="1293470" y="1651425"/>
                  <a:pt x="1293470" y="1673870"/>
                </a:cubicBezTo>
                <a:cubicBezTo>
                  <a:pt x="1293470" y="1696315"/>
                  <a:pt x="1275275" y="1714510"/>
                  <a:pt x="1252830" y="1714510"/>
                </a:cubicBezTo>
                <a:cubicBezTo>
                  <a:pt x="1230385" y="1714510"/>
                  <a:pt x="1212190" y="1696315"/>
                  <a:pt x="1212190" y="1673870"/>
                </a:cubicBezTo>
                <a:cubicBezTo>
                  <a:pt x="1212190" y="1651425"/>
                  <a:pt x="1230385" y="1633230"/>
                  <a:pt x="1252830" y="1633230"/>
                </a:cubicBezTo>
                <a:close/>
                <a:moveTo>
                  <a:pt x="1101306" y="1633230"/>
                </a:moveTo>
                <a:cubicBezTo>
                  <a:pt x="1123751" y="1633230"/>
                  <a:pt x="1141946" y="1651425"/>
                  <a:pt x="1141946" y="1673870"/>
                </a:cubicBezTo>
                <a:cubicBezTo>
                  <a:pt x="1141946" y="1696315"/>
                  <a:pt x="1123751" y="1714510"/>
                  <a:pt x="1101306" y="1714510"/>
                </a:cubicBezTo>
                <a:cubicBezTo>
                  <a:pt x="1078861" y="1714510"/>
                  <a:pt x="1060666" y="1696315"/>
                  <a:pt x="1060666" y="1673870"/>
                </a:cubicBezTo>
                <a:cubicBezTo>
                  <a:pt x="1060666" y="1651425"/>
                  <a:pt x="1078861" y="1633230"/>
                  <a:pt x="1101306" y="1633230"/>
                </a:cubicBezTo>
                <a:close/>
                <a:moveTo>
                  <a:pt x="949783" y="1633230"/>
                </a:moveTo>
                <a:cubicBezTo>
                  <a:pt x="972228" y="1633230"/>
                  <a:pt x="990423" y="1651425"/>
                  <a:pt x="990423" y="1673870"/>
                </a:cubicBezTo>
                <a:cubicBezTo>
                  <a:pt x="990423" y="1696315"/>
                  <a:pt x="972228" y="1714510"/>
                  <a:pt x="949783" y="1714510"/>
                </a:cubicBezTo>
                <a:cubicBezTo>
                  <a:pt x="927338" y="1714510"/>
                  <a:pt x="909143" y="1696315"/>
                  <a:pt x="909143" y="1673870"/>
                </a:cubicBezTo>
                <a:cubicBezTo>
                  <a:pt x="909143" y="1651425"/>
                  <a:pt x="927338" y="1633230"/>
                  <a:pt x="949783" y="1633230"/>
                </a:cubicBezTo>
                <a:close/>
                <a:moveTo>
                  <a:pt x="798259" y="1633230"/>
                </a:moveTo>
                <a:cubicBezTo>
                  <a:pt x="820704" y="1633230"/>
                  <a:pt x="838899" y="1651425"/>
                  <a:pt x="838899" y="1673870"/>
                </a:cubicBezTo>
                <a:cubicBezTo>
                  <a:pt x="838899" y="1696315"/>
                  <a:pt x="820704" y="1714510"/>
                  <a:pt x="798259" y="1714510"/>
                </a:cubicBezTo>
                <a:cubicBezTo>
                  <a:pt x="775814" y="1714510"/>
                  <a:pt x="757619" y="1696315"/>
                  <a:pt x="757619" y="1673870"/>
                </a:cubicBezTo>
                <a:cubicBezTo>
                  <a:pt x="757619" y="1651425"/>
                  <a:pt x="775814" y="1633230"/>
                  <a:pt x="798259" y="1633230"/>
                </a:cubicBezTo>
                <a:close/>
                <a:moveTo>
                  <a:pt x="646735" y="1633230"/>
                </a:moveTo>
                <a:cubicBezTo>
                  <a:pt x="669180" y="1633230"/>
                  <a:pt x="687375" y="1651425"/>
                  <a:pt x="687375" y="1673870"/>
                </a:cubicBezTo>
                <a:cubicBezTo>
                  <a:pt x="687375" y="1696315"/>
                  <a:pt x="669180" y="1714510"/>
                  <a:pt x="646735" y="1714510"/>
                </a:cubicBezTo>
                <a:cubicBezTo>
                  <a:pt x="624290" y="1714510"/>
                  <a:pt x="606095" y="1696315"/>
                  <a:pt x="606095" y="1673870"/>
                </a:cubicBezTo>
                <a:cubicBezTo>
                  <a:pt x="606095" y="1651425"/>
                  <a:pt x="624290" y="1633230"/>
                  <a:pt x="646735" y="1633230"/>
                </a:cubicBezTo>
                <a:close/>
                <a:moveTo>
                  <a:pt x="495211" y="1633230"/>
                </a:moveTo>
                <a:cubicBezTo>
                  <a:pt x="517656" y="1633230"/>
                  <a:pt x="535851" y="1651425"/>
                  <a:pt x="535851" y="1673870"/>
                </a:cubicBezTo>
                <a:cubicBezTo>
                  <a:pt x="535851" y="1696315"/>
                  <a:pt x="517656" y="1714510"/>
                  <a:pt x="495211" y="1714510"/>
                </a:cubicBezTo>
                <a:cubicBezTo>
                  <a:pt x="472766" y="1714510"/>
                  <a:pt x="454571" y="1696315"/>
                  <a:pt x="454571" y="1673870"/>
                </a:cubicBezTo>
                <a:cubicBezTo>
                  <a:pt x="454571" y="1651425"/>
                  <a:pt x="472766" y="1633230"/>
                  <a:pt x="495211" y="1633230"/>
                </a:cubicBezTo>
                <a:close/>
                <a:moveTo>
                  <a:pt x="343688" y="1633230"/>
                </a:moveTo>
                <a:cubicBezTo>
                  <a:pt x="366133" y="1633230"/>
                  <a:pt x="384328" y="1651425"/>
                  <a:pt x="384328" y="1673870"/>
                </a:cubicBezTo>
                <a:cubicBezTo>
                  <a:pt x="384328" y="1696315"/>
                  <a:pt x="366133" y="1714510"/>
                  <a:pt x="343688" y="1714510"/>
                </a:cubicBezTo>
                <a:cubicBezTo>
                  <a:pt x="321243" y="1714510"/>
                  <a:pt x="303048" y="1696315"/>
                  <a:pt x="303048" y="1673870"/>
                </a:cubicBezTo>
                <a:cubicBezTo>
                  <a:pt x="303048" y="1651425"/>
                  <a:pt x="321243" y="1633230"/>
                  <a:pt x="343688" y="1633230"/>
                </a:cubicBezTo>
                <a:close/>
                <a:moveTo>
                  <a:pt x="192164" y="1633230"/>
                </a:moveTo>
                <a:cubicBezTo>
                  <a:pt x="214609" y="1633230"/>
                  <a:pt x="232804" y="1651425"/>
                  <a:pt x="232804" y="1673870"/>
                </a:cubicBezTo>
                <a:cubicBezTo>
                  <a:pt x="232804" y="1696315"/>
                  <a:pt x="214609" y="1714510"/>
                  <a:pt x="192164" y="1714510"/>
                </a:cubicBezTo>
                <a:cubicBezTo>
                  <a:pt x="169719" y="1714510"/>
                  <a:pt x="151524" y="1696315"/>
                  <a:pt x="151524" y="1673870"/>
                </a:cubicBezTo>
                <a:cubicBezTo>
                  <a:pt x="151524" y="1651425"/>
                  <a:pt x="169719" y="1633230"/>
                  <a:pt x="192164" y="1633230"/>
                </a:cubicBezTo>
                <a:close/>
                <a:moveTo>
                  <a:pt x="40640" y="1633230"/>
                </a:moveTo>
                <a:cubicBezTo>
                  <a:pt x="63085" y="1633230"/>
                  <a:pt x="81280" y="1651425"/>
                  <a:pt x="81280" y="1673870"/>
                </a:cubicBezTo>
                <a:cubicBezTo>
                  <a:pt x="81280" y="1696315"/>
                  <a:pt x="63085" y="1714510"/>
                  <a:pt x="40640" y="1714510"/>
                </a:cubicBezTo>
                <a:cubicBezTo>
                  <a:pt x="18195" y="1714510"/>
                  <a:pt x="0" y="1696315"/>
                  <a:pt x="0" y="1673870"/>
                </a:cubicBezTo>
                <a:cubicBezTo>
                  <a:pt x="0" y="1651425"/>
                  <a:pt x="18195" y="1633230"/>
                  <a:pt x="40640" y="1633230"/>
                </a:cubicBezTo>
                <a:close/>
                <a:moveTo>
                  <a:pt x="1858924" y="1443352"/>
                </a:moveTo>
                <a:cubicBezTo>
                  <a:pt x="1881369" y="1443352"/>
                  <a:pt x="1899564" y="1461547"/>
                  <a:pt x="1899564" y="1483992"/>
                </a:cubicBezTo>
                <a:cubicBezTo>
                  <a:pt x="1899564" y="1506437"/>
                  <a:pt x="1881369" y="1524632"/>
                  <a:pt x="1858924" y="1524632"/>
                </a:cubicBezTo>
                <a:cubicBezTo>
                  <a:pt x="1836479" y="1524632"/>
                  <a:pt x="1818284" y="1506437"/>
                  <a:pt x="1818284" y="1483992"/>
                </a:cubicBezTo>
                <a:cubicBezTo>
                  <a:pt x="1818284" y="1461547"/>
                  <a:pt x="1836479" y="1443352"/>
                  <a:pt x="1858924" y="1443352"/>
                </a:cubicBezTo>
                <a:close/>
                <a:moveTo>
                  <a:pt x="1707404" y="1443352"/>
                </a:moveTo>
                <a:cubicBezTo>
                  <a:pt x="1729849" y="1443352"/>
                  <a:pt x="1748044" y="1461547"/>
                  <a:pt x="1748044" y="1483992"/>
                </a:cubicBezTo>
                <a:cubicBezTo>
                  <a:pt x="1748044" y="1506437"/>
                  <a:pt x="1729849" y="1524632"/>
                  <a:pt x="1707404" y="1524632"/>
                </a:cubicBezTo>
                <a:cubicBezTo>
                  <a:pt x="1684959" y="1524632"/>
                  <a:pt x="1666764" y="1506437"/>
                  <a:pt x="1666764" y="1483992"/>
                </a:cubicBezTo>
                <a:cubicBezTo>
                  <a:pt x="1666764" y="1461547"/>
                  <a:pt x="1684959" y="1443352"/>
                  <a:pt x="1707404" y="1443352"/>
                </a:cubicBezTo>
                <a:close/>
                <a:moveTo>
                  <a:pt x="1555881" y="1443352"/>
                </a:moveTo>
                <a:cubicBezTo>
                  <a:pt x="1578326" y="1443352"/>
                  <a:pt x="1596521" y="1461547"/>
                  <a:pt x="1596521" y="1483992"/>
                </a:cubicBezTo>
                <a:cubicBezTo>
                  <a:pt x="1596521" y="1506437"/>
                  <a:pt x="1578326" y="1524632"/>
                  <a:pt x="1555881" y="1524632"/>
                </a:cubicBezTo>
                <a:cubicBezTo>
                  <a:pt x="1533436" y="1524632"/>
                  <a:pt x="1515241" y="1506437"/>
                  <a:pt x="1515241" y="1483992"/>
                </a:cubicBezTo>
                <a:cubicBezTo>
                  <a:pt x="1515241" y="1461547"/>
                  <a:pt x="1533436" y="1443352"/>
                  <a:pt x="1555881" y="1443352"/>
                </a:cubicBezTo>
                <a:close/>
                <a:moveTo>
                  <a:pt x="1404357" y="1443352"/>
                </a:moveTo>
                <a:cubicBezTo>
                  <a:pt x="1426802" y="1443352"/>
                  <a:pt x="1444997" y="1461547"/>
                  <a:pt x="1444997" y="1483992"/>
                </a:cubicBezTo>
                <a:cubicBezTo>
                  <a:pt x="1444997" y="1506437"/>
                  <a:pt x="1426802" y="1524632"/>
                  <a:pt x="1404357" y="1524632"/>
                </a:cubicBezTo>
                <a:cubicBezTo>
                  <a:pt x="1381912" y="1524632"/>
                  <a:pt x="1363717" y="1506437"/>
                  <a:pt x="1363717" y="1483992"/>
                </a:cubicBezTo>
                <a:cubicBezTo>
                  <a:pt x="1363717" y="1461547"/>
                  <a:pt x="1381912" y="1443352"/>
                  <a:pt x="1404357" y="1443352"/>
                </a:cubicBezTo>
                <a:close/>
                <a:moveTo>
                  <a:pt x="1252833" y="1443352"/>
                </a:moveTo>
                <a:cubicBezTo>
                  <a:pt x="1275278" y="1443352"/>
                  <a:pt x="1293473" y="1461547"/>
                  <a:pt x="1293473" y="1483992"/>
                </a:cubicBezTo>
                <a:cubicBezTo>
                  <a:pt x="1293473" y="1506437"/>
                  <a:pt x="1275278" y="1524632"/>
                  <a:pt x="1252833" y="1524632"/>
                </a:cubicBezTo>
                <a:cubicBezTo>
                  <a:pt x="1230388" y="1524632"/>
                  <a:pt x="1212193" y="1506437"/>
                  <a:pt x="1212193" y="1483992"/>
                </a:cubicBezTo>
                <a:cubicBezTo>
                  <a:pt x="1212193" y="1461547"/>
                  <a:pt x="1230388" y="1443352"/>
                  <a:pt x="1252833" y="1443352"/>
                </a:cubicBezTo>
                <a:close/>
                <a:moveTo>
                  <a:pt x="1101309" y="1443352"/>
                </a:moveTo>
                <a:cubicBezTo>
                  <a:pt x="1123754" y="1443352"/>
                  <a:pt x="1141949" y="1461547"/>
                  <a:pt x="1141949" y="1483992"/>
                </a:cubicBezTo>
                <a:cubicBezTo>
                  <a:pt x="1141949" y="1506437"/>
                  <a:pt x="1123754" y="1524632"/>
                  <a:pt x="1101309" y="1524632"/>
                </a:cubicBezTo>
                <a:cubicBezTo>
                  <a:pt x="1078864" y="1524632"/>
                  <a:pt x="1060669" y="1506437"/>
                  <a:pt x="1060669" y="1483992"/>
                </a:cubicBezTo>
                <a:cubicBezTo>
                  <a:pt x="1060669" y="1461547"/>
                  <a:pt x="1078864" y="1443352"/>
                  <a:pt x="1101309" y="1443352"/>
                </a:cubicBezTo>
                <a:close/>
                <a:moveTo>
                  <a:pt x="949785" y="1443352"/>
                </a:moveTo>
                <a:cubicBezTo>
                  <a:pt x="972230" y="1443352"/>
                  <a:pt x="990425" y="1461547"/>
                  <a:pt x="990425" y="1483992"/>
                </a:cubicBezTo>
                <a:cubicBezTo>
                  <a:pt x="990425" y="1506437"/>
                  <a:pt x="972230" y="1524632"/>
                  <a:pt x="949785" y="1524632"/>
                </a:cubicBezTo>
                <a:cubicBezTo>
                  <a:pt x="927340" y="1524632"/>
                  <a:pt x="909145" y="1506437"/>
                  <a:pt x="909145" y="1483992"/>
                </a:cubicBezTo>
                <a:cubicBezTo>
                  <a:pt x="909145" y="1461547"/>
                  <a:pt x="927340" y="1443352"/>
                  <a:pt x="949785" y="1443352"/>
                </a:cubicBezTo>
                <a:close/>
                <a:moveTo>
                  <a:pt x="798261" y="1443352"/>
                </a:moveTo>
                <a:cubicBezTo>
                  <a:pt x="820706" y="1443352"/>
                  <a:pt x="838901" y="1461547"/>
                  <a:pt x="838901" y="1483992"/>
                </a:cubicBezTo>
                <a:cubicBezTo>
                  <a:pt x="838901" y="1506437"/>
                  <a:pt x="820706" y="1524632"/>
                  <a:pt x="798261" y="1524632"/>
                </a:cubicBezTo>
                <a:cubicBezTo>
                  <a:pt x="775816" y="1524632"/>
                  <a:pt x="757621" y="1506437"/>
                  <a:pt x="757621" y="1483992"/>
                </a:cubicBezTo>
                <a:cubicBezTo>
                  <a:pt x="757621" y="1461547"/>
                  <a:pt x="775816" y="1443352"/>
                  <a:pt x="798261" y="1443352"/>
                </a:cubicBezTo>
                <a:close/>
                <a:moveTo>
                  <a:pt x="646737" y="1443352"/>
                </a:moveTo>
                <a:cubicBezTo>
                  <a:pt x="669182" y="1443352"/>
                  <a:pt x="687377" y="1461547"/>
                  <a:pt x="687377" y="1483992"/>
                </a:cubicBezTo>
                <a:cubicBezTo>
                  <a:pt x="687377" y="1506437"/>
                  <a:pt x="669182" y="1524632"/>
                  <a:pt x="646737" y="1524632"/>
                </a:cubicBezTo>
                <a:cubicBezTo>
                  <a:pt x="624292" y="1524632"/>
                  <a:pt x="606097" y="1506437"/>
                  <a:pt x="606097" y="1483992"/>
                </a:cubicBezTo>
                <a:cubicBezTo>
                  <a:pt x="606097" y="1461547"/>
                  <a:pt x="624292" y="1443352"/>
                  <a:pt x="646737" y="1443352"/>
                </a:cubicBezTo>
                <a:close/>
                <a:moveTo>
                  <a:pt x="495214" y="1443352"/>
                </a:moveTo>
                <a:cubicBezTo>
                  <a:pt x="517659" y="1443352"/>
                  <a:pt x="535854" y="1461547"/>
                  <a:pt x="535854" y="1483992"/>
                </a:cubicBezTo>
                <a:cubicBezTo>
                  <a:pt x="535854" y="1506437"/>
                  <a:pt x="517659" y="1524632"/>
                  <a:pt x="495214" y="1524632"/>
                </a:cubicBezTo>
                <a:cubicBezTo>
                  <a:pt x="472769" y="1524632"/>
                  <a:pt x="454574" y="1506437"/>
                  <a:pt x="454574" y="1483992"/>
                </a:cubicBezTo>
                <a:cubicBezTo>
                  <a:pt x="454574" y="1461547"/>
                  <a:pt x="472769" y="1443352"/>
                  <a:pt x="495214" y="1443352"/>
                </a:cubicBezTo>
                <a:close/>
                <a:moveTo>
                  <a:pt x="343690" y="1443352"/>
                </a:moveTo>
                <a:cubicBezTo>
                  <a:pt x="366135" y="1443352"/>
                  <a:pt x="384330" y="1461547"/>
                  <a:pt x="384330" y="1483992"/>
                </a:cubicBezTo>
                <a:cubicBezTo>
                  <a:pt x="384330" y="1506437"/>
                  <a:pt x="366135" y="1524632"/>
                  <a:pt x="343690" y="1524632"/>
                </a:cubicBezTo>
                <a:cubicBezTo>
                  <a:pt x="321245" y="1524632"/>
                  <a:pt x="303050" y="1506437"/>
                  <a:pt x="303050" y="1483992"/>
                </a:cubicBezTo>
                <a:cubicBezTo>
                  <a:pt x="303050" y="1461547"/>
                  <a:pt x="321245" y="1443352"/>
                  <a:pt x="343690" y="1443352"/>
                </a:cubicBezTo>
                <a:close/>
                <a:moveTo>
                  <a:pt x="192166" y="1443352"/>
                </a:moveTo>
                <a:cubicBezTo>
                  <a:pt x="214611" y="1443352"/>
                  <a:pt x="232806" y="1461547"/>
                  <a:pt x="232806" y="1483992"/>
                </a:cubicBezTo>
                <a:cubicBezTo>
                  <a:pt x="232806" y="1506437"/>
                  <a:pt x="214611" y="1524632"/>
                  <a:pt x="192166" y="1524632"/>
                </a:cubicBezTo>
                <a:cubicBezTo>
                  <a:pt x="169721" y="1524632"/>
                  <a:pt x="151526" y="1506437"/>
                  <a:pt x="151526" y="1483992"/>
                </a:cubicBezTo>
                <a:cubicBezTo>
                  <a:pt x="151526" y="1461547"/>
                  <a:pt x="169721" y="1443352"/>
                  <a:pt x="192166" y="1443352"/>
                </a:cubicBezTo>
                <a:close/>
                <a:moveTo>
                  <a:pt x="40642" y="1443352"/>
                </a:moveTo>
                <a:cubicBezTo>
                  <a:pt x="63087" y="1443352"/>
                  <a:pt x="81282" y="1461547"/>
                  <a:pt x="81282" y="1483992"/>
                </a:cubicBezTo>
                <a:cubicBezTo>
                  <a:pt x="81282" y="1506437"/>
                  <a:pt x="63087" y="1524632"/>
                  <a:pt x="40642" y="1524632"/>
                </a:cubicBezTo>
                <a:cubicBezTo>
                  <a:pt x="18197" y="1524632"/>
                  <a:pt x="2" y="1506437"/>
                  <a:pt x="2" y="1483992"/>
                </a:cubicBezTo>
                <a:cubicBezTo>
                  <a:pt x="2" y="1461547"/>
                  <a:pt x="18197" y="1443352"/>
                  <a:pt x="40642" y="1443352"/>
                </a:cubicBezTo>
                <a:close/>
                <a:moveTo>
                  <a:pt x="2927506" y="1443350"/>
                </a:moveTo>
                <a:cubicBezTo>
                  <a:pt x="2949951" y="1443350"/>
                  <a:pt x="2968146" y="1461545"/>
                  <a:pt x="2968146" y="1483990"/>
                </a:cubicBezTo>
                <a:cubicBezTo>
                  <a:pt x="2968146" y="1506435"/>
                  <a:pt x="2949951" y="1524630"/>
                  <a:pt x="2927506" y="1524630"/>
                </a:cubicBezTo>
                <a:cubicBezTo>
                  <a:pt x="2905061" y="1524630"/>
                  <a:pt x="2886866" y="1506435"/>
                  <a:pt x="2886866" y="1483990"/>
                </a:cubicBezTo>
                <a:cubicBezTo>
                  <a:pt x="2886866" y="1461545"/>
                  <a:pt x="2905061" y="1443350"/>
                  <a:pt x="2927506" y="1443350"/>
                </a:cubicBezTo>
                <a:close/>
                <a:moveTo>
                  <a:pt x="2775983" y="1443350"/>
                </a:moveTo>
                <a:cubicBezTo>
                  <a:pt x="2798428" y="1443350"/>
                  <a:pt x="2816623" y="1461545"/>
                  <a:pt x="2816623" y="1483990"/>
                </a:cubicBezTo>
                <a:cubicBezTo>
                  <a:pt x="2816623" y="1506435"/>
                  <a:pt x="2798428" y="1524630"/>
                  <a:pt x="2775983" y="1524630"/>
                </a:cubicBezTo>
                <a:cubicBezTo>
                  <a:pt x="2753538" y="1524630"/>
                  <a:pt x="2735343" y="1506435"/>
                  <a:pt x="2735343" y="1483990"/>
                </a:cubicBezTo>
                <a:cubicBezTo>
                  <a:pt x="2735343" y="1461545"/>
                  <a:pt x="2753538" y="1443350"/>
                  <a:pt x="2775983" y="1443350"/>
                </a:cubicBezTo>
                <a:close/>
                <a:moveTo>
                  <a:pt x="2624459" y="1443350"/>
                </a:moveTo>
                <a:cubicBezTo>
                  <a:pt x="2646904" y="1443350"/>
                  <a:pt x="2665099" y="1461545"/>
                  <a:pt x="2665099" y="1483990"/>
                </a:cubicBezTo>
                <a:cubicBezTo>
                  <a:pt x="2665099" y="1506435"/>
                  <a:pt x="2646904" y="1524630"/>
                  <a:pt x="2624459" y="1524630"/>
                </a:cubicBezTo>
                <a:cubicBezTo>
                  <a:pt x="2602014" y="1524630"/>
                  <a:pt x="2583819" y="1506435"/>
                  <a:pt x="2583819" y="1483990"/>
                </a:cubicBezTo>
                <a:cubicBezTo>
                  <a:pt x="2583819" y="1461545"/>
                  <a:pt x="2602014" y="1443350"/>
                  <a:pt x="2624459" y="1443350"/>
                </a:cubicBezTo>
                <a:close/>
                <a:moveTo>
                  <a:pt x="2472935" y="1443350"/>
                </a:moveTo>
                <a:cubicBezTo>
                  <a:pt x="2495380" y="1443350"/>
                  <a:pt x="2513575" y="1461545"/>
                  <a:pt x="2513575" y="1483990"/>
                </a:cubicBezTo>
                <a:cubicBezTo>
                  <a:pt x="2513575" y="1506435"/>
                  <a:pt x="2495380" y="1524630"/>
                  <a:pt x="2472935" y="1524630"/>
                </a:cubicBezTo>
                <a:cubicBezTo>
                  <a:pt x="2450490" y="1524630"/>
                  <a:pt x="2432295" y="1506435"/>
                  <a:pt x="2432295" y="1483990"/>
                </a:cubicBezTo>
                <a:cubicBezTo>
                  <a:pt x="2432295" y="1461545"/>
                  <a:pt x="2450490" y="1443350"/>
                  <a:pt x="2472935" y="1443350"/>
                </a:cubicBezTo>
                <a:close/>
                <a:moveTo>
                  <a:pt x="2321411" y="1443350"/>
                </a:moveTo>
                <a:cubicBezTo>
                  <a:pt x="2343856" y="1443350"/>
                  <a:pt x="2362051" y="1461545"/>
                  <a:pt x="2362051" y="1483990"/>
                </a:cubicBezTo>
                <a:cubicBezTo>
                  <a:pt x="2362051" y="1506435"/>
                  <a:pt x="2343856" y="1524630"/>
                  <a:pt x="2321411" y="1524630"/>
                </a:cubicBezTo>
                <a:cubicBezTo>
                  <a:pt x="2298966" y="1524630"/>
                  <a:pt x="2280771" y="1506435"/>
                  <a:pt x="2280771" y="1483990"/>
                </a:cubicBezTo>
                <a:cubicBezTo>
                  <a:pt x="2280771" y="1461545"/>
                  <a:pt x="2298966" y="1443350"/>
                  <a:pt x="2321411" y="1443350"/>
                </a:cubicBezTo>
                <a:close/>
                <a:moveTo>
                  <a:pt x="2169888" y="1443350"/>
                </a:moveTo>
                <a:cubicBezTo>
                  <a:pt x="2192333" y="1443350"/>
                  <a:pt x="2210528" y="1461545"/>
                  <a:pt x="2210528" y="1483990"/>
                </a:cubicBezTo>
                <a:cubicBezTo>
                  <a:pt x="2210528" y="1506435"/>
                  <a:pt x="2192333" y="1524630"/>
                  <a:pt x="2169888" y="1524630"/>
                </a:cubicBezTo>
                <a:cubicBezTo>
                  <a:pt x="2147443" y="1524630"/>
                  <a:pt x="2129248" y="1506435"/>
                  <a:pt x="2129248" y="1483990"/>
                </a:cubicBezTo>
                <a:cubicBezTo>
                  <a:pt x="2129248" y="1461545"/>
                  <a:pt x="2147443" y="1443350"/>
                  <a:pt x="2169888" y="1443350"/>
                </a:cubicBezTo>
                <a:close/>
                <a:moveTo>
                  <a:pt x="2018364" y="1443350"/>
                </a:moveTo>
                <a:cubicBezTo>
                  <a:pt x="2040809" y="1443350"/>
                  <a:pt x="2059004" y="1461545"/>
                  <a:pt x="2059004" y="1483990"/>
                </a:cubicBezTo>
                <a:cubicBezTo>
                  <a:pt x="2059004" y="1506435"/>
                  <a:pt x="2040809" y="1524630"/>
                  <a:pt x="2018364" y="1524630"/>
                </a:cubicBezTo>
                <a:cubicBezTo>
                  <a:pt x="1995919" y="1524630"/>
                  <a:pt x="1977724" y="1506435"/>
                  <a:pt x="1977724" y="1483990"/>
                </a:cubicBezTo>
                <a:cubicBezTo>
                  <a:pt x="1977724" y="1461545"/>
                  <a:pt x="1995919" y="1443350"/>
                  <a:pt x="2018364" y="1443350"/>
                </a:cubicBezTo>
                <a:close/>
                <a:moveTo>
                  <a:pt x="1858924" y="1262935"/>
                </a:moveTo>
                <a:cubicBezTo>
                  <a:pt x="1881369" y="1262935"/>
                  <a:pt x="1899564" y="1281130"/>
                  <a:pt x="1899564" y="1303575"/>
                </a:cubicBezTo>
                <a:cubicBezTo>
                  <a:pt x="1899564" y="1326020"/>
                  <a:pt x="1881369" y="1344215"/>
                  <a:pt x="1858924" y="1344215"/>
                </a:cubicBezTo>
                <a:cubicBezTo>
                  <a:pt x="1836479" y="1344215"/>
                  <a:pt x="1818284" y="1326020"/>
                  <a:pt x="1818284" y="1303575"/>
                </a:cubicBezTo>
                <a:cubicBezTo>
                  <a:pt x="1818284" y="1281130"/>
                  <a:pt x="1836479" y="1262935"/>
                  <a:pt x="1858924" y="1262935"/>
                </a:cubicBezTo>
                <a:close/>
                <a:moveTo>
                  <a:pt x="1707404" y="1262935"/>
                </a:moveTo>
                <a:cubicBezTo>
                  <a:pt x="1729849" y="1262935"/>
                  <a:pt x="1748044" y="1281130"/>
                  <a:pt x="1748044" y="1303575"/>
                </a:cubicBezTo>
                <a:cubicBezTo>
                  <a:pt x="1748044" y="1326020"/>
                  <a:pt x="1729849" y="1344215"/>
                  <a:pt x="1707404" y="1344215"/>
                </a:cubicBezTo>
                <a:cubicBezTo>
                  <a:pt x="1684959" y="1344215"/>
                  <a:pt x="1666764" y="1326020"/>
                  <a:pt x="1666764" y="1303575"/>
                </a:cubicBezTo>
                <a:cubicBezTo>
                  <a:pt x="1666764" y="1281130"/>
                  <a:pt x="1684959" y="1262935"/>
                  <a:pt x="1707404" y="1262935"/>
                </a:cubicBezTo>
                <a:close/>
                <a:moveTo>
                  <a:pt x="1555881" y="1262935"/>
                </a:moveTo>
                <a:cubicBezTo>
                  <a:pt x="1578326" y="1262935"/>
                  <a:pt x="1596521" y="1281130"/>
                  <a:pt x="1596521" y="1303575"/>
                </a:cubicBezTo>
                <a:cubicBezTo>
                  <a:pt x="1596521" y="1326020"/>
                  <a:pt x="1578326" y="1344215"/>
                  <a:pt x="1555881" y="1344215"/>
                </a:cubicBezTo>
                <a:cubicBezTo>
                  <a:pt x="1533436" y="1344215"/>
                  <a:pt x="1515241" y="1326020"/>
                  <a:pt x="1515241" y="1303575"/>
                </a:cubicBezTo>
                <a:cubicBezTo>
                  <a:pt x="1515241" y="1281130"/>
                  <a:pt x="1533436" y="1262935"/>
                  <a:pt x="1555881" y="1262935"/>
                </a:cubicBezTo>
                <a:close/>
                <a:moveTo>
                  <a:pt x="1404357" y="1262935"/>
                </a:moveTo>
                <a:cubicBezTo>
                  <a:pt x="1426802" y="1262935"/>
                  <a:pt x="1444997" y="1281130"/>
                  <a:pt x="1444997" y="1303575"/>
                </a:cubicBezTo>
                <a:cubicBezTo>
                  <a:pt x="1444997" y="1326020"/>
                  <a:pt x="1426802" y="1344215"/>
                  <a:pt x="1404357" y="1344215"/>
                </a:cubicBezTo>
                <a:cubicBezTo>
                  <a:pt x="1381912" y="1344215"/>
                  <a:pt x="1363717" y="1326020"/>
                  <a:pt x="1363717" y="1303575"/>
                </a:cubicBezTo>
                <a:cubicBezTo>
                  <a:pt x="1363717" y="1281130"/>
                  <a:pt x="1381912" y="1262935"/>
                  <a:pt x="1404357" y="1262935"/>
                </a:cubicBezTo>
                <a:close/>
                <a:moveTo>
                  <a:pt x="1252833" y="1262935"/>
                </a:moveTo>
                <a:cubicBezTo>
                  <a:pt x="1275278" y="1262935"/>
                  <a:pt x="1293473" y="1281130"/>
                  <a:pt x="1293473" y="1303575"/>
                </a:cubicBezTo>
                <a:cubicBezTo>
                  <a:pt x="1293473" y="1326020"/>
                  <a:pt x="1275278" y="1344215"/>
                  <a:pt x="1252833" y="1344215"/>
                </a:cubicBezTo>
                <a:cubicBezTo>
                  <a:pt x="1230388" y="1344215"/>
                  <a:pt x="1212193" y="1326020"/>
                  <a:pt x="1212193" y="1303575"/>
                </a:cubicBezTo>
                <a:cubicBezTo>
                  <a:pt x="1212193" y="1281130"/>
                  <a:pt x="1230388" y="1262935"/>
                  <a:pt x="1252833" y="1262935"/>
                </a:cubicBezTo>
                <a:close/>
                <a:moveTo>
                  <a:pt x="1101309" y="1262935"/>
                </a:moveTo>
                <a:cubicBezTo>
                  <a:pt x="1123754" y="1262935"/>
                  <a:pt x="1141949" y="1281130"/>
                  <a:pt x="1141949" y="1303575"/>
                </a:cubicBezTo>
                <a:cubicBezTo>
                  <a:pt x="1141949" y="1326020"/>
                  <a:pt x="1123754" y="1344215"/>
                  <a:pt x="1101309" y="1344215"/>
                </a:cubicBezTo>
                <a:cubicBezTo>
                  <a:pt x="1078864" y="1344215"/>
                  <a:pt x="1060669" y="1326020"/>
                  <a:pt x="1060669" y="1303575"/>
                </a:cubicBezTo>
                <a:cubicBezTo>
                  <a:pt x="1060669" y="1281130"/>
                  <a:pt x="1078864" y="1262935"/>
                  <a:pt x="1101309" y="1262935"/>
                </a:cubicBezTo>
                <a:close/>
                <a:moveTo>
                  <a:pt x="949785" y="1262935"/>
                </a:moveTo>
                <a:cubicBezTo>
                  <a:pt x="972230" y="1262935"/>
                  <a:pt x="990425" y="1281130"/>
                  <a:pt x="990425" y="1303575"/>
                </a:cubicBezTo>
                <a:cubicBezTo>
                  <a:pt x="990425" y="1326020"/>
                  <a:pt x="972230" y="1344215"/>
                  <a:pt x="949785" y="1344215"/>
                </a:cubicBezTo>
                <a:cubicBezTo>
                  <a:pt x="927340" y="1344215"/>
                  <a:pt x="909145" y="1326020"/>
                  <a:pt x="909145" y="1303575"/>
                </a:cubicBezTo>
                <a:cubicBezTo>
                  <a:pt x="909145" y="1281130"/>
                  <a:pt x="927340" y="1262935"/>
                  <a:pt x="949785" y="1262935"/>
                </a:cubicBezTo>
                <a:close/>
                <a:moveTo>
                  <a:pt x="798261" y="1262935"/>
                </a:moveTo>
                <a:cubicBezTo>
                  <a:pt x="820706" y="1262935"/>
                  <a:pt x="838901" y="1281130"/>
                  <a:pt x="838901" y="1303575"/>
                </a:cubicBezTo>
                <a:cubicBezTo>
                  <a:pt x="838901" y="1326020"/>
                  <a:pt x="820706" y="1344215"/>
                  <a:pt x="798261" y="1344215"/>
                </a:cubicBezTo>
                <a:cubicBezTo>
                  <a:pt x="775816" y="1344215"/>
                  <a:pt x="757621" y="1326020"/>
                  <a:pt x="757621" y="1303575"/>
                </a:cubicBezTo>
                <a:cubicBezTo>
                  <a:pt x="757621" y="1281130"/>
                  <a:pt x="775816" y="1262935"/>
                  <a:pt x="798261" y="1262935"/>
                </a:cubicBezTo>
                <a:close/>
                <a:moveTo>
                  <a:pt x="646737" y="1262935"/>
                </a:moveTo>
                <a:cubicBezTo>
                  <a:pt x="669182" y="1262935"/>
                  <a:pt x="687377" y="1281130"/>
                  <a:pt x="687377" y="1303575"/>
                </a:cubicBezTo>
                <a:cubicBezTo>
                  <a:pt x="687377" y="1326020"/>
                  <a:pt x="669182" y="1344215"/>
                  <a:pt x="646737" y="1344215"/>
                </a:cubicBezTo>
                <a:cubicBezTo>
                  <a:pt x="624292" y="1344215"/>
                  <a:pt x="606097" y="1326020"/>
                  <a:pt x="606097" y="1303575"/>
                </a:cubicBezTo>
                <a:cubicBezTo>
                  <a:pt x="606097" y="1281130"/>
                  <a:pt x="624292" y="1262935"/>
                  <a:pt x="646737" y="1262935"/>
                </a:cubicBezTo>
                <a:close/>
                <a:moveTo>
                  <a:pt x="495214" y="1262935"/>
                </a:moveTo>
                <a:cubicBezTo>
                  <a:pt x="517659" y="1262935"/>
                  <a:pt x="535854" y="1281130"/>
                  <a:pt x="535854" y="1303575"/>
                </a:cubicBezTo>
                <a:cubicBezTo>
                  <a:pt x="535854" y="1326020"/>
                  <a:pt x="517659" y="1344215"/>
                  <a:pt x="495214" y="1344215"/>
                </a:cubicBezTo>
                <a:cubicBezTo>
                  <a:pt x="472769" y="1344215"/>
                  <a:pt x="454574" y="1326020"/>
                  <a:pt x="454574" y="1303575"/>
                </a:cubicBezTo>
                <a:cubicBezTo>
                  <a:pt x="454574" y="1281130"/>
                  <a:pt x="472769" y="1262935"/>
                  <a:pt x="495214" y="1262935"/>
                </a:cubicBezTo>
                <a:close/>
                <a:moveTo>
                  <a:pt x="343690" y="1262935"/>
                </a:moveTo>
                <a:cubicBezTo>
                  <a:pt x="366135" y="1262935"/>
                  <a:pt x="384330" y="1281130"/>
                  <a:pt x="384330" y="1303575"/>
                </a:cubicBezTo>
                <a:cubicBezTo>
                  <a:pt x="384330" y="1326020"/>
                  <a:pt x="366135" y="1344215"/>
                  <a:pt x="343690" y="1344215"/>
                </a:cubicBezTo>
                <a:cubicBezTo>
                  <a:pt x="321245" y="1344215"/>
                  <a:pt x="303050" y="1326020"/>
                  <a:pt x="303050" y="1303575"/>
                </a:cubicBezTo>
                <a:cubicBezTo>
                  <a:pt x="303050" y="1281130"/>
                  <a:pt x="321245" y="1262935"/>
                  <a:pt x="343690" y="1262935"/>
                </a:cubicBezTo>
                <a:close/>
                <a:moveTo>
                  <a:pt x="192166" y="1262935"/>
                </a:moveTo>
                <a:cubicBezTo>
                  <a:pt x="214611" y="1262935"/>
                  <a:pt x="232806" y="1281130"/>
                  <a:pt x="232806" y="1303575"/>
                </a:cubicBezTo>
                <a:cubicBezTo>
                  <a:pt x="232806" y="1326020"/>
                  <a:pt x="214611" y="1344215"/>
                  <a:pt x="192166" y="1344215"/>
                </a:cubicBezTo>
                <a:cubicBezTo>
                  <a:pt x="169721" y="1344215"/>
                  <a:pt x="151526" y="1326020"/>
                  <a:pt x="151526" y="1303575"/>
                </a:cubicBezTo>
                <a:cubicBezTo>
                  <a:pt x="151526" y="1281130"/>
                  <a:pt x="169721" y="1262935"/>
                  <a:pt x="192166" y="1262935"/>
                </a:cubicBezTo>
                <a:close/>
                <a:moveTo>
                  <a:pt x="40642" y="1262935"/>
                </a:moveTo>
                <a:cubicBezTo>
                  <a:pt x="63087" y="1262935"/>
                  <a:pt x="81282" y="1281130"/>
                  <a:pt x="81282" y="1303575"/>
                </a:cubicBezTo>
                <a:cubicBezTo>
                  <a:pt x="81282" y="1326020"/>
                  <a:pt x="63087" y="1344215"/>
                  <a:pt x="40642" y="1344215"/>
                </a:cubicBezTo>
                <a:cubicBezTo>
                  <a:pt x="18197" y="1344215"/>
                  <a:pt x="2" y="1326020"/>
                  <a:pt x="2" y="1303575"/>
                </a:cubicBezTo>
                <a:cubicBezTo>
                  <a:pt x="2" y="1281130"/>
                  <a:pt x="18197" y="1262935"/>
                  <a:pt x="40642" y="1262935"/>
                </a:cubicBezTo>
                <a:close/>
                <a:moveTo>
                  <a:pt x="2927506" y="1262933"/>
                </a:moveTo>
                <a:cubicBezTo>
                  <a:pt x="2949951" y="1262933"/>
                  <a:pt x="2968146" y="1281128"/>
                  <a:pt x="2968146" y="1303573"/>
                </a:cubicBezTo>
                <a:cubicBezTo>
                  <a:pt x="2968146" y="1326018"/>
                  <a:pt x="2949951" y="1344213"/>
                  <a:pt x="2927506" y="1344213"/>
                </a:cubicBezTo>
                <a:cubicBezTo>
                  <a:pt x="2905061" y="1344213"/>
                  <a:pt x="2886866" y="1326018"/>
                  <a:pt x="2886866" y="1303573"/>
                </a:cubicBezTo>
                <a:cubicBezTo>
                  <a:pt x="2886866" y="1281128"/>
                  <a:pt x="2905061" y="1262933"/>
                  <a:pt x="2927506" y="1262933"/>
                </a:cubicBezTo>
                <a:close/>
                <a:moveTo>
                  <a:pt x="2775983" y="1262933"/>
                </a:moveTo>
                <a:cubicBezTo>
                  <a:pt x="2798428" y="1262933"/>
                  <a:pt x="2816623" y="1281128"/>
                  <a:pt x="2816623" y="1303573"/>
                </a:cubicBezTo>
                <a:cubicBezTo>
                  <a:pt x="2816623" y="1326018"/>
                  <a:pt x="2798428" y="1344213"/>
                  <a:pt x="2775983" y="1344213"/>
                </a:cubicBezTo>
                <a:cubicBezTo>
                  <a:pt x="2753538" y="1344213"/>
                  <a:pt x="2735343" y="1326018"/>
                  <a:pt x="2735343" y="1303573"/>
                </a:cubicBezTo>
                <a:cubicBezTo>
                  <a:pt x="2735343" y="1281128"/>
                  <a:pt x="2753538" y="1262933"/>
                  <a:pt x="2775983" y="1262933"/>
                </a:cubicBezTo>
                <a:close/>
                <a:moveTo>
                  <a:pt x="2624459" y="1262933"/>
                </a:moveTo>
                <a:cubicBezTo>
                  <a:pt x="2646904" y="1262933"/>
                  <a:pt x="2665099" y="1281128"/>
                  <a:pt x="2665099" y="1303573"/>
                </a:cubicBezTo>
                <a:cubicBezTo>
                  <a:pt x="2665099" y="1326018"/>
                  <a:pt x="2646904" y="1344213"/>
                  <a:pt x="2624459" y="1344213"/>
                </a:cubicBezTo>
                <a:cubicBezTo>
                  <a:pt x="2602014" y="1344213"/>
                  <a:pt x="2583819" y="1326018"/>
                  <a:pt x="2583819" y="1303573"/>
                </a:cubicBezTo>
                <a:cubicBezTo>
                  <a:pt x="2583819" y="1281128"/>
                  <a:pt x="2602014" y="1262933"/>
                  <a:pt x="2624459" y="1262933"/>
                </a:cubicBezTo>
                <a:close/>
                <a:moveTo>
                  <a:pt x="2472935" y="1262933"/>
                </a:moveTo>
                <a:cubicBezTo>
                  <a:pt x="2495380" y="1262933"/>
                  <a:pt x="2513575" y="1281128"/>
                  <a:pt x="2513575" y="1303573"/>
                </a:cubicBezTo>
                <a:cubicBezTo>
                  <a:pt x="2513575" y="1326018"/>
                  <a:pt x="2495380" y="1344213"/>
                  <a:pt x="2472935" y="1344213"/>
                </a:cubicBezTo>
                <a:cubicBezTo>
                  <a:pt x="2450490" y="1344213"/>
                  <a:pt x="2432295" y="1326018"/>
                  <a:pt x="2432295" y="1303573"/>
                </a:cubicBezTo>
                <a:cubicBezTo>
                  <a:pt x="2432295" y="1281128"/>
                  <a:pt x="2450490" y="1262933"/>
                  <a:pt x="2472935" y="1262933"/>
                </a:cubicBezTo>
                <a:close/>
                <a:moveTo>
                  <a:pt x="2321411" y="1262933"/>
                </a:moveTo>
                <a:cubicBezTo>
                  <a:pt x="2343856" y="1262933"/>
                  <a:pt x="2362051" y="1281128"/>
                  <a:pt x="2362051" y="1303573"/>
                </a:cubicBezTo>
                <a:cubicBezTo>
                  <a:pt x="2362051" y="1326018"/>
                  <a:pt x="2343856" y="1344213"/>
                  <a:pt x="2321411" y="1344213"/>
                </a:cubicBezTo>
                <a:cubicBezTo>
                  <a:pt x="2298966" y="1344213"/>
                  <a:pt x="2280771" y="1326018"/>
                  <a:pt x="2280771" y="1303573"/>
                </a:cubicBezTo>
                <a:cubicBezTo>
                  <a:pt x="2280771" y="1281128"/>
                  <a:pt x="2298966" y="1262933"/>
                  <a:pt x="2321411" y="1262933"/>
                </a:cubicBezTo>
                <a:close/>
                <a:moveTo>
                  <a:pt x="2169888" y="1262933"/>
                </a:moveTo>
                <a:cubicBezTo>
                  <a:pt x="2192333" y="1262933"/>
                  <a:pt x="2210528" y="1281128"/>
                  <a:pt x="2210528" y="1303573"/>
                </a:cubicBezTo>
                <a:cubicBezTo>
                  <a:pt x="2210528" y="1326018"/>
                  <a:pt x="2192333" y="1344213"/>
                  <a:pt x="2169888" y="1344213"/>
                </a:cubicBezTo>
                <a:cubicBezTo>
                  <a:pt x="2147443" y="1344213"/>
                  <a:pt x="2129248" y="1326018"/>
                  <a:pt x="2129248" y="1303573"/>
                </a:cubicBezTo>
                <a:cubicBezTo>
                  <a:pt x="2129248" y="1281128"/>
                  <a:pt x="2147443" y="1262933"/>
                  <a:pt x="2169888" y="1262933"/>
                </a:cubicBezTo>
                <a:close/>
                <a:moveTo>
                  <a:pt x="2018364" y="1262933"/>
                </a:moveTo>
                <a:cubicBezTo>
                  <a:pt x="2040809" y="1262933"/>
                  <a:pt x="2059004" y="1281128"/>
                  <a:pt x="2059004" y="1303573"/>
                </a:cubicBezTo>
                <a:cubicBezTo>
                  <a:pt x="2059004" y="1326018"/>
                  <a:pt x="2040809" y="1344213"/>
                  <a:pt x="2018364" y="1344213"/>
                </a:cubicBezTo>
                <a:cubicBezTo>
                  <a:pt x="1995919" y="1344213"/>
                  <a:pt x="1977724" y="1326018"/>
                  <a:pt x="1977724" y="1303573"/>
                </a:cubicBezTo>
                <a:cubicBezTo>
                  <a:pt x="1977724" y="1281128"/>
                  <a:pt x="1995919" y="1262933"/>
                  <a:pt x="2018364" y="1262933"/>
                </a:cubicBezTo>
                <a:close/>
                <a:moveTo>
                  <a:pt x="1858924" y="1082515"/>
                </a:moveTo>
                <a:cubicBezTo>
                  <a:pt x="1881369" y="1082515"/>
                  <a:pt x="1899564" y="1100710"/>
                  <a:pt x="1899564" y="1123155"/>
                </a:cubicBezTo>
                <a:cubicBezTo>
                  <a:pt x="1899564" y="1145600"/>
                  <a:pt x="1881369" y="1163795"/>
                  <a:pt x="1858924" y="1163795"/>
                </a:cubicBezTo>
                <a:cubicBezTo>
                  <a:pt x="1836479" y="1163795"/>
                  <a:pt x="1818284" y="1145600"/>
                  <a:pt x="1818284" y="1123155"/>
                </a:cubicBezTo>
                <a:cubicBezTo>
                  <a:pt x="1818284" y="1100710"/>
                  <a:pt x="1836479" y="1082515"/>
                  <a:pt x="1858924" y="1082515"/>
                </a:cubicBezTo>
                <a:close/>
                <a:moveTo>
                  <a:pt x="1707404" y="1082515"/>
                </a:moveTo>
                <a:cubicBezTo>
                  <a:pt x="1729849" y="1082515"/>
                  <a:pt x="1748044" y="1100710"/>
                  <a:pt x="1748044" y="1123155"/>
                </a:cubicBezTo>
                <a:cubicBezTo>
                  <a:pt x="1748044" y="1145600"/>
                  <a:pt x="1729849" y="1163795"/>
                  <a:pt x="1707404" y="1163795"/>
                </a:cubicBezTo>
                <a:cubicBezTo>
                  <a:pt x="1684959" y="1163795"/>
                  <a:pt x="1666764" y="1145600"/>
                  <a:pt x="1666764" y="1123155"/>
                </a:cubicBezTo>
                <a:cubicBezTo>
                  <a:pt x="1666764" y="1100710"/>
                  <a:pt x="1684959" y="1082515"/>
                  <a:pt x="1707404" y="1082515"/>
                </a:cubicBezTo>
                <a:close/>
                <a:moveTo>
                  <a:pt x="1555881" y="1082515"/>
                </a:moveTo>
                <a:cubicBezTo>
                  <a:pt x="1578326" y="1082515"/>
                  <a:pt x="1596521" y="1100710"/>
                  <a:pt x="1596521" y="1123155"/>
                </a:cubicBezTo>
                <a:cubicBezTo>
                  <a:pt x="1596521" y="1145600"/>
                  <a:pt x="1578326" y="1163795"/>
                  <a:pt x="1555881" y="1163795"/>
                </a:cubicBezTo>
                <a:cubicBezTo>
                  <a:pt x="1533436" y="1163795"/>
                  <a:pt x="1515241" y="1145600"/>
                  <a:pt x="1515241" y="1123155"/>
                </a:cubicBezTo>
                <a:cubicBezTo>
                  <a:pt x="1515241" y="1100710"/>
                  <a:pt x="1533436" y="1082515"/>
                  <a:pt x="1555881" y="1082515"/>
                </a:cubicBezTo>
                <a:close/>
                <a:moveTo>
                  <a:pt x="1404357" y="1082515"/>
                </a:moveTo>
                <a:cubicBezTo>
                  <a:pt x="1426802" y="1082515"/>
                  <a:pt x="1444997" y="1100710"/>
                  <a:pt x="1444997" y="1123155"/>
                </a:cubicBezTo>
                <a:cubicBezTo>
                  <a:pt x="1444997" y="1145600"/>
                  <a:pt x="1426802" y="1163795"/>
                  <a:pt x="1404357" y="1163795"/>
                </a:cubicBezTo>
                <a:cubicBezTo>
                  <a:pt x="1381912" y="1163795"/>
                  <a:pt x="1363717" y="1145600"/>
                  <a:pt x="1363717" y="1123155"/>
                </a:cubicBezTo>
                <a:cubicBezTo>
                  <a:pt x="1363717" y="1100710"/>
                  <a:pt x="1381912" y="1082515"/>
                  <a:pt x="1404357" y="1082515"/>
                </a:cubicBezTo>
                <a:close/>
                <a:moveTo>
                  <a:pt x="1252833" y="1082515"/>
                </a:moveTo>
                <a:cubicBezTo>
                  <a:pt x="1275278" y="1082515"/>
                  <a:pt x="1293473" y="1100710"/>
                  <a:pt x="1293473" y="1123155"/>
                </a:cubicBezTo>
                <a:cubicBezTo>
                  <a:pt x="1293473" y="1145600"/>
                  <a:pt x="1275278" y="1163795"/>
                  <a:pt x="1252833" y="1163795"/>
                </a:cubicBezTo>
                <a:cubicBezTo>
                  <a:pt x="1230388" y="1163795"/>
                  <a:pt x="1212193" y="1145600"/>
                  <a:pt x="1212193" y="1123155"/>
                </a:cubicBezTo>
                <a:cubicBezTo>
                  <a:pt x="1212193" y="1100710"/>
                  <a:pt x="1230388" y="1082515"/>
                  <a:pt x="1252833" y="1082515"/>
                </a:cubicBezTo>
                <a:close/>
                <a:moveTo>
                  <a:pt x="1101309" y="1082515"/>
                </a:moveTo>
                <a:cubicBezTo>
                  <a:pt x="1123754" y="1082515"/>
                  <a:pt x="1141949" y="1100710"/>
                  <a:pt x="1141949" y="1123155"/>
                </a:cubicBezTo>
                <a:cubicBezTo>
                  <a:pt x="1141949" y="1145600"/>
                  <a:pt x="1123754" y="1163795"/>
                  <a:pt x="1101309" y="1163795"/>
                </a:cubicBezTo>
                <a:cubicBezTo>
                  <a:pt x="1078864" y="1163795"/>
                  <a:pt x="1060669" y="1145600"/>
                  <a:pt x="1060669" y="1123155"/>
                </a:cubicBezTo>
                <a:cubicBezTo>
                  <a:pt x="1060669" y="1100710"/>
                  <a:pt x="1078864" y="1082515"/>
                  <a:pt x="1101309" y="1082515"/>
                </a:cubicBezTo>
                <a:close/>
                <a:moveTo>
                  <a:pt x="949785" y="1082515"/>
                </a:moveTo>
                <a:cubicBezTo>
                  <a:pt x="972230" y="1082515"/>
                  <a:pt x="990425" y="1100710"/>
                  <a:pt x="990425" y="1123155"/>
                </a:cubicBezTo>
                <a:cubicBezTo>
                  <a:pt x="990425" y="1145600"/>
                  <a:pt x="972230" y="1163795"/>
                  <a:pt x="949785" y="1163795"/>
                </a:cubicBezTo>
                <a:cubicBezTo>
                  <a:pt x="927340" y="1163795"/>
                  <a:pt x="909145" y="1145600"/>
                  <a:pt x="909145" y="1123155"/>
                </a:cubicBezTo>
                <a:cubicBezTo>
                  <a:pt x="909145" y="1100710"/>
                  <a:pt x="927340" y="1082515"/>
                  <a:pt x="949785" y="1082515"/>
                </a:cubicBezTo>
                <a:close/>
                <a:moveTo>
                  <a:pt x="798261" y="1082515"/>
                </a:moveTo>
                <a:cubicBezTo>
                  <a:pt x="820706" y="1082515"/>
                  <a:pt x="838901" y="1100710"/>
                  <a:pt x="838901" y="1123155"/>
                </a:cubicBezTo>
                <a:cubicBezTo>
                  <a:pt x="838901" y="1145600"/>
                  <a:pt x="820706" y="1163795"/>
                  <a:pt x="798261" y="1163795"/>
                </a:cubicBezTo>
                <a:cubicBezTo>
                  <a:pt x="775816" y="1163795"/>
                  <a:pt x="757621" y="1145600"/>
                  <a:pt x="757621" y="1123155"/>
                </a:cubicBezTo>
                <a:cubicBezTo>
                  <a:pt x="757621" y="1100710"/>
                  <a:pt x="775816" y="1082515"/>
                  <a:pt x="798261" y="1082515"/>
                </a:cubicBezTo>
                <a:close/>
                <a:moveTo>
                  <a:pt x="646737" y="1082515"/>
                </a:moveTo>
                <a:cubicBezTo>
                  <a:pt x="669182" y="1082515"/>
                  <a:pt x="687377" y="1100710"/>
                  <a:pt x="687377" y="1123155"/>
                </a:cubicBezTo>
                <a:cubicBezTo>
                  <a:pt x="687377" y="1145600"/>
                  <a:pt x="669182" y="1163795"/>
                  <a:pt x="646737" y="1163795"/>
                </a:cubicBezTo>
                <a:cubicBezTo>
                  <a:pt x="624292" y="1163795"/>
                  <a:pt x="606097" y="1145600"/>
                  <a:pt x="606097" y="1123155"/>
                </a:cubicBezTo>
                <a:cubicBezTo>
                  <a:pt x="606097" y="1100710"/>
                  <a:pt x="624292" y="1082515"/>
                  <a:pt x="646737" y="1082515"/>
                </a:cubicBezTo>
                <a:close/>
                <a:moveTo>
                  <a:pt x="495214" y="1082515"/>
                </a:moveTo>
                <a:cubicBezTo>
                  <a:pt x="517659" y="1082515"/>
                  <a:pt x="535854" y="1100710"/>
                  <a:pt x="535854" y="1123155"/>
                </a:cubicBezTo>
                <a:cubicBezTo>
                  <a:pt x="535854" y="1145600"/>
                  <a:pt x="517659" y="1163795"/>
                  <a:pt x="495214" y="1163795"/>
                </a:cubicBezTo>
                <a:cubicBezTo>
                  <a:pt x="472769" y="1163795"/>
                  <a:pt x="454574" y="1145600"/>
                  <a:pt x="454574" y="1123155"/>
                </a:cubicBezTo>
                <a:cubicBezTo>
                  <a:pt x="454574" y="1100710"/>
                  <a:pt x="472769" y="1082515"/>
                  <a:pt x="495214" y="1082515"/>
                </a:cubicBezTo>
                <a:close/>
                <a:moveTo>
                  <a:pt x="343690" y="1082515"/>
                </a:moveTo>
                <a:cubicBezTo>
                  <a:pt x="366135" y="1082515"/>
                  <a:pt x="384330" y="1100710"/>
                  <a:pt x="384330" y="1123155"/>
                </a:cubicBezTo>
                <a:cubicBezTo>
                  <a:pt x="384330" y="1145600"/>
                  <a:pt x="366135" y="1163795"/>
                  <a:pt x="343690" y="1163795"/>
                </a:cubicBezTo>
                <a:cubicBezTo>
                  <a:pt x="321245" y="1163795"/>
                  <a:pt x="303050" y="1145600"/>
                  <a:pt x="303050" y="1123155"/>
                </a:cubicBezTo>
                <a:cubicBezTo>
                  <a:pt x="303050" y="1100710"/>
                  <a:pt x="321245" y="1082515"/>
                  <a:pt x="343690" y="1082515"/>
                </a:cubicBezTo>
                <a:close/>
                <a:moveTo>
                  <a:pt x="192166" y="1082515"/>
                </a:moveTo>
                <a:cubicBezTo>
                  <a:pt x="214611" y="1082515"/>
                  <a:pt x="232806" y="1100710"/>
                  <a:pt x="232806" y="1123155"/>
                </a:cubicBezTo>
                <a:cubicBezTo>
                  <a:pt x="232806" y="1145600"/>
                  <a:pt x="214611" y="1163795"/>
                  <a:pt x="192166" y="1163795"/>
                </a:cubicBezTo>
                <a:cubicBezTo>
                  <a:pt x="169721" y="1163795"/>
                  <a:pt x="151526" y="1145600"/>
                  <a:pt x="151526" y="1123155"/>
                </a:cubicBezTo>
                <a:cubicBezTo>
                  <a:pt x="151526" y="1100710"/>
                  <a:pt x="169721" y="1082515"/>
                  <a:pt x="192166" y="1082515"/>
                </a:cubicBezTo>
                <a:close/>
                <a:moveTo>
                  <a:pt x="40642" y="1082515"/>
                </a:moveTo>
                <a:cubicBezTo>
                  <a:pt x="63087" y="1082515"/>
                  <a:pt x="81282" y="1100710"/>
                  <a:pt x="81282" y="1123155"/>
                </a:cubicBezTo>
                <a:cubicBezTo>
                  <a:pt x="81282" y="1145600"/>
                  <a:pt x="63087" y="1163795"/>
                  <a:pt x="40642" y="1163795"/>
                </a:cubicBezTo>
                <a:cubicBezTo>
                  <a:pt x="18197" y="1163795"/>
                  <a:pt x="2" y="1145600"/>
                  <a:pt x="2" y="1123155"/>
                </a:cubicBezTo>
                <a:cubicBezTo>
                  <a:pt x="2" y="1100710"/>
                  <a:pt x="18197" y="1082515"/>
                  <a:pt x="40642" y="1082515"/>
                </a:cubicBezTo>
                <a:close/>
                <a:moveTo>
                  <a:pt x="2927506" y="1082514"/>
                </a:moveTo>
                <a:cubicBezTo>
                  <a:pt x="2949951" y="1082514"/>
                  <a:pt x="2968146" y="1100709"/>
                  <a:pt x="2968146" y="1123154"/>
                </a:cubicBezTo>
                <a:cubicBezTo>
                  <a:pt x="2968146" y="1145599"/>
                  <a:pt x="2949951" y="1163794"/>
                  <a:pt x="2927506" y="1163794"/>
                </a:cubicBezTo>
                <a:cubicBezTo>
                  <a:pt x="2905061" y="1163794"/>
                  <a:pt x="2886866" y="1145599"/>
                  <a:pt x="2886866" y="1123154"/>
                </a:cubicBezTo>
                <a:cubicBezTo>
                  <a:pt x="2886866" y="1100709"/>
                  <a:pt x="2905061" y="1082514"/>
                  <a:pt x="2927506" y="1082514"/>
                </a:cubicBezTo>
                <a:close/>
                <a:moveTo>
                  <a:pt x="2775983" y="1082514"/>
                </a:moveTo>
                <a:cubicBezTo>
                  <a:pt x="2798428" y="1082514"/>
                  <a:pt x="2816623" y="1100709"/>
                  <a:pt x="2816623" y="1123154"/>
                </a:cubicBezTo>
                <a:cubicBezTo>
                  <a:pt x="2816623" y="1145599"/>
                  <a:pt x="2798428" y="1163794"/>
                  <a:pt x="2775983" y="1163794"/>
                </a:cubicBezTo>
                <a:cubicBezTo>
                  <a:pt x="2753538" y="1163794"/>
                  <a:pt x="2735343" y="1145599"/>
                  <a:pt x="2735343" y="1123154"/>
                </a:cubicBezTo>
                <a:cubicBezTo>
                  <a:pt x="2735343" y="1100709"/>
                  <a:pt x="2753538" y="1082514"/>
                  <a:pt x="2775983" y="1082514"/>
                </a:cubicBezTo>
                <a:close/>
                <a:moveTo>
                  <a:pt x="2624459" y="1082514"/>
                </a:moveTo>
                <a:cubicBezTo>
                  <a:pt x="2646904" y="1082514"/>
                  <a:pt x="2665099" y="1100709"/>
                  <a:pt x="2665099" y="1123154"/>
                </a:cubicBezTo>
                <a:cubicBezTo>
                  <a:pt x="2665099" y="1145599"/>
                  <a:pt x="2646904" y="1163794"/>
                  <a:pt x="2624459" y="1163794"/>
                </a:cubicBezTo>
                <a:cubicBezTo>
                  <a:pt x="2602014" y="1163794"/>
                  <a:pt x="2583819" y="1145599"/>
                  <a:pt x="2583819" y="1123154"/>
                </a:cubicBezTo>
                <a:cubicBezTo>
                  <a:pt x="2583819" y="1100709"/>
                  <a:pt x="2602014" y="1082514"/>
                  <a:pt x="2624459" y="1082514"/>
                </a:cubicBezTo>
                <a:close/>
                <a:moveTo>
                  <a:pt x="2472935" y="1082514"/>
                </a:moveTo>
                <a:cubicBezTo>
                  <a:pt x="2495380" y="1082514"/>
                  <a:pt x="2513575" y="1100709"/>
                  <a:pt x="2513575" y="1123154"/>
                </a:cubicBezTo>
                <a:cubicBezTo>
                  <a:pt x="2513575" y="1145599"/>
                  <a:pt x="2495380" y="1163794"/>
                  <a:pt x="2472935" y="1163794"/>
                </a:cubicBezTo>
                <a:cubicBezTo>
                  <a:pt x="2450490" y="1163794"/>
                  <a:pt x="2432295" y="1145599"/>
                  <a:pt x="2432295" y="1123154"/>
                </a:cubicBezTo>
                <a:cubicBezTo>
                  <a:pt x="2432295" y="1100709"/>
                  <a:pt x="2450490" y="1082514"/>
                  <a:pt x="2472935" y="1082514"/>
                </a:cubicBezTo>
                <a:close/>
                <a:moveTo>
                  <a:pt x="2321411" y="1082514"/>
                </a:moveTo>
                <a:cubicBezTo>
                  <a:pt x="2343856" y="1082514"/>
                  <a:pt x="2362051" y="1100709"/>
                  <a:pt x="2362051" y="1123154"/>
                </a:cubicBezTo>
                <a:cubicBezTo>
                  <a:pt x="2362051" y="1145599"/>
                  <a:pt x="2343856" y="1163794"/>
                  <a:pt x="2321411" y="1163794"/>
                </a:cubicBezTo>
                <a:cubicBezTo>
                  <a:pt x="2298966" y="1163794"/>
                  <a:pt x="2280771" y="1145599"/>
                  <a:pt x="2280771" y="1123154"/>
                </a:cubicBezTo>
                <a:cubicBezTo>
                  <a:pt x="2280771" y="1100709"/>
                  <a:pt x="2298966" y="1082514"/>
                  <a:pt x="2321411" y="1082514"/>
                </a:cubicBezTo>
                <a:close/>
                <a:moveTo>
                  <a:pt x="2169888" y="1082514"/>
                </a:moveTo>
                <a:cubicBezTo>
                  <a:pt x="2192333" y="1082514"/>
                  <a:pt x="2210528" y="1100709"/>
                  <a:pt x="2210528" y="1123154"/>
                </a:cubicBezTo>
                <a:cubicBezTo>
                  <a:pt x="2210528" y="1145599"/>
                  <a:pt x="2192333" y="1163794"/>
                  <a:pt x="2169888" y="1163794"/>
                </a:cubicBezTo>
                <a:cubicBezTo>
                  <a:pt x="2147443" y="1163794"/>
                  <a:pt x="2129248" y="1145599"/>
                  <a:pt x="2129248" y="1123154"/>
                </a:cubicBezTo>
                <a:cubicBezTo>
                  <a:pt x="2129248" y="1100709"/>
                  <a:pt x="2147443" y="1082514"/>
                  <a:pt x="2169888" y="1082514"/>
                </a:cubicBezTo>
                <a:close/>
                <a:moveTo>
                  <a:pt x="2018364" y="1082514"/>
                </a:moveTo>
                <a:cubicBezTo>
                  <a:pt x="2040809" y="1082514"/>
                  <a:pt x="2059004" y="1100709"/>
                  <a:pt x="2059004" y="1123154"/>
                </a:cubicBezTo>
                <a:cubicBezTo>
                  <a:pt x="2059004" y="1145599"/>
                  <a:pt x="2040809" y="1163794"/>
                  <a:pt x="2018364" y="1163794"/>
                </a:cubicBezTo>
                <a:cubicBezTo>
                  <a:pt x="1995919" y="1163794"/>
                  <a:pt x="1977724" y="1145599"/>
                  <a:pt x="1977724" y="1123154"/>
                </a:cubicBezTo>
                <a:cubicBezTo>
                  <a:pt x="1977724" y="1100709"/>
                  <a:pt x="1995919" y="1082514"/>
                  <a:pt x="2018364" y="1082514"/>
                </a:cubicBezTo>
                <a:close/>
                <a:moveTo>
                  <a:pt x="1858924" y="902096"/>
                </a:moveTo>
                <a:cubicBezTo>
                  <a:pt x="1881369" y="902096"/>
                  <a:pt x="1899564" y="920291"/>
                  <a:pt x="1899564" y="942736"/>
                </a:cubicBezTo>
                <a:cubicBezTo>
                  <a:pt x="1899564" y="965181"/>
                  <a:pt x="1881369" y="983376"/>
                  <a:pt x="1858924" y="983376"/>
                </a:cubicBezTo>
                <a:cubicBezTo>
                  <a:pt x="1836479" y="983376"/>
                  <a:pt x="1818284" y="965181"/>
                  <a:pt x="1818284" y="942736"/>
                </a:cubicBezTo>
                <a:cubicBezTo>
                  <a:pt x="1818284" y="920291"/>
                  <a:pt x="1836479" y="902096"/>
                  <a:pt x="1858924" y="902096"/>
                </a:cubicBezTo>
                <a:close/>
                <a:moveTo>
                  <a:pt x="1707404" y="902096"/>
                </a:moveTo>
                <a:cubicBezTo>
                  <a:pt x="1729849" y="902096"/>
                  <a:pt x="1748044" y="920291"/>
                  <a:pt x="1748044" y="942736"/>
                </a:cubicBezTo>
                <a:cubicBezTo>
                  <a:pt x="1748044" y="965181"/>
                  <a:pt x="1729849" y="983376"/>
                  <a:pt x="1707404" y="983376"/>
                </a:cubicBezTo>
                <a:cubicBezTo>
                  <a:pt x="1684959" y="983376"/>
                  <a:pt x="1666764" y="965181"/>
                  <a:pt x="1666764" y="942736"/>
                </a:cubicBezTo>
                <a:cubicBezTo>
                  <a:pt x="1666764" y="920291"/>
                  <a:pt x="1684959" y="902096"/>
                  <a:pt x="1707404" y="902096"/>
                </a:cubicBezTo>
                <a:close/>
                <a:moveTo>
                  <a:pt x="1555881" y="902096"/>
                </a:moveTo>
                <a:cubicBezTo>
                  <a:pt x="1578326" y="902096"/>
                  <a:pt x="1596521" y="920291"/>
                  <a:pt x="1596521" y="942736"/>
                </a:cubicBezTo>
                <a:cubicBezTo>
                  <a:pt x="1596521" y="965181"/>
                  <a:pt x="1578326" y="983376"/>
                  <a:pt x="1555881" y="983376"/>
                </a:cubicBezTo>
                <a:cubicBezTo>
                  <a:pt x="1533436" y="983376"/>
                  <a:pt x="1515241" y="965181"/>
                  <a:pt x="1515241" y="942736"/>
                </a:cubicBezTo>
                <a:cubicBezTo>
                  <a:pt x="1515241" y="920291"/>
                  <a:pt x="1533436" y="902096"/>
                  <a:pt x="1555881" y="902096"/>
                </a:cubicBezTo>
                <a:close/>
                <a:moveTo>
                  <a:pt x="1404357" y="902096"/>
                </a:moveTo>
                <a:cubicBezTo>
                  <a:pt x="1426802" y="902096"/>
                  <a:pt x="1444997" y="920291"/>
                  <a:pt x="1444997" y="942736"/>
                </a:cubicBezTo>
                <a:cubicBezTo>
                  <a:pt x="1444997" y="965181"/>
                  <a:pt x="1426802" y="983376"/>
                  <a:pt x="1404357" y="983376"/>
                </a:cubicBezTo>
                <a:cubicBezTo>
                  <a:pt x="1381912" y="983376"/>
                  <a:pt x="1363717" y="965181"/>
                  <a:pt x="1363717" y="942736"/>
                </a:cubicBezTo>
                <a:cubicBezTo>
                  <a:pt x="1363717" y="920291"/>
                  <a:pt x="1381912" y="902096"/>
                  <a:pt x="1404357" y="902096"/>
                </a:cubicBezTo>
                <a:close/>
                <a:moveTo>
                  <a:pt x="1252833" y="902096"/>
                </a:moveTo>
                <a:cubicBezTo>
                  <a:pt x="1275278" y="902096"/>
                  <a:pt x="1293473" y="920291"/>
                  <a:pt x="1293473" y="942736"/>
                </a:cubicBezTo>
                <a:cubicBezTo>
                  <a:pt x="1293473" y="965181"/>
                  <a:pt x="1275278" y="983376"/>
                  <a:pt x="1252833" y="983376"/>
                </a:cubicBezTo>
                <a:cubicBezTo>
                  <a:pt x="1230388" y="983376"/>
                  <a:pt x="1212193" y="965181"/>
                  <a:pt x="1212193" y="942736"/>
                </a:cubicBezTo>
                <a:cubicBezTo>
                  <a:pt x="1212193" y="920291"/>
                  <a:pt x="1230388" y="902096"/>
                  <a:pt x="1252833" y="902096"/>
                </a:cubicBezTo>
                <a:close/>
                <a:moveTo>
                  <a:pt x="1101309" y="902096"/>
                </a:moveTo>
                <a:cubicBezTo>
                  <a:pt x="1123754" y="902096"/>
                  <a:pt x="1141949" y="920291"/>
                  <a:pt x="1141949" y="942736"/>
                </a:cubicBezTo>
                <a:cubicBezTo>
                  <a:pt x="1141949" y="965181"/>
                  <a:pt x="1123754" y="983376"/>
                  <a:pt x="1101309" y="983376"/>
                </a:cubicBezTo>
                <a:cubicBezTo>
                  <a:pt x="1078864" y="983376"/>
                  <a:pt x="1060669" y="965181"/>
                  <a:pt x="1060669" y="942736"/>
                </a:cubicBezTo>
                <a:cubicBezTo>
                  <a:pt x="1060669" y="920291"/>
                  <a:pt x="1078864" y="902096"/>
                  <a:pt x="1101309" y="902096"/>
                </a:cubicBezTo>
                <a:close/>
                <a:moveTo>
                  <a:pt x="949785" y="902096"/>
                </a:moveTo>
                <a:cubicBezTo>
                  <a:pt x="972230" y="902096"/>
                  <a:pt x="990425" y="920291"/>
                  <a:pt x="990425" y="942736"/>
                </a:cubicBezTo>
                <a:cubicBezTo>
                  <a:pt x="990425" y="965181"/>
                  <a:pt x="972230" y="983376"/>
                  <a:pt x="949785" y="983376"/>
                </a:cubicBezTo>
                <a:cubicBezTo>
                  <a:pt x="927340" y="983376"/>
                  <a:pt x="909145" y="965181"/>
                  <a:pt x="909145" y="942736"/>
                </a:cubicBezTo>
                <a:cubicBezTo>
                  <a:pt x="909145" y="920291"/>
                  <a:pt x="927340" y="902096"/>
                  <a:pt x="949785" y="902096"/>
                </a:cubicBezTo>
                <a:close/>
                <a:moveTo>
                  <a:pt x="798261" y="902096"/>
                </a:moveTo>
                <a:cubicBezTo>
                  <a:pt x="820706" y="902096"/>
                  <a:pt x="838901" y="920291"/>
                  <a:pt x="838901" y="942736"/>
                </a:cubicBezTo>
                <a:cubicBezTo>
                  <a:pt x="838901" y="965181"/>
                  <a:pt x="820706" y="983376"/>
                  <a:pt x="798261" y="983376"/>
                </a:cubicBezTo>
                <a:cubicBezTo>
                  <a:pt x="775816" y="983376"/>
                  <a:pt x="757621" y="965181"/>
                  <a:pt x="757621" y="942736"/>
                </a:cubicBezTo>
                <a:cubicBezTo>
                  <a:pt x="757621" y="920291"/>
                  <a:pt x="775816" y="902096"/>
                  <a:pt x="798261" y="902096"/>
                </a:cubicBezTo>
                <a:close/>
                <a:moveTo>
                  <a:pt x="646737" y="902096"/>
                </a:moveTo>
                <a:cubicBezTo>
                  <a:pt x="669182" y="902096"/>
                  <a:pt x="687377" y="920291"/>
                  <a:pt x="687377" y="942736"/>
                </a:cubicBezTo>
                <a:cubicBezTo>
                  <a:pt x="687377" y="965181"/>
                  <a:pt x="669182" y="983376"/>
                  <a:pt x="646737" y="983376"/>
                </a:cubicBezTo>
                <a:cubicBezTo>
                  <a:pt x="624292" y="983376"/>
                  <a:pt x="606097" y="965181"/>
                  <a:pt x="606097" y="942736"/>
                </a:cubicBezTo>
                <a:cubicBezTo>
                  <a:pt x="606097" y="920291"/>
                  <a:pt x="624292" y="902096"/>
                  <a:pt x="646737" y="902096"/>
                </a:cubicBezTo>
                <a:close/>
                <a:moveTo>
                  <a:pt x="495214" y="902096"/>
                </a:moveTo>
                <a:cubicBezTo>
                  <a:pt x="517659" y="902096"/>
                  <a:pt x="535854" y="920291"/>
                  <a:pt x="535854" y="942736"/>
                </a:cubicBezTo>
                <a:cubicBezTo>
                  <a:pt x="535854" y="965181"/>
                  <a:pt x="517659" y="983376"/>
                  <a:pt x="495214" y="983376"/>
                </a:cubicBezTo>
                <a:cubicBezTo>
                  <a:pt x="472769" y="983376"/>
                  <a:pt x="454574" y="965181"/>
                  <a:pt x="454574" y="942736"/>
                </a:cubicBezTo>
                <a:cubicBezTo>
                  <a:pt x="454574" y="920291"/>
                  <a:pt x="472769" y="902096"/>
                  <a:pt x="495214" y="902096"/>
                </a:cubicBezTo>
                <a:close/>
                <a:moveTo>
                  <a:pt x="343690" y="902096"/>
                </a:moveTo>
                <a:cubicBezTo>
                  <a:pt x="366135" y="902096"/>
                  <a:pt x="384330" y="920291"/>
                  <a:pt x="384330" y="942736"/>
                </a:cubicBezTo>
                <a:cubicBezTo>
                  <a:pt x="384330" y="965181"/>
                  <a:pt x="366135" y="983376"/>
                  <a:pt x="343690" y="983376"/>
                </a:cubicBezTo>
                <a:cubicBezTo>
                  <a:pt x="321245" y="983376"/>
                  <a:pt x="303050" y="965181"/>
                  <a:pt x="303050" y="942736"/>
                </a:cubicBezTo>
                <a:cubicBezTo>
                  <a:pt x="303050" y="920291"/>
                  <a:pt x="321245" y="902096"/>
                  <a:pt x="343690" y="902096"/>
                </a:cubicBezTo>
                <a:close/>
                <a:moveTo>
                  <a:pt x="192166" y="902096"/>
                </a:moveTo>
                <a:cubicBezTo>
                  <a:pt x="214611" y="902096"/>
                  <a:pt x="232806" y="920291"/>
                  <a:pt x="232806" y="942736"/>
                </a:cubicBezTo>
                <a:cubicBezTo>
                  <a:pt x="232806" y="965181"/>
                  <a:pt x="214611" y="983376"/>
                  <a:pt x="192166" y="983376"/>
                </a:cubicBezTo>
                <a:cubicBezTo>
                  <a:pt x="169721" y="983376"/>
                  <a:pt x="151526" y="965181"/>
                  <a:pt x="151526" y="942736"/>
                </a:cubicBezTo>
                <a:cubicBezTo>
                  <a:pt x="151526" y="920291"/>
                  <a:pt x="169721" y="902096"/>
                  <a:pt x="192166" y="902096"/>
                </a:cubicBezTo>
                <a:close/>
                <a:moveTo>
                  <a:pt x="2775983" y="902094"/>
                </a:moveTo>
                <a:cubicBezTo>
                  <a:pt x="2798428" y="902094"/>
                  <a:pt x="2816623" y="920289"/>
                  <a:pt x="2816623" y="942734"/>
                </a:cubicBezTo>
                <a:cubicBezTo>
                  <a:pt x="2816623" y="965179"/>
                  <a:pt x="2798428" y="983374"/>
                  <a:pt x="2775983" y="983374"/>
                </a:cubicBezTo>
                <a:cubicBezTo>
                  <a:pt x="2753538" y="983374"/>
                  <a:pt x="2735343" y="965179"/>
                  <a:pt x="2735343" y="942734"/>
                </a:cubicBezTo>
                <a:cubicBezTo>
                  <a:pt x="2735343" y="920289"/>
                  <a:pt x="2753538" y="902094"/>
                  <a:pt x="2775983" y="902094"/>
                </a:cubicBezTo>
                <a:close/>
                <a:moveTo>
                  <a:pt x="2624459" y="902094"/>
                </a:moveTo>
                <a:cubicBezTo>
                  <a:pt x="2646904" y="902094"/>
                  <a:pt x="2665099" y="920289"/>
                  <a:pt x="2665099" y="942734"/>
                </a:cubicBezTo>
                <a:cubicBezTo>
                  <a:pt x="2665099" y="965179"/>
                  <a:pt x="2646904" y="983374"/>
                  <a:pt x="2624459" y="983374"/>
                </a:cubicBezTo>
                <a:cubicBezTo>
                  <a:pt x="2602014" y="983374"/>
                  <a:pt x="2583819" y="965179"/>
                  <a:pt x="2583819" y="942734"/>
                </a:cubicBezTo>
                <a:cubicBezTo>
                  <a:pt x="2583819" y="920289"/>
                  <a:pt x="2602014" y="902094"/>
                  <a:pt x="2624459" y="902094"/>
                </a:cubicBezTo>
                <a:close/>
                <a:moveTo>
                  <a:pt x="2472935" y="902094"/>
                </a:moveTo>
                <a:cubicBezTo>
                  <a:pt x="2495380" y="902094"/>
                  <a:pt x="2513575" y="920289"/>
                  <a:pt x="2513575" y="942734"/>
                </a:cubicBezTo>
                <a:cubicBezTo>
                  <a:pt x="2513575" y="965179"/>
                  <a:pt x="2495380" y="983374"/>
                  <a:pt x="2472935" y="983374"/>
                </a:cubicBezTo>
                <a:cubicBezTo>
                  <a:pt x="2450490" y="983374"/>
                  <a:pt x="2432295" y="965179"/>
                  <a:pt x="2432295" y="942734"/>
                </a:cubicBezTo>
                <a:cubicBezTo>
                  <a:pt x="2432295" y="920289"/>
                  <a:pt x="2450490" y="902094"/>
                  <a:pt x="2472935" y="902094"/>
                </a:cubicBezTo>
                <a:close/>
                <a:moveTo>
                  <a:pt x="2321411" y="902094"/>
                </a:moveTo>
                <a:cubicBezTo>
                  <a:pt x="2343856" y="902094"/>
                  <a:pt x="2362051" y="920289"/>
                  <a:pt x="2362051" y="942734"/>
                </a:cubicBezTo>
                <a:cubicBezTo>
                  <a:pt x="2362051" y="965179"/>
                  <a:pt x="2343856" y="983374"/>
                  <a:pt x="2321411" y="983374"/>
                </a:cubicBezTo>
                <a:cubicBezTo>
                  <a:pt x="2298966" y="983374"/>
                  <a:pt x="2280771" y="965179"/>
                  <a:pt x="2280771" y="942734"/>
                </a:cubicBezTo>
                <a:cubicBezTo>
                  <a:pt x="2280771" y="920289"/>
                  <a:pt x="2298966" y="902094"/>
                  <a:pt x="2321411" y="902094"/>
                </a:cubicBezTo>
                <a:close/>
                <a:moveTo>
                  <a:pt x="2169888" y="902094"/>
                </a:moveTo>
                <a:cubicBezTo>
                  <a:pt x="2192333" y="902094"/>
                  <a:pt x="2210528" y="920289"/>
                  <a:pt x="2210528" y="942734"/>
                </a:cubicBezTo>
                <a:cubicBezTo>
                  <a:pt x="2210528" y="965179"/>
                  <a:pt x="2192333" y="983374"/>
                  <a:pt x="2169888" y="983374"/>
                </a:cubicBezTo>
                <a:cubicBezTo>
                  <a:pt x="2147443" y="983374"/>
                  <a:pt x="2129248" y="965179"/>
                  <a:pt x="2129248" y="942734"/>
                </a:cubicBezTo>
                <a:cubicBezTo>
                  <a:pt x="2129248" y="920289"/>
                  <a:pt x="2147443" y="902094"/>
                  <a:pt x="2169888" y="902094"/>
                </a:cubicBezTo>
                <a:close/>
                <a:moveTo>
                  <a:pt x="2018364" y="902094"/>
                </a:moveTo>
                <a:cubicBezTo>
                  <a:pt x="2040809" y="902094"/>
                  <a:pt x="2059004" y="920289"/>
                  <a:pt x="2059004" y="942734"/>
                </a:cubicBezTo>
                <a:cubicBezTo>
                  <a:pt x="2059004" y="965179"/>
                  <a:pt x="2040809" y="983374"/>
                  <a:pt x="2018364" y="983374"/>
                </a:cubicBezTo>
                <a:cubicBezTo>
                  <a:pt x="1995919" y="983374"/>
                  <a:pt x="1977724" y="965179"/>
                  <a:pt x="1977724" y="942734"/>
                </a:cubicBezTo>
                <a:cubicBezTo>
                  <a:pt x="1977724" y="920289"/>
                  <a:pt x="1995919" y="902094"/>
                  <a:pt x="2018364" y="902094"/>
                </a:cubicBezTo>
                <a:close/>
                <a:moveTo>
                  <a:pt x="1858924" y="721677"/>
                </a:moveTo>
                <a:cubicBezTo>
                  <a:pt x="1881369" y="721677"/>
                  <a:pt x="1899564" y="739872"/>
                  <a:pt x="1899564" y="762317"/>
                </a:cubicBezTo>
                <a:cubicBezTo>
                  <a:pt x="1899564" y="784762"/>
                  <a:pt x="1881369" y="802957"/>
                  <a:pt x="1858924" y="802957"/>
                </a:cubicBezTo>
                <a:cubicBezTo>
                  <a:pt x="1836479" y="802957"/>
                  <a:pt x="1818284" y="784762"/>
                  <a:pt x="1818284" y="762317"/>
                </a:cubicBezTo>
                <a:cubicBezTo>
                  <a:pt x="1818284" y="739872"/>
                  <a:pt x="1836479" y="721677"/>
                  <a:pt x="1858924" y="721677"/>
                </a:cubicBezTo>
                <a:close/>
                <a:moveTo>
                  <a:pt x="1707404" y="721677"/>
                </a:moveTo>
                <a:cubicBezTo>
                  <a:pt x="1729849" y="721677"/>
                  <a:pt x="1748044" y="739872"/>
                  <a:pt x="1748044" y="762317"/>
                </a:cubicBezTo>
                <a:cubicBezTo>
                  <a:pt x="1748044" y="784762"/>
                  <a:pt x="1729849" y="802957"/>
                  <a:pt x="1707404" y="802957"/>
                </a:cubicBezTo>
                <a:cubicBezTo>
                  <a:pt x="1684959" y="802957"/>
                  <a:pt x="1666764" y="784762"/>
                  <a:pt x="1666764" y="762317"/>
                </a:cubicBezTo>
                <a:cubicBezTo>
                  <a:pt x="1666764" y="739872"/>
                  <a:pt x="1684959" y="721677"/>
                  <a:pt x="1707404" y="721677"/>
                </a:cubicBezTo>
                <a:close/>
                <a:moveTo>
                  <a:pt x="1555881" y="721677"/>
                </a:moveTo>
                <a:cubicBezTo>
                  <a:pt x="1578326" y="721677"/>
                  <a:pt x="1596521" y="739872"/>
                  <a:pt x="1596521" y="762317"/>
                </a:cubicBezTo>
                <a:cubicBezTo>
                  <a:pt x="1596521" y="784762"/>
                  <a:pt x="1578326" y="802957"/>
                  <a:pt x="1555881" y="802957"/>
                </a:cubicBezTo>
                <a:cubicBezTo>
                  <a:pt x="1533436" y="802957"/>
                  <a:pt x="1515241" y="784762"/>
                  <a:pt x="1515241" y="762317"/>
                </a:cubicBezTo>
                <a:cubicBezTo>
                  <a:pt x="1515241" y="739872"/>
                  <a:pt x="1533436" y="721677"/>
                  <a:pt x="1555881" y="721677"/>
                </a:cubicBezTo>
                <a:close/>
                <a:moveTo>
                  <a:pt x="1404357" y="721677"/>
                </a:moveTo>
                <a:cubicBezTo>
                  <a:pt x="1426802" y="721677"/>
                  <a:pt x="1444997" y="739872"/>
                  <a:pt x="1444997" y="762317"/>
                </a:cubicBezTo>
                <a:cubicBezTo>
                  <a:pt x="1444997" y="784762"/>
                  <a:pt x="1426802" y="802957"/>
                  <a:pt x="1404357" y="802957"/>
                </a:cubicBezTo>
                <a:cubicBezTo>
                  <a:pt x="1381912" y="802957"/>
                  <a:pt x="1363717" y="784762"/>
                  <a:pt x="1363717" y="762317"/>
                </a:cubicBezTo>
                <a:cubicBezTo>
                  <a:pt x="1363717" y="739872"/>
                  <a:pt x="1381912" y="721677"/>
                  <a:pt x="1404357" y="721677"/>
                </a:cubicBezTo>
                <a:close/>
                <a:moveTo>
                  <a:pt x="1252833" y="721677"/>
                </a:moveTo>
                <a:cubicBezTo>
                  <a:pt x="1275278" y="721677"/>
                  <a:pt x="1293473" y="739872"/>
                  <a:pt x="1293473" y="762317"/>
                </a:cubicBezTo>
                <a:cubicBezTo>
                  <a:pt x="1293473" y="784762"/>
                  <a:pt x="1275278" y="802957"/>
                  <a:pt x="1252833" y="802957"/>
                </a:cubicBezTo>
                <a:cubicBezTo>
                  <a:pt x="1230388" y="802957"/>
                  <a:pt x="1212193" y="784762"/>
                  <a:pt x="1212193" y="762317"/>
                </a:cubicBezTo>
                <a:cubicBezTo>
                  <a:pt x="1212193" y="739872"/>
                  <a:pt x="1230388" y="721677"/>
                  <a:pt x="1252833" y="721677"/>
                </a:cubicBezTo>
                <a:close/>
                <a:moveTo>
                  <a:pt x="1101309" y="721677"/>
                </a:moveTo>
                <a:cubicBezTo>
                  <a:pt x="1123754" y="721677"/>
                  <a:pt x="1141949" y="739872"/>
                  <a:pt x="1141949" y="762317"/>
                </a:cubicBezTo>
                <a:cubicBezTo>
                  <a:pt x="1141949" y="784762"/>
                  <a:pt x="1123754" y="802957"/>
                  <a:pt x="1101309" y="802957"/>
                </a:cubicBezTo>
                <a:cubicBezTo>
                  <a:pt x="1078864" y="802957"/>
                  <a:pt x="1060669" y="784762"/>
                  <a:pt x="1060669" y="762317"/>
                </a:cubicBezTo>
                <a:cubicBezTo>
                  <a:pt x="1060669" y="739872"/>
                  <a:pt x="1078864" y="721677"/>
                  <a:pt x="1101309" y="721677"/>
                </a:cubicBezTo>
                <a:close/>
                <a:moveTo>
                  <a:pt x="949785" y="721677"/>
                </a:moveTo>
                <a:cubicBezTo>
                  <a:pt x="972230" y="721677"/>
                  <a:pt x="990425" y="739872"/>
                  <a:pt x="990425" y="762317"/>
                </a:cubicBezTo>
                <a:cubicBezTo>
                  <a:pt x="990425" y="784762"/>
                  <a:pt x="972230" y="802957"/>
                  <a:pt x="949785" y="802957"/>
                </a:cubicBezTo>
                <a:cubicBezTo>
                  <a:pt x="927340" y="802957"/>
                  <a:pt x="909145" y="784762"/>
                  <a:pt x="909145" y="762317"/>
                </a:cubicBezTo>
                <a:cubicBezTo>
                  <a:pt x="909145" y="739872"/>
                  <a:pt x="927340" y="721677"/>
                  <a:pt x="949785" y="721677"/>
                </a:cubicBezTo>
                <a:close/>
                <a:moveTo>
                  <a:pt x="798261" y="721677"/>
                </a:moveTo>
                <a:cubicBezTo>
                  <a:pt x="820706" y="721677"/>
                  <a:pt x="838901" y="739872"/>
                  <a:pt x="838901" y="762317"/>
                </a:cubicBezTo>
                <a:cubicBezTo>
                  <a:pt x="838901" y="784762"/>
                  <a:pt x="820706" y="802957"/>
                  <a:pt x="798261" y="802957"/>
                </a:cubicBezTo>
                <a:cubicBezTo>
                  <a:pt x="775816" y="802957"/>
                  <a:pt x="757621" y="784762"/>
                  <a:pt x="757621" y="762317"/>
                </a:cubicBezTo>
                <a:cubicBezTo>
                  <a:pt x="757621" y="739872"/>
                  <a:pt x="775816" y="721677"/>
                  <a:pt x="798261" y="721677"/>
                </a:cubicBezTo>
                <a:close/>
                <a:moveTo>
                  <a:pt x="646737" y="721677"/>
                </a:moveTo>
                <a:cubicBezTo>
                  <a:pt x="669182" y="721677"/>
                  <a:pt x="687377" y="739872"/>
                  <a:pt x="687377" y="762317"/>
                </a:cubicBezTo>
                <a:cubicBezTo>
                  <a:pt x="687377" y="784762"/>
                  <a:pt x="669182" y="802957"/>
                  <a:pt x="646737" y="802957"/>
                </a:cubicBezTo>
                <a:cubicBezTo>
                  <a:pt x="624292" y="802957"/>
                  <a:pt x="606097" y="784762"/>
                  <a:pt x="606097" y="762317"/>
                </a:cubicBezTo>
                <a:cubicBezTo>
                  <a:pt x="606097" y="739872"/>
                  <a:pt x="624292" y="721677"/>
                  <a:pt x="646737" y="721677"/>
                </a:cubicBezTo>
                <a:close/>
                <a:moveTo>
                  <a:pt x="495214" y="721677"/>
                </a:moveTo>
                <a:cubicBezTo>
                  <a:pt x="517659" y="721677"/>
                  <a:pt x="535854" y="739872"/>
                  <a:pt x="535854" y="762317"/>
                </a:cubicBezTo>
                <a:cubicBezTo>
                  <a:pt x="535854" y="784762"/>
                  <a:pt x="517659" y="802957"/>
                  <a:pt x="495214" y="802957"/>
                </a:cubicBezTo>
                <a:cubicBezTo>
                  <a:pt x="472769" y="802957"/>
                  <a:pt x="454574" y="784762"/>
                  <a:pt x="454574" y="762317"/>
                </a:cubicBezTo>
                <a:cubicBezTo>
                  <a:pt x="454574" y="739872"/>
                  <a:pt x="472769" y="721677"/>
                  <a:pt x="495214" y="721677"/>
                </a:cubicBezTo>
                <a:close/>
                <a:moveTo>
                  <a:pt x="343690" y="721677"/>
                </a:moveTo>
                <a:cubicBezTo>
                  <a:pt x="366135" y="721677"/>
                  <a:pt x="384330" y="739872"/>
                  <a:pt x="384330" y="762317"/>
                </a:cubicBezTo>
                <a:cubicBezTo>
                  <a:pt x="384330" y="784762"/>
                  <a:pt x="366135" y="802957"/>
                  <a:pt x="343690" y="802957"/>
                </a:cubicBezTo>
                <a:cubicBezTo>
                  <a:pt x="321245" y="802957"/>
                  <a:pt x="303050" y="784762"/>
                  <a:pt x="303050" y="762317"/>
                </a:cubicBezTo>
                <a:cubicBezTo>
                  <a:pt x="303050" y="739872"/>
                  <a:pt x="321245" y="721677"/>
                  <a:pt x="343690" y="721677"/>
                </a:cubicBezTo>
                <a:close/>
                <a:moveTo>
                  <a:pt x="192166" y="721677"/>
                </a:moveTo>
                <a:cubicBezTo>
                  <a:pt x="214611" y="721677"/>
                  <a:pt x="232806" y="739872"/>
                  <a:pt x="232806" y="762317"/>
                </a:cubicBezTo>
                <a:cubicBezTo>
                  <a:pt x="232806" y="784762"/>
                  <a:pt x="214611" y="802957"/>
                  <a:pt x="192166" y="802957"/>
                </a:cubicBezTo>
                <a:cubicBezTo>
                  <a:pt x="169721" y="802957"/>
                  <a:pt x="151526" y="784762"/>
                  <a:pt x="151526" y="762317"/>
                </a:cubicBezTo>
                <a:cubicBezTo>
                  <a:pt x="151526" y="739872"/>
                  <a:pt x="169721" y="721677"/>
                  <a:pt x="192166" y="721677"/>
                </a:cubicBezTo>
                <a:close/>
                <a:moveTo>
                  <a:pt x="2775983" y="721675"/>
                </a:moveTo>
                <a:cubicBezTo>
                  <a:pt x="2798428" y="721675"/>
                  <a:pt x="2816623" y="739870"/>
                  <a:pt x="2816623" y="762315"/>
                </a:cubicBezTo>
                <a:cubicBezTo>
                  <a:pt x="2816623" y="784760"/>
                  <a:pt x="2798428" y="802955"/>
                  <a:pt x="2775983" y="802955"/>
                </a:cubicBezTo>
                <a:cubicBezTo>
                  <a:pt x="2753538" y="802955"/>
                  <a:pt x="2735343" y="784760"/>
                  <a:pt x="2735343" y="762315"/>
                </a:cubicBezTo>
                <a:cubicBezTo>
                  <a:pt x="2735343" y="739870"/>
                  <a:pt x="2753538" y="721675"/>
                  <a:pt x="2775983" y="721675"/>
                </a:cubicBezTo>
                <a:close/>
                <a:moveTo>
                  <a:pt x="2624459" y="721675"/>
                </a:moveTo>
                <a:cubicBezTo>
                  <a:pt x="2646904" y="721675"/>
                  <a:pt x="2665099" y="739870"/>
                  <a:pt x="2665099" y="762315"/>
                </a:cubicBezTo>
                <a:cubicBezTo>
                  <a:pt x="2665099" y="784760"/>
                  <a:pt x="2646904" y="802955"/>
                  <a:pt x="2624459" y="802955"/>
                </a:cubicBezTo>
                <a:cubicBezTo>
                  <a:pt x="2602014" y="802955"/>
                  <a:pt x="2583819" y="784760"/>
                  <a:pt x="2583819" y="762315"/>
                </a:cubicBezTo>
                <a:cubicBezTo>
                  <a:pt x="2583819" y="739870"/>
                  <a:pt x="2602014" y="721675"/>
                  <a:pt x="2624459" y="721675"/>
                </a:cubicBezTo>
                <a:close/>
                <a:moveTo>
                  <a:pt x="2472935" y="721675"/>
                </a:moveTo>
                <a:cubicBezTo>
                  <a:pt x="2495380" y="721675"/>
                  <a:pt x="2513575" y="739870"/>
                  <a:pt x="2513575" y="762315"/>
                </a:cubicBezTo>
                <a:cubicBezTo>
                  <a:pt x="2513575" y="784760"/>
                  <a:pt x="2495380" y="802955"/>
                  <a:pt x="2472935" y="802955"/>
                </a:cubicBezTo>
                <a:cubicBezTo>
                  <a:pt x="2450490" y="802955"/>
                  <a:pt x="2432295" y="784760"/>
                  <a:pt x="2432295" y="762315"/>
                </a:cubicBezTo>
                <a:cubicBezTo>
                  <a:pt x="2432295" y="739870"/>
                  <a:pt x="2450490" y="721675"/>
                  <a:pt x="2472935" y="721675"/>
                </a:cubicBezTo>
                <a:close/>
                <a:moveTo>
                  <a:pt x="2321411" y="721675"/>
                </a:moveTo>
                <a:cubicBezTo>
                  <a:pt x="2343856" y="721675"/>
                  <a:pt x="2362051" y="739870"/>
                  <a:pt x="2362051" y="762315"/>
                </a:cubicBezTo>
                <a:cubicBezTo>
                  <a:pt x="2362051" y="784760"/>
                  <a:pt x="2343856" y="802955"/>
                  <a:pt x="2321411" y="802955"/>
                </a:cubicBezTo>
                <a:cubicBezTo>
                  <a:pt x="2298966" y="802955"/>
                  <a:pt x="2280771" y="784760"/>
                  <a:pt x="2280771" y="762315"/>
                </a:cubicBezTo>
                <a:cubicBezTo>
                  <a:pt x="2280771" y="739870"/>
                  <a:pt x="2298966" y="721675"/>
                  <a:pt x="2321411" y="721675"/>
                </a:cubicBezTo>
                <a:close/>
                <a:moveTo>
                  <a:pt x="2169888" y="721675"/>
                </a:moveTo>
                <a:cubicBezTo>
                  <a:pt x="2192333" y="721675"/>
                  <a:pt x="2210528" y="739870"/>
                  <a:pt x="2210528" y="762315"/>
                </a:cubicBezTo>
                <a:cubicBezTo>
                  <a:pt x="2210528" y="784760"/>
                  <a:pt x="2192333" y="802955"/>
                  <a:pt x="2169888" y="802955"/>
                </a:cubicBezTo>
                <a:cubicBezTo>
                  <a:pt x="2147443" y="802955"/>
                  <a:pt x="2129248" y="784760"/>
                  <a:pt x="2129248" y="762315"/>
                </a:cubicBezTo>
                <a:cubicBezTo>
                  <a:pt x="2129248" y="739870"/>
                  <a:pt x="2147443" y="721675"/>
                  <a:pt x="2169888" y="721675"/>
                </a:cubicBezTo>
                <a:close/>
                <a:moveTo>
                  <a:pt x="2018364" y="721675"/>
                </a:moveTo>
                <a:cubicBezTo>
                  <a:pt x="2040809" y="721675"/>
                  <a:pt x="2059004" y="739870"/>
                  <a:pt x="2059004" y="762315"/>
                </a:cubicBezTo>
                <a:cubicBezTo>
                  <a:pt x="2059004" y="784760"/>
                  <a:pt x="2040809" y="802955"/>
                  <a:pt x="2018364" y="802955"/>
                </a:cubicBezTo>
                <a:cubicBezTo>
                  <a:pt x="1995919" y="802955"/>
                  <a:pt x="1977724" y="784760"/>
                  <a:pt x="1977724" y="762315"/>
                </a:cubicBezTo>
                <a:cubicBezTo>
                  <a:pt x="1977724" y="739870"/>
                  <a:pt x="1995919" y="721675"/>
                  <a:pt x="2018364" y="721675"/>
                </a:cubicBezTo>
                <a:close/>
                <a:moveTo>
                  <a:pt x="1858924" y="541258"/>
                </a:moveTo>
                <a:cubicBezTo>
                  <a:pt x="1881369" y="541258"/>
                  <a:pt x="1899564" y="559453"/>
                  <a:pt x="1899564" y="581898"/>
                </a:cubicBezTo>
                <a:cubicBezTo>
                  <a:pt x="1899564" y="604343"/>
                  <a:pt x="1881369" y="622538"/>
                  <a:pt x="1858924" y="622538"/>
                </a:cubicBezTo>
                <a:cubicBezTo>
                  <a:pt x="1836479" y="622538"/>
                  <a:pt x="1818284" y="604343"/>
                  <a:pt x="1818284" y="581898"/>
                </a:cubicBezTo>
                <a:cubicBezTo>
                  <a:pt x="1818284" y="559453"/>
                  <a:pt x="1836479" y="541258"/>
                  <a:pt x="1858924" y="541258"/>
                </a:cubicBezTo>
                <a:close/>
                <a:moveTo>
                  <a:pt x="1707404" y="541258"/>
                </a:moveTo>
                <a:cubicBezTo>
                  <a:pt x="1729849" y="541258"/>
                  <a:pt x="1748044" y="559453"/>
                  <a:pt x="1748044" y="581898"/>
                </a:cubicBezTo>
                <a:cubicBezTo>
                  <a:pt x="1748044" y="604343"/>
                  <a:pt x="1729849" y="622538"/>
                  <a:pt x="1707404" y="622538"/>
                </a:cubicBezTo>
                <a:cubicBezTo>
                  <a:pt x="1684959" y="622538"/>
                  <a:pt x="1666764" y="604343"/>
                  <a:pt x="1666764" y="581898"/>
                </a:cubicBezTo>
                <a:cubicBezTo>
                  <a:pt x="1666764" y="559453"/>
                  <a:pt x="1684959" y="541258"/>
                  <a:pt x="1707404" y="541258"/>
                </a:cubicBezTo>
                <a:close/>
                <a:moveTo>
                  <a:pt x="1555881" y="541258"/>
                </a:moveTo>
                <a:cubicBezTo>
                  <a:pt x="1578326" y="541258"/>
                  <a:pt x="1596521" y="559453"/>
                  <a:pt x="1596521" y="581898"/>
                </a:cubicBezTo>
                <a:cubicBezTo>
                  <a:pt x="1596521" y="604343"/>
                  <a:pt x="1578326" y="622538"/>
                  <a:pt x="1555881" y="622538"/>
                </a:cubicBezTo>
                <a:cubicBezTo>
                  <a:pt x="1533436" y="622538"/>
                  <a:pt x="1515241" y="604343"/>
                  <a:pt x="1515241" y="581898"/>
                </a:cubicBezTo>
                <a:cubicBezTo>
                  <a:pt x="1515241" y="559453"/>
                  <a:pt x="1533436" y="541258"/>
                  <a:pt x="1555881" y="541258"/>
                </a:cubicBezTo>
                <a:close/>
                <a:moveTo>
                  <a:pt x="1404357" y="541258"/>
                </a:moveTo>
                <a:cubicBezTo>
                  <a:pt x="1426802" y="541258"/>
                  <a:pt x="1444997" y="559453"/>
                  <a:pt x="1444997" y="581898"/>
                </a:cubicBezTo>
                <a:cubicBezTo>
                  <a:pt x="1444997" y="604343"/>
                  <a:pt x="1426802" y="622538"/>
                  <a:pt x="1404357" y="622538"/>
                </a:cubicBezTo>
                <a:cubicBezTo>
                  <a:pt x="1381912" y="622538"/>
                  <a:pt x="1363717" y="604343"/>
                  <a:pt x="1363717" y="581898"/>
                </a:cubicBezTo>
                <a:cubicBezTo>
                  <a:pt x="1363717" y="559453"/>
                  <a:pt x="1381912" y="541258"/>
                  <a:pt x="1404357" y="541258"/>
                </a:cubicBezTo>
                <a:close/>
                <a:moveTo>
                  <a:pt x="1252833" y="541258"/>
                </a:moveTo>
                <a:cubicBezTo>
                  <a:pt x="1275278" y="541258"/>
                  <a:pt x="1293473" y="559453"/>
                  <a:pt x="1293473" y="581898"/>
                </a:cubicBezTo>
                <a:cubicBezTo>
                  <a:pt x="1293473" y="604343"/>
                  <a:pt x="1275278" y="622538"/>
                  <a:pt x="1252833" y="622538"/>
                </a:cubicBezTo>
                <a:cubicBezTo>
                  <a:pt x="1230388" y="622538"/>
                  <a:pt x="1212193" y="604343"/>
                  <a:pt x="1212193" y="581898"/>
                </a:cubicBezTo>
                <a:cubicBezTo>
                  <a:pt x="1212193" y="559453"/>
                  <a:pt x="1230388" y="541258"/>
                  <a:pt x="1252833" y="541258"/>
                </a:cubicBezTo>
                <a:close/>
                <a:moveTo>
                  <a:pt x="1101309" y="541258"/>
                </a:moveTo>
                <a:cubicBezTo>
                  <a:pt x="1123754" y="541258"/>
                  <a:pt x="1141949" y="559453"/>
                  <a:pt x="1141949" y="581898"/>
                </a:cubicBezTo>
                <a:cubicBezTo>
                  <a:pt x="1141949" y="604343"/>
                  <a:pt x="1123754" y="622538"/>
                  <a:pt x="1101309" y="622538"/>
                </a:cubicBezTo>
                <a:cubicBezTo>
                  <a:pt x="1078864" y="622538"/>
                  <a:pt x="1060669" y="604343"/>
                  <a:pt x="1060669" y="581898"/>
                </a:cubicBezTo>
                <a:cubicBezTo>
                  <a:pt x="1060669" y="559453"/>
                  <a:pt x="1078864" y="541258"/>
                  <a:pt x="1101309" y="541258"/>
                </a:cubicBezTo>
                <a:close/>
                <a:moveTo>
                  <a:pt x="949785" y="541258"/>
                </a:moveTo>
                <a:cubicBezTo>
                  <a:pt x="972230" y="541258"/>
                  <a:pt x="990425" y="559453"/>
                  <a:pt x="990425" y="581898"/>
                </a:cubicBezTo>
                <a:cubicBezTo>
                  <a:pt x="990425" y="604343"/>
                  <a:pt x="972230" y="622538"/>
                  <a:pt x="949785" y="622538"/>
                </a:cubicBezTo>
                <a:cubicBezTo>
                  <a:pt x="927340" y="622538"/>
                  <a:pt x="909145" y="604343"/>
                  <a:pt x="909145" y="581898"/>
                </a:cubicBezTo>
                <a:cubicBezTo>
                  <a:pt x="909145" y="559453"/>
                  <a:pt x="927340" y="541258"/>
                  <a:pt x="949785" y="541258"/>
                </a:cubicBezTo>
                <a:close/>
                <a:moveTo>
                  <a:pt x="798261" y="541258"/>
                </a:moveTo>
                <a:cubicBezTo>
                  <a:pt x="820706" y="541258"/>
                  <a:pt x="838901" y="559453"/>
                  <a:pt x="838901" y="581898"/>
                </a:cubicBezTo>
                <a:cubicBezTo>
                  <a:pt x="838901" y="604343"/>
                  <a:pt x="820706" y="622538"/>
                  <a:pt x="798261" y="622538"/>
                </a:cubicBezTo>
                <a:cubicBezTo>
                  <a:pt x="775816" y="622538"/>
                  <a:pt x="757621" y="604343"/>
                  <a:pt x="757621" y="581898"/>
                </a:cubicBezTo>
                <a:cubicBezTo>
                  <a:pt x="757621" y="559453"/>
                  <a:pt x="775816" y="541258"/>
                  <a:pt x="798261" y="541258"/>
                </a:cubicBezTo>
                <a:close/>
                <a:moveTo>
                  <a:pt x="646737" y="541258"/>
                </a:moveTo>
                <a:cubicBezTo>
                  <a:pt x="669182" y="541258"/>
                  <a:pt x="687377" y="559453"/>
                  <a:pt x="687377" y="581898"/>
                </a:cubicBezTo>
                <a:cubicBezTo>
                  <a:pt x="687377" y="604343"/>
                  <a:pt x="669182" y="622538"/>
                  <a:pt x="646737" y="622538"/>
                </a:cubicBezTo>
                <a:cubicBezTo>
                  <a:pt x="624292" y="622538"/>
                  <a:pt x="606097" y="604343"/>
                  <a:pt x="606097" y="581898"/>
                </a:cubicBezTo>
                <a:cubicBezTo>
                  <a:pt x="606097" y="559453"/>
                  <a:pt x="624292" y="541258"/>
                  <a:pt x="646737" y="541258"/>
                </a:cubicBezTo>
                <a:close/>
                <a:moveTo>
                  <a:pt x="495214" y="541258"/>
                </a:moveTo>
                <a:cubicBezTo>
                  <a:pt x="517659" y="541258"/>
                  <a:pt x="535854" y="559453"/>
                  <a:pt x="535854" y="581898"/>
                </a:cubicBezTo>
                <a:cubicBezTo>
                  <a:pt x="535854" y="604343"/>
                  <a:pt x="517659" y="622538"/>
                  <a:pt x="495214" y="622538"/>
                </a:cubicBezTo>
                <a:cubicBezTo>
                  <a:pt x="472769" y="622538"/>
                  <a:pt x="454574" y="604343"/>
                  <a:pt x="454574" y="581898"/>
                </a:cubicBezTo>
                <a:cubicBezTo>
                  <a:pt x="454574" y="559453"/>
                  <a:pt x="472769" y="541258"/>
                  <a:pt x="495214" y="541258"/>
                </a:cubicBezTo>
                <a:close/>
                <a:moveTo>
                  <a:pt x="343690" y="541258"/>
                </a:moveTo>
                <a:cubicBezTo>
                  <a:pt x="366135" y="541258"/>
                  <a:pt x="384330" y="559453"/>
                  <a:pt x="384330" y="581898"/>
                </a:cubicBezTo>
                <a:cubicBezTo>
                  <a:pt x="384330" y="604343"/>
                  <a:pt x="366135" y="622538"/>
                  <a:pt x="343690" y="622538"/>
                </a:cubicBezTo>
                <a:cubicBezTo>
                  <a:pt x="321245" y="622538"/>
                  <a:pt x="303050" y="604343"/>
                  <a:pt x="303050" y="581898"/>
                </a:cubicBezTo>
                <a:cubicBezTo>
                  <a:pt x="303050" y="559453"/>
                  <a:pt x="321245" y="541258"/>
                  <a:pt x="343690" y="541258"/>
                </a:cubicBezTo>
                <a:close/>
                <a:moveTo>
                  <a:pt x="2624459" y="541256"/>
                </a:moveTo>
                <a:cubicBezTo>
                  <a:pt x="2646904" y="541256"/>
                  <a:pt x="2665099" y="559451"/>
                  <a:pt x="2665099" y="581896"/>
                </a:cubicBezTo>
                <a:cubicBezTo>
                  <a:pt x="2665099" y="604341"/>
                  <a:pt x="2646904" y="622536"/>
                  <a:pt x="2624459" y="622536"/>
                </a:cubicBezTo>
                <a:cubicBezTo>
                  <a:pt x="2602014" y="622536"/>
                  <a:pt x="2583819" y="604341"/>
                  <a:pt x="2583819" y="581896"/>
                </a:cubicBezTo>
                <a:cubicBezTo>
                  <a:pt x="2583819" y="559451"/>
                  <a:pt x="2602014" y="541256"/>
                  <a:pt x="2624459" y="541256"/>
                </a:cubicBezTo>
                <a:close/>
                <a:moveTo>
                  <a:pt x="2472935" y="541256"/>
                </a:moveTo>
                <a:cubicBezTo>
                  <a:pt x="2495380" y="541256"/>
                  <a:pt x="2513575" y="559451"/>
                  <a:pt x="2513575" y="581896"/>
                </a:cubicBezTo>
                <a:cubicBezTo>
                  <a:pt x="2513575" y="604341"/>
                  <a:pt x="2495380" y="622536"/>
                  <a:pt x="2472935" y="622536"/>
                </a:cubicBezTo>
                <a:cubicBezTo>
                  <a:pt x="2450490" y="622536"/>
                  <a:pt x="2432295" y="604341"/>
                  <a:pt x="2432295" y="581896"/>
                </a:cubicBezTo>
                <a:cubicBezTo>
                  <a:pt x="2432295" y="559451"/>
                  <a:pt x="2450490" y="541256"/>
                  <a:pt x="2472935" y="541256"/>
                </a:cubicBezTo>
                <a:close/>
                <a:moveTo>
                  <a:pt x="2321411" y="541256"/>
                </a:moveTo>
                <a:cubicBezTo>
                  <a:pt x="2343856" y="541256"/>
                  <a:pt x="2362051" y="559451"/>
                  <a:pt x="2362051" y="581896"/>
                </a:cubicBezTo>
                <a:cubicBezTo>
                  <a:pt x="2362051" y="604341"/>
                  <a:pt x="2343856" y="622536"/>
                  <a:pt x="2321411" y="622536"/>
                </a:cubicBezTo>
                <a:cubicBezTo>
                  <a:pt x="2298966" y="622536"/>
                  <a:pt x="2280771" y="604341"/>
                  <a:pt x="2280771" y="581896"/>
                </a:cubicBezTo>
                <a:cubicBezTo>
                  <a:pt x="2280771" y="559451"/>
                  <a:pt x="2298966" y="541256"/>
                  <a:pt x="2321411" y="541256"/>
                </a:cubicBezTo>
                <a:close/>
                <a:moveTo>
                  <a:pt x="2169888" y="541256"/>
                </a:moveTo>
                <a:cubicBezTo>
                  <a:pt x="2192333" y="541256"/>
                  <a:pt x="2210528" y="559451"/>
                  <a:pt x="2210528" y="581896"/>
                </a:cubicBezTo>
                <a:cubicBezTo>
                  <a:pt x="2210528" y="604341"/>
                  <a:pt x="2192333" y="622536"/>
                  <a:pt x="2169888" y="622536"/>
                </a:cubicBezTo>
                <a:cubicBezTo>
                  <a:pt x="2147443" y="622536"/>
                  <a:pt x="2129248" y="604341"/>
                  <a:pt x="2129248" y="581896"/>
                </a:cubicBezTo>
                <a:cubicBezTo>
                  <a:pt x="2129248" y="559451"/>
                  <a:pt x="2147443" y="541256"/>
                  <a:pt x="2169888" y="541256"/>
                </a:cubicBezTo>
                <a:close/>
                <a:moveTo>
                  <a:pt x="2018364" y="541256"/>
                </a:moveTo>
                <a:cubicBezTo>
                  <a:pt x="2040809" y="541256"/>
                  <a:pt x="2059004" y="559451"/>
                  <a:pt x="2059004" y="581896"/>
                </a:cubicBezTo>
                <a:cubicBezTo>
                  <a:pt x="2059004" y="604341"/>
                  <a:pt x="2040809" y="622536"/>
                  <a:pt x="2018364" y="622536"/>
                </a:cubicBezTo>
                <a:cubicBezTo>
                  <a:pt x="1995919" y="622536"/>
                  <a:pt x="1977724" y="604341"/>
                  <a:pt x="1977724" y="581896"/>
                </a:cubicBezTo>
                <a:cubicBezTo>
                  <a:pt x="1977724" y="559451"/>
                  <a:pt x="1995919" y="541256"/>
                  <a:pt x="2018364" y="541256"/>
                </a:cubicBezTo>
                <a:close/>
                <a:moveTo>
                  <a:pt x="1858924" y="360838"/>
                </a:moveTo>
                <a:cubicBezTo>
                  <a:pt x="1881369" y="360838"/>
                  <a:pt x="1899564" y="379033"/>
                  <a:pt x="1899564" y="401478"/>
                </a:cubicBezTo>
                <a:cubicBezTo>
                  <a:pt x="1899564" y="423923"/>
                  <a:pt x="1881369" y="442118"/>
                  <a:pt x="1858924" y="442118"/>
                </a:cubicBezTo>
                <a:cubicBezTo>
                  <a:pt x="1836479" y="442118"/>
                  <a:pt x="1818284" y="423923"/>
                  <a:pt x="1818284" y="401478"/>
                </a:cubicBezTo>
                <a:cubicBezTo>
                  <a:pt x="1818284" y="379033"/>
                  <a:pt x="1836479" y="360838"/>
                  <a:pt x="1858924" y="360838"/>
                </a:cubicBezTo>
                <a:close/>
                <a:moveTo>
                  <a:pt x="1707404" y="360838"/>
                </a:moveTo>
                <a:cubicBezTo>
                  <a:pt x="1729849" y="360838"/>
                  <a:pt x="1748044" y="379033"/>
                  <a:pt x="1748044" y="401478"/>
                </a:cubicBezTo>
                <a:cubicBezTo>
                  <a:pt x="1748044" y="423923"/>
                  <a:pt x="1729849" y="442118"/>
                  <a:pt x="1707404" y="442118"/>
                </a:cubicBezTo>
                <a:cubicBezTo>
                  <a:pt x="1684959" y="442118"/>
                  <a:pt x="1666764" y="423923"/>
                  <a:pt x="1666764" y="401478"/>
                </a:cubicBezTo>
                <a:cubicBezTo>
                  <a:pt x="1666764" y="379033"/>
                  <a:pt x="1684959" y="360838"/>
                  <a:pt x="1707404" y="360838"/>
                </a:cubicBezTo>
                <a:close/>
                <a:moveTo>
                  <a:pt x="1555881" y="360838"/>
                </a:moveTo>
                <a:cubicBezTo>
                  <a:pt x="1578326" y="360838"/>
                  <a:pt x="1596521" y="379033"/>
                  <a:pt x="1596521" y="401478"/>
                </a:cubicBezTo>
                <a:cubicBezTo>
                  <a:pt x="1596521" y="423923"/>
                  <a:pt x="1578326" y="442118"/>
                  <a:pt x="1555881" y="442118"/>
                </a:cubicBezTo>
                <a:cubicBezTo>
                  <a:pt x="1533436" y="442118"/>
                  <a:pt x="1515241" y="423923"/>
                  <a:pt x="1515241" y="401478"/>
                </a:cubicBezTo>
                <a:cubicBezTo>
                  <a:pt x="1515241" y="379033"/>
                  <a:pt x="1533436" y="360838"/>
                  <a:pt x="1555881" y="360838"/>
                </a:cubicBezTo>
                <a:close/>
                <a:moveTo>
                  <a:pt x="1404357" y="360838"/>
                </a:moveTo>
                <a:cubicBezTo>
                  <a:pt x="1426802" y="360838"/>
                  <a:pt x="1444997" y="379033"/>
                  <a:pt x="1444997" y="401478"/>
                </a:cubicBezTo>
                <a:cubicBezTo>
                  <a:pt x="1444997" y="423923"/>
                  <a:pt x="1426802" y="442118"/>
                  <a:pt x="1404357" y="442118"/>
                </a:cubicBezTo>
                <a:cubicBezTo>
                  <a:pt x="1381912" y="442118"/>
                  <a:pt x="1363717" y="423923"/>
                  <a:pt x="1363717" y="401478"/>
                </a:cubicBezTo>
                <a:cubicBezTo>
                  <a:pt x="1363717" y="379033"/>
                  <a:pt x="1381912" y="360838"/>
                  <a:pt x="1404357" y="360838"/>
                </a:cubicBezTo>
                <a:close/>
                <a:moveTo>
                  <a:pt x="1252833" y="360838"/>
                </a:moveTo>
                <a:cubicBezTo>
                  <a:pt x="1275278" y="360838"/>
                  <a:pt x="1293473" y="379033"/>
                  <a:pt x="1293473" y="401478"/>
                </a:cubicBezTo>
                <a:cubicBezTo>
                  <a:pt x="1293473" y="423923"/>
                  <a:pt x="1275278" y="442118"/>
                  <a:pt x="1252833" y="442118"/>
                </a:cubicBezTo>
                <a:cubicBezTo>
                  <a:pt x="1230388" y="442118"/>
                  <a:pt x="1212193" y="423923"/>
                  <a:pt x="1212193" y="401478"/>
                </a:cubicBezTo>
                <a:cubicBezTo>
                  <a:pt x="1212193" y="379033"/>
                  <a:pt x="1230388" y="360838"/>
                  <a:pt x="1252833" y="360838"/>
                </a:cubicBezTo>
                <a:close/>
                <a:moveTo>
                  <a:pt x="1101309" y="360838"/>
                </a:moveTo>
                <a:cubicBezTo>
                  <a:pt x="1123754" y="360838"/>
                  <a:pt x="1141949" y="379033"/>
                  <a:pt x="1141949" y="401478"/>
                </a:cubicBezTo>
                <a:cubicBezTo>
                  <a:pt x="1141949" y="423923"/>
                  <a:pt x="1123754" y="442118"/>
                  <a:pt x="1101309" y="442118"/>
                </a:cubicBezTo>
                <a:cubicBezTo>
                  <a:pt x="1078864" y="442118"/>
                  <a:pt x="1060669" y="423923"/>
                  <a:pt x="1060669" y="401478"/>
                </a:cubicBezTo>
                <a:cubicBezTo>
                  <a:pt x="1060669" y="379033"/>
                  <a:pt x="1078864" y="360838"/>
                  <a:pt x="1101309" y="360838"/>
                </a:cubicBezTo>
                <a:close/>
                <a:moveTo>
                  <a:pt x="949785" y="360838"/>
                </a:moveTo>
                <a:cubicBezTo>
                  <a:pt x="972230" y="360838"/>
                  <a:pt x="990425" y="379033"/>
                  <a:pt x="990425" y="401478"/>
                </a:cubicBezTo>
                <a:cubicBezTo>
                  <a:pt x="990425" y="423923"/>
                  <a:pt x="972230" y="442118"/>
                  <a:pt x="949785" y="442118"/>
                </a:cubicBezTo>
                <a:cubicBezTo>
                  <a:pt x="927340" y="442118"/>
                  <a:pt x="909145" y="423923"/>
                  <a:pt x="909145" y="401478"/>
                </a:cubicBezTo>
                <a:cubicBezTo>
                  <a:pt x="909145" y="379033"/>
                  <a:pt x="927340" y="360838"/>
                  <a:pt x="949785" y="360838"/>
                </a:cubicBezTo>
                <a:close/>
                <a:moveTo>
                  <a:pt x="798261" y="360838"/>
                </a:moveTo>
                <a:cubicBezTo>
                  <a:pt x="820706" y="360838"/>
                  <a:pt x="838901" y="379033"/>
                  <a:pt x="838901" y="401478"/>
                </a:cubicBezTo>
                <a:cubicBezTo>
                  <a:pt x="838901" y="423923"/>
                  <a:pt x="820706" y="442118"/>
                  <a:pt x="798261" y="442118"/>
                </a:cubicBezTo>
                <a:cubicBezTo>
                  <a:pt x="775816" y="442118"/>
                  <a:pt x="757621" y="423923"/>
                  <a:pt x="757621" y="401478"/>
                </a:cubicBezTo>
                <a:cubicBezTo>
                  <a:pt x="757621" y="379033"/>
                  <a:pt x="775816" y="360838"/>
                  <a:pt x="798261" y="360838"/>
                </a:cubicBezTo>
                <a:close/>
                <a:moveTo>
                  <a:pt x="646737" y="360838"/>
                </a:moveTo>
                <a:cubicBezTo>
                  <a:pt x="669182" y="360838"/>
                  <a:pt x="687377" y="379033"/>
                  <a:pt x="687377" y="401478"/>
                </a:cubicBezTo>
                <a:cubicBezTo>
                  <a:pt x="687377" y="423923"/>
                  <a:pt x="669182" y="442118"/>
                  <a:pt x="646737" y="442118"/>
                </a:cubicBezTo>
                <a:cubicBezTo>
                  <a:pt x="624292" y="442118"/>
                  <a:pt x="606097" y="423923"/>
                  <a:pt x="606097" y="401478"/>
                </a:cubicBezTo>
                <a:cubicBezTo>
                  <a:pt x="606097" y="379033"/>
                  <a:pt x="624292" y="360838"/>
                  <a:pt x="646737" y="360838"/>
                </a:cubicBezTo>
                <a:close/>
                <a:moveTo>
                  <a:pt x="495214" y="360838"/>
                </a:moveTo>
                <a:cubicBezTo>
                  <a:pt x="517659" y="360838"/>
                  <a:pt x="535854" y="379033"/>
                  <a:pt x="535854" y="401478"/>
                </a:cubicBezTo>
                <a:cubicBezTo>
                  <a:pt x="535854" y="423923"/>
                  <a:pt x="517659" y="442118"/>
                  <a:pt x="495214" y="442118"/>
                </a:cubicBezTo>
                <a:cubicBezTo>
                  <a:pt x="472769" y="442118"/>
                  <a:pt x="454574" y="423923"/>
                  <a:pt x="454574" y="401478"/>
                </a:cubicBezTo>
                <a:cubicBezTo>
                  <a:pt x="454574" y="379033"/>
                  <a:pt x="472769" y="360838"/>
                  <a:pt x="495214" y="360838"/>
                </a:cubicBezTo>
                <a:close/>
                <a:moveTo>
                  <a:pt x="2472935" y="360837"/>
                </a:moveTo>
                <a:cubicBezTo>
                  <a:pt x="2495380" y="360837"/>
                  <a:pt x="2513575" y="379032"/>
                  <a:pt x="2513575" y="401477"/>
                </a:cubicBezTo>
                <a:cubicBezTo>
                  <a:pt x="2513575" y="423922"/>
                  <a:pt x="2495380" y="442117"/>
                  <a:pt x="2472935" y="442117"/>
                </a:cubicBezTo>
                <a:cubicBezTo>
                  <a:pt x="2450490" y="442117"/>
                  <a:pt x="2432295" y="423922"/>
                  <a:pt x="2432295" y="401477"/>
                </a:cubicBezTo>
                <a:cubicBezTo>
                  <a:pt x="2432295" y="379032"/>
                  <a:pt x="2450490" y="360837"/>
                  <a:pt x="2472935" y="360837"/>
                </a:cubicBezTo>
                <a:close/>
                <a:moveTo>
                  <a:pt x="2321411" y="360837"/>
                </a:moveTo>
                <a:cubicBezTo>
                  <a:pt x="2343856" y="360837"/>
                  <a:pt x="2362051" y="379032"/>
                  <a:pt x="2362051" y="401477"/>
                </a:cubicBezTo>
                <a:cubicBezTo>
                  <a:pt x="2362051" y="423922"/>
                  <a:pt x="2343856" y="442117"/>
                  <a:pt x="2321411" y="442117"/>
                </a:cubicBezTo>
                <a:cubicBezTo>
                  <a:pt x="2298966" y="442117"/>
                  <a:pt x="2280771" y="423922"/>
                  <a:pt x="2280771" y="401477"/>
                </a:cubicBezTo>
                <a:cubicBezTo>
                  <a:pt x="2280771" y="379032"/>
                  <a:pt x="2298966" y="360837"/>
                  <a:pt x="2321411" y="360837"/>
                </a:cubicBezTo>
                <a:close/>
                <a:moveTo>
                  <a:pt x="2169888" y="360837"/>
                </a:moveTo>
                <a:cubicBezTo>
                  <a:pt x="2192333" y="360837"/>
                  <a:pt x="2210528" y="379032"/>
                  <a:pt x="2210528" y="401477"/>
                </a:cubicBezTo>
                <a:cubicBezTo>
                  <a:pt x="2210528" y="423922"/>
                  <a:pt x="2192333" y="442117"/>
                  <a:pt x="2169888" y="442117"/>
                </a:cubicBezTo>
                <a:cubicBezTo>
                  <a:pt x="2147443" y="442117"/>
                  <a:pt x="2129248" y="423922"/>
                  <a:pt x="2129248" y="401477"/>
                </a:cubicBezTo>
                <a:cubicBezTo>
                  <a:pt x="2129248" y="379032"/>
                  <a:pt x="2147443" y="360837"/>
                  <a:pt x="2169888" y="360837"/>
                </a:cubicBezTo>
                <a:close/>
                <a:moveTo>
                  <a:pt x="2018364" y="360837"/>
                </a:moveTo>
                <a:cubicBezTo>
                  <a:pt x="2040809" y="360837"/>
                  <a:pt x="2059004" y="379032"/>
                  <a:pt x="2059004" y="401477"/>
                </a:cubicBezTo>
                <a:cubicBezTo>
                  <a:pt x="2059004" y="423922"/>
                  <a:pt x="2040809" y="442117"/>
                  <a:pt x="2018364" y="442117"/>
                </a:cubicBezTo>
                <a:cubicBezTo>
                  <a:pt x="1995919" y="442117"/>
                  <a:pt x="1977724" y="423922"/>
                  <a:pt x="1977724" y="401477"/>
                </a:cubicBezTo>
                <a:cubicBezTo>
                  <a:pt x="1977724" y="379032"/>
                  <a:pt x="1995919" y="360837"/>
                  <a:pt x="2018364" y="360837"/>
                </a:cubicBezTo>
                <a:close/>
                <a:moveTo>
                  <a:pt x="1858924" y="180419"/>
                </a:moveTo>
                <a:cubicBezTo>
                  <a:pt x="1881369" y="180419"/>
                  <a:pt x="1899564" y="198614"/>
                  <a:pt x="1899564" y="221059"/>
                </a:cubicBezTo>
                <a:cubicBezTo>
                  <a:pt x="1899564" y="243504"/>
                  <a:pt x="1881369" y="261699"/>
                  <a:pt x="1858924" y="261699"/>
                </a:cubicBezTo>
                <a:cubicBezTo>
                  <a:pt x="1836479" y="261699"/>
                  <a:pt x="1818284" y="243504"/>
                  <a:pt x="1818284" y="221059"/>
                </a:cubicBezTo>
                <a:cubicBezTo>
                  <a:pt x="1818284" y="198614"/>
                  <a:pt x="1836479" y="180419"/>
                  <a:pt x="1858924" y="180419"/>
                </a:cubicBezTo>
                <a:close/>
                <a:moveTo>
                  <a:pt x="1707404" y="180419"/>
                </a:moveTo>
                <a:cubicBezTo>
                  <a:pt x="1729849" y="180419"/>
                  <a:pt x="1748044" y="198614"/>
                  <a:pt x="1748044" y="221059"/>
                </a:cubicBezTo>
                <a:cubicBezTo>
                  <a:pt x="1748044" y="243504"/>
                  <a:pt x="1729849" y="261699"/>
                  <a:pt x="1707404" y="261699"/>
                </a:cubicBezTo>
                <a:cubicBezTo>
                  <a:pt x="1684959" y="261699"/>
                  <a:pt x="1666764" y="243504"/>
                  <a:pt x="1666764" y="221059"/>
                </a:cubicBezTo>
                <a:cubicBezTo>
                  <a:pt x="1666764" y="198614"/>
                  <a:pt x="1684959" y="180419"/>
                  <a:pt x="1707404" y="180419"/>
                </a:cubicBezTo>
                <a:close/>
                <a:moveTo>
                  <a:pt x="1555881" y="180419"/>
                </a:moveTo>
                <a:cubicBezTo>
                  <a:pt x="1578326" y="180419"/>
                  <a:pt x="1596521" y="198614"/>
                  <a:pt x="1596521" y="221059"/>
                </a:cubicBezTo>
                <a:cubicBezTo>
                  <a:pt x="1596521" y="243504"/>
                  <a:pt x="1578326" y="261699"/>
                  <a:pt x="1555881" y="261699"/>
                </a:cubicBezTo>
                <a:cubicBezTo>
                  <a:pt x="1533436" y="261699"/>
                  <a:pt x="1515241" y="243504"/>
                  <a:pt x="1515241" y="221059"/>
                </a:cubicBezTo>
                <a:cubicBezTo>
                  <a:pt x="1515241" y="198614"/>
                  <a:pt x="1533436" y="180419"/>
                  <a:pt x="1555881" y="180419"/>
                </a:cubicBezTo>
                <a:close/>
                <a:moveTo>
                  <a:pt x="1404357" y="180419"/>
                </a:moveTo>
                <a:cubicBezTo>
                  <a:pt x="1426802" y="180419"/>
                  <a:pt x="1444997" y="198614"/>
                  <a:pt x="1444997" y="221059"/>
                </a:cubicBezTo>
                <a:cubicBezTo>
                  <a:pt x="1444997" y="243504"/>
                  <a:pt x="1426802" y="261699"/>
                  <a:pt x="1404357" y="261699"/>
                </a:cubicBezTo>
                <a:cubicBezTo>
                  <a:pt x="1381912" y="261699"/>
                  <a:pt x="1363717" y="243504"/>
                  <a:pt x="1363717" y="221059"/>
                </a:cubicBezTo>
                <a:cubicBezTo>
                  <a:pt x="1363717" y="198614"/>
                  <a:pt x="1381912" y="180419"/>
                  <a:pt x="1404357" y="180419"/>
                </a:cubicBezTo>
                <a:close/>
                <a:moveTo>
                  <a:pt x="1252833" y="180419"/>
                </a:moveTo>
                <a:cubicBezTo>
                  <a:pt x="1275278" y="180419"/>
                  <a:pt x="1293473" y="198614"/>
                  <a:pt x="1293473" y="221059"/>
                </a:cubicBezTo>
                <a:cubicBezTo>
                  <a:pt x="1293473" y="243504"/>
                  <a:pt x="1275278" y="261699"/>
                  <a:pt x="1252833" y="261699"/>
                </a:cubicBezTo>
                <a:cubicBezTo>
                  <a:pt x="1230388" y="261699"/>
                  <a:pt x="1212193" y="243504"/>
                  <a:pt x="1212193" y="221059"/>
                </a:cubicBezTo>
                <a:cubicBezTo>
                  <a:pt x="1212193" y="198614"/>
                  <a:pt x="1230388" y="180419"/>
                  <a:pt x="1252833" y="180419"/>
                </a:cubicBezTo>
                <a:close/>
                <a:moveTo>
                  <a:pt x="1101309" y="180419"/>
                </a:moveTo>
                <a:cubicBezTo>
                  <a:pt x="1123754" y="180419"/>
                  <a:pt x="1141949" y="198614"/>
                  <a:pt x="1141949" y="221059"/>
                </a:cubicBezTo>
                <a:cubicBezTo>
                  <a:pt x="1141949" y="243504"/>
                  <a:pt x="1123754" y="261699"/>
                  <a:pt x="1101309" y="261699"/>
                </a:cubicBezTo>
                <a:cubicBezTo>
                  <a:pt x="1078864" y="261699"/>
                  <a:pt x="1060669" y="243504"/>
                  <a:pt x="1060669" y="221059"/>
                </a:cubicBezTo>
                <a:cubicBezTo>
                  <a:pt x="1060669" y="198614"/>
                  <a:pt x="1078864" y="180419"/>
                  <a:pt x="1101309" y="180419"/>
                </a:cubicBezTo>
                <a:close/>
                <a:moveTo>
                  <a:pt x="949785" y="180419"/>
                </a:moveTo>
                <a:cubicBezTo>
                  <a:pt x="972230" y="180419"/>
                  <a:pt x="990425" y="198614"/>
                  <a:pt x="990425" y="221059"/>
                </a:cubicBezTo>
                <a:cubicBezTo>
                  <a:pt x="990425" y="243504"/>
                  <a:pt x="972230" y="261699"/>
                  <a:pt x="949785" y="261699"/>
                </a:cubicBezTo>
                <a:cubicBezTo>
                  <a:pt x="927340" y="261699"/>
                  <a:pt x="909145" y="243504"/>
                  <a:pt x="909145" y="221059"/>
                </a:cubicBezTo>
                <a:cubicBezTo>
                  <a:pt x="909145" y="198614"/>
                  <a:pt x="927340" y="180419"/>
                  <a:pt x="949785" y="180419"/>
                </a:cubicBezTo>
                <a:close/>
                <a:moveTo>
                  <a:pt x="798261" y="180419"/>
                </a:moveTo>
                <a:cubicBezTo>
                  <a:pt x="820706" y="180419"/>
                  <a:pt x="838901" y="198614"/>
                  <a:pt x="838901" y="221059"/>
                </a:cubicBezTo>
                <a:cubicBezTo>
                  <a:pt x="838901" y="243504"/>
                  <a:pt x="820706" y="261699"/>
                  <a:pt x="798261" y="261699"/>
                </a:cubicBezTo>
                <a:cubicBezTo>
                  <a:pt x="775816" y="261699"/>
                  <a:pt x="757621" y="243504"/>
                  <a:pt x="757621" y="221059"/>
                </a:cubicBezTo>
                <a:cubicBezTo>
                  <a:pt x="757621" y="198614"/>
                  <a:pt x="775816" y="180419"/>
                  <a:pt x="798261" y="180419"/>
                </a:cubicBezTo>
                <a:close/>
                <a:moveTo>
                  <a:pt x="2169888" y="180418"/>
                </a:moveTo>
                <a:cubicBezTo>
                  <a:pt x="2192333" y="180418"/>
                  <a:pt x="2210528" y="198613"/>
                  <a:pt x="2210528" y="221058"/>
                </a:cubicBezTo>
                <a:cubicBezTo>
                  <a:pt x="2210528" y="243503"/>
                  <a:pt x="2192333" y="261698"/>
                  <a:pt x="2169888" y="261698"/>
                </a:cubicBezTo>
                <a:cubicBezTo>
                  <a:pt x="2147443" y="261698"/>
                  <a:pt x="2129248" y="243503"/>
                  <a:pt x="2129248" y="221058"/>
                </a:cubicBezTo>
                <a:cubicBezTo>
                  <a:pt x="2129248" y="198613"/>
                  <a:pt x="2147443" y="180418"/>
                  <a:pt x="2169888" y="180418"/>
                </a:cubicBezTo>
                <a:close/>
                <a:moveTo>
                  <a:pt x="2018364" y="180418"/>
                </a:moveTo>
                <a:cubicBezTo>
                  <a:pt x="2040809" y="180418"/>
                  <a:pt x="2059004" y="198613"/>
                  <a:pt x="2059004" y="221058"/>
                </a:cubicBezTo>
                <a:cubicBezTo>
                  <a:pt x="2059004" y="243503"/>
                  <a:pt x="2040809" y="261698"/>
                  <a:pt x="2018364" y="261698"/>
                </a:cubicBezTo>
                <a:cubicBezTo>
                  <a:pt x="1995919" y="261698"/>
                  <a:pt x="1977724" y="243503"/>
                  <a:pt x="1977724" y="221058"/>
                </a:cubicBezTo>
                <a:cubicBezTo>
                  <a:pt x="1977724" y="198613"/>
                  <a:pt x="1995919" y="180418"/>
                  <a:pt x="2018364" y="180418"/>
                </a:cubicBezTo>
                <a:close/>
                <a:moveTo>
                  <a:pt x="1858924" y="0"/>
                </a:moveTo>
                <a:cubicBezTo>
                  <a:pt x="1881369" y="0"/>
                  <a:pt x="1899564" y="18195"/>
                  <a:pt x="1899564" y="40640"/>
                </a:cubicBezTo>
                <a:cubicBezTo>
                  <a:pt x="1899564" y="63085"/>
                  <a:pt x="1881369" y="81280"/>
                  <a:pt x="1858924" y="81280"/>
                </a:cubicBezTo>
                <a:cubicBezTo>
                  <a:pt x="1836479" y="81280"/>
                  <a:pt x="1818284" y="63085"/>
                  <a:pt x="1818284" y="40640"/>
                </a:cubicBezTo>
                <a:cubicBezTo>
                  <a:pt x="1818284" y="18195"/>
                  <a:pt x="1836479" y="0"/>
                  <a:pt x="1858924" y="0"/>
                </a:cubicBezTo>
                <a:close/>
                <a:moveTo>
                  <a:pt x="1707404" y="0"/>
                </a:moveTo>
                <a:cubicBezTo>
                  <a:pt x="1729849" y="0"/>
                  <a:pt x="1748044" y="18195"/>
                  <a:pt x="1748044" y="40640"/>
                </a:cubicBezTo>
                <a:cubicBezTo>
                  <a:pt x="1748044" y="63085"/>
                  <a:pt x="1729849" y="81280"/>
                  <a:pt x="1707404" y="81280"/>
                </a:cubicBezTo>
                <a:cubicBezTo>
                  <a:pt x="1684959" y="81280"/>
                  <a:pt x="1666764" y="63085"/>
                  <a:pt x="1666764" y="40640"/>
                </a:cubicBezTo>
                <a:cubicBezTo>
                  <a:pt x="1666764" y="18195"/>
                  <a:pt x="1684959" y="0"/>
                  <a:pt x="1707404" y="0"/>
                </a:cubicBezTo>
                <a:close/>
                <a:moveTo>
                  <a:pt x="1555881" y="0"/>
                </a:moveTo>
                <a:cubicBezTo>
                  <a:pt x="1578326" y="0"/>
                  <a:pt x="1596521" y="18195"/>
                  <a:pt x="1596521" y="40640"/>
                </a:cubicBezTo>
                <a:cubicBezTo>
                  <a:pt x="1596521" y="63085"/>
                  <a:pt x="1578326" y="81280"/>
                  <a:pt x="1555881" y="81280"/>
                </a:cubicBezTo>
                <a:cubicBezTo>
                  <a:pt x="1533436" y="81280"/>
                  <a:pt x="1515241" y="63085"/>
                  <a:pt x="1515241" y="40640"/>
                </a:cubicBezTo>
                <a:cubicBezTo>
                  <a:pt x="1515241" y="18195"/>
                  <a:pt x="1533436" y="0"/>
                  <a:pt x="1555881" y="0"/>
                </a:cubicBezTo>
                <a:close/>
                <a:moveTo>
                  <a:pt x="1404357" y="0"/>
                </a:moveTo>
                <a:cubicBezTo>
                  <a:pt x="1426802" y="0"/>
                  <a:pt x="1444997" y="18195"/>
                  <a:pt x="1444997" y="40640"/>
                </a:cubicBezTo>
                <a:cubicBezTo>
                  <a:pt x="1444997" y="63085"/>
                  <a:pt x="1426802" y="81280"/>
                  <a:pt x="1404357" y="81280"/>
                </a:cubicBezTo>
                <a:cubicBezTo>
                  <a:pt x="1381912" y="81280"/>
                  <a:pt x="1363717" y="63085"/>
                  <a:pt x="1363717" y="40640"/>
                </a:cubicBezTo>
                <a:cubicBezTo>
                  <a:pt x="1363717" y="18195"/>
                  <a:pt x="1381912" y="0"/>
                  <a:pt x="1404357" y="0"/>
                </a:cubicBezTo>
                <a:close/>
                <a:moveTo>
                  <a:pt x="1252833" y="0"/>
                </a:moveTo>
                <a:cubicBezTo>
                  <a:pt x="1275278" y="0"/>
                  <a:pt x="1293473" y="18195"/>
                  <a:pt x="1293473" y="40640"/>
                </a:cubicBezTo>
                <a:cubicBezTo>
                  <a:pt x="1293473" y="63085"/>
                  <a:pt x="1275278" y="81280"/>
                  <a:pt x="1252833" y="81280"/>
                </a:cubicBezTo>
                <a:cubicBezTo>
                  <a:pt x="1230388" y="81280"/>
                  <a:pt x="1212193" y="63085"/>
                  <a:pt x="1212193" y="40640"/>
                </a:cubicBezTo>
                <a:cubicBezTo>
                  <a:pt x="1212193" y="18195"/>
                  <a:pt x="1230388" y="0"/>
                  <a:pt x="1252833" y="0"/>
                </a:cubicBezTo>
                <a:close/>
                <a:moveTo>
                  <a:pt x="1101309" y="0"/>
                </a:moveTo>
                <a:cubicBezTo>
                  <a:pt x="1123754" y="0"/>
                  <a:pt x="1141949" y="18195"/>
                  <a:pt x="1141949" y="40640"/>
                </a:cubicBezTo>
                <a:cubicBezTo>
                  <a:pt x="1141949" y="63085"/>
                  <a:pt x="1123754" y="81280"/>
                  <a:pt x="1101309" y="81280"/>
                </a:cubicBezTo>
                <a:cubicBezTo>
                  <a:pt x="1078864" y="81280"/>
                  <a:pt x="1060669" y="63085"/>
                  <a:pt x="1060669" y="40640"/>
                </a:cubicBezTo>
                <a:cubicBezTo>
                  <a:pt x="1060669" y="18195"/>
                  <a:pt x="1078864" y="0"/>
                  <a:pt x="1101309" y="0"/>
                </a:cubicBezTo>
                <a:close/>
              </a:path>
            </a:pathLst>
          </a:cu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1600" b="1">
              <a:solidFill>
                <a:schemeClr val="tx1">
                  <a:lumMod val="75000"/>
                  <a:lumOff val="25000"/>
                </a:schemeClr>
              </a:solidFill>
            </a:endParaRPr>
          </a:p>
        </p:txBody>
      </p:sp>
      <p:sp>
        <p:nvSpPr>
          <p:cNvPr id="7" name="テキスト ボックス 6">
            <a:extLst>
              <a:ext uri="{FF2B5EF4-FFF2-40B4-BE49-F238E27FC236}">
                <a16:creationId xmlns:a16="http://schemas.microsoft.com/office/drawing/2014/main" id="{7DA65B1D-4E0D-BFE9-101B-45007FB5245F}"/>
              </a:ext>
            </a:extLst>
          </p:cNvPr>
          <p:cNvSpPr txBox="1"/>
          <p:nvPr/>
        </p:nvSpPr>
        <p:spPr>
          <a:xfrm>
            <a:off x="5487226" y="1342420"/>
            <a:ext cx="2646878" cy="1600438"/>
          </a:xfrm>
          <a:prstGeom prst="rect">
            <a:avLst/>
          </a:prstGeom>
          <a:noFill/>
        </p:spPr>
        <p:txBody>
          <a:bodyPr wrap="none" rtlCol="0">
            <a:spAutoFit/>
          </a:bodyPr>
          <a:lstStyle/>
          <a:p>
            <a:pPr algn="ctr">
              <a:lnSpc>
                <a:spcPct val="80000"/>
              </a:lnSpc>
            </a:pPr>
            <a:r>
              <a:rPr kumimoji="1" lang="ja-JP" altLang="en-US" sz="4000" spc="-300">
                <a:solidFill>
                  <a:schemeClr val="tx1">
                    <a:lumMod val="75000"/>
                    <a:lumOff val="25000"/>
                  </a:schemeClr>
                </a:solidFill>
                <a:latin typeface="Arial" panose="020B0604020202020204" pitchFamily="34" charset="0"/>
              </a:rPr>
              <a:t>・・・・ ・</a:t>
            </a:r>
            <a:endParaRPr kumimoji="1" lang="en-US" altLang="ja-JP" sz="4000" spc="-300" dirty="0">
              <a:solidFill>
                <a:schemeClr val="tx1">
                  <a:lumMod val="75000"/>
                  <a:lumOff val="25000"/>
                </a:schemeClr>
              </a:solidFill>
              <a:latin typeface="Arial" panose="020B0604020202020204" pitchFamily="34" charset="0"/>
            </a:endParaRPr>
          </a:p>
          <a:p>
            <a:pPr algn="ctr">
              <a:lnSpc>
                <a:spcPct val="80000"/>
              </a:lnSpc>
            </a:pPr>
            <a:r>
              <a:rPr kumimoji="1" lang="ja-JP" altLang="en-US" sz="4000" spc="-300">
                <a:solidFill>
                  <a:schemeClr val="tx1">
                    <a:lumMod val="75000"/>
                    <a:lumOff val="25000"/>
                  </a:schemeClr>
                </a:solidFill>
                <a:latin typeface="Arial" panose="020B0604020202020204" pitchFamily="34" charset="0"/>
              </a:rPr>
              <a:t>・・・・ ・</a:t>
            </a:r>
          </a:p>
          <a:p>
            <a:pPr algn="ctr">
              <a:lnSpc>
                <a:spcPct val="80000"/>
              </a:lnSpc>
            </a:pPr>
            <a:r>
              <a:rPr kumimoji="1" lang="ja-JP" altLang="en-US" sz="4000" spc="-300">
                <a:solidFill>
                  <a:schemeClr val="tx1">
                    <a:lumMod val="75000"/>
                    <a:lumOff val="25000"/>
                  </a:schemeClr>
                </a:solidFill>
                <a:latin typeface="Arial" panose="020B0604020202020204" pitchFamily="34" charset="0"/>
              </a:rPr>
              <a:t>・・・・ ・</a:t>
            </a:r>
          </a:p>
        </p:txBody>
      </p:sp>
      <p:sp>
        <p:nvSpPr>
          <p:cNvPr id="12" name="グラフィックス 7">
            <a:extLst>
              <a:ext uri="{FF2B5EF4-FFF2-40B4-BE49-F238E27FC236}">
                <a16:creationId xmlns:a16="http://schemas.microsoft.com/office/drawing/2014/main" id="{DCDF32CC-A5FE-831D-FA27-5F080CBF7D0F}"/>
              </a:ext>
            </a:extLst>
          </p:cNvPr>
          <p:cNvSpPr/>
          <p:nvPr/>
        </p:nvSpPr>
        <p:spPr>
          <a:xfrm rot="17100000">
            <a:off x="836019" y="3861327"/>
            <a:ext cx="1752353" cy="2056871"/>
          </a:xfrm>
          <a:custGeom>
            <a:avLst/>
            <a:gdLst>
              <a:gd name="connsiteX0" fmla="*/ 1971150 w 2285314"/>
              <a:gd name="connsiteY0" fmla="*/ 280769 h 2682448"/>
              <a:gd name="connsiteX1" fmla="*/ 1972948 w 2285314"/>
              <a:gd name="connsiteY1" fmla="*/ 1208659 h 2682448"/>
              <a:gd name="connsiteX2" fmla="*/ 2273254 w 2285314"/>
              <a:gd name="connsiteY2" fmla="*/ 1926156 h 2682448"/>
              <a:gd name="connsiteX3" fmla="*/ 2012509 w 2285314"/>
              <a:gd name="connsiteY3" fmla="*/ 2575319 h 2682448"/>
              <a:gd name="connsiteX4" fmla="*/ 1336372 w 2285314"/>
              <a:gd name="connsiteY4" fmla="*/ 2564530 h 2682448"/>
              <a:gd name="connsiteX5" fmla="*/ 852646 w 2285314"/>
              <a:gd name="connsiteY5" fmla="*/ 1953129 h 2682448"/>
              <a:gd name="connsiteX6" fmla="*/ 56027 w 2285314"/>
              <a:gd name="connsiteY6" fmla="*/ 1794884 h 2682448"/>
              <a:gd name="connsiteX7" fmla="*/ 241246 w 2285314"/>
              <a:gd name="connsiteY7" fmla="*/ 1269799 h 2682448"/>
              <a:gd name="connsiteX8" fmla="*/ 820278 w 2285314"/>
              <a:gd name="connsiteY8" fmla="*/ 838222 h 2682448"/>
              <a:gd name="connsiteX9" fmla="*/ 1327381 w 2285314"/>
              <a:gd name="connsiteY9" fmla="*/ 64980 h 2682448"/>
              <a:gd name="connsiteX10" fmla="*/ 1971150 w 2285314"/>
              <a:gd name="connsiteY10" fmla="*/ 280769 h 2682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5314" h="2682448">
                <a:moveTo>
                  <a:pt x="1971150" y="280769"/>
                </a:moveTo>
                <a:cubicBezTo>
                  <a:pt x="2068254" y="530724"/>
                  <a:pt x="1933387" y="917345"/>
                  <a:pt x="1972948" y="1208659"/>
                </a:cubicBezTo>
                <a:cubicBezTo>
                  <a:pt x="2010711" y="1498175"/>
                  <a:pt x="2222903" y="1692385"/>
                  <a:pt x="2273254" y="1926156"/>
                </a:cubicBezTo>
                <a:cubicBezTo>
                  <a:pt x="2323604" y="2161725"/>
                  <a:pt x="2213912" y="2435057"/>
                  <a:pt x="2012509" y="2575319"/>
                </a:cubicBezTo>
                <a:cubicBezTo>
                  <a:pt x="1811107" y="2717380"/>
                  <a:pt x="1516196" y="2722775"/>
                  <a:pt x="1336372" y="2564530"/>
                </a:cubicBezTo>
                <a:cubicBezTo>
                  <a:pt x="1156548" y="2404487"/>
                  <a:pt x="1093610" y="2080804"/>
                  <a:pt x="852646" y="1953129"/>
                </a:cubicBezTo>
                <a:cubicBezTo>
                  <a:pt x="611682" y="1825454"/>
                  <a:pt x="194491" y="1893787"/>
                  <a:pt x="56027" y="1794884"/>
                </a:cubicBezTo>
                <a:cubicBezTo>
                  <a:pt x="-82437" y="1694183"/>
                  <a:pt x="57825" y="1428044"/>
                  <a:pt x="241246" y="1269799"/>
                </a:cubicBezTo>
                <a:cubicBezTo>
                  <a:pt x="424666" y="1111554"/>
                  <a:pt x="649445" y="1064800"/>
                  <a:pt x="820278" y="838222"/>
                </a:cubicBezTo>
                <a:cubicBezTo>
                  <a:pt x="991110" y="613443"/>
                  <a:pt x="1106198" y="210637"/>
                  <a:pt x="1327381" y="64980"/>
                </a:cubicBezTo>
                <a:cubicBezTo>
                  <a:pt x="1548564" y="-80677"/>
                  <a:pt x="1874045" y="30814"/>
                  <a:pt x="1971150" y="280769"/>
                </a:cubicBezTo>
                <a:close/>
              </a:path>
            </a:pathLst>
          </a:custGeom>
          <a:solidFill>
            <a:schemeClr val="tx1">
              <a:lumMod val="75000"/>
              <a:lumOff val="25000"/>
            </a:schemeClr>
          </a:solidFill>
          <a:ln w="17955" cap="flat">
            <a:noFill/>
            <a:prstDash val="solid"/>
            <a:miter/>
          </a:ln>
        </p:spPr>
        <p:txBody>
          <a:bodyPr rtlCol="0" anchor="ctr"/>
          <a:lstStyle/>
          <a:p>
            <a:endParaRPr lang="ja-JP" altLang="en-US"/>
          </a:p>
        </p:txBody>
      </p:sp>
      <p:sp>
        <p:nvSpPr>
          <p:cNvPr id="13" name="グラフィックス 8">
            <a:extLst>
              <a:ext uri="{FF2B5EF4-FFF2-40B4-BE49-F238E27FC236}">
                <a16:creationId xmlns:a16="http://schemas.microsoft.com/office/drawing/2014/main" id="{23BB3677-528C-DDED-F932-65DF983BE67D}"/>
              </a:ext>
            </a:extLst>
          </p:cNvPr>
          <p:cNvSpPr/>
          <p:nvPr/>
        </p:nvSpPr>
        <p:spPr>
          <a:xfrm rot="3600000">
            <a:off x="3593958" y="3857009"/>
            <a:ext cx="1435608" cy="2065509"/>
          </a:xfrm>
          <a:custGeom>
            <a:avLst/>
            <a:gdLst>
              <a:gd name="connsiteX0" fmla="*/ 1176099 w 1872234"/>
              <a:gd name="connsiteY0" fmla="*/ 617287 h 2693713"/>
              <a:gd name="connsiteX1" fmla="*/ 1419719 w 1872234"/>
              <a:gd name="connsiteY1" fmla="*/ 1236349 h 2693713"/>
              <a:gd name="connsiteX2" fmla="*/ 1871917 w 1872234"/>
              <a:gd name="connsiteY2" fmla="*/ 1788665 h 2693713"/>
              <a:gd name="connsiteX3" fmla="*/ 1279554 w 1872234"/>
              <a:gd name="connsiteY3" fmla="*/ 2159101 h 2693713"/>
              <a:gd name="connsiteX4" fmla="*/ 708883 w 1872234"/>
              <a:gd name="connsiteY4" fmla="*/ 2691393 h 2693713"/>
              <a:gd name="connsiteX5" fmla="*/ 196614 w 1872234"/>
              <a:gd name="connsiteY5" fmla="*/ 2247538 h 2693713"/>
              <a:gd name="connsiteX6" fmla="*/ 4722 w 1872234"/>
              <a:gd name="connsiteY6" fmla="*/ 1686878 h 2693713"/>
              <a:gd name="connsiteX7" fmla="*/ 141549 w 1872234"/>
              <a:gd name="connsiteY7" fmla="*/ 1131225 h 2693713"/>
              <a:gd name="connsiteX8" fmla="*/ 41431 w 1872234"/>
              <a:gd name="connsiteY8" fmla="*/ 268544 h 2693713"/>
              <a:gd name="connsiteX9" fmla="*/ 667167 w 1872234"/>
              <a:gd name="connsiteY9" fmla="*/ 33267 h 2693713"/>
              <a:gd name="connsiteX10" fmla="*/ 1176099 w 1872234"/>
              <a:gd name="connsiteY10" fmla="*/ 617287 h 269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72234" h="2693713">
                <a:moveTo>
                  <a:pt x="1176099" y="617287"/>
                </a:moveTo>
                <a:cubicBezTo>
                  <a:pt x="1266205" y="845889"/>
                  <a:pt x="1264536" y="1032776"/>
                  <a:pt x="1419719" y="1236349"/>
                </a:cubicBezTo>
                <a:cubicBezTo>
                  <a:pt x="1574901" y="1438253"/>
                  <a:pt x="1885266" y="1655175"/>
                  <a:pt x="1871917" y="1788665"/>
                </a:cubicBezTo>
                <a:cubicBezTo>
                  <a:pt x="1860237" y="1922155"/>
                  <a:pt x="1524843" y="1973883"/>
                  <a:pt x="1279554" y="2159101"/>
                </a:cubicBezTo>
                <a:cubicBezTo>
                  <a:pt x="1035934" y="2342650"/>
                  <a:pt x="884089" y="2661358"/>
                  <a:pt x="708883" y="2691393"/>
                </a:cubicBezTo>
                <a:cubicBezTo>
                  <a:pt x="533677" y="2721429"/>
                  <a:pt x="335110" y="2466128"/>
                  <a:pt x="196614" y="2247538"/>
                </a:cubicBezTo>
                <a:cubicBezTo>
                  <a:pt x="58118" y="2028947"/>
                  <a:pt x="-20308" y="1847067"/>
                  <a:pt x="4722" y="1686878"/>
                </a:cubicBezTo>
                <a:cubicBezTo>
                  <a:pt x="28082" y="1526690"/>
                  <a:pt x="156567" y="1388194"/>
                  <a:pt x="141549" y="1131225"/>
                </a:cubicBezTo>
                <a:cubicBezTo>
                  <a:pt x="126531" y="875925"/>
                  <a:pt x="-31988" y="500483"/>
                  <a:pt x="41431" y="268544"/>
                </a:cubicBezTo>
                <a:cubicBezTo>
                  <a:pt x="116520" y="36604"/>
                  <a:pt x="423547" y="-55170"/>
                  <a:pt x="667167" y="33267"/>
                </a:cubicBezTo>
                <a:cubicBezTo>
                  <a:pt x="909118" y="121704"/>
                  <a:pt x="1087662" y="390354"/>
                  <a:pt x="1176099" y="617287"/>
                </a:cubicBezTo>
                <a:close/>
              </a:path>
            </a:pathLst>
          </a:custGeom>
          <a:solidFill>
            <a:schemeClr val="tx1">
              <a:lumMod val="75000"/>
              <a:lumOff val="25000"/>
            </a:schemeClr>
          </a:solidFill>
          <a:ln w="16323" cap="flat">
            <a:noFill/>
            <a:prstDash val="solid"/>
            <a:miter/>
          </a:ln>
        </p:spPr>
        <p:txBody>
          <a:bodyPr rtlCol="0" anchor="ctr"/>
          <a:lstStyle/>
          <a:p>
            <a:endParaRPr lang="ja-JP" altLang="en-US"/>
          </a:p>
        </p:txBody>
      </p:sp>
      <p:sp>
        <p:nvSpPr>
          <p:cNvPr id="15" name="フリーフォーム 14">
            <a:extLst>
              <a:ext uri="{FF2B5EF4-FFF2-40B4-BE49-F238E27FC236}">
                <a16:creationId xmlns:a16="http://schemas.microsoft.com/office/drawing/2014/main" id="{B6C6AB0D-B8E4-B0AF-D651-1C774620F32A}"/>
              </a:ext>
            </a:extLst>
          </p:cNvPr>
          <p:cNvSpPr/>
          <p:nvPr/>
        </p:nvSpPr>
        <p:spPr>
          <a:xfrm rot="19800000" flipH="1" flipV="1">
            <a:off x="8130521" y="1038445"/>
            <a:ext cx="3731535" cy="1762773"/>
          </a:xfrm>
          <a:custGeom>
            <a:avLst/>
            <a:gdLst>
              <a:gd name="connsiteX0" fmla="*/ 5809851 w 7869956"/>
              <a:gd name="connsiteY0" fmla="*/ 252848 h 3717758"/>
              <a:gd name="connsiteX1" fmla="*/ 5823456 w 7869956"/>
              <a:gd name="connsiteY1" fmla="*/ 238161 h 3717758"/>
              <a:gd name="connsiteX2" fmla="*/ 5809851 w 7869956"/>
              <a:gd name="connsiteY2" fmla="*/ 252848 h 3717758"/>
              <a:gd name="connsiteX3" fmla="*/ 5532890 w 7869956"/>
              <a:gd name="connsiteY3" fmla="*/ 137616 h 3717758"/>
              <a:gd name="connsiteX4" fmla="*/ 5539386 w 7869956"/>
              <a:gd name="connsiteY4" fmla="*/ 124178 h 3717758"/>
              <a:gd name="connsiteX5" fmla="*/ 5532830 w 7869956"/>
              <a:gd name="connsiteY5" fmla="*/ 123668 h 3717758"/>
              <a:gd name="connsiteX6" fmla="*/ 5529245 w 7869956"/>
              <a:gd name="connsiteY6" fmla="*/ 133934 h 3717758"/>
              <a:gd name="connsiteX7" fmla="*/ 5532890 w 7869956"/>
              <a:gd name="connsiteY7" fmla="*/ 137616 h 3717758"/>
              <a:gd name="connsiteX8" fmla="*/ 5537778 w 7869956"/>
              <a:gd name="connsiteY8" fmla="*/ 176602 h 3717758"/>
              <a:gd name="connsiteX9" fmla="*/ 5572454 w 7869956"/>
              <a:gd name="connsiteY9" fmla="*/ 171407 h 3717758"/>
              <a:gd name="connsiteX10" fmla="*/ 5568883 w 7869956"/>
              <a:gd name="connsiteY10" fmla="*/ 126497 h 3717758"/>
              <a:gd name="connsiteX11" fmla="*/ 5567940 w 7869956"/>
              <a:gd name="connsiteY11" fmla="*/ 157926 h 3717758"/>
              <a:gd name="connsiteX12" fmla="*/ 5558880 w 7869956"/>
              <a:gd name="connsiteY12" fmla="*/ 130965 h 3717758"/>
              <a:gd name="connsiteX13" fmla="*/ 5547332 w 7869956"/>
              <a:gd name="connsiteY13" fmla="*/ 132697 h 3717758"/>
              <a:gd name="connsiteX14" fmla="*/ 5526864 w 7869956"/>
              <a:gd name="connsiteY14" fmla="*/ 157416 h 3717758"/>
              <a:gd name="connsiteX15" fmla="*/ 5541549 w 7869956"/>
              <a:gd name="connsiteY15" fmla="*/ 161143 h 3717758"/>
              <a:gd name="connsiteX16" fmla="*/ 5537778 w 7869956"/>
              <a:gd name="connsiteY16" fmla="*/ 176602 h 3717758"/>
              <a:gd name="connsiteX17" fmla="*/ 5527785 w 7869956"/>
              <a:gd name="connsiteY17" fmla="*/ 181753 h 3717758"/>
              <a:gd name="connsiteX18" fmla="*/ 5534517 w 7869956"/>
              <a:gd name="connsiteY18" fmla="*/ 176354 h 3717758"/>
              <a:gd name="connsiteX19" fmla="*/ 5521391 w 7869956"/>
              <a:gd name="connsiteY19" fmla="*/ 175304 h 3717758"/>
              <a:gd name="connsiteX20" fmla="*/ 5527785 w 7869956"/>
              <a:gd name="connsiteY20" fmla="*/ 181753 h 3717758"/>
              <a:gd name="connsiteX21" fmla="*/ 5477083 w 7869956"/>
              <a:gd name="connsiteY21" fmla="*/ 174515 h 3717758"/>
              <a:gd name="connsiteX22" fmla="*/ 5501897 w 7869956"/>
              <a:gd name="connsiteY22" fmla="*/ 168532 h 3717758"/>
              <a:gd name="connsiteX23" fmla="*/ 5477083 w 7869956"/>
              <a:gd name="connsiteY23" fmla="*/ 174515 h 3717758"/>
              <a:gd name="connsiteX24" fmla="*/ 5258870 w 7869956"/>
              <a:gd name="connsiteY24" fmla="*/ 55152 h 3717758"/>
              <a:gd name="connsiteX25" fmla="*/ 5249378 w 7869956"/>
              <a:gd name="connsiteY25" fmla="*/ 43896 h 3717758"/>
              <a:gd name="connsiteX26" fmla="*/ 5265920 w 7869956"/>
              <a:gd name="connsiteY26" fmla="*/ 39956 h 3717758"/>
              <a:gd name="connsiteX27" fmla="*/ 5258870 w 7869956"/>
              <a:gd name="connsiteY27" fmla="*/ 55152 h 3717758"/>
              <a:gd name="connsiteX28" fmla="*/ 5447347 w 7869956"/>
              <a:gd name="connsiteY28" fmla="*/ 165572 h 3717758"/>
              <a:gd name="connsiteX29" fmla="*/ 5455997 w 7869956"/>
              <a:gd name="connsiteY29" fmla="*/ 165007 h 3717758"/>
              <a:gd name="connsiteX30" fmla="*/ 5444588 w 7869956"/>
              <a:gd name="connsiteY30" fmla="*/ 161513 h 3717758"/>
              <a:gd name="connsiteX31" fmla="*/ 5447347 w 7869956"/>
              <a:gd name="connsiteY31" fmla="*/ 165572 h 3717758"/>
              <a:gd name="connsiteX32" fmla="*/ 5224072 w 7869956"/>
              <a:gd name="connsiteY32" fmla="*/ 65555 h 3717758"/>
              <a:gd name="connsiteX33" fmla="*/ 5219542 w 7869956"/>
              <a:gd name="connsiteY33" fmla="*/ 52105 h 3717758"/>
              <a:gd name="connsiteX34" fmla="*/ 5229869 w 7869956"/>
              <a:gd name="connsiteY34" fmla="*/ 37110 h 3717758"/>
              <a:gd name="connsiteX35" fmla="*/ 5239531 w 7869956"/>
              <a:gd name="connsiteY35" fmla="*/ 43078 h 3717758"/>
              <a:gd name="connsiteX36" fmla="*/ 5237506 w 7869956"/>
              <a:gd name="connsiteY36" fmla="*/ 56125 h 3717758"/>
              <a:gd name="connsiteX37" fmla="*/ 5224072 w 7869956"/>
              <a:gd name="connsiteY37" fmla="*/ 65555 h 3717758"/>
              <a:gd name="connsiteX38" fmla="*/ 5238589 w 7869956"/>
              <a:gd name="connsiteY38" fmla="*/ 74585 h 3717758"/>
              <a:gd name="connsiteX39" fmla="*/ 5247355 w 7869956"/>
              <a:gd name="connsiteY39" fmla="*/ 56867 h 3717758"/>
              <a:gd name="connsiteX40" fmla="*/ 5238589 w 7869956"/>
              <a:gd name="connsiteY40" fmla="*/ 74585 h 3717758"/>
              <a:gd name="connsiteX41" fmla="*/ 6601242 w 7869956"/>
              <a:gd name="connsiteY41" fmla="*/ 867083 h 3717758"/>
              <a:gd name="connsiteX42" fmla="*/ 6614846 w 7869956"/>
              <a:gd name="connsiteY42" fmla="*/ 852397 h 3717758"/>
              <a:gd name="connsiteX43" fmla="*/ 6601242 w 7869956"/>
              <a:gd name="connsiteY43" fmla="*/ 867083 h 3717758"/>
              <a:gd name="connsiteX44" fmla="*/ 5122746 w 7869956"/>
              <a:gd name="connsiteY44" fmla="*/ 44937 h 3717758"/>
              <a:gd name="connsiteX45" fmla="*/ 5121375 w 7869956"/>
              <a:gd name="connsiteY45" fmla="*/ 39166 h 3717758"/>
              <a:gd name="connsiteX46" fmla="*/ 5137932 w 7869956"/>
              <a:gd name="connsiteY46" fmla="*/ 35210 h 3717758"/>
              <a:gd name="connsiteX47" fmla="*/ 5122746 w 7869956"/>
              <a:gd name="connsiteY47" fmla="*/ 44937 h 3717758"/>
              <a:gd name="connsiteX48" fmla="*/ 5259631 w 7869956"/>
              <a:gd name="connsiteY48" fmla="*/ 125812 h 3717758"/>
              <a:gd name="connsiteX49" fmla="*/ 5273373 w 7869956"/>
              <a:gd name="connsiteY49" fmla="*/ 119278 h 3717758"/>
              <a:gd name="connsiteX50" fmla="*/ 5267932 w 7869956"/>
              <a:gd name="connsiteY50" fmla="*/ 82097 h 3717758"/>
              <a:gd name="connsiteX51" fmla="*/ 5259491 w 7869956"/>
              <a:gd name="connsiteY51" fmla="*/ 89301 h 3717758"/>
              <a:gd name="connsiteX52" fmla="*/ 5255285 w 7869956"/>
              <a:gd name="connsiteY52" fmla="*/ 120529 h 3717758"/>
              <a:gd name="connsiteX53" fmla="*/ 5259631 w 7869956"/>
              <a:gd name="connsiteY53" fmla="*/ 125812 h 3717758"/>
              <a:gd name="connsiteX54" fmla="*/ 5127449 w 7869956"/>
              <a:gd name="connsiteY54" fmla="*/ 55429 h 3717758"/>
              <a:gd name="connsiteX55" fmla="*/ 5155554 w 7869956"/>
              <a:gd name="connsiteY55" fmla="*/ 49709 h 3717758"/>
              <a:gd name="connsiteX56" fmla="*/ 5127449 w 7869956"/>
              <a:gd name="connsiteY56" fmla="*/ 55429 h 3717758"/>
              <a:gd name="connsiteX57" fmla="*/ 6324281 w 7869956"/>
              <a:gd name="connsiteY57" fmla="*/ 751851 h 3717758"/>
              <a:gd name="connsiteX58" fmla="*/ 6330776 w 7869956"/>
              <a:gd name="connsiteY58" fmla="*/ 738413 h 3717758"/>
              <a:gd name="connsiteX59" fmla="*/ 6324221 w 7869956"/>
              <a:gd name="connsiteY59" fmla="*/ 737903 h 3717758"/>
              <a:gd name="connsiteX60" fmla="*/ 6320636 w 7869956"/>
              <a:gd name="connsiteY60" fmla="*/ 748169 h 3717758"/>
              <a:gd name="connsiteX61" fmla="*/ 6324281 w 7869956"/>
              <a:gd name="connsiteY61" fmla="*/ 751851 h 3717758"/>
              <a:gd name="connsiteX62" fmla="*/ 5150994 w 7869956"/>
              <a:gd name="connsiteY62" fmla="*/ 91388 h 3717758"/>
              <a:gd name="connsiteX63" fmla="*/ 5192240 w 7869956"/>
              <a:gd name="connsiteY63" fmla="*/ 31575 h 3717758"/>
              <a:gd name="connsiteX64" fmla="*/ 5199893 w 7869956"/>
              <a:gd name="connsiteY64" fmla="*/ 50513 h 3717758"/>
              <a:gd name="connsiteX65" fmla="*/ 5223638 w 7869956"/>
              <a:gd name="connsiteY65" fmla="*/ 26102 h 3717758"/>
              <a:gd name="connsiteX66" fmla="*/ 5187369 w 7869956"/>
              <a:gd name="connsiteY66" fmla="*/ 83752 h 3717758"/>
              <a:gd name="connsiteX67" fmla="*/ 5174431 w 7869956"/>
              <a:gd name="connsiteY67" fmla="*/ 77506 h 3717758"/>
              <a:gd name="connsiteX68" fmla="*/ 5183181 w 7869956"/>
              <a:gd name="connsiteY68" fmla="*/ 59789 h 3717758"/>
              <a:gd name="connsiteX69" fmla="*/ 5174431 w 7869956"/>
              <a:gd name="connsiteY69" fmla="*/ 77506 h 3717758"/>
              <a:gd name="connsiteX70" fmla="*/ 5150994 w 7869956"/>
              <a:gd name="connsiteY70" fmla="*/ 91388 h 3717758"/>
              <a:gd name="connsiteX71" fmla="*/ 6329168 w 7869956"/>
              <a:gd name="connsiteY71" fmla="*/ 790837 h 3717758"/>
              <a:gd name="connsiteX72" fmla="*/ 6363845 w 7869956"/>
              <a:gd name="connsiteY72" fmla="*/ 785642 h 3717758"/>
              <a:gd name="connsiteX73" fmla="*/ 6360274 w 7869956"/>
              <a:gd name="connsiteY73" fmla="*/ 740732 h 3717758"/>
              <a:gd name="connsiteX74" fmla="*/ 6359331 w 7869956"/>
              <a:gd name="connsiteY74" fmla="*/ 772161 h 3717758"/>
              <a:gd name="connsiteX75" fmla="*/ 6350271 w 7869956"/>
              <a:gd name="connsiteY75" fmla="*/ 745200 h 3717758"/>
              <a:gd name="connsiteX76" fmla="*/ 6338723 w 7869956"/>
              <a:gd name="connsiteY76" fmla="*/ 746932 h 3717758"/>
              <a:gd name="connsiteX77" fmla="*/ 6318255 w 7869956"/>
              <a:gd name="connsiteY77" fmla="*/ 771651 h 3717758"/>
              <a:gd name="connsiteX78" fmla="*/ 6332940 w 7869956"/>
              <a:gd name="connsiteY78" fmla="*/ 775378 h 3717758"/>
              <a:gd name="connsiteX79" fmla="*/ 6329168 w 7869956"/>
              <a:gd name="connsiteY79" fmla="*/ 790837 h 3717758"/>
              <a:gd name="connsiteX80" fmla="*/ 5093870 w 7869956"/>
              <a:gd name="connsiteY80" fmla="*/ 79081 h 3717758"/>
              <a:gd name="connsiteX81" fmla="*/ 5128855 w 7869956"/>
              <a:gd name="connsiteY81" fmla="*/ 63423 h 3717758"/>
              <a:gd name="connsiteX82" fmla="*/ 5093870 w 7869956"/>
              <a:gd name="connsiteY82" fmla="*/ 79081 h 3717758"/>
              <a:gd name="connsiteX83" fmla="*/ 7746511 w 7869956"/>
              <a:gd name="connsiteY83" fmla="*/ 1612102 h 3717758"/>
              <a:gd name="connsiteX84" fmla="*/ 7760115 w 7869956"/>
              <a:gd name="connsiteY84" fmla="*/ 1597415 h 3717758"/>
              <a:gd name="connsiteX85" fmla="*/ 7746511 w 7869956"/>
              <a:gd name="connsiteY85" fmla="*/ 1612102 h 3717758"/>
              <a:gd name="connsiteX86" fmla="*/ 6319175 w 7869956"/>
              <a:gd name="connsiteY86" fmla="*/ 795988 h 3717758"/>
              <a:gd name="connsiteX87" fmla="*/ 6325907 w 7869956"/>
              <a:gd name="connsiteY87" fmla="*/ 790589 h 3717758"/>
              <a:gd name="connsiteX88" fmla="*/ 6312782 w 7869956"/>
              <a:gd name="connsiteY88" fmla="*/ 789539 h 3717758"/>
              <a:gd name="connsiteX89" fmla="*/ 6319175 w 7869956"/>
              <a:gd name="connsiteY89" fmla="*/ 795988 h 3717758"/>
              <a:gd name="connsiteX90" fmla="*/ 4957934 w 7869956"/>
              <a:gd name="connsiteY90" fmla="*/ 10766 h 3717758"/>
              <a:gd name="connsiteX91" fmla="*/ 4989472 w 7869956"/>
              <a:gd name="connsiteY91" fmla="*/ 83 h 3717758"/>
              <a:gd name="connsiteX92" fmla="*/ 4957934 w 7869956"/>
              <a:gd name="connsiteY92" fmla="*/ 10766 h 3717758"/>
              <a:gd name="connsiteX93" fmla="*/ 5100499 w 7869956"/>
              <a:gd name="connsiteY93" fmla="*/ 101449 h 3717758"/>
              <a:gd name="connsiteX94" fmla="*/ 5096808 w 7869956"/>
              <a:gd name="connsiteY94" fmla="*/ 89857 h 3717758"/>
              <a:gd name="connsiteX95" fmla="*/ 5129937 w 7869956"/>
              <a:gd name="connsiteY95" fmla="*/ 81897 h 3717758"/>
              <a:gd name="connsiteX96" fmla="*/ 5131189 w 7869956"/>
              <a:gd name="connsiteY96" fmla="*/ 95160 h 3717758"/>
              <a:gd name="connsiteX97" fmla="*/ 5100499 w 7869956"/>
              <a:gd name="connsiteY97" fmla="*/ 101449 h 3717758"/>
              <a:gd name="connsiteX98" fmla="*/ 6268474 w 7869956"/>
              <a:gd name="connsiteY98" fmla="*/ 788750 h 3717758"/>
              <a:gd name="connsiteX99" fmla="*/ 6293287 w 7869956"/>
              <a:gd name="connsiteY99" fmla="*/ 782768 h 3717758"/>
              <a:gd name="connsiteX100" fmla="*/ 6268474 w 7869956"/>
              <a:gd name="connsiteY100" fmla="*/ 788750 h 3717758"/>
              <a:gd name="connsiteX101" fmla="*/ 5057340 w 7869956"/>
              <a:gd name="connsiteY101" fmla="*/ 92023 h 3717758"/>
              <a:gd name="connsiteX102" fmla="*/ 5080623 w 7869956"/>
              <a:gd name="connsiteY102" fmla="*/ 83320 h 3717758"/>
              <a:gd name="connsiteX103" fmla="*/ 5057340 w 7869956"/>
              <a:gd name="connsiteY103" fmla="*/ 92023 h 3717758"/>
              <a:gd name="connsiteX104" fmla="*/ 4928835 w 7869956"/>
              <a:gd name="connsiteY104" fmla="*/ 19609 h 3717758"/>
              <a:gd name="connsiteX105" fmla="*/ 4928284 w 7869956"/>
              <a:gd name="connsiteY105" fmla="*/ 13721 h 3717758"/>
              <a:gd name="connsiteX106" fmla="*/ 4933416 w 7869956"/>
              <a:gd name="connsiteY106" fmla="*/ 6269 h 3717758"/>
              <a:gd name="connsiteX107" fmla="*/ 4941393 w 7869956"/>
              <a:gd name="connsiteY107" fmla="*/ 14756 h 3717758"/>
              <a:gd name="connsiteX108" fmla="*/ 4928835 w 7869956"/>
              <a:gd name="connsiteY108" fmla="*/ 19609 h 3717758"/>
              <a:gd name="connsiteX109" fmla="*/ 6050260 w 7869956"/>
              <a:gd name="connsiteY109" fmla="*/ 669387 h 3717758"/>
              <a:gd name="connsiteX110" fmla="*/ 6040768 w 7869956"/>
              <a:gd name="connsiteY110" fmla="*/ 658132 h 3717758"/>
              <a:gd name="connsiteX111" fmla="*/ 6057311 w 7869956"/>
              <a:gd name="connsiteY111" fmla="*/ 654191 h 3717758"/>
              <a:gd name="connsiteX112" fmla="*/ 6050260 w 7869956"/>
              <a:gd name="connsiteY112" fmla="*/ 669387 h 3717758"/>
              <a:gd name="connsiteX113" fmla="*/ 6238737 w 7869956"/>
              <a:gd name="connsiteY113" fmla="*/ 779807 h 3717758"/>
              <a:gd name="connsiteX114" fmla="*/ 6247387 w 7869956"/>
              <a:gd name="connsiteY114" fmla="*/ 779242 h 3717758"/>
              <a:gd name="connsiteX115" fmla="*/ 6235979 w 7869956"/>
              <a:gd name="connsiteY115" fmla="*/ 775748 h 3717758"/>
              <a:gd name="connsiteX116" fmla="*/ 6238737 w 7869956"/>
              <a:gd name="connsiteY116" fmla="*/ 779807 h 3717758"/>
              <a:gd name="connsiteX117" fmla="*/ 7469550 w 7869956"/>
              <a:gd name="connsiteY117" fmla="*/ 1496869 h 3717758"/>
              <a:gd name="connsiteX118" fmla="*/ 7476046 w 7869956"/>
              <a:gd name="connsiteY118" fmla="*/ 1483431 h 3717758"/>
              <a:gd name="connsiteX119" fmla="*/ 7469490 w 7869956"/>
              <a:gd name="connsiteY119" fmla="*/ 1482921 h 3717758"/>
              <a:gd name="connsiteX120" fmla="*/ 7465905 w 7869956"/>
              <a:gd name="connsiteY120" fmla="*/ 1493187 h 3717758"/>
              <a:gd name="connsiteX121" fmla="*/ 7469550 w 7869956"/>
              <a:gd name="connsiteY121" fmla="*/ 1496869 h 3717758"/>
              <a:gd name="connsiteX122" fmla="*/ 5053434 w 7869956"/>
              <a:gd name="connsiteY122" fmla="*/ 123725 h 3717758"/>
              <a:gd name="connsiteX123" fmla="*/ 5045297 w 7869956"/>
              <a:gd name="connsiteY123" fmla="*/ 109461 h 3717758"/>
              <a:gd name="connsiteX124" fmla="*/ 5065131 w 7869956"/>
              <a:gd name="connsiteY124" fmla="*/ 105767 h 3717758"/>
              <a:gd name="connsiteX125" fmla="*/ 5057928 w 7869956"/>
              <a:gd name="connsiteY125" fmla="*/ 126266 h 3717758"/>
              <a:gd name="connsiteX126" fmla="*/ 5053434 w 7869956"/>
              <a:gd name="connsiteY126" fmla="*/ 123725 h 3717758"/>
              <a:gd name="connsiteX127" fmla="*/ 6015463 w 7869956"/>
              <a:gd name="connsiteY127" fmla="*/ 679791 h 3717758"/>
              <a:gd name="connsiteX128" fmla="*/ 6010933 w 7869956"/>
              <a:gd name="connsiteY128" fmla="*/ 666341 h 3717758"/>
              <a:gd name="connsiteX129" fmla="*/ 6021260 w 7869956"/>
              <a:gd name="connsiteY129" fmla="*/ 651345 h 3717758"/>
              <a:gd name="connsiteX130" fmla="*/ 6030922 w 7869956"/>
              <a:gd name="connsiteY130" fmla="*/ 657313 h 3717758"/>
              <a:gd name="connsiteX131" fmla="*/ 6028897 w 7869956"/>
              <a:gd name="connsiteY131" fmla="*/ 670361 h 3717758"/>
              <a:gd name="connsiteX132" fmla="*/ 6015463 w 7869956"/>
              <a:gd name="connsiteY132" fmla="*/ 679791 h 3717758"/>
              <a:gd name="connsiteX133" fmla="*/ 6029979 w 7869956"/>
              <a:gd name="connsiteY133" fmla="*/ 688820 h 3717758"/>
              <a:gd name="connsiteX134" fmla="*/ 6038745 w 7869956"/>
              <a:gd name="connsiteY134" fmla="*/ 671102 h 3717758"/>
              <a:gd name="connsiteX135" fmla="*/ 6029979 w 7869956"/>
              <a:gd name="connsiteY135" fmla="*/ 688820 h 3717758"/>
              <a:gd name="connsiteX136" fmla="*/ 7474437 w 7869956"/>
              <a:gd name="connsiteY136" fmla="*/ 1535855 h 3717758"/>
              <a:gd name="connsiteX137" fmla="*/ 7509114 w 7869956"/>
              <a:gd name="connsiteY137" fmla="*/ 1530660 h 3717758"/>
              <a:gd name="connsiteX138" fmla="*/ 7505543 w 7869956"/>
              <a:gd name="connsiteY138" fmla="*/ 1485750 h 3717758"/>
              <a:gd name="connsiteX139" fmla="*/ 7504600 w 7869956"/>
              <a:gd name="connsiteY139" fmla="*/ 1517179 h 3717758"/>
              <a:gd name="connsiteX140" fmla="*/ 7495540 w 7869956"/>
              <a:gd name="connsiteY140" fmla="*/ 1490219 h 3717758"/>
              <a:gd name="connsiteX141" fmla="*/ 7483992 w 7869956"/>
              <a:gd name="connsiteY141" fmla="*/ 1491951 h 3717758"/>
              <a:gd name="connsiteX142" fmla="*/ 7463524 w 7869956"/>
              <a:gd name="connsiteY142" fmla="*/ 1516669 h 3717758"/>
              <a:gd name="connsiteX143" fmla="*/ 7478209 w 7869956"/>
              <a:gd name="connsiteY143" fmla="*/ 1520396 h 3717758"/>
              <a:gd name="connsiteX144" fmla="*/ 7474437 w 7869956"/>
              <a:gd name="connsiteY144" fmla="*/ 1535855 h 3717758"/>
              <a:gd name="connsiteX145" fmla="*/ 5122055 w 7869956"/>
              <a:gd name="connsiteY145" fmla="*/ 178519 h 3717758"/>
              <a:gd name="connsiteX146" fmla="*/ 5142230 w 7869956"/>
              <a:gd name="connsiteY146" fmla="*/ 164296 h 3717758"/>
              <a:gd name="connsiteX147" fmla="*/ 5122055 w 7869956"/>
              <a:gd name="connsiteY147" fmla="*/ 178519 h 3717758"/>
              <a:gd name="connsiteX148" fmla="*/ 7464445 w 7869956"/>
              <a:gd name="connsiteY148" fmla="*/ 1541007 h 3717758"/>
              <a:gd name="connsiteX149" fmla="*/ 7471177 w 7869956"/>
              <a:gd name="connsiteY149" fmla="*/ 1535607 h 3717758"/>
              <a:gd name="connsiteX150" fmla="*/ 7458051 w 7869956"/>
              <a:gd name="connsiteY150" fmla="*/ 1534557 h 3717758"/>
              <a:gd name="connsiteX151" fmla="*/ 7464445 w 7869956"/>
              <a:gd name="connsiteY151" fmla="*/ 1541007 h 3717758"/>
              <a:gd name="connsiteX152" fmla="*/ 5005287 w 7869956"/>
              <a:gd name="connsiteY152" fmla="*/ 127393 h 3717758"/>
              <a:gd name="connsiteX153" fmla="*/ 5002226 w 7869956"/>
              <a:gd name="connsiteY153" fmla="*/ 121890 h 3717758"/>
              <a:gd name="connsiteX154" fmla="*/ 5002351 w 7869956"/>
              <a:gd name="connsiteY154" fmla="*/ 116696 h 3717758"/>
              <a:gd name="connsiteX155" fmla="*/ 5004423 w 7869956"/>
              <a:gd name="connsiteY155" fmla="*/ 103679 h 3717758"/>
              <a:gd name="connsiteX156" fmla="*/ 5016125 w 7869956"/>
              <a:gd name="connsiteY156" fmla="*/ 96690 h 3717758"/>
              <a:gd name="connsiteX157" fmla="*/ 5012213 w 7869956"/>
              <a:gd name="connsiteY157" fmla="*/ 117390 h 3717758"/>
              <a:gd name="connsiteX158" fmla="*/ 5035635 w 7869956"/>
              <a:gd name="connsiteY158" fmla="*/ 103447 h 3717758"/>
              <a:gd name="connsiteX159" fmla="*/ 5037026 w 7869956"/>
              <a:gd name="connsiteY159" fmla="*/ 111486 h 3717758"/>
              <a:gd name="connsiteX160" fmla="*/ 5005287 w 7869956"/>
              <a:gd name="connsiteY160" fmla="*/ 127393 h 3717758"/>
              <a:gd name="connsiteX161" fmla="*/ 5914137 w 7869956"/>
              <a:gd name="connsiteY161" fmla="*/ 659172 h 3717758"/>
              <a:gd name="connsiteX162" fmla="*/ 5912766 w 7869956"/>
              <a:gd name="connsiteY162" fmla="*/ 653402 h 3717758"/>
              <a:gd name="connsiteX163" fmla="*/ 5929322 w 7869956"/>
              <a:gd name="connsiteY163" fmla="*/ 649445 h 3717758"/>
              <a:gd name="connsiteX164" fmla="*/ 5914137 w 7869956"/>
              <a:gd name="connsiteY164" fmla="*/ 659172 h 3717758"/>
              <a:gd name="connsiteX165" fmla="*/ 6051022 w 7869956"/>
              <a:gd name="connsiteY165" fmla="*/ 740047 h 3717758"/>
              <a:gd name="connsiteX166" fmla="*/ 6064763 w 7869956"/>
              <a:gd name="connsiteY166" fmla="*/ 733513 h 3717758"/>
              <a:gd name="connsiteX167" fmla="*/ 6059323 w 7869956"/>
              <a:gd name="connsiteY167" fmla="*/ 696332 h 3717758"/>
              <a:gd name="connsiteX168" fmla="*/ 6050881 w 7869956"/>
              <a:gd name="connsiteY168" fmla="*/ 703537 h 3717758"/>
              <a:gd name="connsiteX169" fmla="*/ 6046676 w 7869956"/>
              <a:gd name="connsiteY169" fmla="*/ 734764 h 3717758"/>
              <a:gd name="connsiteX170" fmla="*/ 6051022 w 7869956"/>
              <a:gd name="connsiteY170" fmla="*/ 740047 h 3717758"/>
              <a:gd name="connsiteX171" fmla="*/ 5521730 w 7869956"/>
              <a:gd name="connsiteY171" fmla="*/ 435364 h 3717758"/>
              <a:gd name="connsiteX172" fmla="*/ 5533743 w 7869956"/>
              <a:gd name="connsiteY172" fmla="*/ 417926 h 3717758"/>
              <a:gd name="connsiteX173" fmla="*/ 5528904 w 7869956"/>
              <a:gd name="connsiteY173" fmla="*/ 414912 h 3717758"/>
              <a:gd name="connsiteX174" fmla="*/ 5526106 w 7869956"/>
              <a:gd name="connsiteY174" fmla="*/ 398957 h 3717758"/>
              <a:gd name="connsiteX175" fmla="*/ 5515639 w 7869956"/>
              <a:gd name="connsiteY175" fmla="*/ 419177 h 3717758"/>
              <a:gd name="connsiteX176" fmla="*/ 5521730 w 7869956"/>
              <a:gd name="connsiteY176" fmla="*/ 435364 h 3717758"/>
              <a:gd name="connsiteX177" fmla="*/ 5531394 w 7869956"/>
              <a:gd name="connsiteY177" fmla="*/ 441393 h 3717758"/>
              <a:gd name="connsiteX178" fmla="*/ 5543081 w 7869956"/>
              <a:gd name="connsiteY178" fmla="*/ 434421 h 3717758"/>
              <a:gd name="connsiteX179" fmla="*/ 5531394 w 7869956"/>
              <a:gd name="connsiteY179" fmla="*/ 441393 h 3717758"/>
              <a:gd name="connsiteX180" fmla="*/ 5918840 w 7869956"/>
              <a:gd name="connsiteY180" fmla="*/ 669665 h 3717758"/>
              <a:gd name="connsiteX181" fmla="*/ 5946945 w 7869956"/>
              <a:gd name="connsiteY181" fmla="*/ 663945 h 3717758"/>
              <a:gd name="connsiteX182" fmla="*/ 5918840 w 7869956"/>
              <a:gd name="connsiteY182" fmla="*/ 669665 h 3717758"/>
              <a:gd name="connsiteX183" fmla="*/ 7413743 w 7869956"/>
              <a:gd name="connsiteY183" fmla="*/ 1533768 h 3717758"/>
              <a:gd name="connsiteX184" fmla="*/ 7438557 w 7869956"/>
              <a:gd name="connsiteY184" fmla="*/ 1527786 h 3717758"/>
              <a:gd name="connsiteX185" fmla="*/ 7413743 w 7869956"/>
              <a:gd name="connsiteY185" fmla="*/ 1533768 h 3717758"/>
              <a:gd name="connsiteX186" fmla="*/ 7195530 w 7869956"/>
              <a:gd name="connsiteY186" fmla="*/ 1414405 h 3717758"/>
              <a:gd name="connsiteX187" fmla="*/ 7186038 w 7869956"/>
              <a:gd name="connsiteY187" fmla="*/ 1403150 h 3717758"/>
              <a:gd name="connsiteX188" fmla="*/ 7202580 w 7869956"/>
              <a:gd name="connsiteY188" fmla="*/ 1399209 h 3717758"/>
              <a:gd name="connsiteX189" fmla="*/ 7195530 w 7869956"/>
              <a:gd name="connsiteY189" fmla="*/ 1414405 h 3717758"/>
              <a:gd name="connsiteX190" fmla="*/ 7384006 w 7869956"/>
              <a:gd name="connsiteY190" fmla="*/ 1524825 h 3717758"/>
              <a:gd name="connsiteX191" fmla="*/ 7392657 w 7869956"/>
              <a:gd name="connsiteY191" fmla="*/ 1524260 h 3717758"/>
              <a:gd name="connsiteX192" fmla="*/ 7381248 w 7869956"/>
              <a:gd name="connsiteY192" fmla="*/ 1520766 h 3717758"/>
              <a:gd name="connsiteX193" fmla="*/ 7384006 w 7869956"/>
              <a:gd name="connsiteY193" fmla="*/ 1524825 h 3717758"/>
              <a:gd name="connsiteX194" fmla="*/ 5942385 w 7869956"/>
              <a:gd name="connsiteY194" fmla="*/ 705623 h 3717758"/>
              <a:gd name="connsiteX195" fmla="*/ 5983631 w 7869956"/>
              <a:gd name="connsiteY195" fmla="*/ 645811 h 3717758"/>
              <a:gd name="connsiteX196" fmla="*/ 5991284 w 7869956"/>
              <a:gd name="connsiteY196" fmla="*/ 664748 h 3717758"/>
              <a:gd name="connsiteX197" fmla="*/ 6015029 w 7869956"/>
              <a:gd name="connsiteY197" fmla="*/ 640337 h 3717758"/>
              <a:gd name="connsiteX198" fmla="*/ 5978760 w 7869956"/>
              <a:gd name="connsiteY198" fmla="*/ 697987 h 3717758"/>
              <a:gd name="connsiteX199" fmla="*/ 5965821 w 7869956"/>
              <a:gd name="connsiteY199" fmla="*/ 691741 h 3717758"/>
              <a:gd name="connsiteX200" fmla="*/ 5974571 w 7869956"/>
              <a:gd name="connsiteY200" fmla="*/ 674024 h 3717758"/>
              <a:gd name="connsiteX201" fmla="*/ 5965821 w 7869956"/>
              <a:gd name="connsiteY201" fmla="*/ 691741 h 3717758"/>
              <a:gd name="connsiteX202" fmla="*/ 5942385 w 7869956"/>
              <a:gd name="connsiteY202" fmla="*/ 705623 h 3717758"/>
              <a:gd name="connsiteX203" fmla="*/ 4952768 w 7869956"/>
              <a:gd name="connsiteY203" fmla="*/ 147593 h 3717758"/>
              <a:gd name="connsiteX204" fmla="*/ 4948984 w 7869956"/>
              <a:gd name="connsiteY204" fmla="*/ 144045 h 3717758"/>
              <a:gd name="connsiteX205" fmla="*/ 4947747 w 7869956"/>
              <a:gd name="connsiteY205" fmla="*/ 130780 h 3717758"/>
              <a:gd name="connsiteX206" fmla="*/ 4957563 w 7869956"/>
              <a:gd name="connsiteY206" fmla="*/ 131569 h 3717758"/>
              <a:gd name="connsiteX207" fmla="*/ 4952768 w 7869956"/>
              <a:gd name="connsiteY207" fmla="*/ 147593 h 3717758"/>
              <a:gd name="connsiteX208" fmla="*/ 7160732 w 7869956"/>
              <a:gd name="connsiteY208" fmla="*/ 1424809 h 3717758"/>
              <a:gd name="connsiteX209" fmla="*/ 7156202 w 7869956"/>
              <a:gd name="connsiteY209" fmla="*/ 1411359 h 3717758"/>
              <a:gd name="connsiteX210" fmla="*/ 7166529 w 7869956"/>
              <a:gd name="connsiteY210" fmla="*/ 1396363 h 3717758"/>
              <a:gd name="connsiteX211" fmla="*/ 7176191 w 7869956"/>
              <a:gd name="connsiteY211" fmla="*/ 1402331 h 3717758"/>
              <a:gd name="connsiteX212" fmla="*/ 7174166 w 7869956"/>
              <a:gd name="connsiteY212" fmla="*/ 1415379 h 3717758"/>
              <a:gd name="connsiteX213" fmla="*/ 7160732 w 7869956"/>
              <a:gd name="connsiteY213" fmla="*/ 1424809 h 3717758"/>
              <a:gd name="connsiteX214" fmla="*/ 7175249 w 7869956"/>
              <a:gd name="connsiteY214" fmla="*/ 1433838 h 3717758"/>
              <a:gd name="connsiteX215" fmla="*/ 7184014 w 7869956"/>
              <a:gd name="connsiteY215" fmla="*/ 1416120 h 3717758"/>
              <a:gd name="connsiteX216" fmla="*/ 7175249 w 7869956"/>
              <a:gd name="connsiteY216" fmla="*/ 1433838 h 3717758"/>
              <a:gd name="connsiteX217" fmla="*/ 5885261 w 7869956"/>
              <a:gd name="connsiteY217" fmla="*/ 693317 h 3717758"/>
              <a:gd name="connsiteX218" fmla="*/ 5920246 w 7869956"/>
              <a:gd name="connsiteY218" fmla="*/ 677658 h 3717758"/>
              <a:gd name="connsiteX219" fmla="*/ 5885261 w 7869956"/>
              <a:gd name="connsiteY219" fmla="*/ 693317 h 3717758"/>
              <a:gd name="connsiteX220" fmla="*/ 5749325 w 7869956"/>
              <a:gd name="connsiteY220" fmla="*/ 625002 h 3717758"/>
              <a:gd name="connsiteX221" fmla="*/ 5780863 w 7869956"/>
              <a:gd name="connsiteY221" fmla="*/ 614318 h 3717758"/>
              <a:gd name="connsiteX222" fmla="*/ 5749325 w 7869956"/>
              <a:gd name="connsiteY222" fmla="*/ 625002 h 3717758"/>
              <a:gd name="connsiteX223" fmla="*/ 4875581 w 7869956"/>
              <a:gd name="connsiteY223" fmla="*/ 125197 h 3717758"/>
              <a:gd name="connsiteX224" fmla="*/ 4874499 w 7869956"/>
              <a:gd name="connsiteY224" fmla="*/ 106710 h 3717758"/>
              <a:gd name="connsiteX225" fmla="*/ 4877962 w 7869956"/>
              <a:gd name="connsiteY225" fmla="*/ 101716 h 3717758"/>
              <a:gd name="connsiteX226" fmla="*/ 4882801 w 7869956"/>
              <a:gd name="connsiteY226" fmla="*/ 104729 h 3717758"/>
              <a:gd name="connsiteX227" fmla="*/ 4875581 w 7869956"/>
              <a:gd name="connsiteY227" fmla="*/ 125197 h 3717758"/>
              <a:gd name="connsiteX228" fmla="*/ 4896499 w 7869956"/>
              <a:gd name="connsiteY228" fmla="*/ 139946 h 3717758"/>
              <a:gd name="connsiteX229" fmla="*/ 4916195 w 7869956"/>
              <a:gd name="connsiteY229" fmla="*/ 141477 h 3717758"/>
              <a:gd name="connsiteX230" fmla="*/ 4896499 w 7869956"/>
              <a:gd name="connsiteY230" fmla="*/ 139946 h 3717758"/>
              <a:gd name="connsiteX231" fmla="*/ 5891889 w 7869956"/>
              <a:gd name="connsiteY231" fmla="*/ 715685 h 3717758"/>
              <a:gd name="connsiteX232" fmla="*/ 5888198 w 7869956"/>
              <a:gd name="connsiteY232" fmla="*/ 704093 h 3717758"/>
              <a:gd name="connsiteX233" fmla="*/ 5921328 w 7869956"/>
              <a:gd name="connsiteY233" fmla="*/ 696132 h 3717758"/>
              <a:gd name="connsiteX234" fmla="*/ 5922579 w 7869956"/>
              <a:gd name="connsiteY234" fmla="*/ 709395 h 3717758"/>
              <a:gd name="connsiteX235" fmla="*/ 5891889 w 7869956"/>
              <a:gd name="connsiteY235" fmla="*/ 715685 h 3717758"/>
              <a:gd name="connsiteX236" fmla="*/ 4930060 w 7869956"/>
              <a:gd name="connsiteY236" fmla="*/ 171453 h 3717758"/>
              <a:gd name="connsiteX237" fmla="*/ 4913982 w 7869956"/>
              <a:gd name="connsiteY237" fmla="*/ 159704 h 3717758"/>
              <a:gd name="connsiteX238" fmla="*/ 4934126 w 7869956"/>
              <a:gd name="connsiteY238" fmla="*/ 145481 h 3717758"/>
              <a:gd name="connsiteX239" fmla="*/ 4930060 w 7869956"/>
              <a:gd name="connsiteY239" fmla="*/ 171453 h 3717758"/>
              <a:gd name="connsiteX240" fmla="*/ 7059406 w 7869956"/>
              <a:gd name="connsiteY240" fmla="*/ 1404191 h 3717758"/>
              <a:gd name="connsiteX241" fmla="*/ 7058035 w 7869956"/>
              <a:gd name="connsiteY241" fmla="*/ 1398420 h 3717758"/>
              <a:gd name="connsiteX242" fmla="*/ 7074592 w 7869956"/>
              <a:gd name="connsiteY242" fmla="*/ 1394463 h 3717758"/>
              <a:gd name="connsiteX243" fmla="*/ 7059406 w 7869956"/>
              <a:gd name="connsiteY243" fmla="*/ 1404191 h 3717758"/>
              <a:gd name="connsiteX244" fmla="*/ 5848731 w 7869956"/>
              <a:gd name="connsiteY244" fmla="*/ 706258 h 3717758"/>
              <a:gd name="connsiteX245" fmla="*/ 5872013 w 7869956"/>
              <a:gd name="connsiteY245" fmla="*/ 697555 h 3717758"/>
              <a:gd name="connsiteX246" fmla="*/ 5848731 w 7869956"/>
              <a:gd name="connsiteY246" fmla="*/ 706258 h 3717758"/>
              <a:gd name="connsiteX247" fmla="*/ 7196290 w 7869956"/>
              <a:gd name="connsiteY247" fmla="*/ 1485065 h 3717758"/>
              <a:gd name="connsiteX248" fmla="*/ 7210032 w 7869956"/>
              <a:gd name="connsiteY248" fmla="*/ 1478530 h 3717758"/>
              <a:gd name="connsiteX249" fmla="*/ 7204592 w 7869956"/>
              <a:gd name="connsiteY249" fmla="*/ 1441350 h 3717758"/>
              <a:gd name="connsiteX250" fmla="*/ 7196150 w 7869956"/>
              <a:gd name="connsiteY250" fmla="*/ 1448555 h 3717758"/>
              <a:gd name="connsiteX251" fmla="*/ 7191945 w 7869956"/>
              <a:gd name="connsiteY251" fmla="*/ 1479782 h 3717758"/>
              <a:gd name="connsiteX252" fmla="*/ 7196290 w 7869956"/>
              <a:gd name="connsiteY252" fmla="*/ 1485065 h 3717758"/>
              <a:gd name="connsiteX253" fmla="*/ 4871700 w 7869956"/>
              <a:gd name="connsiteY253" fmla="*/ 145915 h 3717758"/>
              <a:gd name="connsiteX254" fmla="*/ 4889958 w 7869956"/>
              <a:gd name="connsiteY254" fmla="*/ 139392 h 3717758"/>
              <a:gd name="connsiteX255" fmla="*/ 4871700 w 7869956"/>
              <a:gd name="connsiteY255" fmla="*/ 145915 h 3717758"/>
              <a:gd name="connsiteX256" fmla="*/ 7064109 w 7869956"/>
              <a:gd name="connsiteY256" fmla="*/ 1414682 h 3717758"/>
              <a:gd name="connsiteX257" fmla="*/ 7092214 w 7869956"/>
              <a:gd name="connsiteY257" fmla="*/ 1408963 h 3717758"/>
              <a:gd name="connsiteX258" fmla="*/ 7064109 w 7869956"/>
              <a:gd name="connsiteY258" fmla="*/ 1414682 h 3717758"/>
              <a:gd name="connsiteX259" fmla="*/ 7087654 w 7869956"/>
              <a:gd name="connsiteY259" fmla="*/ 1450642 h 3717758"/>
              <a:gd name="connsiteX260" fmla="*/ 7128900 w 7869956"/>
              <a:gd name="connsiteY260" fmla="*/ 1390829 h 3717758"/>
              <a:gd name="connsiteX261" fmla="*/ 7136553 w 7869956"/>
              <a:gd name="connsiteY261" fmla="*/ 1409767 h 3717758"/>
              <a:gd name="connsiteX262" fmla="*/ 7160299 w 7869956"/>
              <a:gd name="connsiteY262" fmla="*/ 1385356 h 3717758"/>
              <a:gd name="connsiteX263" fmla="*/ 7124029 w 7869956"/>
              <a:gd name="connsiteY263" fmla="*/ 1443005 h 3717758"/>
              <a:gd name="connsiteX264" fmla="*/ 7111091 w 7869956"/>
              <a:gd name="connsiteY264" fmla="*/ 1436760 h 3717758"/>
              <a:gd name="connsiteX265" fmla="*/ 7119840 w 7869956"/>
              <a:gd name="connsiteY265" fmla="*/ 1419042 h 3717758"/>
              <a:gd name="connsiteX266" fmla="*/ 7111091 w 7869956"/>
              <a:gd name="connsiteY266" fmla="*/ 1436760 h 3717758"/>
              <a:gd name="connsiteX267" fmla="*/ 7087654 w 7869956"/>
              <a:gd name="connsiteY267" fmla="*/ 1450642 h 3717758"/>
              <a:gd name="connsiteX268" fmla="*/ 5844825 w 7869956"/>
              <a:gd name="connsiteY268" fmla="*/ 737960 h 3717758"/>
              <a:gd name="connsiteX269" fmla="*/ 5836688 w 7869956"/>
              <a:gd name="connsiteY269" fmla="*/ 723696 h 3717758"/>
              <a:gd name="connsiteX270" fmla="*/ 5856522 w 7869956"/>
              <a:gd name="connsiteY270" fmla="*/ 720002 h 3717758"/>
              <a:gd name="connsiteX271" fmla="*/ 5849319 w 7869956"/>
              <a:gd name="connsiteY271" fmla="*/ 740501 h 3717758"/>
              <a:gd name="connsiteX272" fmla="*/ 5844825 w 7869956"/>
              <a:gd name="connsiteY272" fmla="*/ 737960 h 3717758"/>
              <a:gd name="connsiteX273" fmla="*/ 4793167 w 7869956"/>
              <a:gd name="connsiteY273" fmla="*/ 134613 h 3717758"/>
              <a:gd name="connsiteX274" fmla="*/ 4803477 w 7869956"/>
              <a:gd name="connsiteY274" fmla="*/ 119601 h 3717758"/>
              <a:gd name="connsiteX275" fmla="*/ 4793167 w 7869956"/>
              <a:gd name="connsiteY275" fmla="*/ 134613 h 3717758"/>
              <a:gd name="connsiteX276" fmla="*/ 4822185 w 7869956"/>
              <a:gd name="connsiteY276" fmla="*/ 152577 h 3717758"/>
              <a:gd name="connsiteX277" fmla="*/ 4877005 w 7869956"/>
              <a:gd name="connsiteY277" fmla="*/ 133206 h 3717758"/>
              <a:gd name="connsiteX278" fmla="*/ 4864977 w 7869956"/>
              <a:gd name="connsiteY278" fmla="*/ 150645 h 3717758"/>
              <a:gd name="connsiteX279" fmla="*/ 4822185 w 7869956"/>
              <a:gd name="connsiteY279" fmla="*/ 152577 h 3717758"/>
              <a:gd name="connsiteX280" fmla="*/ 5913446 w 7869956"/>
              <a:gd name="connsiteY280" fmla="*/ 792754 h 3717758"/>
              <a:gd name="connsiteX281" fmla="*/ 5933620 w 7869956"/>
              <a:gd name="connsiteY281" fmla="*/ 778532 h 3717758"/>
              <a:gd name="connsiteX282" fmla="*/ 5913446 w 7869956"/>
              <a:gd name="connsiteY282" fmla="*/ 792754 h 3717758"/>
              <a:gd name="connsiteX283" fmla="*/ 7030530 w 7869956"/>
              <a:gd name="connsiteY283" fmla="*/ 1438335 h 3717758"/>
              <a:gd name="connsiteX284" fmla="*/ 7065515 w 7869956"/>
              <a:gd name="connsiteY284" fmla="*/ 1422676 h 3717758"/>
              <a:gd name="connsiteX285" fmla="*/ 7030530 w 7869956"/>
              <a:gd name="connsiteY285" fmla="*/ 1438335 h 3717758"/>
              <a:gd name="connsiteX286" fmla="*/ 6894595 w 7869956"/>
              <a:gd name="connsiteY286" fmla="*/ 1370020 h 3717758"/>
              <a:gd name="connsiteX287" fmla="*/ 6926132 w 7869956"/>
              <a:gd name="connsiteY287" fmla="*/ 1359337 h 3717758"/>
              <a:gd name="connsiteX288" fmla="*/ 6894595 w 7869956"/>
              <a:gd name="connsiteY288" fmla="*/ 1370020 h 3717758"/>
              <a:gd name="connsiteX289" fmla="*/ 5796678 w 7869956"/>
              <a:gd name="connsiteY289" fmla="*/ 741628 h 3717758"/>
              <a:gd name="connsiteX290" fmla="*/ 5793617 w 7869956"/>
              <a:gd name="connsiteY290" fmla="*/ 736125 h 3717758"/>
              <a:gd name="connsiteX291" fmla="*/ 5793742 w 7869956"/>
              <a:gd name="connsiteY291" fmla="*/ 730931 h 3717758"/>
              <a:gd name="connsiteX292" fmla="*/ 5795813 w 7869956"/>
              <a:gd name="connsiteY292" fmla="*/ 717914 h 3717758"/>
              <a:gd name="connsiteX293" fmla="*/ 5807515 w 7869956"/>
              <a:gd name="connsiteY293" fmla="*/ 710926 h 3717758"/>
              <a:gd name="connsiteX294" fmla="*/ 5803604 w 7869956"/>
              <a:gd name="connsiteY294" fmla="*/ 731626 h 3717758"/>
              <a:gd name="connsiteX295" fmla="*/ 5827026 w 7869956"/>
              <a:gd name="connsiteY295" fmla="*/ 717682 h 3717758"/>
              <a:gd name="connsiteX296" fmla="*/ 5828417 w 7869956"/>
              <a:gd name="connsiteY296" fmla="*/ 725721 h 3717758"/>
              <a:gd name="connsiteX297" fmla="*/ 5796678 w 7869956"/>
              <a:gd name="connsiteY297" fmla="*/ 741628 h 3717758"/>
              <a:gd name="connsiteX298" fmla="*/ 7037158 w 7869956"/>
              <a:gd name="connsiteY298" fmla="*/ 1460703 h 3717758"/>
              <a:gd name="connsiteX299" fmla="*/ 7033468 w 7869956"/>
              <a:gd name="connsiteY299" fmla="*/ 1449111 h 3717758"/>
              <a:gd name="connsiteX300" fmla="*/ 7066598 w 7869956"/>
              <a:gd name="connsiteY300" fmla="*/ 1441150 h 3717758"/>
              <a:gd name="connsiteX301" fmla="*/ 7067849 w 7869956"/>
              <a:gd name="connsiteY301" fmla="*/ 1454413 h 3717758"/>
              <a:gd name="connsiteX302" fmla="*/ 7037158 w 7869956"/>
              <a:gd name="connsiteY302" fmla="*/ 1460703 h 3717758"/>
              <a:gd name="connsiteX303" fmla="*/ 6313120 w 7869956"/>
              <a:gd name="connsiteY303" fmla="*/ 1049599 h 3717758"/>
              <a:gd name="connsiteX304" fmla="*/ 6325133 w 7869956"/>
              <a:gd name="connsiteY304" fmla="*/ 1032161 h 3717758"/>
              <a:gd name="connsiteX305" fmla="*/ 6320295 w 7869956"/>
              <a:gd name="connsiteY305" fmla="*/ 1029147 h 3717758"/>
              <a:gd name="connsiteX306" fmla="*/ 6317497 w 7869956"/>
              <a:gd name="connsiteY306" fmla="*/ 1013192 h 3717758"/>
              <a:gd name="connsiteX307" fmla="*/ 6307030 w 7869956"/>
              <a:gd name="connsiteY307" fmla="*/ 1033412 h 3717758"/>
              <a:gd name="connsiteX308" fmla="*/ 6313120 w 7869956"/>
              <a:gd name="connsiteY308" fmla="*/ 1049599 h 3717758"/>
              <a:gd name="connsiteX309" fmla="*/ 6322785 w 7869956"/>
              <a:gd name="connsiteY309" fmla="*/ 1055628 h 3717758"/>
              <a:gd name="connsiteX310" fmla="*/ 6334472 w 7869956"/>
              <a:gd name="connsiteY310" fmla="*/ 1048656 h 3717758"/>
              <a:gd name="connsiteX311" fmla="*/ 6322785 w 7869956"/>
              <a:gd name="connsiteY311" fmla="*/ 1055628 h 3717758"/>
              <a:gd name="connsiteX312" fmla="*/ 6994000 w 7869956"/>
              <a:gd name="connsiteY312" fmla="*/ 1451276 h 3717758"/>
              <a:gd name="connsiteX313" fmla="*/ 7017283 w 7869956"/>
              <a:gd name="connsiteY313" fmla="*/ 1442573 h 3717758"/>
              <a:gd name="connsiteX314" fmla="*/ 6994000 w 7869956"/>
              <a:gd name="connsiteY314" fmla="*/ 1451276 h 3717758"/>
              <a:gd name="connsiteX315" fmla="*/ 4767565 w 7869956"/>
              <a:gd name="connsiteY315" fmla="*/ 166755 h 3717758"/>
              <a:gd name="connsiteX316" fmla="*/ 4769452 w 7869956"/>
              <a:gd name="connsiteY316" fmla="*/ 159010 h 3717758"/>
              <a:gd name="connsiteX317" fmla="*/ 4779439 w 7869956"/>
              <a:gd name="connsiteY317" fmla="*/ 154527 h 3717758"/>
              <a:gd name="connsiteX318" fmla="*/ 4767565 w 7869956"/>
              <a:gd name="connsiteY318" fmla="*/ 166755 h 3717758"/>
              <a:gd name="connsiteX319" fmla="*/ 6865496 w 7869956"/>
              <a:gd name="connsiteY319" fmla="*/ 1378863 h 3717758"/>
              <a:gd name="connsiteX320" fmla="*/ 6864944 w 7869956"/>
              <a:gd name="connsiteY320" fmla="*/ 1372974 h 3717758"/>
              <a:gd name="connsiteX321" fmla="*/ 6870076 w 7869956"/>
              <a:gd name="connsiteY321" fmla="*/ 1365522 h 3717758"/>
              <a:gd name="connsiteX322" fmla="*/ 6878053 w 7869956"/>
              <a:gd name="connsiteY322" fmla="*/ 1374010 h 3717758"/>
              <a:gd name="connsiteX323" fmla="*/ 6865496 w 7869956"/>
              <a:gd name="connsiteY323" fmla="*/ 1378863 h 3717758"/>
              <a:gd name="connsiteX324" fmla="*/ 4835280 w 7869956"/>
              <a:gd name="connsiteY324" fmla="*/ 208742 h 3717758"/>
              <a:gd name="connsiteX325" fmla="*/ 4842158 w 7869956"/>
              <a:gd name="connsiteY325" fmla="*/ 198755 h 3717758"/>
              <a:gd name="connsiteX326" fmla="*/ 4830610 w 7869956"/>
              <a:gd name="connsiteY326" fmla="*/ 200532 h 3717758"/>
              <a:gd name="connsiteX327" fmla="*/ 4835280 w 7869956"/>
              <a:gd name="connsiteY327" fmla="*/ 208742 h 3717758"/>
              <a:gd name="connsiteX328" fmla="*/ 4805799 w 7869956"/>
              <a:gd name="connsiteY328" fmla="*/ 206422 h 3717758"/>
              <a:gd name="connsiteX329" fmla="*/ 4830285 w 7869956"/>
              <a:gd name="connsiteY329" fmla="*/ 210969 h 3717758"/>
              <a:gd name="connsiteX330" fmla="*/ 4805799 w 7869956"/>
              <a:gd name="connsiteY330" fmla="*/ 206422 h 3717758"/>
              <a:gd name="connsiteX331" fmla="*/ 5570081 w 7869956"/>
              <a:gd name="connsiteY331" fmla="*/ 655751 h 3717758"/>
              <a:gd name="connsiteX332" fmla="*/ 5575778 w 7869956"/>
              <a:gd name="connsiteY332" fmla="*/ 657595 h 3717758"/>
              <a:gd name="connsiteX333" fmla="*/ 5576380 w 7869956"/>
              <a:gd name="connsiteY333" fmla="*/ 636632 h 3717758"/>
              <a:gd name="connsiteX334" fmla="*/ 5564523 w 7869956"/>
              <a:gd name="connsiteY334" fmla="*/ 648876 h 3717758"/>
              <a:gd name="connsiteX335" fmla="*/ 5570081 w 7869956"/>
              <a:gd name="connsiteY335" fmla="*/ 655751 h 3717758"/>
              <a:gd name="connsiteX336" fmla="*/ 5744159 w 7869956"/>
              <a:gd name="connsiteY336" fmla="*/ 761828 h 3717758"/>
              <a:gd name="connsiteX337" fmla="*/ 5740374 w 7869956"/>
              <a:gd name="connsiteY337" fmla="*/ 758280 h 3717758"/>
              <a:gd name="connsiteX338" fmla="*/ 5739138 w 7869956"/>
              <a:gd name="connsiteY338" fmla="*/ 745015 h 3717758"/>
              <a:gd name="connsiteX339" fmla="*/ 5748954 w 7869956"/>
              <a:gd name="connsiteY339" fmla="*/ 745804 h 3717758"/>
              <a:gd name="connsiteX340" fmla="*/ 5744159 w 7869956"/>
              <a:gd name="connsiteY340" fmla="*/ 761828 h 3717758"/>
              <a:gd name="connsiteX341" fmla="*/ 6990094 w 7869956"/>
              <a:gd name="connsiteY341" fmla="*/ 1482978 h 3717758"/>
              <a:gd name="connsiteX342" fmla="*/ 6981957 w 7869956"/>
              <a:gd name="connsiteY342" fmla="*/ 1468714 h 3717758"/>
              <a:gd name="connsiteX343" fmla="*/ 7001791 w 7869956"/>
              <a:gd name="connsiteY343" fmla="*/ 1465020 h 3717758"/>
              <a:gd name="connsiteX344" fmla="*/ 6994588 w 7869956"/>
              <a:gd name="connsiteY344" fmla="*/ 1485519 h 3717758"/>
              <a:gd name="connsiteX345" fmla="*/ 6990094 w 7869956"/>
              <a:gd name="connsiteY345" fmla="*/ 1482978 h 3717758"/>
              <a:gd name="connsiteX346" fmla="*/ 4785793 w 7869956"/>
              <a:gd name="connsiteY346" fmla="*/ 215374 h 3717758"/>
              <a:gd name="connsiteX347" fmla="*/ 4803882 w 7869956"/>
              <a:gd name="connsiteY347" fmla="*/ 214215 h 3717758"/>
              <a:gd name="connsiteX348" fmla="*/ 4785793 w 7869956"/>
              <a:gd name="connsiteY348" fmla="*/ 215374 h 3717758"/>
              <a:gd name="connsiteX349" fmla="*/ 7058715 w 7869956"/>
              <a:gd name="connsiteY349" fmla="*/ 1537773 h 3717758"/>
              <a:gd name="connsiteX350" fmla="*/ 7078889 w 7869956"/>
              <a:gd name="connsiteY350" fmla="*/ 1523550 h 3717758"/>
              <a:gd name="connsiteX351" fmla="*/ 7058715 w 7869956"/>
              <a:gd name="connsiteY351" fmla="*/ 1537773 h 3717758"/>
              <a:gd name="connsiteX352" fmla="*/ 5666972 w 7869956"/>
              <a:gd name="connsiteY352" fmla="*/ 739433 h 3717758"/>
              <a:gd name="connsiteX353" fmla="*/ 5665889 w 7869956"/>
              <a:gd name="connsiteY353" fmla="*/ 720945 h 3717758"/>
              <a:gd name="connsiteX354" fmla="*/ 5669353 w 7869956"/>
              <a:gd name="connsiteY354" fmla="*/ 715951 h 3717758"/>
              <a:gd name="connsiteX355" fmla="*/ 5674191 w 7869956"/>
              <a:gd name="connsiteY355" fmla="*/ 718965 h 3717758"/>
              <a:gd name="connsiteX356" fmla="*/ 5666972 w 7869956"/>
              <a:gd name="connsiteY356" fmla="*/ 739433 h 3717758"/>
              <a:gd name="connsiteX357" fmla="*/ 5687890 w 7869956"/>
              <a:gd name="connsiteY357" fmla="*/ 754182 h 3717758"/>
              <a:gd name="connsiteX358" fmla="*/ 5707585 w 7869956"/>
              <a:gd name="connsiteY358" fmla="*/ 755712 h 3717758"/>
              <a:gd name="connsiteX359" fmla="*/ 5687890 w 7869956"/>
              <a:gd name="connsiteY359" fmla="*/ 754182 h 3717758"/>
              <a:gd name="connsiteX360" fmla="*/ 6941947 w 7869956"/>
              <a:gd name="connsiteY360" fmla="*/ 1486646 h 3717758"/>
              <a:gd name="connsiteX361" fmla="*/ 6938887 w 7869956"/>
              <a:gd name="connsiteY361" fmla="*/ 1481143 h 3717758"/>
              <a:gd name="connsiteX362" fmla="*/ 6939011 w 7869956"/>
              <a:gd name="connsiteY362" fmla="*/ 1475949 h 3717758"/>
              <a:gd name="connsiteX363" fmla="*/ 6941083 w 7869956"/>
              <a:gd name="connsiteY363" fmla="*/ 1462933 h 3717758"/>
              <a:gd name="connsiteX364" fmla="*/ 6952784 w 7869956"/>
              <a:gd name="connsiteY364" fmla="*/ 1455944 h 3717758"/>
              <a:gd name="connsiteX365" fmla="*/ 6948873 w 7869956"/>
              <a:gd name="connsiteY365" fmla="*/ 1476644 h 3717758"/>
              <a:gd name="connsiteX366" fmla="*/ 6972295 w 7869956"/>
              <a:gd name="connsiteY366" fmla="*/ 1462700 h 3717758"/>
              <a:gd name="connsiteX367" fmla="*/ 6973686 w 7869956"/>
              <a:gd name="connsiteY367" fmla="*/ 1470739 h 3717758"/>
              <a:gd name="connsiteX368" fmla="*/ 6941947 w 7869956"/>
              <a:gd name="connsiteY368" fmla="*/ 1486646 h 3717758"/>
              <a:gd name="connsiteX369" fmla="*/ 5721451 w 7869956"/>
              <a:gd name="connsiteY369" fmla="*/ 785688 h 3717758"/>
              <a:gd name="connsiteX370" fmla="*/ 5705373 w 7869956"/>
              <a:gd name="connsiteY370" fmla="*/ 773939 h 3717758"/>
              <a:gd name="connsiteX371" fmla="*/ 5725517 w 7869956"/>
              <a:gd name="connsiteY371" fmla="*/ 759717 h 3717758"/>
              <a:gd name="connsiteX372" fmla="*/ 5721451 w 7869956"/>
              <a:gd name="connsiteY372" fmla="*/ 785688 h 3717758"/>
              <a:gd name="connsiteX373" fmla="*/ 7458390 w 7869956"/>
              <a:gd name="connsiteY373" fmla="*/ 1794617 h 3717758"/>
              <a:gd name="connsiteX374" fmla="*/ 7470402 w 7869956"/>
              <a:gd name="connsiteY374" fmla="*/ 1777179 h 3717758"/>
              <a:gd name="connsiteX375" fmla="*/ 7465564 w 7869956"/>
              <a:gd name="connsiteY375" fmla="*/ 1774165 h 3717758"/>
              <a:gd name="connsiteX376" fmla="*/ 7462767 w 7869956"/>
              <a:gd name="connsiteY376" fmla="*/ 1758210 h 3717758"/>
              <a:gd name="connsiteX377" fmla="*/ 7452299 w 7869956"/>
              <a:gd name="connsiteY377" fmla="*/ 1778430 h 3717758"/>
              <a:gd name="connsiteX378" fmla="*/ 7458390 w 7869956"/>
              <a:gd name="connsiteY378" fmla="*/ 1794617 h 3717758"/>
              <a:gd name="connsiteX379" fmla="*/ 7468054 w 7869956"/>
              <a:gd name="connsiteY379" fmla="*/ 1800646 h 3717758"/>
              <a:gd name="connsiteX380" fmla="*/ 7479741 w 7869956"/>
              <a:gd name="connsiteY380" fmla="*/ 1793674 h 3717758"/>
              <a:gd name="connsiteX381" fmla="*/ 7468054 w 7869956"/>
              <a:gd name="connsiteY381" fmla="*/ 1800646 h 3717758"/>
              <a:gd name="connsiteX382" fmla="*/ 5663091 w 7869956"/>
              <a:gd name="connsiteY382" fmla="*/ 760150 h 3717758"/>
              <a:gd name="connsiteX383" fmla="*/ 5681349 w 7869956"/>
              <a:gd name="connsiteY383" fmla="*/ 753627 h 3717758"/>
              <a:gd name="connsiteX384" fmla="*/ 5663091 w 7869956"/>
              <a:gd name="connsiteY384" fmla="*/ 760150 h 3717758"/>
              <a:gd name="connsiteX385" fmla="*/ 5613575 w 7869956"/>
              <a:gd name="connsiteY385" fmla="*/ 766812 h 3717758"/>
              <a:gd name="connsiteX386" fmla="*/ 5668396 w 7869956"/>
              <a:gd name="connsiteY386" fmla="*/ 747441 h 3717758"/>
              <a:gd name="connsiteX387" fmla="*/ 5656367 w 7869956"/>
              <a:gd name="connsiteY387" fmla="*/ 764881 h 3717758"/>
              <a:gd name="connsiteX388" fmla="*/ 5613575 w 7869956"/>
              <a:gd name="connsiteY388" fmla="*/ 766812 h 3717758"/>
              <a:gd name="connsiteX389" fmla="*/ 6889428 w 7869956"/>
              <a:gd name="connsiteY389" fmla="*/ 1506846 h 3717758"/>
              <a:gd name="connsiteX390" fmla="*/ 6885644 w 7869956"/>
              <a:gd name="connsiteY390" fmla="*/ 1503298 h 3717758"/>
              <a:gd name="connsiteX391" fmla="*/ 6884407 w 7869956"/>
              <a:gd name="connsiteY391" fmla="*/ 1490033 h 3717758"/>
              <a:gd name="connsiteX392" fmla="*/ 6894223 w 7869956"/>
              <a:gd name="connsiteY392" fmla="*/ 1490822 h 3717758"/>
              <a:gd name="connsiteX393" fmla="*/ 6889428 w 7869956"/>
              <a:gd name="connsiteY393" fmla="*/ 1506846 h 3717758"/>
              <a:gd name="connsiteX394" fmla="*/ 5421213 w 7869956"/>
              <a:gd name="connsiteY394" fmla="*/ 661336 h 3717758"/>
              <a:gd name="connsiteX395" fmla="*/ 5455270 w 7869956"/>
              <a:gd name="connsiteY395" fmla="*/ 621945 h 3717758"/>
              <a:gd name="connsiteX396" fmla="*/ 5414982 w 7869956"/>
              <a:gd name="connsiteY396" fmla="*/ 650376 h 3717758"/>
              <a:gd name="connsiteX397" fmla="*/ 5421213 w 7869956"/>
              <a:gd name="connsiteY397" fmla="*/ 661336 h 3717758"/>
              <a:gd name="connsiteX398" fmla="*/ 6812242 w 7869956"/>
              <a:gd name="connsiteY398" fmla="*/ 1484451 h 3717758"/>
              <a:gd name="connsiteX399" fmla="*/ 6811159 w 7869956"/>
              <a:gd name="connsiteY399" fmla="*/ 1465963 h 3717758"/>
              <a:gd name="connsiteX400" fmla="*/ 6814623 w 7869956"/>
              <a:gd name="connsiteY400" fmla="*/ 1460969 h 3717758"/>
              <a:gd name="connsiteX401" fmla="*/ 6819461 w 7869956"/>
              <a:gd name="connsiteY401" fmla="*/ 1463983 h 3717758"/>
              <a:gd name="connsiteX402" fmla="*/ 6812242 w 7869956"/>
              <a:gd name="connsiteY402" fmla="*/ 1484451 h 3717758"/>
              <a:gd name="connsiteX403" fmla="*/ 6833160 w 7869956"/>
              <a:gd name="connsiteY403" fmla="*/ 1499200 h 3717758"/>
              <a:gd name="connsiteX404" fmla="*/ 6852855 w 7869956"/>
              <a:gd name="connsiteY404" fmla="*/ 1500731 h 3717758"/>
              <a:gd name="connsiteX405" fmla="*/ 6833160 w 7869956"/>
              <a:gd name="connsiteY405" fmla="*/ 1499200 h 3717758"/>
              <a:gd name="connsiteX406" fmla="*/ 5375019 w 7869956"/>
              <a:gd name="connsiteY406" fmla="*/ 668293 h 3717758"/>
              <a:gd name="connsiteX407" fmla="*/ 5408104 w 7869956"/>
              <a:gd name="connsiteY407" fmla="*/ 660362 h 3717758"/>
              <a:gd name="connsiteX408" fmla="*/ 5405306 w 7869956"/>
              <a:gd name="connsiteY408" fmla="*/ 644377 h 3717758"/>
              <a:gd name="connsiteX409" fmla="*/ 5375019 w 7869956"/>
              <a:gd name="connsiteY409" fmla="*/ 668293 h 3717758"/>
              <a:gd name="connsiteX410" fmla="*/ 6866720 w 7869956"/>
              <a:gd name="connsiteY410" fmla="*/ 1530706 h 3717758"/>
              <a:gd name="connsiteX411" fmla="*/ 6850642 w 7869956"/>
              <a:gd name="connsiteY411" fmla="*/ 1518957 h 3717758"/>
              <a:gd name="connsiteX412" fmla="*/ 6870786 w 7869956"/>
              <a:gd name="connsiteY412" fmla="*/ 1504735 h 3717758"/>
              <a:gd name="connsiteX413" fmla="*/ 6866720 w 7869956"/>
              <a:gd name="connsiteY413" fmla="*/ 1530706 h 3717758"/>
              <a:gd name="connsiteX414" fmla="*/ 6808361 w 7869956"/>
              <a:gd name="connsiteY414" fmla="*/ 1505168 h 3717758"/>
              <a:gd name="connsiteX415" fmla="*/ 6826619 w 7869956"/>
              <a:gd name="connsiteY415" fmla="*/ 1498645 h 3717758"/>
              <a:gd name="connsiteX416" fmla="*/ 6808361 w 7869956"/>
              <a:gd name="connsiteY416" fmla="*/ 1505168 h 3717758"/>
              <a:gd name="connsiteX417" fmla="*/ 5626671 w 7869956"/>
              <a:gd name="connsiteY417" fmla="*/ 822977 h 3717758"/>
              <a:gd name="connsiteX418" fmla="*/ 5633549 w 7869956"/>
              <a:gd name="connsiteY418" fmla="*/ 812990 h 3717758"/>
              <a:gd name="connsiteX419" fmla="*/ 5622001 w 7869956"/>
              <a:gd name="connsiteY419" fmla="*/ 814768 h 3717758"/>
              <a:gd name="connsiteX420" fmla="*/ 5626671 w 7869956"/>
              <a:gd name="connsiteY420" fmla="*/ 822977 h 3717758"/>
              <a:gd name="connsiteX421" fmla="*/ 5597190 w 7869956"/>
              <a:gd name="connsiteY421" fmla="*/ 820658 h 3717758"/>
              <a:gd name="connsiteX422" fmla="*/ 5621676 w 7869956"/>
              <a:gd name="connsiteY422" fmla="*/ 825204 h 3717758"/>
              <a:gd name="connsiteX423" fmla="*/ 5597190 w 7869956"/>
              <a:gd name="connsiteY423" fmla="*/ 820658 h 3717758"/>
              <a:gd name="connsiteX424" fmla="*/ 6361471 w 7869956"/>
              <a:gd name="connsiteY424" fmla="*/ 1269987 h 3717758"/>
              <a:gd name="connsiteX425" fmla="*/ 6367169 w 7869956"/>
              <a:gd name="connsiteY425" fmla="*/ 1271830 h 3717758"/>
              <a:gd name="connsiteX426" fmla="*/ 6367771 w 7869956"/>
              <a:gd name="connsiteY426" fmla="*/ 1250867 h 3717758"/>
              <a:gd name="connsiteX427" fmla="*/ 6355914 w 7869956"/>
              <a:gd name="connsiteY427" fmla="*/ 1263111 h 3717758"/>
              <a:gd name="connsiteX428" fmla="*/ 6361471 w 7869956"/>
              <a:gd name="connsiteY428" fmla="*/ 1269987 h 3717758"/>
              <a:gd name="connsiteX429" fmla="*/ 6729827 w 7869956"/>
              <a:gd name="connsiteY429" fmla="*/ 1493867 h 3717758"/>
              <a:gd name="connsiteX430" fmla="*/ 6740138 w 7869956"/>
              <a:gd name="connsiteY430" fmla="*/ 1478855 h 3717758"/>
              <a:gd name="connsiteX431" fmla="*/ 6729827 w 7869956"/>
              <a:gd name="connsiteY431" fmla="*/ 1493867 h 3717758"/>
              <a:gd name="connsiteX432" fmla="*/ 6758845 w 7869956"/>
              <a:gd name="connsiteY432" fmla="*/ 1511830 h 3717758"/>
              <a:gd name="connsiteX433" fmla="*/ 6813666 w 7869956"/>
              <a:gd name="connsiteY433" fmla="*/ 1492459 h 3717758"/>
              <a:gd name="connsiteX434" fmla="*/ 6801637 w 7869956"/>
              <a:gd name="connsiteY434" fmla="*/ 1509899 h 3717758"/>
              <a:gd name="connsiteX435" fmla="*/ 6758845 w 7869956"/>
              <a:gd name="connsiteY435" fmla="*/ 1511830 h 3717758"/>
              <a:gd name="connsiteX436" fmla="*/ 5577184 w 7869956"/>
              <a:gd name="connsiteY436" fmla="*/ 829609 h 3717758"/>
              <a:gd name="connsiteX437" fmla="*/ 5595273 w 7869956"/>
              <a:gd name="connsiteY437" fmla="*/ 828450 h 3717758"/>
              <a:gd name="connsiteX438" fmla="*/ 5577184 w 7869956"/>
              <a:gd name="connsiteY438" fmla="*/ 829609 h 3717758"/>
              <a:gd name="connsiteX439" fmla="*/ 5325193 w 7869956"/>
              <a:gd name="connsiteY439" fmla="*/ 685437 h 3717758"/>
              <a:gd name="connsiteX440" fmla="*/ 5356885 w 7869956"/>
              <a:gd name="connsiteY440" fmla="*/ 669499 h 3717758"/>
              <a:gd name="connsiteX441" fmla="*/ 5360967 w 7869956"/>
              <a:gd name="connsiteY441" fmla="*/ 643574 h 3717758"/>
              <a:gd name="connsiteX442" fmla="*/ 5322210 w 7869956"/>
              <a:gd name="connsiteY442" fmla="*/ 674678 h 3717758"/>
              <a:gd name="connsiteX443" fmla="*/ 5325193 w 7869956"/>
              <a:gd name="connsiteY443" fmla="*/ 685437 h 3717758"/>
              <a:gd name="connsiteX444" fmla="*/ 4490871 w 7869956"/>
              <a:gd name="connsiteY444" fmla="*/ 242445 h 3717758"/>
              <a:gd name="connsiteX445" fmla="*/ 4509006 w 7869956"/>
              <a:gd name="connsiteY445" fmla="*/ 241207 h 3717758"/>
              <a:gd name="connsiteX446" fmla="*/ 4490871 w 7869956"/>
              <a:gd name="connsiteY446" fmla="*/ 242445 h 3717758"/>
              <a:gd name="connsiteX447" fmla="*/ 6704226 w 7869956"/>
              <a:gd name="connsiteY447" fmla="*/ 1526008 h 3717758"/>
              <a:gd name="connsiteX448" fmla="*/ 6706112 w 7869956"/>
              <a:gd name="connsiteY448" fmla="*/ 1518263 h 3717758"/>
              <a:gd name="connsiteX449" fmla="*/ 6716099 w 7869956"/>
              <a:gd name="connsiteY449" fmla="*/ 1513781 h 3717758"/>
              <a:gd name="connsiteX450" fmla="*/ 6704226 w 7869956"/>
              <a:gd name="connsiteY450" fmla="*/ 1526008 h 3717758"/>
              <a:gd name="connsiteX451" fmla="*/ 6771940 w 7869956"/>
              <a:gd name="connsiteY451" fmla="*/ 1567995 h 3717758"/>
              <a:gd name="connsiteX452" fmla="*/ 6778819 w 7869956"/>
              <a:gd name="connsiteY452" fmla="*/ 1558009 h 3717758"/>
              <a:gd name="connsiteX453" fmla="*/ 6767271 w 7869956"/>
              <a:gd name="connsiteY453" fmla="*/ 1559786 h 3717758"/>
              <a:gd name="connsiteX454" fmla="*/ 6771940 w 7869956"/>
              <a:gd name="connsiteY454" fmla="*/ 1567995 h 3717758"/>
              <a:gd name="connsiteX455" fmla="*/ 6742459 w 7869956"/>
              <a:gd name="connsiteY455" fmla="*/ 1565676 h 3717758"/>
              <a:gd name="connsiteX456" fmla="*/ 6766946 w 7869956"/>
              <a:gd name="connsiteY456" fmla="*/ 1570222 h 3717758"/>
              <a:gd name="connsiteX457" fmla="*/ 6742459 w 7869956"/>
              <a:gd name="connsiteY457" fmla="*/ 1565676 h 3717758"/>
              <a:gd name="connsiteX458" fmla="*/ 7506741 w 7869956"/>
              <a:gd name="connsiteY458" fmla="*/ 2015005 h 3717758"/>
              <a:gd name="connsiteX459" fmla="*/ 7512438 w 7869956"/>
              <a:gd name="connsiteY459" fmla="*/ 2016849 h 3717758"/>
              <a:gd name="connsiteX460" fmla="*/ 7513040 w 7869956"/>
              <a:gd name="connsiteY460" fmla="*/ 1995885 h 3717758"/>
              <a:gd name="connsiteX461" fmla="*/ 7501183 w 7869956"/>
              <a:gd name="connsiteY461" fmla="*/ 2008130 h 3717758"/>
              <a:gd name="connsiteX462" fmla="*/ 7506741 w 7869956"/>
              <a:gd name="connsiteY462" fmla="*/ 2015005 h 3717758"/>
              <a:gd name="connsiteX463" fmla="*/ 6212604 w 7869956"/>
              <a:gd name="connsiteY463" fmla="*/ 1275572 h 3717758"/>
              <a:gd name="connsiteX464" fmla="*/ 6246660 w 7869956"/>
              <a:gd name="connsiteY464" fmla="*/ 1236180 h 3717758"/>
              <a:gd name="connsiteX465" fmla="*/ 6206373 w 7869956"/>
              <a:gd name="connsiteY465" fmla="*/ 1264611 h 3717758"/>
              <a:gd name="connsiteX466" fmla="*/ 6212604 w 7869956"/>
              <a:gd name="connsiteY466" fmla="*/ 1275572 h 3717758"/>
              <a:gd name="connsiteX467" fmla="*/ 4379886 w 7869956"/>
              <a:gd name="connsiteY467" fmla="*/ 218079 h 3717758"/>
              <a:gd name="connsiteX468" fmla="*/ 4375373 w 7869956"/>
              <a:gd name="connsiteY468" fmla="*/ 204537 h 3717758"/>
              <a:gd name="connsiteX469" fmla="*/ 4386935 w 7869956"/>
              <a:gd name="connsiteY469" fmla="*/ 202835 h 3717758"/>
              <a:gd name="connsiteX470" fmla="*/ 4379886 w 7869956"/>
              <a:gd name="connsiteY470" fmla="*/ 218079 h 3717758"/>
              <a:gd name="connsiteX471" fmla="*/ 6722453 w 7869956"/>
              <a:gd name="connsiteY471" fmla="*/ 1574627 h 3717758"/>
              <a:gd name="connsiteX472" fmla="*/ 6740542 w 7869956"/>
              <a:gd name="connsiteY472" fmla="*/ 1573468 h 3717758"/>
              <a:gd name="connsiteX473" fmla="*/ 6722453 w 7869956"/>
              <a:gd name="connsiteY473" fmla="*/ 1574627 h 3717758"/>
              <a:gd name="connsiteX474" fmla="*/ 4337280 w 7869956"/>
              <a:gd name="connsiteY474" fmla="*/ 214771 h 3717758"/>
              <a:gd name="connsiteX475" fmla="*/ 4329627 w 7869956"/>
              <a:gd name="connsiteY475" fmla="*/ 195802 h 3717758"/>
              <a:gd name="connsiteX476" fmla="*/ 4362401 w 7869956"/>
              <a:gd name="connsiteY476" fmla="*/ 198353 h 3717758"/>
              <a:gd name="connsiteX477" fmla="*/ 4336043 w 7869956"/>
              <a:gd name="connsiteY477" fmla="*/ 201538 h 3717758"/>
              <a:gd name="connsiteX478" fmla="*/ 4337280 w 7869956"/>
              <a:gd name="connsiteY478" fmla="*/ 214771 h 3717758"/>
              <a:gd name="connsiteX479" fmla="*/ 5411025 w 7869956"/>
              <a:gd name="connsiteY479" fmla="*/ 840507 h 3717758"/>
              <a:gd name="connsiteX480" fmla="*/ 5430248 w 7869956"/>
              <a:gd name="connsiteY480" fmla="*/ 837180 h 3717758"/>
              <a:gd name="connsiteX481" fmla="*/ 5422960 w 7869956"/>
              <a:gd name="connsiteY481" fmla="*/ 824312 h 3717758"/>
              <a:gd name="connsiteX482" fmla="*/ 5413355 w 7869956"/>
              <a:gd name="connsiteY482" fmla="*/ 830920 h 3717758"/>
              <a:gd name="connsiteX483" fmla="*/ 4388620 w 7869956"/>
              <a:gd name="connsiteY483" fmla="*/ 255524 h 3717758"/>
              <a:gd name="connsiteX484" fmla="*/ 4390954 w 7869956"/>
              <a:gd name="connsiteY484" fmla="*/ 232040 h 3717758"/>
              <a:gd name="connsiteX485" fmla="*/ 4388620 w 7869956"/>
              <a:gd name="connsiteY485" fmla="*/ 255524 h 3717758"/>
              <a:gd name="connsiteX486" fmla="*/ 6166410 w 7869956"/>
              <a:gd name="connsiteY486" fmla="*/ 1282528 h 3717758"/>
              <a:gd name="connsiteX487" fmla="*/ 6199494 w 7869956"/>
              <a:gd name="connsiteY487" fmla="*/ 1274597 h 3717758"/>
              <a:gd name="connsiteX488" fmla="*/ 6196696 w 7869956"/>
              <a:gd name="connsiteY488" fmla="*/ 1258612 h 3717758"/>
              <a:gd name="connsiteX489" fmla="*/ 6166410 w 7869956"/>
              <a:gd name="connsiteY489" fmla="*/ 1282528 h 3717758"/>
              <a:gd name="connsiteX490" fmla="*/ 5392540 w 7869956"/>
              <a:gd name="connsiteY490" fmla="*/ 845241 h 3717758"/>
              <a:gd name="connsiteX491" fmla="*/ 5396028 w 7869956"/>
              <a:gd name="connsiteY491" fmla="*/ 847186 h 3717758"/>
              <a:gd name="connsiteX492" fmla="*/ 5396766 w 7869956"/>
              <a:gd name="connsiteY492" fmla="*/ 842333 h 3717758"/>
              <a:gd name="connsiteX493" fmla="*/ 6116584 w 7869956"/>
              <a:gd name="connsiteY493" fmla="*/ 1299672 h 3717758"/>
              <a:gd name="connsiteX494" fmla="*/ 6148276 w 7869956"/>
              <a:gd name="connsiteY494" fmla="*/ 1283734 h 3717758"/>
              <a:gd name="connsiteX495" fmla="*/ 6152358 w 7869956"/>
              <a:gd name="connsiteY495" fmla="*/ 1257809 h 3717758"/>
              <a:gd name="connsiteX496" fmla="*/ 6113601 w 7869956"/>
              <a:gd name="connsiteY496" fmla="*/ 1288913 h 3717758"/>
              <a:gd name="connsiteX497" fmla="*/ 6116584 w 7869956"/>
              <a:gd name="connsiteY497" fmla="*/ 1299672 h 3717758"/>
              <a:gd name="connsiteX498" fmla="*/ 7357873 w 7869956"/>
              <a:gd name="connsiteY498" fmla="*/ 2020590 h 3717758"/>
              <a:gd name="connsiteX499" fmla="*/ 7391930 w 7869956"/>
              <a:gd name="connsiteY499" fmla="*/ 1981198 h 3717758"/>
              <a:gd name="connsiteX500" fmla="*/ 7351642 w 7869956"/>
              <a:gd name="connsiteY500" fmla="*/ 2009629 h 3717758"/>
              <a:gd name="connsiteX501" fmla="*/ 7357873 w 7869956"/>
              <a:gd name="connsiteY501" fmla="*/ 2020590 h 3717758"/>
              <a:gd name="connsiteX502" fmla="*/ 4307908 w 7869956"/>
              <a:gd name="connsiteY502" fmla="*/ 262371 h 3717758"/>
              <a:gd name="connsiteX503" fmla="*/ 4321157 w 7869956"/>
              <a:gd name="connsiteY503" fmla="*/ 258167 h 3717758"/>
              <a:gd name="connsiteX504" fmla="*/ 4307908 w 7869956"/>
              <a:gd name="connsiteY504" fmla="*/ 262371 h 3717758"/>
              <a:gd name="connsiteX505" fmla="*/ 4289819 w 7869956"/>
              <a:gd name="connsiteY505" fmla="*/ 263624 h 3717758"/>
              <a:gd name="connsiteX506" fmla="*/ 4301817 w 7869956"/>
              <a:gd name="connsiteY506" fmla="*/ 246169 h 3717758"/>
              <a:gd name="connsiteX507" fmla="*/ 4286976 w 7869956"/>
              <a:gd name="connsiteY507" fmla="*/ 247624 h 3717758"/>
              <a:gd name="connsiteX508" fmla="*/ 4289819 w 7869956"/>
              <a:gd name="connsiteY508" fmla="*/ 263624 h 3717758"/>
              <a:gd name="connsiteX509" fmla="*/ 7311679 w 7869956"/>
              <a:gd name="connsiteY509" fmla="*/ 2027546 h 3717758"/>
              <a:gd name="connsiteX510" fmla="*/ 7344763 w 7869956"/>
              <a:gd name="connsiteY510" fmla="*/ 2019615 h 3717758"/>
              <a:gd name="connsiteX511" fmla="*/ 7341965 w 7869956"/>
              <a:gd name="connsiteY511" fmla="*/ 2003630 h 3717758"/>
              <a:gd name="connsiteX512" fmla="*/ 7311679 w 7869956"/>
              <a:gd name="connsiteY512" fmla="*/ 2027546 h 3717758"/>
              <a:gd name="connsiteX513" fmla="*/ 7261853 w 7869956"/>
              <a:gd name="connsiteY513" fmla="*/ 2044690 h 3717758"/>
              <a:gd name="connsiteX514" fmla="*/ 7293545 w 7869956"/>
              <a:gd name="connsiteY514" fmla="*/ 2028752 h 3717758"/>
              <a:gd name="connsiteX515" fmla="*/ 7297627 w 7869956"/>
              <a:gd name="connsiteY515" fmla="*/ 2002827 h 3717758"/>
              <a:gd name="connsiteX516" fmla="*/ 7258870 w 7869956"/>
              <a:gd name="connsiteY516" fmla="*/ 2033931 h 3717758"/>
              <a:gd name="connsiteX517" fmla="*/ 7261853 w 7869956"/>
              <a:gd name="connsiteY517" fmla="*/ 2044690 h 3717758"/>
              <a:gd name="connsiteX518" fmla="*/ 4111446 w 7869956"/>
              <a:gd name="connsiteY518" fmla="*/ 256989 h 3717758"/>
              <a:gd name="connsiteX519" fmla="*/ 4125577 w 7869956"/>
              <a:gd name="connsiteY519" fmla="*/ 261413 h 3717758"/>
              <a:gd name="connsiteX520" fmla="*/ 4111230 w 7869956"/>
              <a:gd name="connsiteY520" fmla="*/ 247112 h 3717758"/>
              <a:gd name="connsiteX521" fmla="*/ 4111446 w 7869956"/>
              <a:gd name="connsiteY521" fmla="*/ 256989 h 3717758"/>
              <a:gd name="connsiteX522" fmla="*/ 6427532 w 7869956"/>
              <a:gd name="connsiteY522" fmla="*/ 1601698 h 3717758"/>
              <a:gd name="connsiteX523" fmla="*/ 6445666 w 7869956"/>
              <a:gd name="connsiteY523" fmla="*/ 1600461 h 3717758"/>
              <a:gd name="connsiteX524" fmla="*/ 6427532 w 7869956"/>
              <a:gd name="connsiteY524" fmla="*/ 1601698 h 3717758"/>
              <a:gd name="connsiteX525" fmla="*/ 4064512 w 7869956"/>
              <a:gd name="connsiteY525" fmla="*/ 269791 h 3717758"/>
              <a:gd name="connsiteX526" fmla="*/ 4084672 w 7869956"/>
              <a:gd name="connsiteY526" fmla="*/ 255553 h 3717758"/>
              <a:gd name="connsiteX527" fmla="*/ 4071871 w 7869956"/>
              <a:gd name="connsiteY527" fmla="*/ 244051 h 3717758"/>
              <a:gd name="connsiteX528" fmla="*/ 4059842 w 7869956"/>
              <a:gd name="connsiteY528" fmla="*/ 261567 h 3717758"/>
              <a:gd name="connsiteX529" fmla="*/ 4064512 w 7869956"/>
              <a:gd name="connsiteY529" fmla="*/ 269791 h 3717758"/>
              <a:gd name="connsiteX530" fmla="*/ 4028923 w 7869956"/>
              <a:gd name="connsiteY530" fmla="*/ 251240 h 3717758"/>
              <a:gd name="connsiteX531" fmla="*/ 4024424 w 7869956"/>
              <a:gd name="connsiteY531" fmla="*/ 237774 h 3717758"/>
              <a:gd name="connsiteX532" fmla="*/ 4034441 w 7869956"/>
              <a:gd name="connsiteY532" fmla="*/ 233291 h 3717758"/>
              <a:gd name="connsiteX533" fmla="*/ 4028923 w 7869956"/>
              <a:gd name="connsiteY533" fmla="*/ 251240 h 3717758"/>
              <a:gd name="connsiteX534" fmla="*/ 6316547 w 7869956"/>
              <a:gd name="connsiteY534" fmla="*/ 1577333 h 3717758"/>
              <a:gd name="connsiteX535" fmla="*/ 6312033 w 7869956"/>
              <a:gd name="connsiteY535" fmla="*/ 1563790 h 3717758"/>
              <a:gd name="connsiteX536" fmla="*/ 6323596 w 7869956"/>
              <a:gd name="connsiteY536" fmla="*/ 1562089 h 3717758"/>
              <a:gd name="connsiteX537" fmla="*/ 6316547 w 7869956"/>
              <a:gd name="connsiteY537" fmla="*/ 1577333 h 3717758"/>
              <a:gd name="connsiteX538" fmla="*/ 6273940 w 7869956"/>
              <a:gd name="connsiteY538" fmla="*/ 1574024 h 3717758"/>
              <a:gd name="connsiteX539" fmla="*/ 6266287 w 7869956"/>
              <a:gd name="connsiteY539" fmla="*/ 1555056 h 3717758"/>
              <a:gd name="connsiteX540" fmla="*/ 6299062 w 7869956"/>
              <a:gd name="connsiteY540" fmla="*/ 1557607 h 3717758"/>
              <a:gd name="connsiteX541" fmla="*/ 6272703 w 7869956"/>
              <a:gd name="connsiteY541" fmla="*/ 1560792 h 3717758"/>
              <a:gd name="connsiteX542" fmla="*/ 6273940 w 7869956"/>
              <a:gd name="connsiteY542" fmla="*/ 1574024 h 3717758"/>
              <a:gd name="connsiteX543" fmla="*/ 3918215 w 7869956"/>
              <a:gd name="connsiteY543" fmla="*/ 215146 h 3717758"/>
              <a:gd name="connsiteX544" fmla="*/ 3916888 w 7869956"/>
              <a:gd name="connsiteY544" fmla="*/ 208401 h 3717758"/>
              <a:gd name="connsiteX545" fmla="*/ 3929997 w 7869956"/>
              <a:gd name="connsiteY545" fmla="*/ 209437 h 3717758"/>
              <a:gd name="connsiteX546" fmla="*/ 3933089 w 7869956"/>
              <a:gd name="connsiteY546" fmla="*/ 214910 h 3717758"/>
              <a:gd name="connsiteX547" fmla="*/ 3932935 w 7869956"/>
              <a:gd name="connsiteY547" fmla="*/ 220135 h 3717758"/>
              <a:gd name="connsiteX548" fmla="*/ 3918215 w 7869956"/>
              <a:gd name="connsiteY548" fmla="*/ 215146 h 3717758"/>
              <a:gd name="connsiteX549" fmla="*/ 3992377 w 7869956"/>
              <a:gd name="connsiteY549" fmla="*/ 264195 h 3717758"/>
              <a:gd name="connsiteX550" fmla="*/ 3981478 w 7869956"/>
              <a:gd name="connsiteY550" fmla="*/ 244964 h 3717758"/>
              <a:gd name="connsiteX551" fmla="*/ 3992377 w 7869956"/>
              <a:gd name="connsiteY551" fmla="*/ 264195 h 3717758"/>
              <a:gd name="connsiteX552" fmla="*/ 6325280 w 7869956"/>
              <a:gd name="connsiteY552" fmla="*/ 1614778 h 3717758"/>
              <a:gd name="connsiteX553" fmla="*/ 6327614 w 7869956"/>
              <a:gd name="connsiteY553" fmla="*/ 1591294 h 3717758"/>
              <a:gd name="connsiteX554" fmla="*/ 6325280 w 7869956"/>
              <a:gd name="connsiteY554" fmla="*/ 1614778 h 3717758"/>
              <a:gd name="connsiteX555" fmla="*/ 3859424 w 7869956"/>
              <a:gd name="connsiteY555" fmla="*/ 206579 h 3717758"/>
              <a:gd name="connsiteX556" fmla="*/ 3877374 w 7869956"/>
              <a:gd name="connsiteY556" fmla="*/ 210582 h 3717758"/>
              <a:gd name="connsiteX557" fmla="*/ 3859424 w 7869956"/>
              <a:gd name="connsiteY557" fmla="*/ 206579 h 3717758"/>
              <a:gd name="connsiteX558" fmla="*/ 6244569 w 7869956"/>
              <a:gd name="connsiteY558" fmla="*/ 1621624 h 3717758"/>
              <a:gd name="connsiteX559" fmla="*/ 6257817 w 7869956"/>
              <a:gd name="connsiteY559" fmla="*/ 1617420 h 3717758"/>
              <a:gd name="connsiteX560" fmla="*/ 6244569 w 7869956"/>
              <a:gd name="connsiteY560" fmla="*/ 1621624 h 3717758"/>
              <a:gd name="connsiteX561" fmla="*/ 6226479 w 7869956"/>
              <a:gd name="connsiteY561" fmla="*/ 1622878 h 3717758"/>
              <a:gd name="connsiteX562" fmla="*/ 6238477 w 7869956"/>
              <a:gd name="connsiteY562" fmla="*/ 1605423 h 3717758"/>
              <a:gd name="connsiteX563" fmla="*/ 6223636 w 7869956"/>
              <a:gd name="connsiteY563" fmla="*/ 1606877 h 3717758"/>
              <a:gd name="connsiteX564" fmla="*/ 6226479 w 7869956"/>
              <a:gd name="connsiteY564" fmla="*/ 1622878 h 3717758"/>
              <a:gd name="connsiteX565" fmla="*/ 3697995 w 7869956"/>
              <a:gd name="connsiteY565" fmla="*/ 220352 h 3717758"/>
              <a:gd name="connsiteX566" fmla="*/ 3723148 w 7869956"/>
              <a:gd name="connsiteY566" fmla="*/ 203888 h 3717758"/>
              <a:gd name="connsiteX567" fmla="*/ 3697995 w 7869956"/>
              <a:gd name="connsiteY567" fmla="*/ 220352 h 3717758"/>
              <a:gd name="connsiteX568" fmla="*/ 6048106 w 7869956"/>
              <a:gd name="connsiteY568" fmla="*/ 1616242 h 3717758"/>
              <a:gd name="connsiteX569" fmla="*/ 6062238 w 7869956"/>
              <a:gd name="connsiteY569" fmla="*/ 1620667 h 3717758"/>
              <a:gd name="connsiteX570" fmla="*/ 6047890 w 7869956"/>
              <a:gd name="connsiteY570" fmla="*/ 1606366 h 3717758"/>
              <a:gd name="connsiteX571" fmla="*/ 6048106 w 7869956"/>
              <a:gd name="connsiteY571" fmla="*/ 1616242 h 3717758"/>
              <a:gd name="connsiteX572" fmla="*/ 3625318 w 7869956"/>
              <a:gd name="connsiteY572" fmla="*/ 219892 h 3717758"/>
              <a:gd name="connsiteX573" fmla="*/ 3617775 w 7869956"/>
              <a:gd name="connsiteY573" fmla="*/ 211477 h 3717758"/>
              <a:gd name="connsiteX574" fmla="*/ 3637441 w 7869956"/>
              <a:gd name="connsiteY574" fmla="*/ 213024 h 3717758"/>
              <a:gd name="connsiteX575" fmla="*/ 3625318 w 7869956"/>
              <a:gd name="connsiteY575" fmla="*/ 219892 h 3717758"/>
              <a:gd name="connsiteX576" fmla="*/ 6001172 w 7869956"/>
              <a:gd name="connsiteY576" fmla="*/ 1629045 h 3717758"/>
              <a:gd name="connsiteX577" fmla="*/ 6021332 w 7869956"/>
              <a:gd name="connsiteY577" fmla="*/ 1614807 h 3717758"/>
              <a:gd name="connsiteX578" fmla="*/ 6008531 w 7869956"/>
              <a:gd name="connsiteY578" fmla="*/ 1603305 h 3717758"/>
              <a:gd name="connsiteX579" fmla="*/ 5996503 w 7869956"/>
              <a:gd name="connsiteY579" fmla="*/ 1620821 h 3717758"/>
              <a:gd name="connsiteX580" fmla="*/ 6001172 w 7869956"/>
              <a:gd name="connsiteY580" fmla="*/ 1629045 h 3717758"/>
              <a:gd name="connsiteX581" fmla="*/ 5965583 w 7869956"/>
              <a:gd name="connsiteY581" fmla="*/ 1610494 h 3717758"/>
              <a:gd name="connsiteX582" fmla="*/ 5961085 w 7869956"/>
              <a:gd name="connsiteY582" fmla="*/ 1597028 h 3717758"/>
              <a:gd name="connsiteX583" fmla="*/ 5971102 w 7869956"/>
              <a:gd name="connsiteY583" fmla="*/ 1592545 h 3717758"/>
              <a:gd name="connsiteX584" fmla="*/ 5965583 w 7869956"/>
              <a:gd name="connsiteY584" fmla="*/ 1610494 h 3717758"/>
              <a:gd name="connsiteX585" fmla="*/ 3606376 w 7869956"/>
              <a:gd name="connsiteY585" fmla="*/ 249215 h 3717758"/>
              <a:gd name="connsiteX586" fmla="*/ 3615132 w 7869956"/>
              <a:gd name="connsiteY586" fmla="*/ 245428 h 3717758"/>
              <a:gd name="connsiteX587" fmla="*/ 3602132 w 7869956"/>
              <a:gd name="connsiteY587" fmla="*/ 239135 h 3717758"/>
              <a:gd name="connsiteX588" fmla="*/ 3606376 w 7869956"/>
              <a:gd name="connsiteY588" fmla="*/ 249215 h 3717758"/>
              <a:gd name="connsiteX589" fmla="*/ 3453632 w 7869956"/>
              <a:gd name="connsiteY589" fmla="*/ 192603 h 3717758"/>
              <a:gd name="connsiteX590" fmla="*/ 3450889 w 7869956"/>
              <a:gd name="connsiteY590" fmla="*/ 188027 h 3717758"/>
              <a:gd name="connsiteX591" fmla="*/ 3462282 w 7869956"/>
              <a:gd name="connsiteY591" fmla="*/ 191521 h 3717758"/>
              <a:gd name="connsiteX592" fmla="*/ 3453632 w 7869956"/>
              <a:gd name="connsiteY592" fmla="*/ 192603 h 3717758"/>
              <a:gd name="connsiteX593" fmla="*/ 5929037 w 7869956"/>
              <a:gd name="connsiteY593" fmla="*/ 1623448 h 3717758"/>
              <a:gd name="connsiteX594" fmla="*/ 5918139 w 7869956"/>
              <a:gd name="connsiteY594" fmla="*/ 1604217 h 3717758"/>
              <a:gd name="connsiteX595" fmla="*/ 5929037 w 7869956"/>
              <a:gd name="connsiteY595" fmla="*/ 1623448 h 3717758"/>
              <a:gd name="connsiteX596" fmla="*/ 5800987 w 7869956"/>
              <a:gd name="connsiteY596" fmla="*/ 1624145 h 3717758"/>
              <a:gd name="connsiteX597" fmla="*/ 5802224 w 7869956"/>
              <a:gd name="connsiteY597" fmla="*/ 1619660 h 3717758"/>
              <a:gd name="connsiteX598" fmla="*/ 5800939 w 7869956"/>
              <a:gd name="connsiteY598" fmla="*/ 1620030 h 3717758"/>
              <a:gd name="connsiteX599" fmla="*/ 3393858 w 7869956"/>
              <a:gd name="connsiteY599" fmla="*/ 240875 h 3717758"/>
              <a:gd name="connsiteX600" fmla="*/ 3401681 w 7869956"/>
              <a:gd name="connsiteY600" fmla="*/ 239336 h 3717758"/>
              <a:gd name="connsiteX601" fmla="*/ 3395452 w 7869956"/>
              <a:gd name="connsiteY601" fmla="*/ 228345 h 3717758"/>
              <a:gd name="connsiteX602" fmla="*/ 3390428 w 7869956"/>
              <a:gd name="connsiteY602" fmla="*/ 230633 h 3717758"/>
              <a:gd name="connsiteX603" fmla="*/ 3393858 w 7869956"/>
              <a:gd name="connsiteY603" fmla="*/ 240875 h 3717758"/>
              <a:gd name="connsiteX604" fmla="*/ 3290404 w 7869956"/>
              <a:gd name="connsiteY604" fmla="*/ 225453 h 3717758"/>
              <a:gd name="connsiteX605" fmla="*/ 3294315 w 7869956"/>
              <a:gd name="connsiteY605" fmla="*/ 204769 h 3717758"/>
              <a:gd name="connsiteX606" fmla="*/ 3315247 w 7869956"/>
              <a:gd name="connsiteY606" fmla="*/ 219532 h 3717758"/>
              <a:gd name="connsiteX607" fmla="*/ 3290404 w 7869956"/>
              <a:gd name="connsiteY607" fmla="*/ 225453 h 3717758"/>
              <a:gd name="connsiteX608" fmla="*/ 3283556 w 7869956"/>
              <a:gd name="connsiteY608" fmla="*/ 235440 h 3717758"/>
              <a:gd name="connsiteX609" fmla="*/ 3284018 w 7869956"/>
              <a:gd name="connsiteY609" fmla="*/ 219734 h 3717758"/>
              <a:gd name="connsiteX610" fmla="*/ 3274171 w 7869956"/>
              <a:gd name="connsiteY610" fmla="*/ 218914 h 3717758"/>
              <a:gd name="connsiteX611" fmla="*/ 3287451 w 7869956"/>
              <a:gd name="connsiteY611" fmla="*/ 214725 h 3717758"/>
              <a:gd name="connsiteX612" fmla="*/ 3283556 w 7869956"/>
              <a:gd name="connsiteY612" fmla="*/ 235440 h 3717758"/>
              <a:gd name="connsiteX613" fmla="*/ 3235894 w 7869956"/>
              <a:gd name="connsiteY613" fmla="*/ 234358 h 3717758"/>
              <a:gd name="connsiteX614" fmla="*/ 3257615 w 7869956"/>
              <a:gd name="connsiteY614" fmla="*/ 222919 h 3717758"/>
              <a:gd name="connsiteX615" fmla="*/ 3235894 w 7869956"/>
              <a:gd name="connsiteY615" fmla="*/ 234358 h 3717758"/>
              <a:gd name="connsiteX616" fmla="*/ 3131515 w 7869956"/>
              <a:gd name="connsiteY616" fmla="*/ 179195 h 3717758"/>
              <a:gd name="connsiteX617" fmla="*/ 3121199 w 7869956"/>
              <a:gd name="connsiteY617" fmla="*/ 170325 h 3717758"/>
              <a:gd name="connsiteX618" fmla="*/ 3142425 w 7869956"/>
              <a:gd name="connsiteY618" fmla="*/ 174592 h 3717758"/>
              <a:gd name="connsiteX619" fmla="*/ 3131515 w 7869956"/>
              <a:gd name="connsiteY619" fmla="*/ 179195 h 3717758"/>
              <a:gd name="connsiteX620" fmla="*/ 3291129 w 7869956"/>
              <a:gd name="connsiteY620" fmla="*/ 282432 h 3717758"/>
              <a:gd name="connsiteX621" fmla="*/ 3302076 w 7869956"/>
              <a:gd name="connsiteY621" fmla="*/ 273610 h 3717758"/>
              <a:gd name="connsiteX622" fmla="*/ 3297563 w 7869956"/>
              <a:gd name="connsiteY622" fmla="*/ 260145 h 3717758"/>
              <a:gd name="connsiteX623" fmla="*/ 3280680 w 7869956"/>
              <a:gd name="connsiteY623" fmla="*/ 274615 h 3717758"/>
              <a:gd name="connsiteX624" fmla="*/ 3291129 w 7869956"/>
              <a:gd name="connsiteY624" fmla="*/ 282432 h 3717758"/>
              <a:gd name="connsiteX625" fmla="*/ 3209482 w 7869956"/>
              <a:gd name="connsiteY625" fmla="*/ 239143 h 3717758"/>
              <a:gd name="connsiteX626" fmla="*/ 3217636 w 7869956"/>
              <a:gd name="connsiteY626" fmla="*/ 240852 h 3717758"/>
              <a:gd name="connsiteX627" fmla="*/ 3201420 w 7869956"/>
              <a:gd name="connsiteY627" fmla="*/ 234328 h 3717758"/>
              <a:gd name="connsiteX628" fmla="*/ 3209482 w 7869956"/>
              <a:gd name="connsiteY628" fmla="*/ 239143 h 3717758"/>
              <a:gd name="connsiteX629" fmla="*/ 3183439 w 7869956"/>
              <a:gd name="connsiteY629" fmla="*/ 230323 h 3717758"/>
              <a:gd name="connsiteX630" fmla="*/ 3182048 w 7869956"/>
              <a:gd name="connsiteY630" fmla="*/ 222301 h 3717758"/>
              <a:gd name="connsiteX631" fmla="*/ 3195328 w 7869956"/>
              <a:gd name="connsiteY631" fmla="*/ 218079 h 3717758"/>
              <a:gd name="connsiteX632" fmla="*/ 3180502 w 7869956"/>
              <a:gd name="connsiteY632" fmla="*/ 219579 h 3717758"/>
              <a:gd name="connsiteX633" fmla="*/ 3183439 w 7869956"/>
              <a:gd name="connsiteY633" fmla="*/ 230323 h 3717758"/>
              <a:gd name="connsiteX634" fmla="*/ 3225459 w 7869956"/>
              <a:gd name="connsiteY634" fmla="*/ 254595 h 3717758"/>
              <a:gd name="connsiteX635" fmla="*/ 3251817 w 7869956"/>
              <a:gd name="connsiteY635" fmla="*/ 251348 h 3717758"/>
              <a:gd name="connsiteX636" fmla="*/ 3225459 w 7869956"/>
              <a:gd name="connsiteY636" fmla="*/ 254595 h 3717758"/>
              <a:gd name="connsiteX637" fmla="*/ 3213911 w 7869956"/>
              <a:gd name="connsiteY637" fmla="*/ 256248 h 3717758"/>
              <a:gd name="connsiteX638" fmla="*/ 3222012 w 7869956"/>
              <a:gd name="connsiteY638" fmla="*/ 259573 h 3717758"/>
              <a:gd name="connsiteX639" fmla="*/ 3219197 w 7869956"/>
              <a:gd name="connsiteY639" fmla="*/ 243573 h 3717758"/>
              <a:gd name="connsiteX640" fmla="*/ 3214204 w 7869956"/>
              <a:gd name="connsiteY640" fmla="*/ 245830 h 3717758"/>
              <a:gd name="connsiteX641" fmla="*/ 3213911 w 7869956"/>
              <a:gd name="connsiteY641" fmla="*/ 256248 h 3717758"/>
              <a:gd name="connsiteX642" fmla="*/ 3116175 w 7869956"/>
              <a:gd name="connsiteY642" fmla="*/ 227710 h 3717758"/>
              <a:gd name="connsiteX643" fmla="*/ 3119762 w 7869956"/>
              <a:gd name="connsiteY643" fmla="*/ 217492 h 3717758"/>
              <a:gd name="connsiteX644" fmla="*/ 3126162 w 7869956"/>
              <a:gd name="connsiteY644" fmla="*/ 223227 h 3717758"/>
              <a:gd name="connsiteX645" fmla="*/ 3128357 w 7869956"/>
              <a:gd name="connsiteY645" fmla="*/ 205001 h 3717758"/>
              <a:gd name="connsiteX646" fmla="*/ 3126487 w 7869956"/>
              <a:gd name="connsiteY646" fmla="*/ 212762 h 3717758"/>
              <a:gd name="connsiteX647" fmla="*/ 3121957 w 7869956"/>
              <a:gd name="connsiteY647" fmla="*/ 199265 h 3717758"/>
              <a:gd name="connsiteX648" fmla="*/ 3111491 w 7869956"/>
              <a:gd name="connsiteY648" fmla="*/ 219472 h 3717758"/>
              <a:gd name="connsiteX649" fmla="*/ 3116175 w 7869956"/>
              <a:gd name="connsiteY649" fmla="*/ 227710 h 3717758"/>
              <a:gd name="connsiteX650" fmla="*/ 3149795 w 7869956"/>
              <a:gd name="connsiteY650" fmla="*/ 248956 h 3717758"/>
              <a:gd name="connsiteX651" fmla="*/ 3160204 w 7869956"/>
              <a:gd name="connsiteY651" fmla="*/ 239012 h 3717758"/>
              <a:gd name="connsiteX652" fmla="*/ 3143816 w 7869956"/>
              <a:gd name="connsiteY652" fmla="*/ 237729 h 3717758"/>
              <a:gd name="connsiteX653" fmla="*/ 3149795 w 7869956"/>
              <a:gd name="connsiteY653" fmla="*/ 248956 h 3717758"/>
              <a:gd name="connsiteX654" fmla="*/ 3070585 w 7869956"/>
              <a:gd name="connsiteY654" fmla="*/ 213643 h 3717758"/>
              <a:gd name="connsiteX655" fmla="*/ 3096820 w 7869956"/>
              <a:gd name="connsiteY655" fmla="*/ 215729 h 3717758"/>
              <a:gd name="connsiteX656" fmla="*/ 3090279 w 7869956"/>
              <a:gd name="connsiteY656" fmla="*/ 215205 h 3717758"/>
              <a:gd name="connsiteX657" fmla="*/ 3088858 w 7869956"/>
              <a:gd name="connsiteY657" fmla="*/ 207211 h 3717758"/>
              <a:gd name="connsiteX658" fmla="*/ 3070585 w 7869956"/>
              <a:gd name="connsiteY658" fmla="*/ 213643 h 3717758"/>
              <a:gd name="connsiteX659" fmla="*/ 3082906 w 7869956"/>
              <a:gd name="connsiteY659" fmla="*/ 240867 h 3717758"/>
              <a:gd name="connsiteX660" fmla="*/ 3110842 w 7869956"/>
              <a:gd name="connsiteY660" fmla="*/ 240403 h 3717758"/>
              <a:gd name="connsiteX661" fmla="*/ 3109620 w 7869956"/>
              <a:gd name="connsiteY661" fmla="*/ 227201 h 3717758"/>
              <a:gd name="connsiteX662" fmla="*/ 3090125 w 7869956"/>
              <a:gd name="connsiteY662" fmla="*/ 220413 h 3717758"/>
              <a:gd name="connsiteX663" fmla="*/ 3082906 w 7869956"/>
              <a:gd name="connsiteY663" fmla="*/ 240867 h 3717758"/>
              <a:gd name="connsiteX664" fmla="*/ 2948546 w 7869956"/>
              <a:gd name="connsiteY664" fmla="*/ 175303 h 3717758"/>
              <a:gd name="connsiteX665" fmla="*/ 2970267 w 7869956"/>
              <a:gd name="connsiteY665" fmla="*/ 163864 h 3717758"/>
              <a:gd name="connsiteX666" fmla="*/ 2974765 w 7869956"/>
              <a:gd name="connsiteY666" fmla="*/ 177345 h 3717758"/>
              <a:gd name="connsiteX667" fmla="*/ 2948546 w 7869956"/>
              <a:gd name="connsiteY667" fmla="*/ 175303 h 3717758"/>
              <a:gd name="connsiteX668" fmla="*/ 3079165 w 7869956"/>
              <a:gd name="connsiteY668" fmla="*/ 256342 h 3717758"/>
              <a:gd name="connsiteX669" fmla="*/ 3075270 w 7869956"/>
              <a:gd name="connsiteY669" fmla="*/ 221898 h 3717758"/>
              <a:gd name="connsiteX670" fmla="*/ 3072780 w 7869956"/>
              <a:gd name="connsiteY670" fmla="*/ 250621 h 3717758"/>
              <a:gd name="connsiteX671" fmla="*/ 3079165 w 7869956"/>
              <a:gd name="connsiteY671" fmla="*/ 256342 h 3717758"/>
              <a:gd name="connsiteX672" fmla="*/ 3046715 w 7869956"/>
              <a:gd name="connsiteY672" fmla="*/ 243371 h 3717758"/>
              <a:gd name="connsiteX673" fmla="*/ 3058727 w 7869956"/>
              <a:gd name="connsiteY673" fmla="*/ 225902 h 3717758"/>
              <a:gd name="connsiteX674" fmla="*/ 3050781 w 7869956"/>
              <a:gd name="connsiteY674" fmla="*/ 217368 h 3717758"/>
              <a:gd name="connsiteX675" fmla="*/ 3065606 w 7869956"/>
              <a:gd name="connsiteY675" fmla="*/ 215930 h 3717758"/>
              <a:gd name="connsiteX676" fmla="*/ 3041242 w 7869956"/>
              <a:gd name="connsiteY676" fmla="*/ 206159 h 3717758"/>
              <a:gd name="connsiteX677" fmla="*/ 3046715 w 7869956"/>
              <a:gd name="connsiteY677" fmla="*/ 243371 h 3717758"/>
              <a:gd name="connsiteX678" fmla="*/ 2998402 w 7869956"/>
              <a:gd name="connsiteY678" fmla="*/ 237974 h 3717758"/>
              <a:gd name="connsiteX679" fmla="*/ 3005964 w 7869956"/>
              <a:gd name="connsiteY679" fmla="*/ 232271 h 3717758"/>
              <a:gd name="connsiteX680" fmla="*/ 2991308 w 7869956"/>
              <a:gd name="connsiteY680" fmla="*/ 228516 h 3717758"/>
              <a:gd name="connsiteX681" fmla="*/ 2991153 w 7869956"/>
              <a:gd name="connsiteY681" fmla="*/ 233787 h 3717758"/>
              <a:gd name="connsiteX682" fmla="*/ 2998402 w 7869956"/>
              <a:gd name="connsiteY682" fmla="*/ 237974 h 3717758"/>
              <a:gd name="connsiteX683" fmla="*/ 2869858 w 7869956"/>
              <a:gd name="connsiteY683" fmla="*/ 169181 h 3717758"/>
              <a:gd name="connsiteX684" fmla="*/ 2874866 w 7869956"/>
              <a:gd name="connsiteY684" fmla="*/ 166955 h 3717758"/>
              <a:gd name="connsiteX685" fmla="*/ 2881252 w 7869956"/>
              <a:gd name="connsiteY685" fmla="*/ 172705 h 3717758"/>
              <a:gd name="connsiteX686" fmla="*/ 2878453 w 7869956"/>
              <a:gd name="connsiteY686" fmla="*/ 156736 h 3717758"/>
              <a:gd name="connsiteX687" fmla="*/ 2869858 w 7869956"/>
              <a:gd name="connsiteY687" fmla="*/ 169181 h 3717758"/>
              <a:gd name="connsiteX688" fmla="*/ 2937138 w 7869956"/>
              <a:gd name="connsiteY688" fmla="*/ 226969 h 3717758"/>
              <a:gd name="connsiteX689" fmla="*/ 2963203 w 7869956"/>
              <a:gd name="connsiteY689" fmla="*/ 234219 h 3717758"/>
              <a:gd name="connsiteX690" fmla="*/ 2958966 w 7869956"/>
              <a:gd name="connsiteY690" fmla="*/ 210272 h 3717758"/>
              <a:gd name="connsiteX691" fmla="*/ 2956926 w 7869956"/>
              <a:gd name="connsiteY691" fmla="*/ 223258 h 3717758"/>
              <a:gd name="connsiteX692" fmla="*/ 2948994 w 7869956"/>
              <a:gd name="connsiteY692" fmla="*/ 214740 h 3717758"/>
              <a:gd name="connsiteX693" fmla="*/ 2937138 w 7869956"/>
              <a:gd name="connsiteY693" fmla="*/ 226969 h 3717758"/>
              <a:gd name="connsiteX694" fmla="*/ 2891712 w 7869956"/>
              <a:gd name="connsiteY694" fmla="*/ 225692 h 3717758"/>
              <a:gd name="connsiteX695" fmla="*/ 2901071 w 7869956"/>
              <a:gd name="connsiteY695" fmla="*/ 224156 h 3717758"/>
              <a:gd name="connsiteX696" fmla="*/ 2889831 w 7869956"/>
              <a:gd name="connsiteY696" fmla="*/ 215437 h 3717758"/>
              <a:gd name="connsiteX697" fmla="*/ 2891712 w 7869956"/>
              <a:gd name="connsiteY697" fmla="*/ 225692 h 3717758"/>
              <a:gd name="connsiteX698" fmla="*/ 6719284 w 7869956"/>
              <a:gd name="connsiteY698" fmla="*/ 2435957 h 3717758"/>
              <a:gd name="connsiteX699" fmla="*/ 6726163 w 7869956"/>
              <a:gd name="connsiteY699" fmla="*/ 2425971 h 3717758"/>
              <a:gd name="connsiteX700" fmla="*/ 6716347 w 7869956"/>
              <a:gd name="connsiteY700" fmla="*/ 2425258 h 3717758"/>
              <a:gd name="connsiteX701" fmla="*/ 6719284 w 7869956"/>
              <a:gd name="connsiteY701" fmla="*/ 2435957 h 3717758"/>
              <a:gd name="connsiteX702" fmla="*/ 2849096 w 7869956"/>
              <a:gd name="connsiteY702" fmla="*/ 204352 h 3717758"/>
              <a:gd name="connsiteX703" fmla="*/ 2864091 w 7869956"/>
              <a:gd name="connsiteY703" fmla="*/ 197642 h 3717758"/>
              <a:gd name="connsiteX704" fmla="*/ 2859561 w 7869956"/>
              <a:gd name="connsiteY704" fmla="*/ 184146 h 3717758"/>
              <a:gd name="connsiteX705" fmla="*/ 2849096 w 7869956"/>
              <a:gd name="connsiteY705" fmla="*/ 204352 h 3717758"/>
              <a:gd name="connsiteX706" fmla="*/ 2732822 w 7869956"/>
              <a:gd name="connsiteY706" fmla="*/ 137581 h 3717758"/>
              <a:gd name="connsiteX707" fmla="*/ 2724862 w 7869956"/>
              <a:gd name="connsiteY707" fmla="*/ 129033 h 3717758"/>
              <a:gd name="connsiteX708" fmla="*/ 2731725 w 7869956"/>
              <a:gd name="connsiteY708" fmla="*/ 119030 h 3717758"/>
              <a:gd name="connsiteX709" fmla="*/ 2732822 w 7869956"/>
              <a:gd name="connsiteY709" fmla="*/ 137581 h 3717758"/>
              <a:gd name="connsiteX710" fmla="*/ 2804928 w 7869956"/>
              <a:gd name="connsiteY710" fmla="*/ 198307 h 3717758"/>
              <a:gd name="connsiteX711" fmla="*/ 2829741 w 7869956"/>
              <a:gd name="connsiteY711" fmla="*/ 192355 h 3717758"/>
              <a:gd name="connsiteX712" fmla="*/ 2804928 w 7869956"/>
              <a:gd name="connsiteY712" fmla="*/ 198307 h 3717758"/>
              <a:gd name="connsiteX713" fmla="*/ 6704022 w 7869956"/>
              <a:gd name="connsiteY713" fmla="*/ 2451778 h 3717758"/>
              <a:gd name="connsiteX714" fmla="*/ 6713951 w 7869956"/>
              <a:gd name="connsiteY714" fmla="*/ 2448681 h 3717758"/>
              <a:gd name="connsiteX715" fmla="*/ 6711509 w 7869956"/>
              <a:gd name="connsiteY715" fmla="*/ 2422244 h 3717758"/>
              <a:gd name="connsiteX716" fmla="*/ 6700856 w 7869956"/>
              <a:gd name="connsiteY716" fmla="*/ 2447707 h 3717758"/>
              <a:gd name="connsiteX717" fmla="*/ 6704022 w 7869956"/>
              <a:gd name="connsiteY717" fmla="*/ 2451778 h 3717758"/>
              <a:gd name="connsiteX718" fmla="*/ 2685191 w 7869956"/>
              <a:gd name="connsiteY718" fmla="*/ 136499 h 3717758"/>
              <a:gd name="connsiteX719" fmla="*/ 2677260 w 7869956"/>
              <a:gd name="connsiteY719" fmla="*/ 127965 h 3717758"/>
              <a:gd name="connsiteX720" fmla="*/ 2677570 w 7869956"/>
              <a:gd name="connsiteY720" fmla="*/ 117469 h 3717758"/>
              <a:gd name="connsiteX721" fmla="*/ 2687557 w 7869956"/>
              <a:gd name="connsiteY721" fmla="*/ 113001 h 3717758"/>
              <a:gd name="connsiteX722" fmla="*/ 2685191 w 7869956"/>
              <a:gd name="connsiteY722" fmla="*/ 136499 h 3717758"/>
              <a:gd name="connsiteX723" fmla="*/ 6685892 w 7869956"/>
              <a:gd name="connsiteY723" fmla="*/ 2454400 h 3717758"/>
              <a:gd name="connsiteX724" fmla="*/ 6686850 w 7869956"/>
              <a:gd name="connsiteY724" fmla="*/ 2422972 h 3717758"/>
              <a:gd name="connsiteX725" fmla="*/ 6674806 w 7869956"/>
              <a:gd name="connsiteY725" fmla="*/ 2440426 h 3717758"/>
              <a:gd name="connsiteX726" fmla="*/ 6685892 w 7869956"/>
              <a:gd name="connsiteY726" fmla="*/ 2454400 h 3717758"/>
              <a:gd name="connsiteX727" fmla="*/ 2816262 w 7869956"/>
              <a:gd name="connsiteY727" fmla="*/ 238360 h 3717758"/>
              <a:gd name="connsiteX728" fmla="*/ 2851740 w 7869956"/>
              <a:gd name="connsiteY728" fmla="*/ 225561 h 3717758"/>
              <a:gd name="connsiteX729" fmla="*/ 2842371 w 7869956"/>
              <a:gd name="connsiteY729" fmla="*/ 209052 h 3717758"/>
              <a:gd name="connsiteX730" fmla="*/ 2837036 w 7869956"/>
              <a:gd name="connsiteY730" fmla="*/ 221775 h 3717758"/>
              <a:gd name="connsiteX731" fmla="*/ 2839727 w 7869956"/>
              <a:gd name="connsiteY731" fmla="*/ 187825 h 3717758"/>
              <a:gd name="connsiteX732" fmla="*/ 2832214 w 7869956"/>
              <a:gd name="connsiteY732" fmla="*/ 218790 h 3717758"/>
              <a:gd name="connsiteX733" fmla="*/ 2819103 w 7869956"/>
              <a:gd name="connsiteY733" fmla="*/ 217785 h 3717758"/>
              <a:gd name="connsiteX734" fmla="*/ 2792899 w 7869956"/>
              <a:gd name="connsiteY734" fmla="*/ 215760 h 3717758"/>
              <a:gd name="connsiteX735" fmla="*/ 2815672 w 7869956"/>
              <a:gd name="connsiteY735" fmla="*/ 222732 h 3717758"/>
              <a:gd name="connsiteX736" fmla="*/ 2816262 w 7869956"/>
              <a:gd name="connsiteY736" fmla="*/ 238360 h 3717758"/>
              <a:gd name="connsiteX737" fmla="*/ 2642430 w 7869956"/>
              <a:gd name="connsiteY737" fmla="*/ 138432 h 3717758"/>
              <a:gd name="connsiteX738" fmla="*/ 2663656 w 7869956"/>
              <a:gd name="connsiteY738" fmla="*/ 142683 h 3717758"/>
              <a:gd name="connsiteX739" fmla="*/ 2642430 w 7869956"/>
              <a:gd name="connsiteY739" fmla="*/ 138432 h 3717758"/>
              <a:gd name="connsiteX740" fmla="*/ 2680956 w 7869956"/>
              <a:gd name="connsiteY740" fmla="*/ 167650 h 3717758"/>
              <a:gd name="connsiteX741" fmla="*/ 2683152 w 7869956"/>
              <a:gd name="connsiteY741" fmla="*/ 149408 h 3717758"/>
              <a:gd name="connsiteX742" fmla="*/ 2681622 w 7869956"/>
              <a:gd name="connsiteY742" fmla="*/ 146687 h 3717758"/>
              <a:gd name="connsiteX743" fmla="*/ 2693433 w 7869956"/>
              <a:gd name="connsiteY743" fmla="*/ 134489 h 3717758"/>
              <a:gd name="connsiteX744" fmla="*/ 2697977 w 7869956"/>
              <a:gd name="connsiteY744" fmla="*/ 148001 h 3717758"/>
              <a:gd name="connsiteX745" fmla="*/ 2726083 w 7869956"/>
              <a:gd name="connsiteY745" fmla="*/ 142265 h 3717758"/>
              <a:gd name="connsiteX746" fmla="*/ 2722326 w 7869956"/>
              <a:gd name="connsiteY746" fmla="*/ 157741 h 3717758"/>
              <a:gd name="connsiteX747" fmla="*/ 2697344 w 7869956"/>
              <a:gd name="connsiteY747" fmla="*/ 168934 h 3717758"/>
              <a:gd name="connsiteX748" fmla="*/ 2680956 w 7869956"/>
              <a:gd name="connsiteY748" fmla="*/ 167650 h 3717758"/>
              <a:gd name="connsiteX749" fmla="*/ 6655900 w 7869956"/>
              <a:gd name="connsiteY749" fmla="*/ 2467851 h 3717758"/>
              <a:gd name="connsiteX750" fmla="*/ 6663088 w 7869956"/>
              <a:gd name="connsiteY750" fmla="*/ 2447351 h 3717758"/>
              <a:gd name="connsiteX751" fmla="*/ 6669505 w 7869956"/>
              <a:gd name="connsiteY751" fmla="*/ 2453133 h 3717758"/>
              <a:gd name="connsiteX752" fmla="*/ 6672008 w 7869956"/>
              <a:gd name="connsiteY752" fmla="*/ 2424455 h 3717758"/>
              <a:gd name="connsiteX753" fmla="*/ 6654816 w 7869956"/>
              <a:gd name="connsiteY753" fmla="*/ 2449360 h 3717758"/>
              <a:gd name="connsiteX754" fmla="*/ 6655900 w 7869956"/>
              <a:gd name="connsiteY754" fmla="*/ 2467851 h 3717758"/>
              <a:gd name="connsiteX755" fmla="*/ 2603240 w 7869956"/>
              <a:gd name="connsiteY755" fmla="*/ 130130 h 3717758"/>
              <a:gd name="connsiteX756" fmla="*/ 2603719 w 7869956"/>
              <a:gd name="connsiteY756" fmla="*/ 114377 h 3717758"/>
              <a:gd name="connsiteX757" fmla="*/ 2614805 w 7869956"/>
              <a:gd name="connsiteY757" fmla="*/ 128368 h 3717758"/>
              <a:gd name="connsiteX758" fmla="*/ 2603240 w 7869956"/>
              <a:gd name="connsiteY758" fmla="*/ 130130 h 3717758"/>
              <a:gd name="connsiteX759" fmla="*/ 2780789 w 7869956"/>
              <a:gd name="connsiteY759" fmla="*/ 235417 h 3717758"/>
              <a:gd name="connsiteX760" fmla="*/ 2789127 w 7869956"/>
              <a:gd name="connsiteY760" fmla="*/ 231266 h 3717758"/>
              <a:gd name="connsiteX761" fmla="*/ 2772740 w 7869956"/>
              <a:gd name="connsiteY761" fmla="*/ 229968 h 3717758"/>
              <a:gd name="connsiteX762" fmla="*/ 2780789 w 7869956"/>
              <a:gd name="connsiteY762" fmla="*/ 235417 h 3717758"/>
              <a:gd name="connsiteX763" fmla="*/ 2639755 w 7869956"/>
              <a:gd name="connsiteY763" fmla="*/ 172335 h 3717758"/>
              <a:gd name="connsiteX764" fmla="*/ 2629198 w 7869956"/>
              <a:gd name="connsiteY764" fmla="*/ 142576 h 3717758"/>
              <a:gd name="connsiteX765" fmla="*/ 2643358 w 7869956"/>
              <a:gd name="connsiteY765" fmla="*/ 162101 h 3717758"/>
              <a:gd name="connsiteX766" fmla="*/ 2653855 w 7869956"/>
              <a:gd name="connsiteY766" fmla="*/ 141911 h 3717758"/>
              <a:gd name="connsiteX767" fmla="*/ 2669252 w 7869956"/>
              <a:gd name="connsiteY767" fmla="*/ 174638 h 3717758"/>
              <a:gd name="connsiteX768" fmla="*/ 2639755 w 7869956"/>
              <a:gd name="connsiteY768" fmla="*/ 172335 h 3717758"/>
              <a:gd name="connsiteX769" fmla="*/ 2581072 w 7869956"/>
              <a:gd name="connsiteY769" fmla="*/ 157276 h 3717758"/>
              <a:gd name="connsiteX770" fmla="*/ 2591059 w 7869956"/>
              <a:gd name="connsiteY770" fmla="*/ 152793 h 3717758"/>
              <a:gd name="connsiteX771" fmla="*/ 2596222 w 7869956"/>
              <a:gd name="connsiteY771" fmla="*/ 145328 h 3717758"/>
              <a:gd name="connsiteX772" fmla="*/ 2600581 w 7869956"/>
              <a:gd name="connsiteY772" fmla="*/ 164047 h 3717758"/>
              <a:gd name="connsiteX773" fmla="*/ 2581072 w 7869956"/>
              <a:gd name="connsiteY773" fmla="*/ 157276 h 3717758"/>
              <a:gd name="connsiteX774" fmla="*/ 6977052 w 7869956"/>
              <a:gd name="connsiteY774" fmla="*/ 2695854 h 3717758"/>
              <a:gd name="connsiteX775" fmla="*/ 6990657 w 7869956"/>
              <a:gd name="connsiteY775" fmla="*/ 2681168 h 3717758"/>
              <a:gd name="connsiteX776" fmla="*/ 6977052 w 7869956"/>
              <a:gd name="connsiteY776" fmla="*/ 2695854 h 3717758"/>
              <a:gd name="connsiteX777" fmla="*/ 2556431 w 7869956"/>
              <a:gd name="connsiteY777" fmla="*/ 157512 h 3717758"/>
              <a:gd name="connsiteX778" fmla="*/ 2549998 w 7869956"/>
              <a:gd name="connsiteY778" fmla="*/ 152269 h 3717758"/>
              <a:gd name="connsiteX779" fmla="*/ 2556878 w 7869956"/>
              <a:gd name="connsiteY779" fmla="*/ 142266 h 3717758"/>
              <a:gd name="connsiteX780" fmla="*/ 2563107 w 7869956"/>
              <a:gd name="connsiteY780" fmla="*/ 153273 h 3717758"/>
              <a:gd name="connsiteX781" fmla="*/ 2556431 w 7869956"/>
              <a:gd name="connsiteY781" fmla="*/ 157512 h 3717758"/>
              <a:gd name="connsiteX782" fmla="*/ 2528269 w 7869956"/>
              <a:gd name="connsiteY782" fmla="*/ 151492 h 3717758"/>
              <a:gd name="connsiteX783" fmla="*/ 2525650 w 7869956"/>
              <a:gd name="connsiteY783" fmla="*/ 142512 h 3717758"/>
              <a:gd name="connsiteX784" fmla="*/ 2546891 w 7869956"/>
              <a:gd name="connsiteY784" fmla="*/ 146734 h 3717758"/>
              <a:gd name="connsiteX785" fmla="*/ 2543290 w 7869956"/>
              <a:gd name="connsiteY785" fmla="*/ 157015 h 3717758"/>
              <a:gd name="connsiteX786" fmla="*/ 2528269 w 7869956"/>
              <a:gd name="connsiteY786" fmla="*/ 151492 h 3717758"/>
              <a:gd name="connsiteX787" fmla="*/ 6700092 w 7869956"/>
              <a:gd name="connsiteY787" fmla="*/ 2580623 h 3717758"/>
              <a:gd name="connsiteX788" fmla="*/ 6706587 w 7869956"/>
              <a:gd name="connsiteY788" fmla="*/ 2567184 h 3717758"/>
              <a:gd name="connsiteX789" fmla="*/ 6700031 w 7869956"/>
              <a:gd name="connsiteY789" fmla="*/ 2566674 h 3717758"/>
              <a:gd name="connsiteX790" fmla="*/ 6696446 w 7869956"/>
              <a:gd name="connsiteY790" fmla="*/ 2576940 h 3717758"/>
              <a:gd name="connsiteX791" fmla="*/ 6700092 w 7869956"/>
              <a:gd name="connsiteY791" fmla="*/ 2580623 h 3717758"/>
              <a:gd name="connsiteX792" fmla="*/ 2498951 w 7869956"/>
              <a:gd name="connsiteY792" fmla="*/ 156195 h 3717758"/>
              <a:gd name="connsiteX793" fmla="*/ 2499568 w 7869956"/>
              <a:gd name="connsiteY793" fmla="*/ 135200 h 3717758"/>
              <a:gd name="connsiteX794" fmla="*/ 2510824 w 7869956"/>
              <a:gd name="connsiteY794" fmla="*/ 143950 h 3717758"/>
              <a:gd name="connsiteX795" fmla="*/ 2498951 w 7869956"/>
              <a:gd name="connsiteY795" fmla="*/ 156195 h 3717758"/>
              <a:gd name="connsiteX796" fmla="*/ 6566065 w 7869956"/>
              <a:gd name="connsiteY796" fmla="*/ 2504738 h 3717758"/>
              <a:gd name="connsiteX797" fmla="*/ 6558010 w 7869956"/>
              <a:gd name="connsiteY797" fmla="*/ 2499620 h 3717758"/>
              <a:gd name="connsiteX798" fmla="*/ 6574552 w 7869956"/>
              <a:gd name="connsiteY798" fmla="*/ 2495678 h 3717758"/>
              <a:gd name="connsiteX799" fmla="*/ 6566065 w 7869956"/>
              <a:gd name="connsiteY799" fmla="*/ 2504738 h 3717758"/>
              <a:gd name="connsiteX800" fmla="*/ 2420602 w 7869956"/>
              <a:gd name="connsiteY800" fmla="*/ 139607 h 3717758"/>
              <a:gd name="connsiteX801" fmla="*/ 2430912 w 7869956"/>
              <a:gd name="connsiteY801" fmla="*/ 124612 h 3717758"/>
              <a:gd name="connsiteX802" fmla="*/ 2438859 w 7869956"/>
              <a:gd name="connsiteY802" fmla="*/ 133130 h 3717758"/>
              <a:gd name="connsiteX803" fmla="*/ 2420602 w 7869956"/>
              <a:gd name="connsiteY803" fmla="*/ 139607 h 3717758"/>
              <a:gd name="connsiteX804" fmla="*/ 2416046 w 7869956"/>
              <a:gd name="connsiteY804" fmla="*/ 137870 h 3717758"/>
              <a:gd name="connsiteX805" fmla="*/ 2404693 w 7869956"/>
              <a:gd name="connsiteY805" fmla="*/ 122602 h 3717758"/>
              <a:gd name="connsiteX806" fmla="*/ 2420740 w 7869956"/>
              <a:gd name="connsiteY806" fmla="*/ 134367 h 3717758"/>
              <a:gd name="connsiteX807" fmla="*/ 2416046 w 7869956"/>
              <a:gd name="connsiteY807" fmla="*/ 137870 h 3717758"/>
              <a:gd name="connsiteX808" fmla="*/ 6704979 w 7869956"/>
              <a:gd name="connsiteY808" fmla="*/ 2619608 h 3717758"/>
              <a:gd name="connsiteX809" fmla="*/ 6739655 w 7869956"/>
              <a:gd name="connsiteY809" fmla="*/ 2614413 h 3717758"/>
              <a:gd name="connsiteX810" fmla="*/ 6736085 w 7869956"/>
              <a:gd name="connsiteY810" fmla="*/ 2569503 h 3717758"/>
              <a:gd name="connsiteX811" fmla="*/ 6735142 w 7869956"/>
              <a:gd name="connsiteY811" fmla="*/ 2600932 h 3717758"/>
              <a:gd name="connsiteX812" fmla="*/ 6726082 w 7869956"/>
              <a:gd name="connsiteY812" fmla="*/ 2573972 h 3717758"/>
              <a:gd name="connsiteX813" fmla="*/ 6714533 w 7869956"/>
              <a:gd name="connsiteY813" fmla="*/ 2575703 h 3717758"/>
              <a:gd name="connsiteX814" fmla="*/ 6694065 w 7869956"/>
              <a:gd name="connsiteY814" fmla="*/ 2600422 h 3717758"/>
              <a:gd name="connsiteX815" fmla="*/ 6708751 w 7869956"/>
              <a:gd name="connsiteY815" fmla="*/ 2604149 h 3717758"/>
              <a:gd name="connsiteX816" fmla="*/ 6704979 w 7869956"/>
              <a:gd name="connsiteY816" fmla="*/ 2619608 h 3717758"/>
              <a:gd name="connsiteX817" fmla="*/ 6476337 w 7869956"/>
              <a:gd name="connsiteY817" fmla="*/ 2488102 h 3717758"/>
              <a:gd name="connsiteX818" fmla="*/ 6476860 w 7869956"/>
              <a:gd name="connsiteY818" fmla="*/ 2488287 h 3717758"/>
              <a:gd name="connsiteX819" fmla="*/ 6477108 w 7869956"/>
              <a:gd name="connsiteY819" fmla="*/ 2487577 h 3717758"/>
              <a:gd name="connsiteX820" fmla="*/ 6494899 w 7869956"/>
              <a:gd name="connsiteY820" fmla="*/ 2508824 h 3717758"/>
              <a:gd name="connsiteX821" fmla="*/ 6508746 w 7869956"/>
              <a:gd name="connsiteY821" fmla="*/ 2482614 h 3717758"/>
              <a:gd name="connsiteX822" fmla="*/ 6507720 w 7869956"/>
              <a:gd name="connsiteY822" fmla="*/ 2482630 h 3717758"/>
              <a:gd name="connsiteX823" fmla="*/ 6511307 w 7869956"/>
              <a:gd name="connsiteY823" fmla="*/ 2472426 h 3717758"/>
              <a:gd name="connsiteX824" fmla="*/ 6493804 w 7869956"/>
              <a:gd name="connsiteY824" fmla="*/ 2480948 h 3717758"/>
              <a:gd name="connsiteX825" fmla="*/ 6491118 w 7869956"/>
              <a:gd name="connsiteY825" fmla="*/ 2481312 h 3717758"/>
              <a:gd name="connsiteX826" fmla="*/ 6491629 w 7869956"/>
              <a:gd name="connsiteY826" fmla="*/ 2481443 h 3717758"/>
              <a:gd name="connsiteX827" fmla="*/ 6495548 w 7869956"/>
              <a:gd name="connsiteY827" fmla="*/ 2487862 h 3717758"/>
              <a:gd name="connsiteX828" fmla="*/ 6494899 w 7869956"/>
              <a:gd name="connsiteY828" fmla="*/ 2508824 h 3717758"/>
              <a:gd name="connsiteX829" fmla="*/ 6694986 w 7869956"/>
              <a:gd name="connsiteY829" fmla="*/ 2624759 h 3717758"/>
              <a:gd name="connsiteX830" fmla="*/ 6701717 w 7869956"/>
              <a:gd name="connsiteY830" fmla="*/ 2619360 h 3717758"/>
              <a:gd name="connsiteX831" fmla="*/ 6688593 w 7869956"/>
              <a:gd name="connsiteY831" fmla="*/ 2618310 h 3717758"/>
              <a:gd name="connsiteX832" fmla="*/ 6694986 w 7869956"/>
              <a:gd name="connsiteY832" fmla="*/ 2624759 h 3717758"/>
              <a:gd name="connsiteX833" fmla="*/ 2398727 w 7869956"/>
              <a:gd name="connsiteY833" fmla="*/ 156257 h 3717758"/>
              <a:gd name="connsiteX834" fmla="*/ 2394198 w 7869956"/>
              <a:gd name="connsiteY834" fmla="*/ 142806 h 3717758"/>
              <a:gd name="connsiteX835" fmla="*/ 2399360 w 7869956"/>
              <a:gd name="connsiteY835" fmla="*/ 135324 h 3717758"/>
              <a:gd name="connsiteX836" fmla="*/ 2403859 w 7869956"/>
              <a:gd name="connsiteY836" fmla="*/ 148836 h 3717758"/>
              <a:gd name="connsiteX837" fmla="*/ 2398727 w 7869956"/>
              <a:gd name="connsiteY837" fmla="*/ 156257 h 3717758"/>
              <a:gd name="connsiteX838" fmla="*/ 2387334 w 7869956"/>
              <a:gd name="connsiteY838" fmla="*/ 152779 h 3717758"/>
              <a:gd name="connsiteX839" fmla="*/ 2389544 w 7869956"/>
              <a:gd name="connsiteY839" fmla="*/ 134568 h 3717758"/>
              <a:gd name="connsiteX840" fmla="*/ 2394058 w 7869956"/>
              <a:gd name="connsiteY840" fmla="*/ 148002 h 3717758"/>
              <a:gd name="connsiteX841" fmla="*/ 2387334 w 7869956"/>
              <a:gd name="connsiteY841" fmla="*/ 152779 h 3717758"/>
              <a:gd name="connsiteX842" fmla="*/ 6644284 w 7869956"/>
              <a:gd name="connsiteY842" fmla="*/ 2617521 h 3717758"/>
              <a:gd name="connsiteX843" fmla="*/ 6669098 w 7869956"/>
              <a:gd name="connsiteY843" fmla="*/ 2611539 h 3717758"/>
              <a:gd name="connsiteX844" fmla="*/ 6644284 w 7869956"/>
              <a:gd name="connsiteY844" fmla="*/ 2617521 h 3717758"/>
              <a:gd name="connsiteX845" fmla="*/ 6614548 w 7869956"/>
              <a:gd name="connsiteY845" fmla="*/ 2608578 h 3717758"/>
              <a:gd name="connsiteX846" fmla="*/ 6623198 w 7869956"/>
              <a:gd name="connsiteY846" fmla="*/ 2608014 h 3717758"/>
              <a:gd name="connsiteX847" fmla="*/ 6611790 w 7869956"/>
              <a:gd name="connsiteY847" fmla="*/ 2604519 h 3717758"/>
              <a:gd name="connsiteX848" fmla="*/ 6614548 w 7869956"/>
              <a:gd name="connsiteY848" fmla="*/ 2608578 h 3717758"/>
              <a:gd name="connsiteX849" fmla="*/ 2362504 w 7869956"/>
              <a:gd name="connsiteY849" fmla="*/ 158699 h 3717758"/>
              <a:gd name="connsiteX850" fmla="*/ 2358159 w 7869956"/>
              <a:gd name="connsiteY850" fmla="*/ 139993 h 3717758"/>
              <a:gd name="connsiteX851" fmla="*/ 2379231 w 7869956"/>
              <a:gd name="connsiteY851" fmla="*/ 149515 h 3717758"/>
              <a:gd name="connsiteX852" fmla="*/ 2362504 w 7869956"/>
              <a:gd name="connsiteY852" fmla="*/ 158699 h 3717758"/>
              <a:gd name="connsiteX853" fmla="*/ 6433580 w 7869956"/>
              <a:gd name="connsiteY853" fmla="*/ 2511475 h 3717758"/>
              <a:gd name="connsiteX854" fmla="*/ 6436314 w 7869956"/>
              <a:gd name="connsiteY854" fmla="*/ 2507739 h 3717758"/>
              <a:gd name="connsiteX855" fmla="*/ 6439508 w 7869956"/>
              <a:gd name="connsiteY855" fmla="*/ 2494015 h 3717758"/>
              <a:gd name="connsiteX856" fmla="*/ 6442135 w 7869956"/>
              <a:gd name="connsiteY856" fmla="*/ 2515209 h 3717758"/>
              <a:gd name="connsiteX857" fmla="*/ 6449350 w 7869956"/>
              <a:gd name="connsiteY857" fmla="*/ 2516806 h 3717758"/>
              <a:gd name="connsiteX858" fmla="*/ 6449528 w 7869956"/>
              <a:gd name="connsiteY858" fmla="*/ 2520485 h 3717758"/>
              <a:gd name="connsiteX859" fmla="*/ 6457061 w 7869956"/>
              <a:gd name="connsiteY859" fmla="*/ 2518667 h 3717758"/>
              <a:gd name="connsiteX860" fmla="*/ 6465418 w 7869956"/>
              <a:gd name="connsiteY860" fmla="*/ 2506537 h 3717758"/>
              <a:gd name="connsiteX861" fmla="*/ 6481804 w 7869956"/>
              <a:gd name="connsiteY861" fmla="*/ 2507804 h 3717758"/>
              <a:gd name="connsiteX862" fmla="*/ 6472112 w 7869956"/>
              <a:gd name="connsiteY862" fmla="*/ 2501806 h 3717758"/>
              <a:gd name="connsiteX863" fmla="*/ 6475256 w 7869956"/>
              <a:gd name="connsiteY863" fmla="*/ 2492853 h 3717758"/>
              <a:gd name="connsiteX864" fmla="*/ 6472452 w 7869956"/>
              <a:gd name="connsiteY864" fmla="*/ 2493830 h 3717758"/>
              <a:gd name="connsiteX865" fmla="*/ 6466195 w 7869956"/>
              <a:gd name="connsiteY865" fmla="*/ 2497827 h 3717758"/>
              <a:gd name="connsiteX866" fmla="*/ 6460088 w 7869956"/>
              <a:gd name="connsiteY866" fmla="*/ 2481562 h 3717758"/>
              <a:gd name="connsiteX867" fmla="*/ 6429958 w 7869956"/>
              <a:gd name="connsiteY867" fmla="*/ 2500239 h 3717758"/>
              <a:gd name="connsiteX868" fmla="*/ 2336626 w 7869956"/>
              <a:gd name="connsiteY868" fmla="*/ 146208 h 3717758"/>
              <a:gd name="connsiteX869" fmla="*/ 2332097 w 7869956"/>
              <a:gd name="connsiteY869" fmla="*/ 132698 h 3717758"/>
              <a:gd name="connsiteX870" fmla="*/ 2337384 w 7869956"/>
              <a:gd name="connsiteY870" fmla="*/ 119990 h 3717758"/>
              <a:gd name="connsiteX871" fmla="*/ 2342408 w 7869956"/>
              <a:gd name="connsiteY871" fmla="*/ 117779 h 3717758"/>
              <a:gd name="connsiteX872" fmla="*/ 2347077 w 7869956"/>
              <a:gd name="connsiteY872" fmla="*/ 125988 h 3717758"/>
              <a:gd name="connsiteX873" fmla="*/ 2336626 w 7869956"/>
              <a:gd name="connsiteY873" fmla="*/ 146208 h 3717758"/>
              <a:gd name="connsiteX874" fmla="*/ 2474547 w 7869956"/>
              <a:gd name="connsiteY874" fmla="*/ 229631 h 3717758"/>
              <a:gd name="connsiteX875" fmla="*/ 2480508 w 7869956"/>
              <a:gd name="connsiteY875" fmla="*/ 223026 h 3717758"/>
              <a:gd name="connsiteX876" fmla="*/ 2468944 w 7869956"/>
              <a:gd name="connsiteY876" fmla="*/ 224758 h 3717758"/>
              <a:gd name="connsiteX877" fmla="*/ 2474547 w 7869956"/>
              <a:gd name="connsiteY877" fmla="*/ 229631 h 3717758"/>
              <a:gd name="connsiteX878" fmla="*/ 2318646 w 7869956"/>
              <a:gd name="connsiteY878" fmla="*/ 142188 h 3717758"/>
              <a:gd name="connsiteX879" fmla="*/ 2312414 w 7869956"/>
              <a:gd name="connsiteY879" fmla="*/ 131181 h 3717758"/>
              <a:gd name="connsiteX880" fmla="*/ 2319294 w 7869956"/>
              <a:gd name="connsiteY880" fmla="*/ 121210 h 3717758"/>
              <a:gd name="connsiteX881" fmla="*/ 2328958 w 7869956"/>
              <a:gd name="connsiteY881" fmla="*/ 127193 h 3717758"/>
              <a:gd name="connsiteX882" fmla="*/ 2318646 w 7869956"/>
              <a:gd name="connsiteY882" fmla="*/ 142188 h 3717758"/>
              <a:gd name="connsiteX883" fmla="*/ 6449941 w 7869956"/>
              <a:gd name="connsiteY883" fmla="*/ 2529000 h 3717758"/>
              <a:gd name="connsiteX884" fmla="*/ 6451869 w 7869956"/>
              <a:gd name="connsiteY884" fmla="*/ 2526204 h 3717758"/>
              <a:gd name="connsiteX885" fmla="*/ 6451072 w 7869956"/>
              <a:gd name="connsiteY885" fmla="*/ 2526025 h 3717758"/>
              <a:gd name="connsiteX886" fmla="*/ 6449848 w 7869956"/>
              <a:gd name="connsiteY886" fmla="*/ 2527062 h 3717758"/>
              <a:gd name="connsiteX887" fmla="*/ 2336285 w 7869956"/>
              <a:gd name="connsiteY887" fmla="*/ 156690 h 3717758"/>
              <a:gd name="connsiteX888" fmla="*/ 2349705 w 7869956"/>
              <a:gd name="connsiteY888" fmla="*/ 147229 h 3717758"/>
              <a:gd name="connsiteX889" fmla="*/ 2354372 w 7869956"/>
              <a:gd name="connsiteY889" fmla="*/ 155484 h 3717758"/>
              <a:gd name="connsiteX890" fmla="*/ 2336285 w 7869956"/>
              <a:gd name="connsiteY890" fmla="*/ 156690 h 3717758"/>
              <a:gd name="connsiteX891" fmla="*/ 2424639 w 7869956"/>
              <a:gd name="connsiteY891" fmla="*/ 210046 h 3717758"/>
              <a:gd name="connsiteX892" fmla="*/ 2433341 w 7869956"/>
              <a:gd name="connsiteY892" fmla="*/ 206237 h 3717758"/>
              <a:gd name="connsiteX893" fmla="*/ 2420402 w 7869956"/>
              <a:gd name="connsiteY893" fmla="*/ 199977 h 3717758"/>
              <a:gd name="connsiteX894" fmla="*/ 2424639 w 7869956"/>
              <a:gd name="connsiteY894" fmla="*/ 210046 h 3717758"/>
              <a:gd name="connsiteX895" fmla="*/ 2443777 w 7869956"/>
              <a:gd name="connsiteY895" fmla="*/ 228541 h 3717758"/>
              <a:gd name="connsiteX896" fmla="*/ 2462713 w 7869956"/>
              <a:gd name="connsiteY896" fmla="*/ 213750 h 3717758"/>
              <a:gd name="connsiteX897" fmla="*/ 2451459 w 7869956"/>
              <a:gd name="connsiteY897" fmla="*/ 205048 h 3717758"/>
              <a:gd name="connsiteX898" fmla="*/ 2457103 w 7869956"/>
              <a:gd name="connsiteY898" fmla="*/ 181796 h 3717758"/>
              <a:gd name="connsiteX899" fmla="*/ 2437732 w 7869956"/>
              <a:gd name="connsiteY899" fmla="*/ 224959 h 3717758"/>
              <a:gd name="connsiteX900" fmla="*/ 2443777 w 7869956"/>
              <a:gd name="connsiteY900" fmla="*/ 228541 h 3717758"/>
              <a:gd name="connsiteX901" fmla="*/ 2419768 w 7869956"/>
              <a:gd name="connsiteY901" fmla="*/ 220970 h 3717758"/>
              <a:gd name="connsiteX902" fmla="*/ 2436310 w 7869956"/>
              <a:gd name="connsiteY902" fmla="*/ 216966 h 3717758"/>
              <a:gd name="connsiteX903" fmla="*/ 2419768 w 7869956"/>
              <a:gd name="connsiteY903" fmla="*/ 220970 h 3717758"/>
              <a:gd name="connsiteX904" fmla="*/ 6413687 w 7869956"/>
              <a:gd name="connsiteY904" fmla="*/ 2530477 h 3717758"/>
              <a:gd name="connsiteX905" fmla="*/ 6416999 w 7869956"/>
              <a:gd name="connsiteY905" fmla="*/ 2531690 h 3717758"/>
              <a:gd name="connsiteX906" fmla="*/ 6417597 w 7869956"/>
              <a:gd name="connsiteY906" fmla="*/ 2530833 h 3717758"/>
              <a:gd name="connsiteX907" fmla="*/ 2256206 w 7869956"/>
              <a:gd name="connsiteY907" fmla="*/ 142559 h 3717758"/>
              <a:gd name="connsiteX908" fmla="*/ 2264800 w 7869956"/>
              <a:gd name="connsiteY908" fmla="*/ 130130 h 3717758"/>
              <a:gd name="connsiteX909" fmla="*/ 2249975 w 7869956"/>
              <a:gd name="connsiteY909" fmla="*/ 131614 h 3717758"/>
              <a:gd name="connsiteX910" fmla="*/ 2252463 w 7869956"/>
              <a:gd name="connsiteY910" fmla="*/ 102890 h 3717758"/>
              <a:gd name="connsiteX911" fmla="*/ 2275437 w 7869956"/>
              <a:gd name="connsiteY911" fmla="*/ 104667 h 3717758"/>
              <a:gd name="connsiteX912" fmla="*/ 2286675 w 7869956"/>
              <a:gd name="connsiteY912" fmla="*/ 113433 h 3717758"/>
              <a:gd name="connsiteX913" fmla="*/ 2265124 w 7869956"/>
              <a:gd name="connsiteY913" fmla="*/ 119648 h 3717758"/>
              <a:gd name="connsiteX914" fmla="*/ 2271355 w 7869956"/>
              <a:gd name="connsiteY914" fmla="*/ 130640 h 3717758"/>
              <a:gd name="connsiteX915" fmla="*/ 2256206 w 7869956"/>
              <a:gd name="connsiteY915" fmla="*/ 142559 h 3717758"/>
              <a:gd name="connsiteX916" fmla="*/ 2453924 w 7869956"/>
              <a:gd name="connsiteY916" fmla="*/ 259558 h 3717758"/>
              <a:gd name="connsiteX917" fmla="*/ 2459885 w 7869956"/>
              <a:gd name="connsiteY917" fmla="*/ 252957 h 3717758"/>
              <a:gd name="connsiteX918" fmla="*/ 2457072 w 7869956"/>
              <a:gd name="connsiteY918" fmla="*/ 236971 h 3717758"/>
              <a:gd name="connsiteX919" fmla="*/ 2448322 w 7869956"/>
              <a:gd name="connsiteY919" fmla="*/ 254656 h 3717758"/>
              <a:gd name="connsiteX920" fmla="*/ 2453924 w 7869956"/>
              <a:gd name="connsiteY920" fmla="*/ 259558 h 3717758"/>
              <a:gd name="connsiteX921" fmla="*/ 6426832 w 7869956"/>
              <a:gd name="connsiteY921" fmla="*/ 2568818 h 3717758"/>
              <a:gd name="connsiteX922" fmla="*/ 6440574 w 7869956"/>
              <a:gd name="connsiteY922" fmla="*/ 2562284 h 3717758"/>
              <a:gd name="connsiteX923" fmla="*/ 6436579 w 7869956"/>
              <a:gd name="connsiteY923" fmla="*/ 2543613 h 3717758"/>
              <a:gd name="connsiteX924" fmla="*/ 6435831 w 7869956"/>
              <a:gd name="connsiteY924" fmla="*/ 2534030 h 3717758"/>
              <a:gd name="connsiteX925" fmla="*/ 6427236 w 7869956"/>
              <a:gd name="connsiteY925" fmla="*/ 2531844 h 3717758"/>
              <a:gd name="connsiteX926" fmla="*/ 6426692 w 7869956"/>
              <a:gd name="connsiteY926" fmla="*/ 2532308 h 3717758"/>
              <a:gd name="connsiteX927" fmla="*/ 6422487 w 7869956"/>
              <a:gd name="connsiteY927" fmla="*/ 2563535 h 3717758"/>
              <a:gd name="connsiteX928" fmla="*/ 6426832 w 7869956"/>
              <a:gd name="connsiteY928" fmla="*/ 2568818 h 3717758"/>
              <a:gd name="connsiteX929" fmla="*/ 2775488 w 7869956"/>
              <a:gd name="connsiteY929" fmla="*/ 465527 h 3717758"/>
              <a:gd name="connsiteX930" fmla="*/ 2787597 w 7869956"/>
              <a:gd name="connsiteY930" fmla="*/ 443897 h 3717758"/>
              <a:gd name="connsiteX931" fmla="*/ 2772447 w 7869956"/>
              <a:gd name="connsiteY931" fmla="*/ 455817 h 3717758"/>
              <a:gd name="connsiteX932" fmla="*/ 2775488 w 7869956"/>
              <a:gd name="connsiteY932" fmla="*/ 465527 h 3717758"/>
              <a:gd name="connsiteX933" fmla="*/ 2105702 w 7869956"/>
              <a:gd name="connsiteY933" fmla="*/ 90095 h 3717758"/>
              <a:gd name="connsiteX934" fmla="*/ 2103555 w 7869956"/>
              <a:gd name="connsiteY934" fmla="*/ 83443 h 3717758"/>
              <a:gd name="connsiteX935" fmla="*/ 2115275 w 7869956"/>
              <a:gd name="connsiteY935" fmla="*/ 76471 h 3717758"/>
              <a:gd name="connsiteX936" fmla="*/ 2123081 w 7869956"/>
              <a:gd name="connsiteY936" fmla="*/ 90229 h 3717758"/>
              <a:gd name="connsiteX937" fmla="*/ 2105702 w 7869956"/>
              <a:gd name="connsiteY937" fmla="*/ 90095 h 3717758"/>
              <a:gd name="connsiteX938" fmla="*/ 2159892 w 7869956"/>
              <a:gd name="connsiteY938" fmla="*/ 121982 h 3717758"/>
              <a:gd name="connsiteX939" fmla="*/ 2194073 w 7869956"/>
              <a:gd name="connsiteY939" fmla="*/ 132526 h 3717758"/>
              <a:gd name="connsiteX940" fmla="*/ 2159892 w 7869956"/>
              <a:gd name="connsiteY940" fmla="*/ 121982 h 3717758"/>
              <a:gd name="connsiteX941" fmla="*/ 2221081 w 7869956"/>
              <a:gd name="connsiteY941" fmla="*/ 163491 h 3717758"/>
              <a:gd name="connsiteX942" fmla="*/ 2226538 w 7869956"/>
              <a:gd name="connsiteY942" fmla="*/ 145527 h 3717758"/>
              <a:gd name="connsiteX943" fmla="*/ 2232475 w 7869956"/>
              <a:gd name="connsiteY943" fmla="*/ 167032 h 3717758"/>
              <a:gd name="connsiteX944" fmla="*/ 2246203 w 7869956"/>
              <a:gd name="connsiteY944" fmla="*/ 147088 h 3717758"/>
              <a:gd name="connsiteX945" fmla="*/ 2220139 w 7869956"/>
              <a:gd name="connsiteY945" fmla="*/ 139807 h 3717758"/>
              <a:gd name="connsiteX946" fmla="*/ 2221081 w 7869956"/>
              <a:gd name="connsiteY946" fmla="*/ 163491 h 3717758"/>
              <a:gd name="connsiteX947" fmla="*/ 2106061 w 7869956"/>
              <a:gd name="connsiteY947" fmla="*/ 109879 h 3717758"/>
              <a:gd name="connsiteX948" fmla="*/ 2116373 w 7869956"/>
              <a:gd name="connsiteY948" fmla="*/ 94960 h 3717758"/>
              <a:gd name="connsiteX949" fmla="*/ 2120718 w 7869956"/>
              <a:gd name="connsiteY949" fmla="*/ 113666 h 3717758"/>
              <a:gd name="connsiteX950" fmla="*/ 2140691 w 7869956"/>
              <a:gd name="connsiteY950" fmla="*/ 104715 h 3717758"/>
              <a:gd name="connsiteX951" fmla="*/ 2156615 w 7869956"/>
              <a:gd name="connsiteY951" fmla="*/ 121752 h 3717758"/>
              <a:gd name="connsiteX952" fmla="*/ 2106061 w 7869956"/>
              <a:gd name="connsiteY952" fmla="*/ 109879 h 3717758"/>
              <a:gd name="connsiteX953" fmla="*/ 2251351 w 7869956"/>
              <a:gd name="connsiteY953" fmla="*/ 194751 h 3717758"/>
              <a:gd name="connsiteX954" fmla="*/ 2258370 w 7869956"/>
              <a:gd name="connsiteY954" fmla="*/ 179507 h 3717758"/>
              <a:gd name="connsiteX955" fmla="*/ 2241984 w 7869956"/>
              <a:gd name="connsiteY955" fmla="*/ 178271 h 3717758"/>
              <a:gd name="connsiteX956" fmla="*/ 2238550 w 7869956"/>
              <a:gd name="connsiteY956" fmla="*/ 183218 h 3717758"/>
              <a:gd name="connsiteX957" fmla="*/ 2251351 w 7869956"/>
              <a:gd name="connsiteY957" fmla="*/ 194751 h 3717758"/>
              <a:gd name="connsiteX958" fmla="*/ 2218902 w 7869956"/>
              <a:gd name="connsiteY958" fmla="*/ 181734 h 3717758"/>
              <a:gd name="connsiteX959" fmla="*/ 2235444 w 7869956"/>
              <a:gd name="connsiteY959" fmla="*/ 177730 h 3717758"/>
              <a:gd name="connsiteX960" fmla="*/ 2218902 w 7869956"/>
              <a:gd name="connsiteY960" fmla="*/ 181734 h 3717758"/>
              <a:gd name="connsiteX961" fmla="*/ 2199254 w 7869956"/>
              <a:gd name="connsiteY961" fmla="*/ 179108 h 3717758"/>
              <a:gd name="connsiteX962" fmla="*/ 2205776 w 7869956"/>
              <a:gd name="connsiteY962" fmla="*/ 180682 h 3717758"/>
              <a:gd name="connsiteX963" fmla="*/ 2204525 w 7869956"/>
              <a:gd name="connsiteY963" fmla="*/ 167511 h 3717758"/>
              <a:gd name="connsiteX964" fmla="*/ 2192837 w 7869956"/>
              <a:gd name="connsiteY964" fmla="*/ 174437 h 3717758"/>
              <a:gd name="connsiteX965" fmla="*/ 2199254 w 7869956"/>
              <a:gd name="connsiteY965" fmla="*/ 179108 h 3717758"/>
              <a:gd name="connsiteX966" fmla="*/ 2090110 w 7869956"/>
              <a:gd name="connsiteY966" fmla="*/ 117285 h 3717758"/>
              <a:gd name="connsiteX967" fmla="*/ 2084649 w 7869956"/>
              <a:gd name="connsiteY967" fmla="*/ 110868 h 3717758"/>
              <a:gd name="connsiteX968" fmla="*/ 2099829 w 7869956"/>
              <a:gd name="connsiteY968" fmla="*/ 98932 h 3717758"/>
              <a:gd name="connsiteX969" fmla="*/ 2090110 w 7869956"/>
              <a:gd name="connsiteY969" fmla="*/ 117285 h 3717758"/>
              <a:gd name="connsiteX970" fmla="*/ 2648774 w 7869956"/>
              <a:gd name="connsiteY970" fmla="*/ 443540 h 3717758"/>
              <a:gd name="connsiteX971" fmla="*/ 2652867 w 7869956"/>
              <a:gd name="connsiteY971" fmla="*/ 443928 h 3717758"/>
              <a:gd name="connsiteX972" fmla="*/ 2658679 w 7869956"/>
              <a:gd name="connsiteY972" fmla="*/ 415483 h 3717758"/>
              <a:gd name="connsiteX973" fmla="*/ 2644750 w 7869956"/>
              <a:gd name="connsiteY973" fmla="*/ 440682 h 3717758"/>
              <a:gd name="connsiteX974" fmla="*/ 2648774 w 7869956"/>
              <a:gd name="connsiteY974" fmla="*/ 443540 h 3717758"/>
              <a:gd name="connsiteX975" fmla="*/ 2161748 w 7869956"/>
              <a:gd name="connsiteY975" fmla="*/ 169414 h 3717758"/>
              <a:gd name="connsiteX976" fmla="*/ 2191259 w 7869956"/>
              <a:gd name="connsiteY976" fmla="*/ 171670 h 3717758"/>
              <a:gd name="connsiteX977" fmla="*/ 2166911 w 7869956"/>
              <a:gd name="connsiteY977" fmla="*/ 161899 h 3717758"/>
              <a:gd name="connsiteX978" fmla="*/ 2161748 w 7869956"/>
              <a:gd name="connsiteY978" fmla="*/ 169414 h 3717758"/>
              <a:gd name="connsiteX979" fmla="*/ 6267700 w 7869956"/>
              <a:gd name="connsiteY979" fmla="*/ 2544456 h 3717758"/>
              <a:gd name="connsiteX980" fmla="*/ 6264009 w 7869956"/>
              <a:gd name="connsiteY980" fmla="*/ 2532864 h 3717758"/>
              <a:gd name="connsiteX981" fmla="*/ 6297139 w 7869956"/>
              <a:gd name="connsiteY981" fmla="*/ 2524903 h 3717758"/>
              <a:gd name="connsiteX982" fmla="*/ 6298390 w 7869956"/>
              <a:gd name="connsiteY982" fmla="*/ 2538167 h 3717758"/>
              <a:gd name="connsiteX983" fmla="*/ 6267700 w 7869956"/>
              <a:gd name="connsiteY983" fmla="*/ 2544456 h 3717758"/>
              <a:gd name="connsiteX984" fmla="*/ 2017864 w 7869956"/>
              <a:gd name="connsiteY984" fmla="*/ 92563 h 3717758"/>
              <a:gd name="connsiteX985" fmla="*/ 2037358 w 7869956"/>
              <a:gd name="connsiteY985" fmla="*/ 99334 h 3717758"/>
              <a:gd name="connsiteX986" fmla="*/ 2017864 w 7869956"/>
              <a:gd name="connsiteY986" fmla="*/ 92563 h 3717758"/>
              <a:gd name="connsiteX987" fmla="*/ 2145762 w 7869956"/>
              <a:gd name="connsiteY987" fmla="*/ 168992 h 3717758"/>
              <a:gd name="connsiteX988" fmla="*/ 2155038 w 7869956"/>
              <a:gd name="connsiteY988" fmla="*/ 174159 h 3717758"/>
              <a:gd name="connsiteX989" fmla="*/ 2158625 w 7869956"/>
              <a:gd name="connsiteY989" fmla="*/ 163894 h 3717758"/>
              <a:gd name="connsiteX990" fmla="*/ 2140707 w 7869956"/>
              <a:gd name="connsiteY990" fmla="*/ 159906 h 3717758"/>
              <a:gd name="connsiteX991" fmla="*/ 2145762 w 7869956"/>
              <a:gd name="connsiteY991" fmla="*/ 168992 h 3717758"/>
              <a:gd name="connsiteX992" fmla="*/ 2690241 w 7869956"/>
              <a:gd name="connsiteY992" fmla="*/ 484736 h 3717758"/>
              <a:gd name="connsiteX993" fmla="*/ 2697808 w 7869956"/>
              <a:gd name="connsiteY993" fmla="*/ 478929 h 3717758"/>
              <a:gd name="connsiteX994" fmla="*/ 2682997 w 7869956"/>
              <a:gd name="connsiteY994" fmla="*/ 480397 h 3717758"/>
              <a:gd name="connsiteX995" fmla="*/ 2690241 w 7869956"/>
              <a:gd name="connsiteY995" fmla="*/ 484736 h 3717758"/>
              <a:gd name="connsiteX996" fmla="*/ 2081042 w 7869956"/>
              <a:gd name="connsiteY996" fmla="*/ 134345 h 3717758"/>
              <a:gd name="connsiteX997" fmla="*/ 2082671 w 7869956"/>
              <a:gd name="connsiteY997" fmla="*/ 123993 h 3717758"/>
              <a:gd name="connsiteX998" fmla="*/ 2084094 w 7869956"/>
              <a:gd name="connsiteY998" fmla="*/ 132015 h 3717758"/>
              <a:gd name="connsiteX999" fmla="*/ 2629291 w 7869956"/>
              <a:gd name="connsiteY999" fmla="*/ 451806 h 3717758"/>
              <a:gd name="connsiteX1000" fmla="*/ 2640082 w 7869956"/>
              <a:gd name="connsiteY1000" fmla="*/ 432442 h 3717758"/>
              <a:gd name="connsiteX1001" fmla="*/ 2625256 w 7869956"/>
              <a:gd name="connsiteY1001" fmla="*/ 433880 h 3717758"/>
              <a:gd name="connsiteX1002" fmla="*/ 2623215 w 7869956"/>
              <a:gd name="connsiteY1002" fmla="*/ 446866 h 3717758"/>
              <a:gd name="connsiteX1003" fmla="*/ 2629291 w 7869956"/>
              <a:gd name="connsiteY1003" fmla="*/ 451806 h 3717758"/>
              <a:gd name="connsiteX1004" fmla="*/ 2124539 w 7869956"/>
              <a:gd name="connsiteY1004" fmla="*/ 164392 h 3717758"/>
              <a:gd name="connsiteX1005" fmla="*/ 2135527 w 7869956"/>
              <a:gd name="connsiteY1005" fmla="*/ 167341 h 3717758"/>
              <a:gd name="connsiteX1006" fmla="*/ 2130982 w 7869956"/>
              <a:gd name="connsiteY1006" fmla="*/ 153891 h 3717758"/>
              <a:gd name="connsiteX1007" fmla="*/ 2142856 w 7869956"/>
              <a:gd name="connsiteY1007" fmla="*/ 141694 h 3717758"/>
              <a:gd name="connsiteX1008" fmla="*/ 2117888 w 7869956"/>
              <a:gd name="connsiteY1008" fmla="*/ 152841 h 3717758"/>
              <a:gd name="connsiteX1009" fmla="*/ 2124539 w 7869956"/>
              <a:gd name="connsiteY1009" fmla="*/ 164392 h 3717758"/>
              <a:gd name="connsiteX1010" fmla="*/ 2593857 w 7869956"/>
              <a:gd name="connsiteY1010" fmla="*/ 439368 h 3717758"/>
              <a:gd name="connsiteX1011" fmla="*/ 2602470 w 7869956"/>
              <a:gd name="connsiteY1011" fmla="*/ 426861 h 3717758"/>
              <a:gd name="connsiteX1012" fmla="*/ 2605268 w 7869956"/>
              <a:gd name="connsiteY1012" fmla="*/ 442862 h 3717758"/>
              <a:gd name="connsiteX1013" fmla="*/ 2621964 w 7869956"/>
              <a:gd name="connsiteY1013" fmla="*/ 433679 h 3717758"/>
              <a:gd name="connsiteX1014" fmla="*/ 2630543 w 7869956"/>
              <a:gd name="connsiteY1014" fmla="*/ 421171 h 3717758"/>
              <a:gd name="connsiteX1015" fmla="*/ 2624312 w 7869956"/>
              <a:gd name="connsiteY1015" fmla="*/ 410195 h 3717758"/>
              <a:gd name="connsiteX1016" fmla="*/ 2605917 w 7869956"/>
              <a:gd name="connsiteY1016" fmla="*/ 421944 h 3717758"/>
              <a:gd name="connsiteX1017" fmla="*/ 2581551 w 7869956"/>
              <a:gd name="connsiteY1017" fmla="*/ 412128 h 3717758"/>
              <a:gd name="connsiteX1018" fmla="*/ 2593857 w 7869956"/>
              <a:gd name="connsiteY1018" fmla="*/ 439368 h 3717758"/>
              <a:gd name="connsiteX1019" fmla="*/ 2096168 w 7869956"/>
              <a:gd name="connsiteY1019" fmla="*/ 164327 h 3717758"/>
              <a:gd name="connsiteX1020" fmla="*/ 2106185 w 7869956"/>
              <a:gd name="connsiteY1020" fmla="*/ 159844 h 3717758"/>
              <a:gd name="connsiteX1021" fmla="*/ 2113528 w 7869956"/>
              <a:gd name="connsiteY1021" fmla="*/ 134150 h 3717758"/>
              <a:gd name="connsiteX1022" fmla="*/ 2093370 w 7869956"/>
              <a:gd name="connsiteY1022" fmla="*/ 148356 h 3717758"/>
              <a:gd name="connsiteX1023" fmla="*/ 2096168 w 7869956"/>
              <a:gd name="connsiteY1023" fmla="*/ 164327 h 3717758"/>
              <a:gd name="connsiteX1024" fmla="*/ 2525172 w 7869956"/>
              <a:gd name="connsiteY1024" fmla="*/ 428763 h 3717758"/>
              <a:gd name="connsiteX1025" fmla="*/ 2540181 w 7869956"/>
              <a:gd name="connsiteY1025" fmla="*/ 422053 h 3717758"/>
              <a:gd name="connsiteX1026" fmla="*/ 2525172 w 7869956"/>
              <a:gd name="connsiteY1026" fmla="*/ 428763 h 3717758"/>
              <a:gd name="connsiteX1027" fmla="*/ 1902677 w 7869956"/>
              <a:gd name="connsiteY1027" fmla="*/ 70215 h 3717758"/>
              <a:gd name="connsiteX1028" fmla="*/ 1895779 w 7869956"/>
              <a:gd name="connsiteY1028" fmla="*/ 54192 h 3717758"/>
              <a:gd name="connsiteX1029" fmla="*/ 1942916 w 7869956"/>
              <a:gd name="connsiteY1029" fmla="*/ 71012 h 3717758"/>
              <a:gd name="connsiteX1030" fmla="*/ 1902677 w 7869956"/>
              <a:gd name="connsiteY1030" fmla="*/ 70215 h 3717758"/>
              <a:gd name="connsiteX1031" fmla="*/ 2139237 w 7869956"/>
              <a:gd name="connsiteY1031" fmla="*/ 207057 h 3717758"/>
              <a:gd name="connsiteX1032" fmla="*/ 2151095 w 7869956"/>
              <a:gd name="connsiteY1032" fmla="*/ 194844 h 3717758"/>
              <a:gd name="connsiteX1033" fmla="*/ 2139237 w 7869956"/>
              <a:gd name="connsiteY1033" fmla="*/ 207057 h 3717758"/>
              <a:gd name="connsiteX1034" fmla="*/ 6220635 w 7869956"/>
              <a:gd name="connsiteY1034" fmla="*/ 2566731 h 3717758"/>
              <a:gd name="connsiteX1035" fmla="*/ 6212499 w 7869956"/>
              <a:gd name="connsiteY1035" fmla="*/ 2552468 h 3717758"/>
              <a:gd name="connsiteX1036" fmla="*/ 6232333 w 7869956"/>
              <a:gd name="connsiteY1036" fmla="*/ 2548773 h 3717758"/>
              <a:gd name="connsiteX1037" fmla="*/ 6225130 w 7869956"/>
              <a:gd name="connsiteY1037" fmla="*/ 2569273 h 3717758"/>
              <a:gd name="connsiteX1038" fmla="*/ 6220635 w 7869956"/>
              <a:gd name="connsiteY1038" fmla="*/ 2566731 h 3717758"/>
              <a:gd name="connsiteX1039" fmla="*/ 2591506 w 7869956"/>
              <a:gd name="connsiteY1039" fmla="*/ 477447 h 3717758"/>
              <a:gd name="connsiteX1040" fmla="*/ 2599470 w 7869956"/>
              <a:gd name="connsiteY1040" fmla="*/ 471292 h 3717758"/>
              <a:gd name="connsiteX1041" fmla="*/ 2588076 w 7869956"/>
              <a:gd name="connsiteY1041" fmla="*/ 467751 h 3717758"/>
              <a:gd name="connsiteX1042" fmla="*/ 2591506 w 7869956"/>
              <a:gd name="connsiteY1042" fmla="*/ 477447 h 3717758"/>
              <a:gd name="connsiteX1043" fmla="*/ 2487195 w 7869956"/>
              <a:gd name="connsiteY1043" fmla="*/ 423736 h 3717758"/>
              <a:gd name="connsiteX1044" fmla="*/ 2497390 w 7869956"/>
              <a:gd name="connsiteY1044" fmla="*/ 423986 h 3717758"/>
              <a:gd name="connsiteX1045" fmla="*/ 2506156 w 7869956"/>
              <a:gd name="connsiteY1045" fmla="*/ 406254 h 3717758"/>
              <a:gd name="connsiteX1046" fmla="*/ 2484605 w 7869956"/>
              <a:gd name="connsiteY1046" fmla="*/ 412483 h 3717758"/>
              <a:gd name="connsiteX1047" fmla="*/ 2487195 w 7869956"/>
              <a:gd name="connsiteY1047" fmla="*/ 423736 h 3717758"/>
              <a:gd name="connsiteX1048" fmla="*/ 6289257 w 7869956"/>
              <a:gd name="connsiteY1048" fmla="*/ 2621526 h 3717758"/>
              <a:gd name="connsiteX1049" fmla="*/ 6309431 w 7869956"/>
              <a:gd name="connsiteY1049" fmla="*/ 2607302 h 3717758"/>
              <a:gd name="connsiteX1050" fmla="*/ 6289257 w 7869956"/>
              <a:gd name="connsiteY1050" fmla="*/ 2621526 h 3717758"/>
              <a:gd name="connsiteX1051" fmla="*/ 2196500 w 7869956"/>
              <a:gd name="connsiteY1051" fmla="*/ 269298 h 3717758"/>
              <a:gd name="connsiteX1052" fmla="*/ 2216350 w 7869956"/>
              <a:gd name="connsiteY1052" fmla="*/ 265571 h 3717758"/>
              <a:gd name="connsiteX1053" fmla="*/ 2196500 w 7869956"/>
              <a:gd name="connsiteY1053" fmla="*/ 269298 h 3717758"/>
              <a:gd name="connsiteX1054" fmla="*/ 2405230 w 7869956"/>
              <a:gd name="connsiteY1054" fmla="*/ 390258 h 3717758"/>
              <a:gd name="connsiteX1055" fmla="*/ 2435892 w 7869956"/>
              <a:gd name="connsiteY1055" fmla="*/ 392943 h 3717758"/>
              <a:gd name="connsiteX1056" fmla="*/ 2401896 w 7869956"/>
              <a:gd name="connsiteY1056" fmla="*/ 377174 h 3717758"/>
              <a:gd name="connsiteX1057" fmla="*/ 2405230 w 7869956"/>
              <a:gd name="connsiteY1057" fmla="*/ 390258 h 3717758"/>
              <a:gd name="connsiteX1058" fmla="*/ 1968795 w 7869956"/>
              <a:gd name="connsiteY1058" fmla="*/ 138680 h 3717758"/>
              <a:gd name="connsiteX1059" fmla="*/ 1967404 w 7869956"/>
              <a:gd name="connsiteY1059" fmla="*/ 130641 h 3717758"/>
              <a:gd name="connsiteX1060" fmla="*/ 1980667 w 7869956"/>
              <a:gd name="connsiteY1060" fmla="*/ 126498 h 3717758"/>
              <a:gd name="connsiteX1061" fmla="*/ 1977715 w 7869956"/>
              <a:gd name="connsiteY1061" fmla="*/ 115753 h 3717758"/>
              <a:gd name="connsiteX1062" fmla="*/ 2023445 w 7869956"/>
              <a:gd name="connsiteY1062" fmla="*/ 124503 h 3717758"/>
              <a:gd name="connsiteX1063" fmla="*/ 1968795 w 7869956"/>
              <a:gd name="connsiteY1063" fmla="*/ 138680 h 3717758"/>
              <a:gd name="connsiteX1064" fmla="*/ 6172489 w 7869956"/>
              <a:gd name="connsiteY1064" fmla="*/ 2570400 h 3717758"/>
              <a:gd name="connsiteX1065" fmla="*/ 6169429 w 7869956"/>
              <a:gd name="connsiteY1065" fmla="*/ 2564897 h 3717758"/>
              <a:gd name="connsiteX1066" fmla="*/ 6169553 w 7869956"/>
              <a:gd name="connsiteY1066" fmla="*/ 2559703 h 3717758"/>
              <a:gd name="connsiteX1067" fmla="*/ 6171625 w 7869956"/>
              <a:gd name="connsiteY1067" fmla="*/ 2546686 h 3717758"/>
              <a:gd name="connsiteX1068" fmla="*/ 6183327 w 7869956"/>
              <a:gd name="connsiteY1068" fmla="*/ 2539697 h 3717758"/>
              <a:gd name="connsiteX1069" fmla="*/ 6179415 w 7869956"/>
              <a:gd name="connsiteY1069" fmla="*/ 2560397 h 3717758"/>
              <a:gd name="connsiteX1070" fmla="*/ 6202837 w 7869956"/>
              <a:gd name="connsiteY1070" fmla="*/ 2546454 h 3717758"/>
              <a:gd name="connsiteX1071" fmla="*/ 6204228 w 7869956"/>
              <a:gd name="connsiteY1071" fmla="*/ 2554493 h 3717758"/>
              <a:gd name="connsiteX1072" fmla="*/ 6172489 w 7869956"/>
              <a:gd name="connsiteY1072" fmla="*/ 2570400 h 3717758"/>
              <a:gd name="connsiteX1073" fmla="*/ 2473984 w 7869956"/>
              <a:gd name="connsiteY1073" fmla="*/ 437899 h 3717758"/>
              <a:gd name="connsiteX1074" fmla="*/ 2508506 w 7869956"/>
              <a:gd name="connsiteY1074" fmla="*/ 437946 h 3717758"/>
              <a:gd name="connsiteX1075" fmla="*/ 2481003 w 7869956"/>
              <a:gd name="connsiteY1075" fmla="*/ 422718 h 3717758"/>
              <a:gd name="connsiteX1076" fmla="*/ 2473984 w 7869956"/>
              <a:gd name="connsiteY1076" fmla="*/ 437899 h 3717758"/>
              <a:gd name="connsiteX1077" fmla="*/ 1911997 w 7869956"/>
              <a:gd name="connsiteY1077" fmla="*/ 115891 h 3717758"/>
              <a:gd name="connsiteX1078" fmla="*/ 1927008 w 7869956"/>
              <a:gd name="connsiteY1078" fmla="*/ 109166 h 3717758"/>
              <a:gd name="connsiteX1079" fmla="*/ 1922462 w 7869956"/>
              <a:gd name="connsiteY1079" fmla="*/ 95685 h 3717758"/>
              <a:gd name="connsiteX1080" fmla="*/ 1953675 w 7869956"/>
              <a:gd name="connsiteY1080" fmla="*/ 95515 h 3717758"/>
              <a:gd name="connsiteX1081" fmla="*/ 1974918 w 7869956"/>
              <a:gd name="connsiteY1081" fmla="*/ 99735 h 3717758"/>
              <a:gd name="connsiteX1082" fmla="*/ 1976169 w 7869956"/>
              <a:gd name="connsiteY1082" fmla="*/ 112984 h 3717758"/>
              <a:gd name="connsiteX1083" fmla="*/ 1938232 w 7869956"/>
              <a:gd name="connsiteY1083" fmla="*/ 117916 h 3717758"/>
              <a:gd name="connsiteX1084" fmla="*/ 1911997 w 7869956"/>
              <a:gd name="connsiteY1084" fmla="*/ 115891 h 3717758"/>
              <a:gd name="connsiteX1085" fmla="*/ 6688932 w 7869956"/>
              <a:gd name="connsiteY1085" fmla="*/ 2878370 h 3717758"/>
              <a:gd name="connsiteX1086" fmla="*/ 6700944 w 7869956"/>
              <a:gd name="connsiteY1086" fmla="*/ 2860932 h 3717758"/>
              <a:gd name="connsiteX1087" fmla="*/ 6696106 w 7869956"/>
              <a:gd name="connsiteY1087" fmla="*/ 2857918 h 3717758"/>
              <a:gd name="connsiteX1088" fmla="*/ 6693307 w 7869956"/>
              <a:gd name="connsiteY1088" fmla="*/ 2841963 h 3717758"/>
              <a:gd name="connsiteX1089" fmla="*/ 6682841 w 7869956"/>
              <a:gd name="connsiteY1089" fmla="*/ 2862184 h 3717758"/>
              <a:gd name="connsiteX1090" fmla="*/ 6688932 w 7869956"/>
              <a:gd name="connsiteY1090" fmla="*/ 2878370 h 3717758"/>
              <a:gd name="connsiteX1091" fmla="*/ 6698596 w 7869956"/>
              <a:gd name="connsiteY1091" fmla="*/ 2884400 h 3717758"/>
              <a:gd name="connsiteX1092" fmla="*/ 6710283 w 7869956"/>
              <a:gd name="connsiteY1092" fmla="*/ 2877427 h 3717758"/>
              <a:gd name="connsiteX1093" fmla="*/ 6698596 w 7869956"/>
              <a:gd name="connsiteY1093" fmla="*/ 2884400 h 3717758"/>
              <a:gd name="connsiteX1094" fmla="*/ 1894034 w 7869956"/>
              <a:gd name="connsiteY1094" fmla="*/ 111856 h 3717758"/>
              <a:gd name="connsiteX1095" fmla="*/ 1871726 w 7869956"/>
              <a:gd name="connsiteY1095" fmla="*/ 89100 h 3717758"/>
              <a:gd name="connsiteX1096" fmla="*/ 1891250 w 7869956"/>
              <a:gd name="connsiteY1096" fmla="*/ 95856 h 3717758"/>
              <a:gd name="connsiteX1097" fmla="*/ 1917486 w 7869956"/>
              <a:gd name="connsiteY1097" fmla="*/ 97911 h 3717758"/>
              <a:gd name="connsiteX1098" fmla="*/ 1894034 w 7869956"/>
              <a:gd name="connsiteY1098" fmla="*/ 111856 h 3717758"/>
              <a:gd name="connsiteX1099" fmla="*/ 2360817 w 7869956"/>
              <a:gd name="connsiteY1099" fmla="*/ 384306 h 3717758"/>
              <a:gd name="connsiteX1100" fmla="*/ 2385509 w 7869956"/>
              <a:gd name="connsiteY1100" fmla="*/ 375859 h 3717758"/>
              <a:gd name="connsiteX1101" fmla="*/ 2359259 w 7869956"/>
              <a:gd name="connsiteY1101" fmla="*/ 373850 h 3717758"/>
              <a:gd name="connsiteX1102" fmla="*/ 2360817 w 7869956"/>
              <a:gd name="connsiteY1102" fmla="*/ 384306 h 3717758"/>
              <a:gd name="connsiteX1103" fmla="*/ 2420139 w 7869956"/>
              <a:gd name="connsiteY1103" fmla="*/ 425856 h 3717758"/>
              <a:gd name="connsiteX1104" fmla="*/ 2433402 w 7869956"/>
              <a:gd name="connsiteY1104" fmla="*/ 421620 h 3717758"/>
              <a:gd name="connsiteX1105" fmla="*/ 2420139 w 7869956"/>
              <a:gd name="connsiteY1105" fmla="*/ 425856 h 3717758"/>
              <a:gd name="connsiteX1106" fmla="*/ 2478004 w 7869956"/>
              <a:gd name="connsiteY1106" fmla="*/ 467103 h 3717758"/>
              <a:gd name="connsiteX1107" fmla="*/ 2491284 w 7869956"/>
              <a:gd name="connsiteY1107" fmla="*/ 462882 h 3717758"/>
              <a:gd name="connsiteX1108" fmla="*/ 2478004 w 7869956"/>
              <a:gd name="connsiteY1108" fmla="*/ 467103 h 3717758"/>
              <a:gd name="connsiteX1109" fmla="*/ 2342223 w 7869956"/>
              <a:gd name="connsiteY1109" fmla="*/ 393484 h 3717758"/>
              <a:gd name="connsiteX1110" fmla="*/ 2347571 w 7869956"/>
              <a:gd name="connsiteY1110" fmla="*/ 380854 h 3717758"/>
              <a:gd name="connsiteX1111" fmla="*/ 2329932 w 7869956"/>
              <a:gd name="connsiteY1111" fmla="*/ 366306 h 3717758"/>
              <a:gd name="connsiteX1112" fmla="*/ 2339131 w 7869956"/>
              <a:gd name="connsiteY1112" fmla="*/ 388011 h 3717758"/>
              <a:gd name="connsiteX1113" fmla="*/ 2342223 w 7869956"/>
              <a:gd name="connsiteY1113" fmla="*/ 393484 h 3717758"/>
              <a:gd name="connsiteX1114" fmla="*/ 6119970 w 7869956"/>
              <a:gd name="connsiteY1114" fmla="*/ 2590599 h 3717758"/>
              <a:gd name="connsiteX1115" fmla="*/ 6116186 w 7869956"/>
              <a:gd name="connsiteY1115" fmla="*/ 2587052 h 3717758"/>
              <a:gd name="connsiteX1116" fmla="*/ 6114949 w 7869956"/>
              <a:gd name="connsiteY1116" fmla="*/ 2573787 h 3717758"/>
              <a:gd name="connsiteX1117" fmla="*/ 6124765 w 7869956"/>
              <a:gd name="connsiteY1117" fmla="*/ 2574575 h 3717758"/>
              <a:gd name="connsiteX1118" fmla="*/ 6119970 w 7869956"/>
              <a:gd name="connsiteY1118" fmla="*/ 2590599 h 3717758"/>
              <a:gd name="connsiteX1119" fmla="*/ 2038983 w 7869956"/>
              <a:gd name="connsiteY1119" fmla="*/ 235250 h 3717758"/>
              <a:gd name="connsiteX1120" fmla="*/ 2044950 w 7869956"/>
              <a:gd name="connsiteY1120" fmla="*/ 228592 h 3717758"/>
              <a:gd name="connsiteX1121" fmla="*/ 2033387 w 7869956"/>
              <a:gd name="connsiteY1121" fmla="*/ 230371 h 3717758"/>
              <a:gd name="connsiteX1122" fmla="*/ 2038983 w 7869956"/>
              <a:gd name="connsiteY1122" fmla="*/ 235250 h 3717758"/>
              <a:gd name="connsiteX1123" fmla="*/ 2335346 w 7869956"/>
              <a:gd name="connsiteY1123" fmla="*/ 417742 h 3717758"/>
              <a:gd name="connsiteX1124" fmla="*/ 2353167 w 7869956"/>
              <a:gd name="connsiteY1124" fmla="*/ 412808 h 3717758"/>
              <a:gd name="connsiteX1125" fmla="*/ 2327256 w 7869956"/>
              <a:gd name="connsiteY1125" fmla="*/ 400286 h 3717758"/>
              <a:gd name="connsiteX1126" fmla="*/ 2322094 w 7869956"/>
              <a:gd name="connsiteY1126" fmla="*/ 407800 h 3717758"/>
              <a:gd name="connsiteX1127" fmla="*/ 2335346 w 7869956"/>
              <a:gd name="connsiteY1127" fmla="*/ 417742 h 3717758"/>
              <a:gd name="connsiteX1128" fmla="*/ 2215329 w 7869956"/>
              <a:gd name="connsiteY1128" fmla="*/ 352161 h 3717758"/>
              <a:gd name="connsiteX1129" fmla="*/ 2230327 w 7869956"/>
              <a:gd name="connsiteY1129" fmla="*/ 345435 h 3717758"/>
              <a:gd name="connsiteX1130" fmla="*/ 2209254 w 7869956"/>
              <a:gd name="connsiteY1130" fmla="*/ 335927 h 3717758"/>
              <a:gd name="connsiteX1131" fmla="*/ 2215329 w 7869956"/>
              <a:gd name="connsiteY1131" fmla="*/ 352161 h 3717758"/>
              <a:gd name="connsiteX1132" fmla="*/ 1960186 w 7869956"/>
              <a:gd name="connsiteY1132" fmla="*/ 206299 h 3717758"/>
              <a:gd name="connsiteX1133" fmla="*/ 1973465 w 7869956"/>
              <a:gd name="connsiteY1133" fmla="*/ 202063 h 3717758"/>
              <a:gd name="connsiteX1134" fmla="*/ 1960186 w 7869956"/>
              <a:gd name="connsiteY1134" fmla="*/ 206299 h 3717758"/>
              <a:gd name="connsiteX1135" fmla="*/ 2278251 w 7869956"/>
              <a:gd name="connsiteY1135" fmla="*/ 391226 h 3717758"/>
              <a:gd name="connsiteX1136" fmla="*/ 2277167 w 7869956"/>
              <a:gd name="connsiteY1136" fmla="*/ 372753 h 3717758"/>
              <a:gd name="connsiteX1137" fmla="*/ 2316807 w 7869956"/>
              <a:gd name="connsiteY1137" fmla="*/ 365332 h 3717758"/>
              <a:gd name="connsiteX1138" fmla="*/ 2271417 w 7869956"/>
              <a:gd name="connsiteY1138" fmla="*/ 345992 h 3717758"/>
              <a:gd name="connsiteX1139" fmla="*/ 2262342 w 7869956"/>
              <a:gd name="connsiteY1139" fmla="*/ 374236 h 3717758"/>
              <a:gd name="connsiteX1140" fmla="*/ 2278251 w 7869956"/>
              <a:gd name="connsiteY1140" fmla="*/ 391226 h 3717758"/>
              <a:gd name="connsiteX1141" fmla="*/ 2249666 w 7869956"/>
              <a:gd name="connsiteY1141" fmla="*/ 376370 h 3717758"/>
              <a:gd name="connsiteX1142" fmla="*/ 2259049 w 7869956"/>
              <a:gd name="connsiteY1142" fmla="*/ 373928 h 3717758"/>
              <a:gd name="connsiteX1143" fmla="*/ 2247796 w 7869956"/>
              <a:gd name="connsiteY1143" fmla="*/ 365178 h 3717758"/>
              <a:gd name="connsiteX1144" fmla="*/ 2249666 w 7869956"/>
              <a:gd name="connsiteY1144" fmla="*/ 376370 h 3717758"/>
              <a:gd name="connsiteX1145" fmla="*/ 6042783 w 7869956"/>
              <a:gd name="connsiteY1145" fmla="*/ 2568204 h 3717758"/>
              <a:gd name="connsiteX1146" fmla="*/ 6041701 w 7869956"/>
              <a:gd name="connsiteY1146" fmla="*/ 2549717 h 3717758"/>
              <a:gd name="connsiteX1147" fmla="*/ 6045164 w 7869956"/>
              <a:gd name="connsiteY1147" fmla="*/ 2544722 h 3717758"/>
              <a:gd name="connsiteX1148" fmla="*/ 6050003 w 7869956"/>
              <a:gd name="connsiteY1148" fmla="*/ 2547736 h 3717758"/>
              <a:gd name="connsiteX1149" fmla="*/ 6042783 w 7869956"/>
              <a:gd name="connsiteY1149" fmla="*/ 2568204 h 3717758"/>
              <a:gd name="connsiteX1150" fmla="*/ 6063701 w 7869956"/>
              <a:gd name="connsiteY1150" fmla="*/ 2582954 h 3717758"/>
              <a:gd name="connsiteX1151" fmla="*/ 6083397 w 7869956"/>
              <a:gd name="connsiteY1151" fmla="*/ 2584484 h 3717758"/>
              <a:gd name="connsiteX1152" fmla="*/ 6063701 w 7869956"/>
              <a:gd name="connsiteY1152" fmla="*/ 2582954 h 3717758"/>
              <a:gd name="connsiteX1153" fmla="*/ 1937702 w 7869956"/>
              <a:gd name="connsiteY1153" fmla="*/ 206709 h 3717758"/>
              <a:gd name="connsiteX1154" fmla="*/ 1958639 w 7869956"/>
              <a:gd name="connsiteY1154" fmla="*/ 203563 h 3717758"/>
              <a:gd name="connsiteX1155" fmla="*/ 1934121 w 7869956"/>
              <a:gd name="connsiteY1155" fmla="*/ 199049 h 3717758"/>
              <a:gd name="connsiteX1156" fmla="*/ 1937702 w 7869956"/>
              <a:gd name="connsiteY1156" fmla="*/ 206709 h 3717758"/>
              <a:gd name="connsiteX1157" fmla="*/ 6097262 w 7869956"/>
              <a:gd name="connsiteY1157" fmla="*/ 2614460 h 3717758"/>
              <a:gd name="connsiteX1158" fmla="*/ 6081184 w 7869956"/>
              <a:gd name="connsiteY1158" fmla="*/ 2602711 h 3717758"/>
              <a:gd name="connsiteX1159" fmla="*/ 6101328 w 7869956"/>
              <a:gd name="connsiteY1159" fmla="*/ 2588488 h 3717758"/>
              <a:gd name="connsiteX1160" fmla="*/ 6097262 w 7869956"/>
              <a:gd name="connsiteY1160" fmla="*/ 2614460 h 3717758"/>
              <a:gd name="connsiteX1161" fmla="*/ 1917579 w 7869956"/>
              <a:gd name="connsiteY1161" fmla="*/ 203022 h 3717758"/>
              <a:gd name="connsiteX1162" fmla="*/ 1934275 w 7869956"/>
              <a:gd name="connsiteY1162" fmla="*/ 193761 h 3717758"/>
              <a:gd name="connsiteX1163" fmla="*/ 1917579 w 7869956"/>
              <a:gd name="connsiteY1163" fmla="*/ 203022 h 3717758"/>
              <a:gd name="connsiteX1164" fmla="*/ 2142692 w 7869956"/>
              <a:gd name="connsiteY1164" fmla="*/ 337546 h 3717758"/>
              <a:gd name="connsiteX1165" fmla="*/ 2159954 w 7869956"/>
              <a:gd name="connsiteY1165" fmla="*/ 337382 h 3717758"/>
              <a:gd name="connsiteX1166" fmla="*/ 2155441 w 7869956"/>
              <a:gd name="connsiteY1166" fmla="*/ 323915 h 3717758"/>
              <a:gd name="connsiteX1167" fmla="*/ 2137152 w 7869956"/>
              <a:gd name="connsiteY1167" fmla="*/ 330347 h 3717758"/>
              <a:gd name="connsiteX1168" fmla="*/ 2142692 w 7869956"/>
              <a:gd name="connsiteY1168" fmla="*/ 337546 h 3717758"/>
              <a:gd name="connsiteX1169" fmla="*/ 6038902 w 7869956"/>
              <a:gd name="connsiteY1169" fmla="*/ 2588921 h 3717758"/>
              <a:gd name="connsiteX1170" fmla="*/ 6057161 w 7869956"/>
              <a:gd name="connsiteY1170" fmla="*/ 2582398 h 3717758"/>
              <a:gd name="connsiteX1171" fmla="*/ 6038902 w 7869956"/>
              <a:gd name="connsiteY1171" fmla="*/ 2588921 h 3717758"/>
              <a:gd name="connsiteX1172" fmla="*/ 1886505 w 7869956"/>
              <a:gd name="connsiteY1172" fmla="*/ 197952 h 3717758"/>
              <a:gd name="connsiteX1173" fmla="*/ 1911317 w 7869956"/>
              <a:gd name="connsiteY1173" fmla="*/ 192000 h 3717758"/>
              <a:gd name="connsiteX1174" fmla="*/ 1896800 w 7869956"/>
              <a:gd name="connsiteY1174" fmla="*/ 183002 h 3717758"/>
              <a:gd name="connsiteX1175" fmla="*/ 1886505 w 7869956"/>
              <a:gd name="connsiteY1175" fmla="*/ 197952 h 3717758"/>
              <a:gd name="connsiteX1176" fmla="*/ 2322342 w 7869956"/>
              <a:gd name="connsiteY1176" fmla="*/ 449587 h 3717758"/>
              <a:gd name="connsiteX1177" fmla="*/ 2342052 w 7869956"/>
              <a:gd name="connsiteY1177" fmla="*/ 453931 h 3717758"/>
              <a:gd name="connsiteX1178" fmla="*/ 2319419 w 7869956"/>
              <a:gd name="connsiteY1178" fmla="*/ 441656 h 3717758"/>
              <a:gd name="connsiteX1179" fmla="*/ 2322342 w 7869956"/>
              <a:gd name="connsiteY1179" fmla="*/ 449587 h 3717758"/>
              <a:gd name="connsiteX1180" fmla="*/ 2183976 w 7869956"/>
              <a:gd name="connsiteY1180" fmla="*/ 371189 h 3717758"/>
              <a:gd name="connsiteX1181" fmla="*/ 2205034 w 7869956"/>
              <a:gd name="connsiteY1181" fmla="*/ 367109 h 3717758"/>
              <a:gd name="connsiteX1182" fmla="*/ 2211110 w 7869956"/>
              <a:gd name="connsiteY1182" fmla="*/ 383358 h 3717758"/>
              <a:gd name="connsiteX1183" fmla="*/ 2227636 w 7869956"/>
              <a:gd name="connsiteY1183" fmla="*/ 379432 h 3717758"/>
              <a:gd name="connsiteX1184" fmla="*/ 2239695 w 7869956"/>
              <a:gd name="connsiteY1184" fmla="*/ 361961 h 3717758"/>
              <a:gd name="connsiteX1185" fmla="*/ 2229708 w 7869956"/>
              <a:gd name="connsiteY1185" fmla="*/ 366415 h 3717758"/>
              <a:gd name="connsiteX1186" fmla="*/ 2219674 w 7869956"/>
              <a:gd name="connsiteY1186" fmla="*/ 370898 h 3717758"/>
              <a:gd name="connsiteX1187" fmla="*/ 2218469 w 7869956"/>
              <a:gd name="connsiteY1187" fmla="*/ 357696 h 3717758"/>
              <a:gd name="connsiteX1188" fmla="*/ 2209858 w 7869956"/>
              <a:gd name="connsiteY1188" fmla="*/ 370170 h 3717758"/>
              <a:gd name="connsiteX1189" fmla="*/ 2207214 w 7869956"/>
              <a:gd name="connsiteY1189" fmla="*/ 348899 h 3717758"/>
              <a:gd name="connsiteX1190" fmla="*/ 2167730 w 7869956"/>
              <a:gd name="connsiteY1190" fmla="*/ 351140 h 3717758"/>
              <a:gd name="connsiteX1191" fmla="*/ 2183976 w 7869956"/>
              <a:gd name="connsiteY1191" fmla="*/ 371189 h 3717758"/>
              <a:gd name="connsiteX1192" fmla="*/ 2109185 w 7869956"/>
              <a:gd name="connsiteY1192" fmla="*/ 330795 h 3717758"/>
              <a:gd name="connsiteX1193" fmla="*/ 2130566 w 7869956"/>
              <a:gd name="connsiteY1193" fmla="*/ 329836 h 3717758"/>
              <a:gd name="connsiteX1194" fmla="*/ 2121072 w 7869956"/>
              <a:gd name="connsiteY1194" fmla="*/ 318598 h 3717758"/>
              <a:gd name="connsiteX1195" fmla="*/ 2109185 w 7869956"/>
              <a:gd name="connsiteY1195" fmla="*/ 330795 h 3717758"/>
              <a:gd name="connsiteX1196" fmla="*/ 2059858 w 7869956"/>
              <a:gd name="connsiteY1196" fmla="*/ 315408 h 3717758"/>
              <a:gd name="connsiteX1197" fmla="*/ 2073613 w 7869956"/>
              <a:gd name="connsiteY1197" fmla="*/ 312322 h 3717758"/>
              <a:gd name="connsiteX1198" fmla="*/ 2058941 w 7869956"/>
              <a:gd name="connsiteY1198" fmla="*/ 308533 h 3717758"/>
              <a:gd name="connsiteX1199" fmla="*/ 2059858 w 7869956"/>
              <a:gd name="connsiteY1199" fmla="*/ 315408 h 3717758"/>
              <a:gd name="connsiteX1200" fmla="*/ 2139455 w 7869956"/>
              <a:gd name="connsiteY1200" fmla="*/ 362008 h 3717758"/>
              <a:gd name="connsiteX1201" fmla="*/ 2153059 w 7869956"/>
              <a:gd name="connsiteY1201" fmla="*/ 347352 h 3717758"/>
              <a:gd name="connsiteX1202" fmla="*/ 2139964 w 7869956"/>
              <a:gd name="connsiteY1202" fmla="*/ 346347 h 3717758"/>
              <a:gd name="connsiteX1203" fmla="*/ 2139455 w 7869956"/>
              <a:gd name="connsiteY1203" fmla="*/ 362008 h 3717758"/>
              <a:gd name="connsiteX1204" fmla="*/ 1814866 w 7869956"/>
              <a:gd name="connsiteY1204" fmla="*/ 176617 h 3717758"/>
              <a:gd name="connsiteX1205" fmla="*/ 1828176 w 7869956"/>
              <a:gd name="connsiteY1205" fmla="*/ 172380 h 3717758"/>
              <a:gd name="connsiteX1206" fmla="*/ 1816922 w 7869956"/>
              <a:gd name="connsiteY1206" fmla="*/ 163677 h 3717758"/>
              <a:gd name="connsiteX1207" fmla="*/ 1814866 w 7869956"/>
              <a:gd name="connsiteY1207" fmla="*/ 176617 h 3717758"/>
              <a:gd name="connsiteX1208" fmla="*/ 5960369 w 7869956"/>
              <a:gd name="connsiteY1208" fmla="*/ 2577620 h 3717758"/>
              <a:gd name="connsiteX1209" fmla="*/ 5970680 w 7869956"/>
              <a:gd name="connsiteY1209" fmla="*/ 2562608 h 3717758"/>
              <a:gd name="connsiteX1210" fmla="*/ 5960369 w 7869956"/>
              <a:gd name="connsiteY1210" fmla="*/ 2577620 h 3717758"/>
              <a:gd name="connsiteX1211" fmla="*/ 5989386 w 7869956"/>
              <a:gd name="connsiteY1211" fmla="*/ 2595584 h 3717758"/>
              <a:gd name="connsiteX1212" fmla="*/ 6044207 w 7869956"/>
              <a:gd name="connsiteY1212" fmla="*/ 2576213 h 3717758"/>
              <a:gd name="connsiteX1213" fmla="*/ 6032179 w 7869956"/>
              <a:gd name="connsiteY1213" fmla="*/ 2593652 h 3717758"/>
              <a:gd name="connsiteX1214" fmla="*/ 5989386 w 7869956"/>
              <a:gd name="connsiteY1214" fmla="*/ 2595584 h 3717758"/>
              <a:gd name="connsiteX1215" fmla="*/ 1712801 w 7869956"/>
              <a:gd name="connsiteY1215" fmla="*/ 129311 h 3717758"/>
              <a:gd name="connsiteX1216" fmla="*/ 1708424 w 7869956"/>
              <a:gd name="connsiteY1216" fmla="*/ 110590 h 3717758"/>
              <a:gd name="connsiteX1217" fmla="*/ 1715319 w 7869956"/>
              <a:gd name="connsiteY1217" fmla="*/ 100618 h 3717758"/>
              <a:gd name="connsiteX1218" fmla="*/ 1721550 w 7869956"/>
              <a:gd name="connsiteY1218" fmla="*/ 111610 h 3717758"/>
              <a:gd name="connsiteX1219" fmla="*/ 1717964 w 7869956"/>
              <a:gd name="connsiteY1219" fmla="*/ 121876 h 3717758"/>
              <a:gd name="connsiteX1220" fmla="*/ 1712801 w 7869956"/>
              <a:gd name="connsiteY1220" fmla="*/ 129311 h 3717758"/>
              <a:gd name="connsiteX1221" fmla="*/ 1993607 w 7869956"/>
              <a:gd name="connsiteY1221" fmla="*/ 296058 h 3717758"/>
              <a:gd name="connsiteX1222" fmla="*/ 1998525 w 7869956"/>
              <a:gd name="connsiteY1222" fmla="*/ 295950 h 3717758"/>
              <a:gd name="connsiteX1223" fmla="*/ 1988864 w 7869956"/>
              <a:gd name="connsiteY1223" fmla="*/ 289951 h 3717758"/>
              <a:gd name="connsiteX1224" fmla="*/ 1993607 w 7869956"/>
              <a:gd name="connsiteY1224" fmla="*/ 296058 h 3717758"/>
              <a:gd name="connsiteX1225" fmla="*/ 2015670 w 7869956"/>
              <a:gd name="connsiteY1225" fmla="*/ 309830 h 3717758"/>
              <a:gd name="connsiteX1226" fmla="*/ 2029428 w 7869956"/>
              <a:gd name="connsiteY1226" fmla="*/ 306214 h 3717758"/>
              <a:gd name="connsiteX1227" fmla="*/ 2014758 w 7869956"/>
              <a:gd name="connsiteY1227" fmla="*/ 302489 h 3717758"/>
              <a:gd name="connsiteX1228" fmla="*/ 2015670 w 7869956"/>
              <a:gd name="connsiteY1228" fmla="*/ 309830 h 3717758"/>
              <a:gd name="connsiteX1229" fmla="*/ 2165297 w 7869956"/>
              <a:gd name="connsiteY1229" fmla="*/ 404674 h 3717758"/>
              <a:gd name="connsiteX1230" fmla="*/ 2170992 w 7869956"/>
              <a:gd name="connsiteY1230" fmla="*/ 406517 h 3717758"/>
              <a:gd name="connsiteX1231" fmla="*/ 2178010 w 7869956"/>
              <a:gd name="connsiteY1231" fmla="*/ 391304 h 3717758"/>
              <a:gd name="connsiteX1232" fmla="*/ 2178181 w 7869956"/>
              <a:gd name="connsiteY1232" fmla="*/ 386094 h 3717758"/>
              <a:gd name="connsiteX1233" fmla="*/ 2181612 w 7869956"/>
              <a:gd name="connsiteY1233" fmla="*/ 381069 h 3717758"/>
              <a:gd name="connsiteX1234" fmla="*/ 2173636 w 7869956"/>
              <a:gd name="connsiteY1234" fmla="*/ 372582 h 3717758"/>
              <a:gd name="connsiteX1235" fmla="*/ 2159753 w 7869956"/>
              <a:gd name="connsiteY1235" fmla="*/ 397813 h 3717758"/>
              <a:gd name="connsiteX1236" fmla="*/ 2165297 w 7869956"/>
              <a:gd name="connsiteY1236" fmla="*/ 404674 h 3717758"/>
              <a:gd name="connsiteX1237" fmla="*/ 1740885 w 7869956"/>
              <a:gd name="connsiteY1237" fmla="*/ 160084 h 3717758"/>
              <a:gd name="connsiteX1238" fmla="*/ 1769136 w 7869956"/>
              <a:gd name="connsiteY1238" fmla="*/ 167836 h 3717758"/>
              <a:gd name="connsiteX1239" fmla="*/ 1735109 w 7869956"/>
              <a:gd name="connsiteY1239" fmla="*/ 152052 h 3717758"/>
              <a:gd name="connsiteX1240" fmla="*/ 1740885 w 7869956"/>
              <a:gd name="connsiteY1240" fmla="*/ 160084 h 3717758"/>
              <a:gd name="connsiteX1241" fmla="*/ 1592618 w 7869956"/>
              <a:gd name="connsiteY1241" fmla="*/ 83195 h 3717758"/>
              <a:gd name="connsiteX1242" fmla="*/ 1617137 w 7869956"/>
              <a:gd name="connsiteY1242" fmla="*/ 87724 h 3717758"/>
              <a:gd name="connsiteX1243" fmla="*/ 1592618 w 7869956"/>
              <a:gd name="connsiteY1243" fmla="*/ 83195 h 3717758"/>
              <a:gd name="connsiteX1244" fmla="*/ 1716867 w 7869956"/>
              <a:gd name="connsiteY1244" fmla="*/ 158513 h 3717758"/>
              <a:gd name="connsiteX1245" fmla="*/ 1732017 w 7869956"/>
              <a:gd name="connsiteY1245" fmla="*/ 146548 h 3717758"/>
              <a:gd name="connsiteX1246" fmla="*/ 1724041 w 7869956"/>
              <a:gd name="connsiteY1246" fmla="*/ 138061 h 3717758"/>
              <a:gd name="connsiteX1247" fmla="*/ 1702522 w 7869956"/>
              <a:gd name="connsiteY1247" fmla="*/ 144291 h 3717758"/>
              <a:gd name="connsiteX1248" fmla="*/ 1716867 w 7869956"/>
              <a:gd name="connsiteY1248" fmla="*/ 158513 h 3717758"/>
              <a:gd name="connsiteX1249" fmla="*/ 1755546 w 7869956"/>
              <a:gd name="connsiteY1249" fmla="*/ 182537 h 3717758"/>
              <a:gd name="connsiteX1250" fmla="*/ 1759272 w 7869956"/>
              <a:gd name="connsiteY1250" fmla="*/ 167063 h 3717758"/>
              <a:gd name="connsiteX1251" fmla="*/ 1747571 w 7869956"/>
              <a:gd name="connsiteY1251" fmla="*/ 174035 h 3717758"/>
              <a:gd name="connsiteX1252" fmla="*/ 1755546 w 7869956"/>
              <a:gd name="connsiteY1252" fmla="*/ 182537 h 3717758"/>
              <a:gd name="connsiteX1253" fmla="*/ 1954063 w 7869956"/>
              <a:gd name="connsiteY1253" fmla="*/ 300371 h 3717758"/>
              <a:gd name="connsiteX1254" fmla="*/ 1960911 w 7869956"/>
              <a:gd name="connsiteY1254" fmla="*/ 290430 h 3717758"/>
              <a:gd name="connsiteX1255" fmla="*/ 1949363 w 7869956"/>
              <a:gd name="connsiteY1255" fmla="*/ 292115 h 3717758"/>
              <a:gd name="connsiteX1256" fmla="*/ 1954063 w 7869956"/>
              <a:gd name="connsiteY1256" fmla="*/ 300371 h 3717758"/>
              <a:gd name="connsiteX1257" fmla="*/ 5934767 w 7869956"/>
              <a:gd name="connsiteY1257" fmla="*/ 2609761 h 3717758"/>
              <a:gd name="connsiteX1258" fmla="*/ 5936654 w 7869956"/>
              <a:gd name="connsiteY1258" fmla="*/ 2602017 h 3717758"/>
              <a:gd name="connsiteX1259" fmla="*/ 5946640 w 7869956"/>
              <a:gd name="connsiteY1259" fmla="*/ 2597534 h 3717758"/>
              <a:gd name="connsiteX1260" fmla="*/ 5934767 w 7869956"/>
              <a:gd name="connsiteY1260" fmla="*/ 2609761 h 3717758"/>
              <a:gd name="connsiteX1261" fmla="*/ 1638797 w 7869956"/>
              <a:gd name="connsiteY1261" fmla="*/ 131460 h 3717758"/>
              <a:gd name="connsiteX1262" fmla="*/ 1665186 w 7869956"/>
              <a:gd name="connsiteY1262" fmla="*/ 128245 h 3717758"/>
              <a:gd name="connsiteX1263" fmla="*/ 1652077 w 7869956"/>
              <a:gd name="connsiteY1263" fmla="*/ 127239 h 3717758"/>
              <a:gd name="connsiteX1264" fmla="*/ 1654271 w 7869956"/>
              <a:gd name="connsiteY1264" fmla="*/ 108997 h 3717758"/>
              <a:gd name="connsiteX1265" fmla="*/ 1638797 w 7869956"/>
              <a:gd name="connsiteY1265" fmla="*/ 131460 h 3717758"/>
              <a:gd name="connsiteX1266" fmla="*/ 6002482 w 7869956"/>
              <a:gd name="connsiteY1266" fmla="*/ 2651749 h 3717758"/>
              <a:gd name="connsiteX1267" fmla="*/ 6009360 w 7869956"/>
              <a:gd name="connsiteY1267" fmla="*/ 2641762 h 3717758"/>
              <a:gd name="connsiteX1268" fmla="*/ 5997812 w 7869956"/>
              <a:gd name="connsiteY1268" fmla="*/ 2643539 h 3717758"/>
              <a:gd name="connsiteX1269" fmla="*/ 6002482 w 7869956"/>
              <a:gd name="connsiteY1269" fmla="*/ 2651749 h 3717758"/>
              <a:gd name="connsiteX1270" fmla="*/ 2003658 w 7869956"/>
              <a:gd name="connsiteY1270" fmla="*/ 343627 h 3717758"/>
              <a:gd name="connsiteX1271" fmla="*/ 2012578 w 7869956"/>
              <a:gd name="connsiteY1271" fmla="*/ 320685 h 3717758"/>
              <a:gd name="connsiteX1272" fmla="*/ 1989944 w 7869956"/>
              <a:gd name="connsiteY1272" fmla="*/ 308410 h 3717758"/>
              <a:gd name="connsiteX1273" fmla="*/ 1986034 w 7869956"/>
              <a:gd name="connsiteY1273" fmla="*/ 329156 h 3717758"/>
              <a:gd name="connsiteX1274" fmla="*/ 2001029 w 7869956"/>
              <a:gd name="connsiteY1274" fmla="*/ 322432 h 3717758"/>
              <a:gd name="connsiteX1275" fmla="*/ 2003658 w 7869956"/>
              <a:gd name="connsiteY1275" fmla="*/ 343627 h 3717758"/>
              <a:gd name="connsiteX1276" fmla="*/ 1693570 w 7869956"/>
              <a:gd name="connsiteY1276" fmla="*/ 167201 h 3717758"/>
              <a:gd name="connsiteX1277" fmla="*/ 1696105 w 7869956"/>
              <a:gd name="connsiteY1277" fmla="*/ 138571 h 3717758"/>
              <a:gd name="connsiteX1278" fmla="*/ 1693570 w 7869956"/>
              <a:gd name="connsiteY1278" fmla="*/ 167201 h 3717758"/>
              <a:gd name="connsiteX1279" fmla="*/ 2021239 w 7869956"/>
              <a:gd name="connsiteY1279" fmla="*/ 358710 h 3717758"/>
              <a:gd name="connsiteX1280" fmla="*/ 2029397 w 7869956"/>
              <a:gd name="connsiteY1280" fmla="*/ 361437 h 3717758"/>
              <a:gd name="connsiteX1281" fmla="*/ 2040035 w 7869956"/>
              <a:gd name="connsiteY1281" fmla="*/ 335989 h 3717758"/>
              <a:gd name="connsiteX1282" fmla="*/ 2077508 w 7869956"/>
              <a:gd name="connsiteY1282" fmla="*/ 346750 h 3717758"/>
              <a:gd name="connsiteX1283" fmla="*/ 2086087 w 7869956"/>
              <a:gd name="connsiteY1283" fmla="*/ 334273 h 3717758"/>
              <a:gd name="connsiteX1284" fmla="*/ 2109958 w 7869956"/>
              <a:gd name="connsiteY1284" fmla="*/ 359767 h 3717758"/>
              <a:gd name="connsiteX1285" fmla="*/ 2101842 w 7869956"/>
              <a:gd name="connsiteY1285" fmla="*/ 356535 h 3717758"/>
              <a:gd name="connsiteX1286" fmla="*/ 2121815 w 7869956"/>
              <a:gd name="connsiteY1286" fmla="*/ 347538 h 3717758"/>
              <a:gd name="connsiteX1287" fmla="*/ 2098889 w 7869956"/>
              <a:gd name="connsiteY1287" fmla="*/ 345791 h 3717758"/>
              <a:gd name="connsiteX1288" fmla="*/ 2112787 w 7869956"/>
              <a:gd name="connsiteY1288" fmla="*/ 320576 h 3717758"/>
              <a:gd name="connsiteX1289" fmla="*/ 2091731 w 7869956"/>
              <a:gd name="connsiteY1289" fmla="*/ 311085 h 3717758"/>
              <a:gd name="connsiteX1290" fmla="*/ 2096431 w 7869956"/>
              <a:gd name="connsiteY1290" fmla="*/ 319325 h 3717758"/>
              <a:gd name="connsiteX1291" fmla="*/ 2077972 w 7869956"/>
              <a:gd name="connsiteY1291" fmla="*/ 331027 h 3717758"/>
              <a:gd name="connsiteX1292" fmla="*/ 2085007 w 7869956"/>
              <a:gd name="connsiteY1292" fmla="*/ 315815 h 3717758"/>
              <a:gd name="connsiteX1293" fmla="*/ 2042245 w 7869956"/>
              <a:gd name="connsiteY1293" fmla="*/ 317748 h 3717758"/>
              <a:gd name="connsiteX1294" fmla="*/ 2016459 w 7869956"/>
              <a:gd name="connsiteY1294" fmla="*/ 355175 h 3717758"/>
              <a:gd name="connsiteX1295" fmla="*/ 2021239 w 7869956"/>
              <a:gd name="connsiteY1295" fmla="*/ 358710 h 3717758"/>
              <a:gd name="connsiteX1296" fmla="*/ 1954790 w 7869956"/>
              <a:gd name="connsiteY1296" fmla="*/ 329342 h 3717758"/>
              <a:gd name="connsiteX1297" fmla="*/ 1960294 w 7869956"/>
              <a:gd name="connsiteY1297" fmla="*/ 311393 h 3717758"/>
              <a:gd name="connsiteX1298" fmla="*/ 1954790 w 7869956"/>
              <a:gd name="connsiteY1298" fmla="*/ 329342 h 3717758"/>
              <a:gd name="connsiteX1299" fmla="*/ 5973001 w 7869956"/>
              <a:gd name="connsiteY1299" fmla="*/ 2649429 h 3717758"/>
              <a:gd name="connsiteX1300" fmla="*/ 5997487 w 7869956"/>
              <a:gd name="connsiteY1300" fmla="*/ 2653975 h 3717758"/>
              <a:gd name="connsiteX1301" fmla="*/ 5973001 w 7869956"/>
              <a:gd name="connsiteY1301" fmla="*/ 2649429 h 3717758"/>
              <a:gd name="connsiteX1302" fmla="*/ 1994819 w 7869956"/>
              <a:gd name="connsiteY1302" fmla="*/ 356283 h 3717758"/>
              <a:gd name="connsiteX1303" fmla="*/ 2004910 w 7869956"/>
              <a:gd name="connsiteY1303" fmla="*/ 356860 h 3717758"/>
              <a:gd name="connsiteX1304" fmla="*/ 1988832 w 7869956"/>
              <a:gd name="connsiteY1304" fmla="*/ 345096 h 3717758"/>
              <a:gd name="connsiteX1305" fmla="*/ 1994819 w 7869956"/>
              <a:gd name="connsiteY1305" fmla="*/ 356283 h 3717758"/>
              <a:gd name="connsiteX1306" fmla="*/ 6737283 w 7869956"/>
              <a:gd name="connsiteY1306" fmla="*/ 3098758 h 3717758"/>
              <a:gd name="connsiteX1307" fmla="*/ 6742980 w 7869956"/>
              <a:gd name="connsiteY1307" fmla="*/ 3100602 h 3717758"/>
              <a:gd name="connsiteX1308" fmla="*/ 6743582 w 7869956"/>
              <a:gd name="connsiteY1308" fmla="*/ 3079639 h 3717758"/>
              <a:gd name="connsiteX1309" fmla="*/ 6731725 w 7869956"/>
              <a:gd name="connsiteY1309" fmla="*/ 3091882 h 3717758"/>
              <a:gd name="connsiteX1310" fmla="*/ 6737283 w 7869956"/>
              <a:gd name="connsiteY1310" fmla="*/ 3098758 h 3717758"/>
              <a:gd name="connsiteX1311" fmla="*/ 1948824 w 7869956"/>
              <a:gd name="connsiteY1311" fmla="*/ 337186 h 3717758"/>
              <a:gd name="connsiteX1312" fmla="*/ 1954635 w 7869956"/>
              <a:gd name="connsiteY1312" fmla="*/ 334567 h 3717758"/>
              <a:gd name="connsiteX1313" fmla="*/ 1952024 w 7869956"/>
              <a:gd name="connsiteY1313" fmla="*/ 313372 h 3717758"/>
              <a:gd name="connsiteX1314" fmla="*/ 1943257 w 7869956"/>
              <a:gd name="connsiteY1314" fmla="*/ 331073 h 3717758"/>
              <a:gd name="connsiteX1315" fmla="*/ 1948824 w 7869956"/>
              <a:gd name="connsiteY1315" fmla="*/ 337186 h 3717758"/>
              <a:gd name="connsiteX1316" fmla="*/ 2003400 w 7869956"/>
              <a:gd name="connsiteY1316" fmla="*/ 376692 h 3717758"/>
              <a:gd name="connsiteX1317" fmla="*/ 2015980 w 7869956"/>
              <a:gd name="connsiteY1317" fmla="*/ 370867 h 3717758"/>
              <a:gd name="connsiteX1318" fmla="*/ 2009749 w 7869956"/>
              <a:gd name="connsiteY1318" fmla="*/ 359875 h 3717758"/>
              <a:gd name="connsiteX1319" fmla="*/ 2002868 w 7869956"/>
              <a:gd name="connsiteY1319" fmla="*/ 369876 h 3717758"/>
              <a:gd name="connsiteX1320" fmla="*/ 2003400 w 7869956"/>
              <a:gd name="connsiteY1320" fmla="*/ 376692 h 3717758"/>
              <a:gd name="connsiteX1321" fmla="*/ 5952995 w 7869956"/>
              <a:gd name="connsiteY1321" fmla="*/ 2658380 h 3717758"/>
              <a:gd name="connsiteX1322" fmla="*/ 5971084 w 7869956"/>
              <a:gd name="connsiteY1322" fmla="*/ 2657222 h 3717758"/>
              <a:gd name="connsiteX1323" fmla="*/ 5952995 w 7869956"/>
              <a:gd name="connsiteY1323" fmla="*/ 2658380 h 3717758"/>
              <a:gd name="connsiteX1324" fmla="*/ 1593994 w 7869956"/>
              <a:gd name="connsiteY1324" fmla="*/ 146378 h 3717758"/>
              <a:gd name="connsiteX1325" fmla="*/ 1597597 w 7869956"/>
              <a:gd name="connsiteY1325" fmla="*/ 136113 h 3717758"/>
              <a:gd name="connsiteX1326" fmla="*/ 1584472 w 7869956"/>
              <a:gd name="connsiteY1326" fmla="*/ 135109 h 3717758"/>
              <a:gd name="connsiteX1327" fmla="*/ 1593994 w 7869956"/>
              <a:gd name="connsiteY1327" fmla="*/ 146378 h 3717758"/>
              <a:gd name="connsiteX1328" fmla="*/ 1719912 w 7869956"/>
              <a:gd name="connsiteY1328" fmla="*/ 219177 h 3717758"/>
              <a:gd name="connsiteX1329" fmla="*/ 1722108 w 7869956"/>
              <a:gd name="connsiteY1329" fmla="*/ 200935 h 3717758"/>
              <a:gd name="connsiteX1330" fmla="*/ 1713512 w 7869956"/>
              <a:gd name="connsiteY1330" fmla="*/ 213442 h 3717758"/>
              <a:gd name="connsiteX1331" fmla="*/ 1719912 w 7869956"/>
              <a:gd name="connsiteY1331" fmla="*/ 219177 h 3717758"/>
              <a:gd name="connsiteX1332" fmla="*/ 1655323 w 7869956"/>
              <a:gd name="connsiteY1332" fmla="*/ 182615 h 3717758"/>
              <a:gd name="connsiteX1333" fmla="*/ 1663918 w 7869956"/>
              <a:gd name="connsiteY1333" fmla="*/ 170170 h 3717758"/>
              <a:gd name="connsiteX1334" fmla="*/ 1655323 w 7869956"/>
              <a:gd name="connsiteY1334" fmla="*/ 182615 h 3717758"/>
              <a:gd name="connsiteX1335" fmla="*/ 1941225 w 7869956"/>
              <a:gd name="connsiteY1335" fmla="*/ 349154 h 3717758"/>
              <a:gd name="connsiteX1336" fmla="*/ 1959164 w 7869956"/>
              <a:gd name="connsiteY1336" fmla="*/ 348048 h 3717758"/>
              <a:gd name="connsiteX1337" fmla="*/ 1941371 w 7869956"/>
              <a:gd name="connsiteY1337" fmla="*/ 338834 h 3717758"/>
              <a:gd name="connsiteX1338" fmla="*/ 1941225 w 7869956"/>
              <a:gd name="connsiteY1338" fmla="*/ 349154 h 3717758"/>
              <a:gd name="connsiteX1339" fmla="*/ 1509723 w 7869956"/>
              <a:gd name="connsiteY1339" fmla="*/ 108301 h 3717758"/>
              <a:gd name="connsiteX1340" fmla="*/ 1495207 w 7869956"/>
              <a:gd name="connsiteY1340" fmla="*/ 99304 h 3717758"/>
              <a:gd name="connsiteX1341" fmla="*/ 1509723 w 7869956"/>
              <a:gd name="connsiteY1341" fmla="*/ 108301 h 3717758"/>
              <a:gd name="connsiteX1342" fmla="*/ 1612879 w 7869956"/>
              <a:gd name="connsiteY1342" fmla="*/ 173902 h 3717758"/>
              <a:gd name="connsiteX1343" fmla="*/ 1619596 w 7869956"/>
              <a:gd name="connsiteY1343" fmla="*/ 169350 h 3717758"/>
              <a:gd name="connsiteX1344" fmla="*/ 1606625 w 7869956"/>
              <a:gd name="connsiteY1344" fmla="*/ 163090 h 3717758"/>
              <a:gd name="connsiteX1345" fmla="*/ 1612879 w 7869956"/>
              <a:gd name="connsiteY1345" fmla="*/ 173902 h 3717758"/>
              <a:gd name="connsiteX1346" fmla="*/ 2043883 w 7869956"/>
              <a:gd name="connsiteY1346" fmla="*/ 425547 h 3717758"/>
              <a:gd name="connsiteX1347" fmla="*/ 2050778 w 7869956"/>
              <a:gd name="connsiteY1347" fmla="*/ 415561 h 3717758"/>
              <a:gd name="connsiteX1348" fmla="*/ 2039199 w 7869956"/>
              <a:gd name="connsiteY1348" fmla="*/ 417307 h 3717758"/>
              <a:gd name="connsiteX1349" fmla="*/ 2043883 w 7869956"/>
              <a:gd name="connsiteY1349" fmla="*/ 425547 h 3717758"/>
              <a:gd name="connsiteX1350" fmla="*/ 1480366 w 7869956"/>
              <a:gd name="connsiteY1350" fmla="*/ 100726 h 3717758"/>
              <a:gd name="connsiteX1351" fmla="*/ 1493662 w 7869956"/>
              <a:gd name="connsiteY1351" fmla="*/ 96506 h 3717758"/>
              <a:gd name="connsiteX1352" fmla="*/ 1484448 w 7869956"/>
              <a:gd name="connsiteY1352" fmla="*/ 74832 h 3717758"/>
              <a:gd name="connsiteX1353" fmla="*/ 1480366 w 7869956"/>
              <a:gd name="connsiteY1353" fmla="*/ 100726 h 3717758"/>
              <a:gd name="connsiteX1354" fmla="*/ 1743488 w 7869956"/>
              <a:gd name="connsiteY1354" fmla="*/ 255136 h 3717758"/>
              <a:gd name="connsiteX1355" fmla="*/ 1758469 w 7869956"/>
              <a:gd name="connsiteY1355" fmla="*/ 248428 h 3717758"/>
              <a:gd name="connsiteX1356" fmla="*/ 1743488 w 7869956"/>
              <a:gd name="connsiteY1356" fmla="*/ 255136 h 3717758"/>
              <a:gd name="connsiteX1357" fmla="*/ 1548174 w 7869956"/>
              <a:gd name="connsiteY1357" fmla="*/ 147117 h 3717758"/>
              <a:gd name="connsiteX1358" fmla="*/ 1556041 w 7869956"/>
              <a:gd name="connsiteY1358" fmla="*/ 151294 h 3717758"/>
              <a:gd name="connsiteX1359" fmla="*/ 1551666 w 7869956"/>
              <a:gd name="connsiteY1359" fmla="*/ 132572 h 3717758"/>
              <a:gd name="connsiteX1360" fmla="*/ 1567915 w 7869956"/>
              <a:gd name="connsiteY1360" fmla="*/ 139050 h 3717758"/>
              <a:gd name="connsiteX1361" fmla="*/ 1573093 w 7869956"/>
              <a:gd name="connsiteY1361" fmla="*/ 131584 h 3717758"/>
              <a:gd name="connsiteX1362" fmla="*/ 1543379 w 7869956"/>
              <a:gd name="connsiteY1362" fmla="*/ 134521 h 3717758"/>
              <a:gd name="connsiteX1363" fmla="*/ 1548174 w 7869956"/>
              <a:gd name="connsiteY1363" fmla="*/ 147117 h 3717758"/>
              <a:gd name="connsiteX1364" fmla="*/ 1828840 w 7869956"/>
              <a:gd name="connsiteY1364" fmla="*/ 311672 h 3717758"/>
              <a:gd name="connsiteX1365" fmla="*/ 1832581 w 7869956"/>
              <a:gd name="connsiteY1365" fmla="*/ 296197 h 3717758"/>
              <a:gd name="connsiteX1366" fmla="*/ 1831037 w 7869956"/>
              <a:gd name="connsiteY1366" fmla="*/ 293446 h 3717758"/>
              <a:gd name="connsiteX1367" fmla="*/ 1836014 w 7869956"/>
              <a:gd name="connsiteY1367" fmla="*/ 291219 h 3717758"/>
              <a:gd name="connsiteX1368" fmla="*/ 1828840 w 7869956"/>
              <a:gd name="connsiteY1368" fmla="*/ 311672 h 3717758"/>
              <a:gd name="connsiteX1369" fmla="*/ 1467103 w 7869956"/>
              <a:gd name="connsiteY1369" fmla="*/ 105024 h 3717758"/>
              <a:gd name="connsiteX1370" fmla="*/ 1481000 w 7869956"/>
              <a:gd name="connsiteY1370" fmla="*/ 79840 h 3717758"/>
              <a:gd name="connsiteX1371" fmla="*/ 1454472 w 7869956"/>
              <a:gd name="connsiteY1371" fmla="*/ 88266 h 3717758"/>
              <a:gd name="connsiteX1372" fmla="*/ 1467103 w 7869956"/>
              <a:gd name="connsiteY1372" fmla="*/ 105024 h 3717758"/>
              <a:gd name="connsiteX1373" fmla="*/ 1851333 w 7869956"/>
              <a:gd name="connsiteY1373" fmla="*/ 329219 h 3717758"/>
              <a:gd name="connsiteX1374" fmla="*/ 1856807 w 7869956"/>
              <a:gd name="connsiteY1374" fmla="*/ 311224 h 3717758"/>
              <a:gd name="connsiteX1375" fmla="*/ 1851333 w 7869956"/>
              <a:gd name="connsiteY1375" fmla="*/ 329219 h 3717758"/>
              <a:gd name="connsiteX1376" fmla="*/ 1735047 w 7869956"/>
              <a:gd name="connsiteY1376" fmla="*/ 262387 h 3717758"/>
              <a:gd name="connsiteX1377" fmla="*/ 1743642 w 7869956"/>
              <a:gd name="connsiteY1377" fmla="*/ 249910 h 3717758"/>
              <a:gd name="connsiteX1378" fmla="*/ 1735047 w 7869956"/>
              <a:gd name="connsiteY1378" fmla="*/ 262387 h 3717758"/>
              <a:gd name="connsiteX1379" fmla="*/ 2443870 w 7869956"/>
              <a:gd name="connsiteY1379" fmla="*/ 671972 h 3717758"/>
              <a:gd name="connsiteX1380" fmla="*/ 2464338 w 7869956"/>
              <a:gd name="connsiteY1380" fmla="*/ 647284 h 3717758"/>
              <a:gd name="connsiteX1381" fmla="*/ 2454474 w 7869956"/>
              <a:gd name="connsiteY1381" fmla="*/ 646542 h 3717758"/>
              <a:gd name="connsiteX1382" fmla="*/ 2443870 w 7869956"/>
              <a:gd name="connsiteY1382" fmla="*/ 671972 h 3717758"/>
              <a:gd name="connsiteX1383" fmla="*/ 1340945 w 7869956"/>
              <a:gd name="connsiteY1383" fmla="*/ 39265 h 3717758"/>
              <a:gd name="connsiteX1384" fmla="*/ 1332882 w 7869956"/>
              <a:gd name="connsiteY1384" fmla="*/ 34189 h 3717758"/>
              <a:gd name="connsiteX1385" fmla="*/ 1349438 w 7869956"/>
              <a:gd name="connsiteY1385" fmla="*/ 30185 h 3717758"/>
              <a:gd name="connsiteX1386" fmla="*/ 1340945 w 7869956"/>
              <a:gd name="connsiteY1386" fmla="*/ 39265 h 3717758"/>
              <a:gd name="connsiteX1387" fmla="*/ 1484263 w 7869956"/>
              <a:gd name="connsiteY1387" fmla="*/ 135263 h 3717758"/>
              <a:gd name="connsiteX1388" fmla="*/ 1500803 w 7869956"/>
              <a:gd name="connsiteY1388" fmla="*/ 131273 h 3717758"/>
              <a:gd name="connsiteX1389" fmla="*/ 1499552 w 7869956"/>
              <a:gd name="connsiteY1389" fmla="*/ 118024 h 3717758"/>
              <a:gd name="connsiteX1390" fmla="*/ 1481773 w 7869956"/>
              <a:gd name="connsiteY1390" fmla="*/ 108749 h 3717758"/>
              <a:gd name="connsiteX1391" fmla="*/ 1494558 w 7869956"/>
              <a:gd name="connsiteY1391" fmla="*/ 120252 h 3717758"/>
              <a:gd name="connsiteX1392" fmla="*/ 1484263 w 7869956"/>
              <a:gd name="connsiteY1392" fmla="*/ 135263 h 3717758"/>
              <a:gd name="connsiteX1393" fmla="*/ 5525496 w 7869956"/>
              <a:gd name="connsiteY1393" fmla="*/ 2469427 h 3717758"/>
              <a:gd name="connsiteX1394" fmla="*/ 5540136 w 7869956"/>
              <a:gd name="connsiteY1394" fmla="*/ 2473153 h 3717758"/>
              <a:gd name="connsiteX1395" fmla="*/ 5549073 w 7869956"/>
              <a:gd name="connsiteY1395" fmla="*/ 2450257 h 3717758"/>
              <a:gd name="connsiteX1396" fmla="*/ 5526131 w 7869956"/>
              <a:gd name="connsiteY1396" fmla="*/ 2448496 h 3717758"/>
              <a:gd name="connsiteX1397" fmla="*/ 5525496 w 7869956"/>
              <a:gd name="connsiteY1397" fmla="*/ 2469427 h 3717758"/>
              <a:gd name="connsiteX1398" fmla="*/ 1837086 w 7869956"/>
              <a:gd name="connsiteY1398" fmla="*/ 340446 h 3717758"/>
              <a:gd name="connsiteX1399" fmla="*/ 1843334 w 7869956"/>
              <a:gd name="connsiteY1399" fmla="*/ 334708 h 3717758"/>
              <a:gd name="connsiteX1400" fmla="*/ 1846017 w 7869956"/>
              <a:gd name="connsiteY1400" fmla="*/ 341988 h 3717758"/>
              <a:gd name="connsiteX1401" fmla="*/ 1836199 w 7869956"/>
              <a:gd name="connsiteY1401" fmla="*/ 341261 h 3717758"/>
              <a:gd name="connsiteX1402" fmla="*/ 1835334 w 7869956"/>
              <a:gd name="connsiteY1402" fmla="*/ 340144 h 3717758"/>
              <a:gd name="connsiteX1403" fmla="*/ 1837086 w 7869956"/>
              <a:gd name="connsiteY1403" fmla="*/ 340446 h 3717758"/>
              <a:gd name="connsiteX1404" fmla="*/ 1626102 w 7869956"/>
              <a:gd name="connsiteY1404" fmla="*/ 225020 h 3717758"/>
              <a:gd name="connsiteX1405" fmla="*/ 1631559 w 7869956"/>
              <a:gd name="connsiteY1405" fmla="*/ 207057 h 3717758"/>
              <a:gd name="connsiteX1406" fmla="*/ 1639707 w 7869956"/>
              <a:gd name="connsiteY1406" fmla="*/ 210303 h 3717758"/>
              <a:gd name="connsiteX1407" fmla="*/ 1626102 w 7869956"/>
              <a:gd name="connsiteY1407" fmla="*/ 225020 h 3717758"/>
              <a:gd name="connsiteX1408" fmla="*/ 1784776 w 7869956"/>
              <a:gd name="connsiteY1408" fmla="*/ 318120 h 3717758"/>
              <a:gd name="connsiteX1409" fmla="*/ 1789341 w 7869956"/>
              <a:gd name="connsiteY1409" fmla="*/ 313836 h 3717758"/>
              <a:gd name="connsiteX1410" fmla="*/ 1776541 w 7869956"/>
              <a:gd name="connsiteY1410" fmla="*/ 302366 h 3717758"/>
              <a:gd name="connsiteX1411" fmla="*/ 1784776 w 7869956"/>
              <a:gd name="connsiteY1411" fmla="*/ 318120 h 3717758"/>
              <a:gd name="connsiteX1412" fmla="*/ 1585691 w 7869956"/>
              <a:gd name="connsiteY1412" fmla="*/ 203517 h 3717758"/>
              <a:gd name="connsiteX1413" fmla="*/ 1610505 w 7869956"/>
              <a:gd name="connsiteY1413" fmla="*/ 197520 h 3717758"/>
              <a:gd name="connsiteX1414" fmla="*/ 1585691 w 7869956"/>
              <a:gd name="connsiteY1414" fmla="*/ 203517 h 3717758"/>
              <a:gd name="connsiteX1415" fmla="*/ 4206994 w 7869956"/>
              <a:gd name="connsiteY1415" fmla="*/ 1719045 h 3717758"/>
              <a:gd name="connsiteX1416" fmla="*/ 4209588 w 7869956"/>
              <a:gd name="connsiteY1416" fmla="*/ 1719049 h 3717758"/>
              <a:gd name="connsiteX1417" fmla="*/ 4209706 w 7869956"/>
              <a:gd name="connsiteY1417" fmla="*/ 1715025 h 3717758"/>
              <a:gd name="connsiteX1418" fmla="*/ 4207403 w 7869956"/>
              <a:gd name="connsiteY1418" fmla="*/ 1713841 h 3717758"/>
              <a:gd name="connsiteX1419" fmla="*/ 1701393 w 7869956"/>
              <a:gd name="connsiteY1419" fmla="*/ 275725 h 3717758"/>
              <a:gd name="connsiteX1420" fmla="*/ 1700434 w 7869956"/>
              <a:gd name="connsiteY1420" fmla="*/ 267704 h 3717758"/>
              <a:gd name="connsiteX1421" fmla="*/ 1701810 w 7869956"/>
              <a:gd name="connsiteY1421" fmla="*/ 275681 h 3717758"/>
              <a:gd name="connsiteX1422" fmla="*/ 5501610 w 7869956"/>
              <a:gd name="connsiteY1422" fmla="*/ 2472019 h 3717758"/>
              <a:gd name="connsiteX1423" fmla="*/ 5507549 w 7869956"/>
              <a:gd name="connsiteY1423" fmla="*/ 2465408 h 3717758"/>
              <a:gd name="connsiteX1424" fmla="*/ 5495984 w 7869956"/>
              <a:gd name="connsiteY1424" fmla="*/ 2467140 h 3717758"/>
              <a:gd name="connsiteX1425" fmla="*/ 5501610 w 7869956"/>
              <a:gd name="connsiteY1425" fmla="*/ 2472019 h 3717758"/>
              <a:gd name="connsiteX1426" fmla="*/ 1436786 w 7869956"/>
              <a:gd name="connsiteY1426" fmla="*/ 128893 h 3717758"/>
              <a:gd name="connsiteX1427" fmla="*/ 1455245 w 7869956"/>
              <a:gd name="connsiteY1427" fmla="*/ 117207 h 3717758"/>
              <a:gd name="connsiteX1428" fmla="*/ 1436786 w 7869956"/>
              <a:gd name="connsiteY1428" fmla="*/ 128893 h 3717758"/>
              <a:gd name="connsiteX1429" fmla="*/ 6588414 w 7869956"/>
              <a:gd name="connsiteY1429" fmla="*/ 3104342 h 3717758"/>
              <a:gd name="connsiteX1430" fmla="*/ 6622471 w 7869956"/>
              <a:gd name="connsiteY1430" fmla="*/ 3064951 h 3717758"/>
              <a:gd name="connsiteX1431" fmla="*/ 6582183 w 7869956"/>
              <a:gd name="connsiteY1431" fmla="*/ 3093382 h 3717758"/>
              <a:gd name="connsiteX1432" fmla="*/ 6588414 w 7869956"/>
              <a:gd name="connsiteY1432" fmla="*/ 3104342 h 3717758"/>
              <a:gd name="connsiteX1433" fmla="*/ 5487713 w 7869956"/>
              <a:gd name="connsiteY1433" fmla="*/ 2469118 h 3717758"/>
              <a:gd name="connsiteX1434" fmla="*/ 5493217 w 7869956"/>
              <a:gd name="connsiteY1434" fmla="*/ 2451186 h 3717758"/>
              <a:gd name="connsiteX1435" fmla="*/ 5487713 w 7869956"/>
              <a:gd name="connsiteY1435" fmla="*/ 2469118 h 3717758"/>
              <a:gd name="connsiteX1436" fmla="*/ 1609391 w 7869956"/>
              <a:gd name="connsiteY1436" fmla="*/ 234220 h 3717758"/>
              <a:gd name="connsiteX1437" fmla="*/ 1609716 w 7869956"/>
              <a:gd name="connsiteY1437" fmla="*/ 223739 h 3717758"/>
              <a:gd name="connsiteX1438" fmla="*/ 1625932 w 7869956"/>
              <a:gd name="connsiteY1438" fmla="*/ 230247 h 3717758"/>
              <a:gd name="connsiteX1439" fmla="*/ 1609391 w 7869956"/>
              <a:gd name="connsiteY1439" fmla="*/ 234220 h 3717758"/>
              <a:gd name="connsiteX1440" fmla="*/ 1560864 w 7869956"/>
              <a:gd name="connsiteY1440" fmla="*/ 209437 h 3717758"/>
              <a:gd name="connsiteX1441" fmla="*/ 1559611 w 7869956"/>
              <a:gd name="connsiteY1441" fmla="*/ 196205 h 3717758"/>
              <a:gd name="connsiteX1442" fmla="*/ 1556488 w 7869956"/>
              <a:gd name="connsiteY1442" fmla="*/ 190701 h 3717758"/>
              <a:gd name="connsiteX1443" fmla="*/ 1569630 w 7869956"/>
              <a:gd name="connsiteY1443" fmla="*/ 191753 h 3717758"/>
              <a:gd name="connsiteX1444" fmla="*/ 1574127 w 7869956"/>
              <a:gd name="connsiteY1444" fmla="*/ 205234 h 3717758"/>
              <a:gd name="connsiteX1445" fmla="*/ 1568980 w 7869956"/>
              <a:gd name="connsiteY1445" fmla="*/ 212731 h 3717758"/>
              <a:gd name="connsiteX1446" fmla="*/ 1560864 w 7869956"/>
              <a:gd name="connsiteY1446" fmla="*/ 209437 h 3717758"/>
              <a:gd name="connsiteX1447" fmla="*/ 1597858 w 7869956"/>
              <a:gd name="connsiteY1447" fmla="*/ 235997 h 3717758"/>
              <a:gd name="connsiteX1448" fmla="*/ 1601770 w 7869956"/>
              <a:gd name="connsiteY1448" fmla="*/ 215281 h 3717758"/>
              <a:gd name="connsiteX1449" fmla="*/ 1597858 w 7869956"/>
              <a:gd name="connsiteY1449" fmla="*/ 235997 h 3717758"/>
              <a:gd name="connsiteX1450" fmla="*/ 2344430 w 7869956"/>
              <a:gd name="connsiteY1450" fmla="*/ 667445 h 3717758"/>
              <a:gd name="connsiteX1451" fmla="*/ 2354266 w 7869956"/>
              <a:gd name="connsiteY1451" fmla="*/ 646666 h 3717758"/>
              <a:gd name="connsiteX1452" fmla="*/ 2338032 w 7869956"/>
              <a:gd name="connsiteY1452" fmla="*/ 640140 h 3717758"/>
              <a:gd name="connsiteX1453" fmla="*/ 2338961 w 7869956"/>
              <a:gd name="connsiteY1453" fmla="*/ 663826 h 3717758"/>
              <a:gd name="connsiteX1454" fmla="*/ 2344430 w 7869956"/>
              <a:gd name="connsiteY1454" fmla="*/ 667445 h 3717758"/>
              <a:gd name="connsiteX1455" fmla="*/ 1337844 w 7869956"/>
              <a:gd name="connsiteY1455" fmla="*/ 87105 h 3717758"/>
              <a:gd name="connsiteX1456" fmla="*/ 1325215 w 7869956"/>
              <a:gd name="connsiteY1456" fmla="*/ 70333 h 3717758"/>
              <a:gd name="connsiteX1457" fmla="*/ 1337844 w 7869956"/>
              <a:gd name="connsiteY1457" fmla="*/ 87105 h 3717758"/>
              <a:gd name="connsiteX1458" fmla="*/ 1303002 w 7869956"/>
              <a:gd name="connsiteY1458" fmla="*/ 70887 h 3717758"/>
              <a:gd name="connsiteX1459" fmla="*/ 1313651 w 7869956"/>
              <a:gd name="connsiteY1459" fmla="*/ 72096 h 3717758"/>
              <a:gd name="connsiteX1460" fmla="*/ 1292595 w 7869956"/>
              <a:gd name="connsiteY1460" fmla="*/ 62571 h 3717758"/>
              <a:gd name="connsiteX1461" fmla="*/ 1303002 w 7869956"/>
              <a:gd name="connsiteY1461" fmla="*/ 70887 h 3717758"/>
              <a:gd name="connsiteX1462" fmla="*/ 1775289 w 7869956"/>
              <a:gd name="connsiteY1462" fmla="*/ 344307 h 3717758"/>
              <a:gd name="connsiteX1463" fmla="*/ 1783869 w 7869956"/>
              <a:gd name="connsiteY1463" fmla="*/ 331847 h 3717758"/>
              <a:gd name="connsiteX1464" fmla="*/ 1772306 w 7869956"/>
              <a:gd name="connsiteY1464" fmla="*/ 333579 h 3717758"/>
              <a:gd name="connsiteX1465" fmla="*/ 1775289 w 7869956"/>
              <a:gd name="connsiteY1465" fmla="*/ 344307 h 3717758"/>
              <a:gd name="connsiteX1466" fmla="*/ 1515163 w 7869956"/>
              <a:gd name="connsiteY1466" fmla="*/ 199569 h 3717758"/>
              <a:gd name="connsiteX1467" fmla="*/ 1508734 w 7869956"/>
              <a:gd name="connsiteY1467" fmla="*/ 194921 h 3717758"/>
              <a:gd name="connsiteX1468" fmla="*/ 1521674 w 7869956"/>
              <a:gd name="connsiteY1468" fmla="*/ 201166 h 3717758"/>
              <a:gd name="connsiteX1469" fmla="*/ 1515163 w 7869956"/>
              <a:gd name="connsiteY1469" fmla="*/ 199569 h 3717758"/>
              <a:gd name="connsiteX1470" fmla="*/ 5456307 w 7869956"/>
              <a:gd name="connsiteY1470" fmla="*/ 2476009 h 3717758"/>
              <a:gd name="connsiteX1471" fmla="*/ 5461184 w 7869956"/>
              <a:gd name="connsiteY1471" fmla="*/ 2477575 h 3717758"/>
              <a:gd name="connsiteX1472" fmla="*/ 5461665 w 7869956"/>
              <a:gd name="connsiteY1472" fmla="*/ 2461790 h 3717758"/>
              <a:gd name="connsiteX1473" fmla="*/ 5466348 w 7869956"/>
              <a:gd name="connsiteY1473" fmla="*/ 2470092 h 3717758"/>
              <a:gd name="connsiteX1474" fmla="*/ 5471666 w 7869956"/>
              <a:gd name="connsiteY1474" fmla="*/ 2457339 h 3717758"/>
              <a:gd name="connsiteX1475" fmla="*/ 5460426 w 7869956"/>
              <a:gd name="connsiteY1475" fmla="*/ 2448634 h 3717758"/>
              <a:gd name="connsiteX1476" fmla="*/ 5451523 w 7869956"/>
              <a:gd name="connsiteY1476" fmla="*/ 2471545 h 3717758"/>
              <a:gd name="connsiteX1477" fmla="*/ 5456307 w 7869956"/>
              <a:gd name="connsiteY1477" fmla="*/ 2476009 h 3717758"/>
              <a:gd name="connsiteX1478" fmla="*/ 4148038 w 7869956"/>
              <a:gd name="connsiteY1478" fmla="*/ 1721523 h 3717758"/>
              <a:gd name="connsiteX1479" fmla="*/ 4148489 w 7869956"/>
              <a:gd name="connsiteY1479" fmla="*/ 1721330 h 3717758"/>
              <a:gd name="connsiteX1480" fmla="*/ 4155275 w 7869956"/>
              <a:gd name="connsiteY1480" fmla="*/ 1720082 h 3717758"/>
              <a:gd name="connsiteX1481" fmla="*/ 4154103 w 7869956"/>
              <a:gd name="connsiteY1481" fmla="*/ 1717281 h 3717758"/>
              <a:gd name="connsiteX1482" fmla="*/ 4148505 w 7869956"/>
              <a:gd name="connsiteY1482" fmla="*/ 1719093 h 3717758"/>
              <a:gd name="connsiteX1483" fmla="*/ 1553830 w 7869956"/>
              <a:gd name="connsiteY1483" fmla="*/ 224635 h 3717758"/>
              <a:gd name="connsiteX1484" fmla="*/ 1538386 w 7869956"/>
              <a:gd name="connsiteY1484" fmla="*/ 191968 h 3717758"/>
              <a:gd name="connsiteX1485" fmla="*/ 1519046 w 7869956"/>
              <a:gd name="connsiteY1485" fmla="*/ 179910 h 3717758"/>
              <a:gd name="connsiteX1486" fmla="*/ 1525772 w 7869956"/>
              <a:gd name="connsiteY1486" fmla="*/ 175210 h 3717758"/>
              <a:gd name="connsiteX1487" fmla="*/ 1546996 w 7869956"/>
              <a:gd name="connsiteY1487" fmla="*/ 179493 h 3717758"/>
              <a:gd name="connsiteX1488" fmla="*/ 1553830 w 7869956"/>
              <a:gd name="connsiteY1488" fmla="*/ 224635 h 3717758"/>
              <a:gd name="connsiteX1489" fmla="*/ 1731429 w 7869956"/>
              <a:gd name="connsiteY1489" fmla="*/ 327750 h 3717758"/>
              <a:gd name="connsiteX1490" fmla="*/ 1745344 w 7869956"/>
              <a:gd name="connsiteY1490" fmla="*/ 302566 h 3717758"/>
              <a:gd name="connsiteX1491" fmla="*/ 1749734 w 7869956"/>
              <a:gd name="connsiteY1491" fmla="*/ 321272 h 3717758"/>
              <a:gd name="connsiteX1492" fmla="*/ 1755036 w 7869956"/>
              <a:gd name="connsiteY1492" fmla="*/ 308580 h 3717758"/>
              <a:gd name="connsiteX1493" fmla="*/ 1734104 w 7869956"/>
              <a:gd name="connsiteY1493" fmla="*/ 293846 h 3717758"/>
              <a:gd name="connsiteX1494" fmla="*/ 1738804 w 7869956"/>
              <a:gd name="connsiteY1494" fmla="*/ 302087 h 3717758"/>
              <a:gd name="connsiteX1495" fmla="*/ 1725371 w 7869956"/>
              <a:gd name="connsiteY1495" fmla="*/ 311502 h 3717758"/>
              <a:gd name="connsiteX1496" fmla="*/ 1731429 w 7869956"/>
              <a:gd name="connsiteY1496" fmla="*/ 327750 h 3717758"/>
              <a:gd name="connsiteX1497" fmla="*/ 1582467 w 7869956"/>
              <a:gd name="connsiteY1497" fmla="*/ 242358 h 3717758"/>
              <a:gd name="connsiteX1498" fmla="*/ 1571623 w 7869956"/>
              <a:gd name="connsiteY1498" fmla="*/ 233941 h 3717758"/>
              <a:gd name="connsiteX1499" fmla="*/ 1591442 w 7869956"/>
              <a:gd name="connsiteY1499" fmla="*/ 230230 h 3717758"/>
              <a:gd name="connsiteX1500" fmla="*/ 1597517 w 7869956"/>
              <a:gd name="connsiteY1500" fmla="*/ 246462 h 3717758"/>
              <a:gd name="connsiteX1501" fmla="*/ 1582467 w 7869956"/>
              <a:gd name="connsiteY1501" fmla="*/ 242358 h 3717758"/>
              <a:gd name="connsiteX1502" fmla="*/ 1736099 w 7869956"/>
              <a:gd name="connsiteY1502" fmla="*/ 336005 h 3717758"/>
              <a:gd name="connsiteX1503" fmla="*/ 1769058 w 7869956"/>
              <a:gd name="connsiteY1503" fmla="*/ 333300 h 3717758"/>
              <a:gd name="connsiteX1504" fmla="*/ 1736099 w 7869956"/>
              <a:gd name="connsiteY1504" fmla="*/ 336005 h 3717758"/>
              <a:gd name="connsiteX1505" fmla="*/ 6542220 w 7869956"/>
              <a:gd name="connsiteY1505" fmla="*/ 3111299 h 3717758"/>
              <a:gd name="connsiteX1506" fmla="*/ 6575305 w 7869956"/>
              <a:gd name="connsiteY1506" fmla="*/ 3103369 h 3717758"/>
              <a:gd name="connsiteX1507" fmla="*/ 6572507 w 7869956"/>
              <a:gd name="connsiteY1507" fmla="*/ 3087384 h 3717758"/>
              <a:gd name="connsiteX1508" fmla="*/ 6542220 w 7869956"/>
              <a:gd name="connsiteY1508" fmla="*/ 3111299 h 3717758"/>
              <a:gd name="connsiteX1509" fmla="*/ 1635904 w 7869956"/>
              <a:gd name="connsiteY1509" fmla="*/ 280985 h 3717758"/>
              <a:gd name="connsiteX1510" fmla="*/ 1644824 w 7869956"/>
              <a:gd name="connsiteY1510" fmla="*/ 258012 h 3717758"/>
              <a:gd name="connsiteX1511" fmla="*/ 1635904 w 7869956"/>
              <a:gd name="connsiteY1511" fmla="*/ 280985 h 3717758"/>
              <a:gd name="connsiteX1512" fmla="*/ 4134322 w 7869956"/>
              <a:gd name="connsiteY1512" fmla="*/ 1724465 h 3717758"/>
              <a:gd name="connsiteX1513" fmla="*/ 4137113 w 7869956"/>
              <a:gd name="connsiteY1513" fmla="*/ 1724518 h 3717758"/>
              <a:gd name="connsiteX1514" fmla="*/ 4143699 w 7869956"/>
              <a:gd name="connsiteY1514" fmla="*/ 1723378 h 3717758"/>
              <a:gd name="connsiteX1515" fmla="*/ 4145663 w 7869956"/>
              <a:gd name="connsiteY1515" fmla="*/ 1722538 h 3717758"/>
              <a:gd name="connsiteX1516" fmla="*/ 4144538 w 7869956"/>
              <a:gd name="connsiteY1516" fmla="*/ 1713492 h 3717758"/>
              <a:gd name="connsiteX1517" fmla="*/ 4137376 w 7869956"/>
              <a:gd name="connsiteY1517" fmla="*/ 1716583 h 3717758"/>
              <a:gd name="connsiteX1518" fmla="*/ 4131373 w 7869956"/>
              <a:gd name="connsiteY1518" fmla="*/ 1715659 h 3717758"/>
              <a:gd name="connsiteX1519" fmla="*/ 4131159 w 7869956"/>
              <a:gd name="connsiteY1519" fmla="*/ 1716539 h 3717758"/>
              <a:gd name="connsiteX1520" fmla="*/ 1711750 w 7869956"/>
              <a:gd name="connsiteY1520" fmla="*/ 326204 h 3717758"/>
              <a:gd name="connsiteX1521" fmla="*/ 1725015 w 7869956"/>
              <a:gd name="connsiteY1521" fmla="*/ 322045 h 3717758"/>
              <a:gd name="connsiteX1522" fmla="*/ 1711750 w 7869956"/>
              <a:gd name="connsiteY1522" fmla="*/ 326204 h 3717758"/>
              <a:gd name="connsiteX1523" fmla="*/ 1691005 w 7869956"/>
              <a:gd name="connsiteY1523" fmla="*/ 319761 h 3717758"/>
              <a:gd name="connsiteX1524" fmla="*/ 1702396 w 7869956"/>
              <a:gd name="connsiteY1524" fmla="*/ 309723 h 3717758"/>
              <a:gd name="connsiteX1525" fmla="*/ 1687401 w 7869956"/>
              <a:gd name="connsiteY1525" fmla="*/ 316449 h 3717758"/>
              <a:gd name="connsiteX1526" fmla="*/ 1691005 w 7869956"/>
              <a:gd name="connsiteY1526" fmla="*/ 319761 h 3717758"/>
              <a:gd name="connsiteX1527" fmla="*/ 1483906 w 7869956"/>
              <a:gd name="connsiteY1527" fmla="*/ 200844 h 3717758"/>
              <a:gd name="connsiteX1528" fmla="*/ 1490770 w 7869956"/>
              <a:gd name="connsiteY1528" fmla="*/ 190872 h 3717758"/>
              <a:gd name="connsiteX1529" fmla="*/ 1495283 w 7869956"/>
              <a:gd name="connsiteY1529" fmla="*/ 204352 h 3717758"/>
              <a:gd name="connsiteX1530" fmla="*/ 1483906 w 7869956"/>
              <a:gd name="connsiteY1530" fmla="*/ 200844 h 3717758"/>
              <a:gd name="connsiteX1531" fmla="*/ 4115225 w 7869956"/>
              <a:gd name="connsiteY1531" fmla="*/ 1723764 h 3717758"/>
              <a:gd name="connsiteX1532" fmla="*/ 4115454 w 7869956"/>
              <a:gd name="connsiteY1532" fmla="*/ 1722256 h 3717758"/>
              <a:gd name="connsiteX1533" fmla="*/ 4117153 w 7869956"/>
              <a:gd name="connsiteY1533" fmla="*/ 1714691 h 3717758"/>
              <a:gd name="connsiteX1534" fmla="*/ 4104391 w 7869956"/>
              <a:gd name="connsiteY1534" fmla="*/ 1710394 h 3717758"/>
              <a:gd name="connsiteX1535" fmla="*/ 1675062 w 7869956"/>
              <a:gd name="connsiteY1535" fmla="*/ 317491 h 3717758"/>
              <a:gd name="connsiteX1536" fmla="*/ 1679269 w 7869956"/>
              <a:gd name="connsiteY1536" fmla="*/ 313187 h 3717758"/>
              <a:gd name="connsiteX1537" fmla="*/ 1669793 w 7869956"/>
              <a:gd name="connsiteY1537" fmla="*/ 301933 h 3717758"/>
              <a:gd name="connsiteX1538" fmla="*/ 1675062 w 7869956"/>
              <a:gd name="connsiteY1538" fmla="*/ 317491 h 3717758"/>
              <a:gd name="connsiteX1539" fmla="*/ 1798525 w 7869956"/>
              <a:gd name="connsiteY1539" fmla="*/ 390748 h 3717758"/>
              <a:gd name="connsiteX1540" fmla="*/ 1781210 w 7869956"/>
              <a:gd name="connsiteY1540" fmla="*/ 365766 h 3717758"/>
              <a:gd name="connsiteX1541" fmla="*/ 1798525 w 7869956"/>
              <a:gd name="connsiteY1541" fmla="*/ 390748 h 3717758"/>
              <a:gd name="connsiteX1542" fmla="*/ 1433599 w 7869956"/>
              <a:gd name="connsiteY1542" fmla="*/ 180137 h 3717758"/>
              <a:gd name="connsiteX1543" fmla="*/ 1425517 w 7869956"/>
              <a:gd name="connsiteY1543" fmla="*/ 175303 h 3717758"/>
              <a:gd name="connsiteX1544" fmla="*/ 1441904 w 7869956"/>
              <a:gd name="connsiteY1544" fmla="*/ 176601 h 3717758"/>
              <a:gd name="connsiteX1545" fmla="*/ 1433599 w 7869956"/>
              <a:gd name="connsiteY1545" fmla="*/ 180137 h 3717758"/>
              <a:gd name="connsiteX1546" fmla="*/ 1355912 w 7869956"/>
              <a:gd name="connsiteY1546" fmla="*/ 139097 h 3717758"/>
              <a:gd name="connsiteX1547" fmla="*/ 1344832 w 7869956"/>
              <a:gd name="connsiteY1547" fmla="*/ 127008 h 3717758"/>
              <a:gd name="connsiteX1548" fmla="*/ 1367805 w 7869956"/>
              <a:gd name="connsiteY1548" fmla="*/ 128832 h 3717758"/>
              <a:gd name="connsiteX1549" fmla="*/ 1355912 w 7869956"/>
              <a:gd name="connsiteY1549" fmla="*/ 139097 h 3717758"/>
              <a:gd name="connsiteX1550" fmla="*/ 1598153 w 7869956"/>
              <a:gd name="connsiteY1550" fmla="*/ 279551 h 3717758"/>
              <a:gd name="connsiteX1551" fmla="*/ 1604708 w 7869956"/>
              <a:gd name="connsiteY1551" fmla="*/ 281139 h 3717758"/>
              <a:gd name="connsiteX1552" fmla="*/ 1591738 w 7869956"/>
              <a:gd name="connsiteY1552" fmla="*/ 274878 h 3717758"/>
              <a:gd name="connsiteX1553" fmla="*/ 1598153 w 7869956"/>
              <a:gd name="connsiteY1553" fmla="*/ 279551 h 3717758"/>
              <a:gd name="connsiteX1554" fmla="*/ 2250269 w 7869956"/>
              <a:gd name="connsiteY1554" fmla="*/ 662218 h 3717758"/>
              <a:gd name="connsiteX1555" fmla="*/ 2264028 w 7869956"/>
              <a:gd name="connsiteY1555" fmla="*/ 642275 h 3717758"/>
              <a:gd name="connsiteX1556" fmla="*/ 2245615 w 7869956"/>
              <a:gd name="connsiteY1556" fmla="*/ 653946 h 3717758"/>
              <a:gd name="connsiteX1557" fmla="*/ 2250269 w 7869956"/>
              <a:gd name="connsiteY1557" fmla="*/ 662218 h 3717758"/>
              <a:gd name="connsiteX1558" fmla="*/ 1183018 w 7869956"/>
              <a:gd name="connsiteY1558" fmla="*/ 46185 h 3717758"/>
              <a:gd name="connsiteX1559" fmla="*/ 1199390 w 7869956"/>
              <a:gd name="connsiteY1559" fmla="*/ 47452 h 3717758"/>
              <a:gd name="connsiteX1560" fmla="*/ 1198338 w 7869956"/>
              <a:gd name="connsiteY1560" fmla="*/ 28994 h 3717758"/>
              <a:gd name="connsiteX1561" fmla="*/ 1193329 w 7869956"/>
              <a:gd name="connsiteY1561" fmla="*/ 31204 h 3717758"/>
              <a:gd name="connsiteX1562" fmla="*/ 1183018 w 7869956"/>
              <a:gd name="connsiteY1562" fmla="*/ 46185 h 3717758"/>
              <a:gd name="connsiteX1563" fmla="*/ 1585012 w 7869956"/>
              <a:gd name="connsiteY1563" fmla="*/ 279654 h 3717758"/>
              <a:gd name="connsiteX1564" fmla="*/ 1587223 w 7869956"/>
              <a:gd name="connsiteY1564" fmla="*/ 261413 h 3717758"/>
              <a:gd name="connsiteX1565" fmla="*/ 1585012 w 7869956"/>
              <a:gd name="connsiteY1565" fmla="*/ 279654 h 3717758"/>
              <a:gd name="connsiteX1566" fmla="*/ 1736717 w 7869956"/>
              <a:gd name="connsiteY1566" fmla="*/ 370201 h 3717758"/>
              <a:gd name="connsiteX1567" fmla="*/ 1748590 w 7869956"/>
              <a:gd name="connsiteY1567" fmla="*/ 357973 h 3717758"/>
              <a:gd name="connsiteX1568" fmla="*/ 1732173 w 7869956"/>
              <a:gd name="connsiteY1568" fmla="*/ 356689 h 3717758"/>
              <a:gd name="connsiteX1569" fmla="*/ 1736717 w 7869956"/>
              <a:gd name="connsiteY1569" fmla="*/ 370201 h 3717758"/>
              <a:gd name="connsiteX1570" fmla="*/ 4076115 w 7869956"/>
              <a:gd name="connsiteY1570" fmla="*/ 1721262 h 3717758"/>
              <a:gd name="connsiteX1571" fmla="*/ 4083677 w 7869956"/>
              <a:gd name="connsiteY1571" fmla="*/ 1718688 h 3717758"/>
              <a:gd name="connsiteX1572" fmla="*/ 4087685 w 7869956"/>
              <a:gd name="connsiteY1572" fmla="*/ 1710674 h 3717758"/>
              <a:gd name="connsiteX1573" fmla="*/ 4076096 w 7869956"/>
              <a:gd name="connsiteY1573" fmla="*/ 1710955 h 3717758"/>
              <a:gd name="connsiteX1574" fmla="*/ 4075854 w 7869956"/>
              <a:gd name="connsiteY1574" fmla="*/ 1713402 h 3717758"/>
              <a:gd name="connsiteX1575" fmla="*/ 4076115 w 7869956"/>
              <a:gd name="connsiteY1575" fmla="*/ 1721262 h 3717758"/>
              <a:gd name="connsiteX1576" fmla="*/ 2237190 w 7869956"/>
              <a:gd name="connsiteY1576" fmla="*/ 661197 h 3717758"/>
              <a:gd name="connsiteX1577" fmla="*/ 2245940 w 7869956"/>
              <a:gd name="connsiteY1577" fmla="*/ 643512 h 3717758"/>
              <a:gd name="connsiteX1578" fmla="*/ 2237190 w 7869956"/>
              <a:gd name="connsiteY1578" fmla="*/ 661197 h 3717758"/>
              <a:gd name="connsiteX1579" fmla="*/ 1720073 w 7869956"/>
              <a:gd name="connsiteY1579" fmla="*/ 363809 h 3717758"/>
              <a:gd name="connsiteX1580" fmla="*/ 1732142 w 7869956"/>
              <a:gd name="connsiteY1580" fmla="*/ 356706 h 3717758"/>
              <a:gd name="connsiteX1581" fmla="*/ 1712678 w 7869956"/>
              <a:gd name="connsiteY1581" fmla="*/ 349949 h 3717758"/>
              <a:gd name="connsiteX1582" fmla="*/ 1720073 w 7869956"/>
              <a:gd name="connsiteY1582" fmla="*/ 363809 h 3717758"/>
              <a:gd name="connsiteX1583" fmla="*/ 5387009 w 7869956"/>
              <a:gd name="connsiteY1583" fmla="*/ 2484917 h 3717758"/>
              <a:gd name="connsiteX1584" fmla="*/ 5380780 w 7869956"/>
              <a:gd name="connsiteY1584" fmla="*/ 2473957 h 3717758"/>
              <a:gd name="connsiteX1585" fmla="*/ 5387009 w 7869956"/>
              <a:gd name="connsiteY1585" fmla="*/ 2484917 h 3717758"/>
              <a:gd name="connsiteX1586" fmla="*/ 1262533 w 7869956"/>
              <a:gd name="connsiteY1586" fmla="*/ 107741 h 3717758"/>
              <a:gd name="connsiteX1587" fmla="*/ 1252137 w 7869956"/>
              <a:gd name="connsiteY1587" fmla="*/ 96165 h 3717758"/>
              <a:gd name="connsiteX1588" fmla="*/ 1271802 w 7869956"/>
              <a:gd name="connsiteY1588" fmla="*/ 97711 h 3717758"/>
              <a:gd name="connsiteX1589" fmla="*/ 1281464 w 7869956"/>
              <a:gd name="connsiteY1589" fmla="*/ 103756 h 3717758"/>
              <a:gd name="connsiteX1590" fmla="*/ 1262533 w 7869956"/>
              <a:gd name="connsiteY1590" fmla="*/ 107741 h 3717758"/>
              <a:gd name="connsiteX1591" fmla="*/ 6492395 w 7869956"/>
              <a:gd name="connsiteY1591" fmla="*/ 3128443 h 3717758"/>
              <a:gd name="connsiteX1592" fmla="*/ 6524087 w 7869956"/>
              <a:gd name="connsiteY1592" fmla="*/ 3112505 h 3717758"/>
              <a:gd name="connsiteX1593" fmla="*/ 6528169 w 7869956"/>
              <a:gd name="connsiteY1593" fmla="*/ 3086580 h 3717758"/>
              <a:gd name="connsiteX1594" fmla="*/ 6489412 w 7869956"/>
              <a:gd name="connsiteY1594" fmla="*/ 3117685 h 3717758"/>
              <a:gd name="connsiteX1595" fmla="*/ 6492395 w 7869956"/>
              <a:gd name="connsiteY1595" fmla="*/ 3128443 h 3717758"/>
              <a:gd name="connsiteX1596" fmla="*/ 1347551 w 7869956"/>
              <a:gd name="connsiteY1596" fmla="*/ 158318 h 3717758"/>
              <a:gd name="connsiteX1597" fmla="*/ 1334520 w 7869956"/>
              <a:gd name="connsiteY1597" fmla="*/ 142002 h 3717758"/>
              <a:gd name="connsiteX1598" fmla="*/ 1338291 w 7869956"/>
              <a:gd name="connsiteY1598" fmla="*/ 126542 h 3717758"/>
              <a:gd name="connsiteX1599" fmla="*/ 1353860 w 7869956"/>
              <a:gd name="connsiteY1599" fmla="*/ 154029 h 3717758"/>
              <a:gd name="connsiteX1600" fmla="*/ 1347551 w 7869956"/>
              <a:gd name="connsiteY1600" fmla="*/ 158318 h 3717758"/>
              <a:gd name="connsiteX1601" fmla="*/ 5352859 w 7869956"/>
              <a:gd name="connsiteY1601" fmla="*/ 2474390 h 3717758"/>
              <a:gd name="connsiteX1602" fmla="*/ 5358163 w 7869956"/>
              <a:gd name="connsiteY1602" fmla="*/ 2461682 h 3717758"/>
              <a:gd name="connsiteX1603" fmla="*/ 5341604 w 7869956"/>
              <a:gd name="connsiteY1603" fmla="*/ 2465655 h 3717758"/>
              <a:gd name="connsiteX1604" fmla="*/ 5352859 w 7869956"/>
              <a:gd name="connsiteY1604" fmla="*/ 2474390 h 3717758"/>
              <a:gd name="connsiteX1605" fmla="*/ 1127455 w 7869956"/>
              <a:gd name="connsiteY1605" fmla="*/ 36615 h 3717758"/>
              <a:gd name="connsiteX1606" fmla="*/ 1147445 w 7869956"/>
              <a:gd name="connsiteY1606" fmla="*/ 27633 h 3717758"/>
              <a:gd name="connsiteX1607" fmla="*/ 1127455 w 7869956"/>
              <a:gd name="connsiteY1607" fmla="*/ 36615 h 3717758"/>
              <a:gd name="connsiteX1608" fmla="*/ 1533452 w 7869956"/>
              <a:gd name="connsiteY1608" fmla="*/ 273361 h 3717758"/>
              <a:gd name="connsiteX1609" fmla="*/ 1542715 w 7869956"/>
              <a:gd name="connsiteY1609" fmla="*/ 265819 h 3717758"/>
              <a:gd name="connsiteX1610" fmla="*/ 1524596 w 7869956"/>
              <a:gd name="connsiteY1610" fmla="*/ 267071 h 3717758"/>
              <a:gd name="connsiteX1611" fmla="*/ 1533452 w 7869956"/>
              <a:gd name="connsiteY1611" fmla="*/ 273361 h 3717758"/>
              <a:gd name="connsiteX1612" fmla="*/ 4038630 w 7869956"/>
              <a:gd name="connsiteY1612" fmla="*/ 1721105 h 3717758"/>
              <a:gd name="connsiteX1613" fmla="*/ 4046618 w 7869956"/>
              <a:gd name="connsiteY1613" fmla="*/ 1719020 h 3717758"/>
              <a:gd name="connsiteX1614" fmla="*/ 4038503 w 7869956"/>
              <a:gd name="connsiteY1614" fmla="*/ 1715789 h 3717758"/>
              <a:gd name="connsiteX1615" fmla="*/ 4038818 w 7869956"/>
              <a:gd name="connsiteY1615" fmla="*/ 1711858 h 3717758"/>
              <a:gd name="connsiteX1616" fmla="*/ 4032105 w 7869956"/>
              <a:gd name="connsiteY1616" fmla="*/ 1712020 h 3717758"/>
              <a:gd name="connsiteX1617" fmla="*/ 4032475 w 7869956"/>
              <a:gd name="connsiteY1617" fmla="*/ 1712865 h 3717758"/>
              <a:gd name="connsiteX1618" fmla="*/ 4038630 w 7869956"/>
              <a:gd name="connsiteY1618" fmla="*/ 1721105 h 3717758"/>
              <a:gd name="connsiteX1619" fmla="*/ 1099814 w 7869956"/>
              <a:gd name="connsiteY1619" fmla="*/ 26583 h 3717758"/>
              <a:gd name="connsiteX1620" fmla="*/ 1096862 w 7869956"/>
              <a:gd name="connsiteY1620" fmla="*/ 15884 h 3717758"/>
              <a:gd name="connsiteX1621" fmla="*/ 1095315 w 7869956"/>
              <a:gd name="connsiteY1621" fmla="*/ 13102 h 3717758"/>
              <a:gd name="connsiteX1622" fmla="*/ 1108255 w 7869956"/>
              <a:gd name="connsiteY1622" fmla="*/ 19378 h 3717758"/>
              <a:gd name="connsiteX1623" fmla="*/ 1099814 w 7869956"/>
              <a:gd name="connsiteY1623" fmla="*/ 26583 h 3717758"/>
              <a:gd name="connsiteX1624" fmla="*/ 2174748 w 7869956"/>
              <a:gd name="connsiteY1624" fmla="*/ 661630 h 3717758"/>
              <a:gd name="connsiteX1625" fmla="*/ 2176928 w 7869956"/>
              <a:gd name="connsiteY1625" fmla="*/ 643372 h 3717758"/>
              <a:gd name="connsiteX1626" fmla="*/ 2183020 w 7869956"/>
              <a:gd name="connsiteY1626" fmla="*/ 659652 h 3717758"/>
              <a:gd name="connsiteX1627" fmla="*/ 2193177 w 7869956"/>
              <a:gd name="connsiteY1627" fmla="*/ 649881 h 3717758"/>
              <a:gd name="connsiteX1628" fmla="*/ 2180375 w 7869956"/>
              <a:gd name="connsiteY1628" fmla="*/ 638441 h 3717758"/>
              <a:gd name="connsiteX1629" fmla="*/ 2201926 w 7869956"/>
              <a:gd name="connsiteY1629" fmla="*/ 632210 h 3717758"/>
              <a:gd name="connsiteX1630" fmla="*/ 2212842 w 7869956"/>
              <a:gd name="connsiteY1630" fmla="*/ 651442 h 3717758"/>
              <a:gd name="connsiteX1631" fmla="*/ 2208311 w 7869956"/>
              <a:gd name="connsiteY1631" fmla="*/ 637947 h 3717758"/>
              <a:gd name="connsiteX1632" fmla="*/ 2228147 w 7869956"/>
              <a:gd name="connsiteY1632" fmla="*/ 634267 h 3717758"/>
              <a:gd name="connsiteX1633" fmla="*/ 2159459 w 7869956"/>
              <a:gd name="connsiteY1633" fmla="*/ 623662 h 3717758"/>
              <a:gd name="connsiteX1634" fmla="*/ 2170699 w 7869956"/>
              <a:gd name="connsiteY1634" fmla="*/ 632412 h 3717758"/>
              <a:gd name="connsiteX1635" fmla="*/ 2165055 w 7869956"/>
              <a:gd name="connsiteY1635" fmla="*/ 655600 h 3717758"/>
              <a:gd name="connsiteX1636" fmla="*/ 2174748 w 7869956"/>
              <a:gd name="connsiteY1636" fmla="*/ 661630 h 3717758"/>
              <a:gd name="connsiteX1637" fmla="*/ 1625702 w 7869956"/>
              <a:gd name="connsiteY1637" fmla="*/ 345821 h 3717758"/>
              <a:gd name="connsiteX1638" fmla="*/ 1637127 w 7869956"/>
              <a:gd name="connsiteY1638" fmla="*/ 349363 h 3717758"/>
              <a:gd name="connsiteX1639" fmla="*/ 1647438 w 7869956"/>
              <a:gd name="connsiteY1639" fmla="*/ 334413 h 3717758"/>
              <a:gd name="connsiteX1640" fmla="*/ 1634622 w 7869956"/>
              <a:gd name="connsiteY1640" fmla="*/ 322880 h 3717758"/>
              <a:gd name="connsiteX1641" fmla="*/ 1621219 w 7869956"/>
              <a:gd name="connsiteY1641" fmla="*/ 332326 h 3717758"/>
              <a:gd name="connsiteX1642" fmla="*/ 1625702 w 7869956"/>
              <a:gd name="connsiteY1642" fmla="*/ 345821 h 3717758"/>
              <a:gd name="connsiteX1643" fmla="*/ 1270347 w 7869956"/>
              <a:gd name="connsiteY1643" fmla="*/ 144878 h 3717758"/>
              <a:gd name="connsiteX1644" fmla="*/ 1249445 w 7869956"/>
              <a:gd name="connsiteY1644" fmla="*/ 130130 h 3717758"/>
              <a:gd name="connsiteX1645" fmla="*/ 1269574 w 7869956"/>
              <a:gd name="connsiteY1645" fmla="*/ 115937 h 3717758"/>
              <a:gd name="connsiteX1646" fmla="*/ 1280983 w 7869956"/>
              <a:gd name="connsiteY1646" fmla="*/ 119447 h 3717758"/>
              <a:gd name="connsiteX1647" fmla="*/ 1269281 w 7869956"/>
              <a:gd name="connsiteY1647" fmla="*/ 126419 h 3717758"/>
              <a:gd name="connsiteX1648" fmla="*/ 1270347 w 7869956"/>
              <a:gd name="connsiteY1648" fmla="*/ 144878 h 3717758"/>
              <a:gd name="connsiteX1649" fmla="*/ 3235260 w 7869956"/>
              <a:gd name="connsiteY1649" fmla="*/ 1286207 h 3717758"/>
              <a:gd name="connsiteX1650" fmla="*/ 3255729 w 7869956"/>
              <a:gd name="connsiteY1650" fmla="*/ 1261519 h 3717758"/>
              <a:gd name="connsiteX1651" fmla="*/ 3245865 w 7869956"/>
              <a:gd name="connsiteY1651" fmla="*/ 1260777 h 3717758"/>
              <a:gd name="connsiteX1652" fmla="*/ 3235260 w 7869956"/>
              <a:gd name="connsiteY1652" fmla="*/ 1286207 h 3717758"/>
              <a:gd name="connsiteX1653" fmla="*/ 5658074 w 7869956"/>
              <a:gd name="connsiteY1653" fmla="*/ 2685451 h 3717758"/>
              <a:gd name="connsiteX1654" fmla="*/ 5676208 w 7869956"/>
              <a:gd name="connsiteY1654" fmla="*/ 2684214 h 3717758"/>
              <a:gd name="connsiteX1655" fmla="*/ 5658074 w 7869956"/>
              <a:gd name="connsiteY1655" fmla="*/ 2685451 h 3717758"/>
              <a:gd name="connsiteX1656" fmla="*/ 5279591 w 7869956"/>
              <a:gd name="connsiteY1656" fmla="*/ 2469484 h 3717758"/>
              <a:gd name="connsiteX1657" fmla="*/ 5300544 w 7869956"/>
              <a:gd name="connsiteY1657" fmla="*/ 2465100 h 3717758"/>
              <a:gd name="connsiteX1658" fmla="*/ 5276041 w 7869956"/>
              <a:gd name="connsiteY1658" fmla="*/ 2460585 h 3717758"/>
              <a:gd name="connsiteX1659" fmla="*/ 5279591 w 7869956"/>
              <a:gd name="connsiteY1659" fmla="*/ 2469484 h 3717758"/>
              <a:gd name="connsiteX1660" fmla="*/ 1580151 w 7869956"/>
              <a:gd name="connsiteY1660" fmla="*/ 334475 h 3717758"/>
              <a:gd name="connsiteX1661" fmla="*/ 1581859 w 7869956"/>
              <a:gd name="connsiteY1661" fmla="*/ 329265 h 3717758"/>
              <a:gd name="connsiteX1662" fmla="*/ 1610134 w 7869956"/>
              <a:gd name="connsiteY1662" fmla="*/ 318381 h 3717758"/>
              <a:gd name="connsiteX1663" fmla="*/ 1583899 w 7869956"/>
              <a:gd name="connsiteY1663" fmla="*/ 316357 h 3717758"/>
              <a:gd name="connsiteX1664" fmla="*/ 1576865 w 7869956"/>
              <a:gd name="connsiteY1664" fmla="*/ 331522 h 3717758"/>
              <a:gd name="connsiteX1665" fmla="*/ 1580151 w 7869956"/>
              <a:gd name="connsiteY1665" fmla="*/ 334475 h 3717758"/>
              <a:gd name="connsiteX1666" fmla="*/ 1468571 w 7869956"/>
              <a:gd name="connsiteY1666" fmla="*/ 273224 h 3717758"/>
              <a:gd name="connsiteX1667" fmla="*/ 1486983 w 7869956"/>
              <a:gd name="connsiteY1667" fmla="*/ 261489 h 3717758"/>
              <a:gd name="connsiteX1668" fmla="*/ 1471076 w 7869956"/>
              <a:gd name="connsiteY1668" fmla="*/ 244468 h 3717758"/>
              <a:gd name="connsiteX1669" fmla="*/ 1459063 w 7869956"/>
              <a:gd name="connsiteY1669" fmla="*/ 261953 h 3717758"/>
              <a:gd name="connsiteX1670" fmla="*/ 1468571 w 7869956"/>
              <a:gd name="connsiteY1670" fmla="*/ 273224 h 3717758"/>
              <a:gd name="connsiteX1671" fmla="*/ 2111055 w 7869956"/>
              <a:gd name="connsiteY1671" fmla="*/ 648736 h 3717758"/>
              <a:gd name="connsiteX1672" fmla="*/ 2118074 w 7869956"/>
              <a:gd name="connsiteY1672" fmla="*/ 633556 h 3717758"/>
              <a:gd name="connsiteX1673" fmla="*/ 2111055 w 7869956"/>
              <a:gd name="connsiteY1673" fmla="*/ 648736 h 3717758"/>
              <a:gd name="connsiteX1674" fmla="*/ 3966058 w 7869956"/>
              <a:gd name="connsiteY1674" fmla="*/ 1720691 h 3717758"/>
              <a:gd name="connsiteX1675" fmla="*/ 3970896 w 7869956"/>
              <a:gd name="connsiteY1675" fmla="*/ 1713502 h 3717758"/>
              <a:gd name="connsiteX1676" fmla="*/ 3965329 w 7869956"/>
              <a:gd name="connsiteY1676" fmla="*/ 1713637 h 3717758"/>
              <a:gd name="connsiteX1677" fmla="*/ 1433263 w 7869956"/>
              <a:gd name="connsiteY1677" fmla="*/ 258861 h 3717758"/>
              <a:gd name="connsiteX1678" fmla="*/ 1447809 w 7869956"/>
              <a:gd name="connsiteY1678" fmla="*/ 253235 h 3717758"/>
              <a:gd name="connsiteX1679" fmla="*/ 1423460 w 7869956"/>
              <a:gd name="connsiteY1679" fmla="*/ 243433 h 3717758"/>
              <a:gd name="connsiteX1680" fmla="*/ 1433263 w 7869956"/>
              <a:gd name="connsiteY1680" fmla="*/ 258861 h 3717758"/>
              <a:gd name="connsiteX1681" fmla="*/ 3957899 w 7869956"/>
              <a:gd name="connsiteY1681" fmla="*/ 1717964 h 3717758"/>
              <a:gd name="connsiteX1682" fmla="*/ 3962928 w 7869956"/>
              <a:gd name="connsiteY1682" fmla="*/ 1713695 h 3717758"/>
              <a:gd name="connsiteX1683" fmla="*/ 3953541 w 7869956"/>
              <a:gd name="connsiteY1683" fmla="*/ 1713923 h 3717758"/>
              <a:gd name="connsiteX1684" fmla="*/ 3953119 w 7869956"/>
              <a:gd name="connsiteY1684" fmla="*/ 1714429 h 3717758"/>
              <a:gd name="connsiteX1685" fmla="*/ 3957899 w 7869956"/>
              <a:gd name="connsiteY1685" fmla="*/ 1717964 h 3717758"/>
              <a:gd name="connsiteX1686" fmla="*/ 3931479 w 7869956"/>
              <a:gd name="connsiteY1686" fmla="*/ 1715536 h 3717758"/>
              <a:gd name="connsiteX1687" fmla="*/ 3941571 w 7869956"/>
              <a:gd name="connsiteY1687" fmla="*/ 1716113 h 3717758"/>
              <a:gd name="connsiteX1688" fmla="*/ 3939548 w 7869956"/>
              <a:gd name="connsiteY1688" fmla="*/ 1714262 h 3717758"/>
              <a:gd name="connsiteX1689" fmla="*/ 3930909 w 7869956"/>
              <a:gd name="connsiteY1689" fmla="*/ 1714471 h 3717758"/>
              <a:gd name="connsiteX1690" fmla="*/ 2117153 w 7869956"/>
              <a:gd name="connsiteY1690" fmla="*/ 668782 h 3717758"/>
              <a:gd name="connsiteX1691" fmla="*/ 2125386 w 7869956"/>
              <a:gd name="connsiteY1691" fmla="*/ 668432 h 3717758"/>
              <a:gd name="connsiteX1692" fmla="*/ 2137244 w 7869956"/>
              <a:gd name="connsiteY1692" fmla="*/ 656235 h 3717758"/>
              <a:gd name="connsiteX1693" fmla="*/ 2135048 w 7869956"/>
              <a:gd name="connsiteY1693" fmla="*/ 674492 h 3717758"/>
              <a:gd name="connsiteX1694" fmla="*/ 2145359 w 7869956"/>
              <a:gd name="connsiteY1694" fmla="*/ 659497 h 3717758"/>
              <a:gd name="connsiteX1695" fmla="*/ 2139791 w 7869956"/>
              <a:gd name="connsiteY1695" fmla="*/ 652952 h 3717758"/>
              <a:gd name="connsiteX1696" fmla="*/ 2138134 w 7869956"/>
              <a:gd name="connsiteY1696" fmla="*/ 647301 h 3717758"/>
              <a:gd name="connsiteX1697" fmla="*/ 2132336 w 7869956"/>
              <a:gd name="connsiteY1697" fmla="*/ 653501 h 3717758"/>
              <a:gd name="connsiteX1698" fmla="*/ 2127391 w 7869956"/>
              <a:gd name="connsiteY1698" fmla="*/ 650387 h 3717758"/>
              <a:gd name="connsiteX1699" fmla="*/ 2119530 w 7869956"/>
              <a:gd name="connsiteY1699" fmla="*/ 655769 h 3717758"/>
              <a:gd name="connsiteX1700" fmla="*/ 2109138 w 7869956"/>
              <a:gd name="connsiteY1700" fmla="*/ 661954 h 3717758"/>
              <a:gd name="connsiteX1701" fmla="*/ 2117153 w 7869956"/>
              <a:gd name="connsiteY1701" fmla="*/ 668782 h 3717758"/>
              <a:gd name="connsiteX1702" fmla="*/ 3939677 w 7869956"/>
              <a:gd name="connsiteY1702" fmla="*/ 1731032 h 3717758"/>
              <a:gd name="connsiteX1703" fmla="*/ 3949835 w 7869956"/>
              <a:gd name="connsiteY1703" fmla="*/ 1733220 h 3717758"/>
              <a:gd name="connsiteX1704" fmla="*/ 3952640 w 7869956"/>
              <a:gd name="connsiteY1704" fmla="*/ 1730121 h 3717758"/>
              <a:gd name="connsiteX1705" fmla="*/ 3946409 w 7869956"/>
              <a:gd name="connsiteY1705" fmla="*/ 1719129 h 3717758"/>
              <a:gd name="connsiteX1706" fmla="*/ 3939529 w 7869956"/>
              <a:gd name="connsiteY1706" fmla="*/ 1729130 h 3717758"/>
              <a:gd name="connsiteX1707" fmla="*/ 5547088 w 7869956"/>
              <a:gd name="connsiteY1707" fmla="*/ 2661086 h 3717758"/>
              <a:gd name="connsiteX1708" fmla="*/ 5542575 w 7869956"/>
              <a:gd name="connsiteY1708" fmla="*/ 2647543 h 3717758"/>
              <a:gd name="connsiteX1709" fmla="*/ 5554137 w 7869956"/>
              <a:gd name="connsiteY1709" fmla="*/ 2645842 h 3717758"/>
              <a:gd name="connsiteX1710" fmla="*/ 5547088 w 7869956"/>
              <a:gd name="connsiteY1710" fmla="*/ 2661086 h 3717758"/>
              <a:gd name="connsiteX1711" fmla="*/ 1582986 w 7869956"/>
              <a:gd name="connsiteY1711" fmla="*/ 373220 h 3717758"/>
              <a:gd name="connsiteX1712" fmla="*/ 1588862 w 7869956"/>
              <a:gd name="connsiteY1712" fmla="*/ 369244 h 3717758"/>
              <a:gd name="connsiteX1713" fmla="*/ 1577469 w 7869956"/>
              <a:gd name="connsiteY1713" fmla="*/ 365719 h 3717758"/>
              <a:gd name="connsiteX1714" fmla="*/ 1582986 w 7869956"/>
              <a:gd name="connsiteY1714" fmla="*/ 373220 h 3717758"/>
              <a:gd name="connsiteX1715" fmla="*/ 1188451 w 7869956"/>
              <a:gd name="connsiteY1715" fmla="*/ 155263 h 3717758"/>
              <a:gd name="connsiteX1716" fmla="*/ 1192772 w 7869956"/>
              <a:gd name="connsiteY1716" fmla="*/ 157276 h 3717758"/>
              <a:gd name="connsiteX1717" fmla="*/ 1193251 w 7869956"/>
              <a:gd name="connsiteY1717" fmla="*/ 141539 h 3717758"/>
              <a:gd name="connsiteX1718" fmla="*/ 1188451 w 7869956"/>
              <a:gd name="connsiteY1718" fmla="*/ 155263 h 3717758"/>
              <a:gd name="connsiteX1719" fmla="*/ 3135821 w 7869956"/>
              <a:gd name="connsiteY1719" fmla="*/ 1281680 h 3717758"/>
              <a:gd name="connsiteX1720" fmla="*/ 3145656 w 7869956"/>
              <a:gd name="connsiteY1720" fmla="*/ 1260901 h 3717758"/>
              <a:gd name="connsiteX1721" fmla="*/ 3139597 w 7869956"/>
              <a:gd name="connsiteY1721" fmla="*/ 1254445 h 3717758"/>
              <a:gd name="connsiteX1722" fmla="*/ 3129600 w 7869956"/>
              <a:gd name="connsiteY1722" fmla="*/ 1254664 h 3717758"/>
              <a:gd name="connsiteX1723" fmla="*/ 3135465 w 7869956"/>
              <a:gd name="connsiteY1723" fmla="*/ 1264218 h 3717758"/>
              <a:gd name="connsiteX1724" fmla="*/ 3130351 w 7869956"/>
              <a:gd name="connsiteY1724" fmla="*/ 1278061 h 3717758"/>
              <a:gd name="connsiteX1725" fmla="*/ 3135821 w 7869956"/>
              <a:gd name="connsiteY1725" fmla="*/ 1281680 h 3717758"/>
              <a:gd name="connsiteX1726" fmla="*/ 2011293 w 7869956"/>
              <a:gd name="connsiteY1726" fmla="*/ 633138 h 3717758"/>
              <a:gd name="connsiteX1727" fmla="*/ 2011634 w 7869956"/>
              <a:gd name="connsiteY1727" fmla="*/ 622640 h 3717758"/>
              <a:gd name="connsiteX1728" fmla="*/ 2027850 w 7869956"/>
              <a:gd name="connsiteY1728" fmla="*/ 629180 h 3717758"/>
              <a:gd name="connsiteX1729" fmla="*/ 2013025 w 7869956"/>
              <a:gd name="connsiteY1729" fmla="*/ 630680 h 3717758"/>
              <a:gd name="connsiteX1730" fmla="*/ 2011293 w 7869956"/>
              <a:gd name="connsiteY1730" fmla="*/ 633138 h 3717758"/>
              <a:gd name="connsiteX1731" fmla="*/ 2003024 w 7869956"/>
              <a:gd name="connsiteY1731" fmla="*/ 635134 h 3717758"/>
              <a:gd name="connsiteX1732" fmla="*/ 1996793 w 7869956"/>
              <a:gd name="connsiteY1732" fmla="*/ 624188 h 3717758"/>
              <a:gd name="connsiteX1733" fmla="*/ 2008357 w 7869956"/>
              <a:gd name="connsiteY1733" fmla="*/ 622425 h 3717758"/>
              <a:gd name="connsiteX1734" fmla="*/ 2003024 w 7869956"/>
              <a:gd name="connsiteY1734" fmla="*/ 635134 h 3717758"/>
              <a:gd name="connsiteX1735" fmla="*/ 5504481 w 7869956"/>
              <a:gd name="connsiteY1735" fmla="*/ 2657778 h 3717758"/>
              <a:gd name="connsiteX1736" fmla="*/ 5496829 w 7869956"/>
              <a:gd name="connsiteY1736" fmla="*/ 2638809 h 3717758"/>
              <a:gd name="connsiteX1737" fmla="*/ 5529603 w 7869956"/>
              <a:gd name="connsiteY1737" fmla="*/ 2641360 h 3717758"/>
              <a:gd name="connsiteX1738" fmla="*/ 5503245 w 7869956"/>
              <a:gd name="connsiteY1738" fmla="*/ 2644545 h 3717758"/>
              <a:gd name="connsiteX1739" fmla="*/ 5504481 w 7869956"/>
              <a:gd name="connsiteY1739" fmla="*/ 2657778 h 3717758"/>
              <a:gd name="connsiteX1740" fmla="*/ 1213950 w 7869956"/>
              <a:gd name="connsiteY1740" fmla="*/ 190237 h 3717758"/>
              <a:gd name="connsiteX1741" fmla="*/ 1208355 w 7869956"/>
              <a:gd name="connsiteY1741" fmla="*/ 184703 h 3717758"/>
              <a:gd name="connsiteX1742" fmla="*/ 1216827 w 7869956"/>
              <a:gd name="connsiteY1742" fmla="*/ 177529 h 3717758"/>
              <a:gd name="connsiteX1743" fmla="*/ 1219594 w 7869956"/>
              <a:gd name="connsiteY1743" fmla="*/ 193452 h 3717758"/>
              <a:gd name="connsiteX1744" fmla="*/ 1213950 w 7869956"/>
              <a:gd name="connsiteY1744" fmla="*/ 190237 h 3717758"/>
              <a:gd name="connsiteX1745" fmla="*/ 5555822 w 7869956"/>
              <a:gd name="connsiteY1745" fmla="*/ 2698531 h 3717758"/>
              <a:gd name="connsiteX1746" fmla="*/ 5558156 w 7869956"/>
              <a:gd name="connsiteY1746" fmla="*/ 2675047 h 3717758"/>
              <a:gd name="connsiteX1747" fmla="*/ 5555822 w 7869956"/>
              <a:gd name="connsiteY1747" fmla="*/ 2698531 h 3717758"/>
              <a:gd name="connsiteX1748" fmla="*/ 1246911 w 7869956"/>
              <a:gd name="connsiteY1748" fmla="*/ 213983 h 3717758"/>
              <a:gd name="connsiteX1749" fmla="*/ 1242567 w 7869956"/>
              <a:gd name="connsiteY1749" fmla="*/ 195277 h 3717758"/>
              <a:gd name="connsiteX1750" fmla="*/ 1246911 w 7869956"/>
              <a:gd name="connsiteY1750" fmla="*/ 213983 h 3717758"/>
              <a:gd name="connsiteX1751" fmla="*/ 1989762 w 7869956"/>
              <a:gd name="connsiteY1751" fmla="*/ 643808 h 3717758"/>
              <a:gd name="connsiteX1752" fmla="*/ 1989729 w 7869956"/>
              <a:gd name="connsiteY1752" fmla="*/ 643229 h 3717758"/>
              <a:gd name="connsiteX1753" fmla="*/ 1989632 w 7869956"/>
              <a:gd name="connsiteY1753" fmla="*/ 643480 h 3717758"/>
              <a:gd name="connsiteX1754" fmla="*/ 5153462 w 7869956"/>
              <a:gd name="connsiteY1754" fmla="*/ 2493065 h 3717758"/>
              <a:gd name="connsiteX1755" fmla="*/ 5166587 w 7869956"/>
              <a:gd name="connsiteY1755" fmla="*/ 2494101 h 3717758"/>
              <a:gd name="connsiteX1756" fmla="*/ 5153462 w 7869956"/>
              <a:gd name="connsiteY1756" fmla="*/ 2493065 h 3717758"/>
              <a:gd name="connsiteX1757" fmla="*/ 1979564 w 7869956"/>
              <a:gd name="connsiteY1757" fmla="*/ 661201 h 3717758"/>
              <a:gd name="connsiteX1758" fmla="*/ 1983758 w 7869956"/>
              <a:gd name="connsiteY1758" fmla="*/ 661836 h 3717758"/>
              <a:gd name="connsiteX1759" fmla="*/ 1990780 w 7869956"/>
              <a:gd name="connsiteY1759" fmla="*/ 661688 h 3717758"/>
              <a:gd name="connsiteX1760" fmla="*/ 1990068 w 7869956"/>
              <a:gd name="connsiteY1760" fmla="*/ 649184 h 3717758"/>
              <a:gd name="connsiteX1761" fmla="*/ 1984412 w 7869956"/>
              <a:gd name="connsiteY1761" fmla="*/ 656739 h 3717758"/>
              <a:gd name="connsiteX1762" fmla="*/ 1977856 w 7869956"/>
              <a:gd name="connsiteY1762" fmla="*/ 656993 h 3717758"/>
              <a:gd name="connsiteX1763" fmla="*/ 1192896 w 7869956"/>
              <a:gd name="connsiteY1763" fmla="*/ 207119 h 3717758"/>
              <a:gd name="connsiteX1764" fmla="*/ 1191645 w 7869956"/>
              <a:gd name="connsiteY1764" fmla="*/ 193931 h 3717758"/>
              <a:gd name="connsiteX1765" fmla="*/ 1207552 w 7869956"/>
              <a:gd name="connsiteY1765" fmla="*/ 210921 h 3717758"/>
              <a:gd name="connsiteX1766" fmla="*/ 1227386 w 7869956"/>
              <a:gd name="connsiteY1766" fmla="*/ 207242 h 3717758"/>
              <a:gd name="connsiteX1767" fmla="*/ 1235209 w 7869956"/>
              <a:gd name="connsiteY1767" fmla="*/ 221002 h 3717758"/>
              <a:gd name="connsiteX1768" fmla="*/ 1237404 w 7869956"/>
              <a:gd name="connsiteY1768" fmla="*/ 202759 h 3717758"/>
              <a:gd name="connsiteX1769" fmla="*/ 1221481 w 7869956"/>
              <a:gd name="connsiteY1769" fmla="*/ 185738 h 3717758"/>
              <a:gd name="connsiteX1770" fmla="*/ 1233043 w 7869956"/>
              <a:gd name="connsiteY1770" fmla="*/ 184006 h 3717758"/>
              <a:gd name="connsiteX1771" fmla="*/ 1230077 w 7869956"/>
              <a:gd name="connsiteY1771" fmla="*/ 173293 h 3717758"/>
              <a:gd name="connsiteX1772" fmla="*/ 1213828 w 7869956"/>
              <a:gd name="connsiteY1772" fmla="*/ 166739 h 3717758"/>
              <a:gd name="connsiteX1773" fmla="*/ 1219007 w 7869956"/>
              <a:gd name="connsiteY1773" fmla="*/ 159226 h 3717758"/>
              <a:gd name="connsiteX1774" fmla="*/ 1207753 w 7869956"/>
              <a:gd name="connsiteY1774" fmla="*/ 150552 h 3717758"/>
              <a:gd name="connsiteX1775" fmla="*/ 1199172 w 7869956"/>
              <a:gd name="connsiteY1775" fmla="*/ 163012 h 3717758"/>
              <a:gd name="connsiteX1776" fmla="*/ 1203686 w 7869956"/>
              <a:gd name="connsiteY1776" fmla="*/ 176493 h 3717758"/>
              <a:gd name="connsiteX1777" fmla="*/ 1195585 w 7869956"/>
              <a:gd name="connsiteY1777" fmla="*/ 173247 h 3717758"/>
              <a:gd name="connsiteX1778" fmla="*/ 1194334 w 7869956"/>
              <a:gd name="connsiteY1778" fmla="*/ 160013 h 3717758"/>
              <a:gd name="connsiteX1779" fmla="*/ 1192896 w 7869956"/>
              <a:gd name="connsiteY1779" fmla="*/ 207119 h 3717758"/>
              <a:gd name="connsiteX1780" fmla="*/ 3041659 w 7869956"/>
              <a:gd name="connsiteY1780" fmla="*/ 1276453 h 3717758"/>
              <a:gd name="connsiteX1781" fmla="*/ 3055418 w 7869956"/>
              <a:gd name="connsiteY1781" fmla="*/ 1256510 h 3717758"/>
              <a:gd name="connsiteX1782" fmla="*/ 3037006 w 7869956"/>
              <a:gd name="connsiteY1782" fmla="*/ 1268182 h 3717758"/>
              <a:gd name="connsiteX1783" fmla="*/ 3041659 w 7869956"/>
              <a:gd name="connsiteY1783" fmla="*/ 1276453 h 3717758"/>
              <a:gd name="connsiteX1784" fmla="*/ 1989577 w 7869956"/>
              <a:gd name="connsiteY1784" fmla="*/ 671606 h 3717758"/>
              <a:gd name="connsiteX1785" fmla="*/ 1990189 w 7869956"/>
              <a:gd name="connsiteY1785" fmla="*/ 671884 h 3717758"/>
              <a:gd name="connsiteX1786" fmla="*/ 1992827 w 7869956"/>
              <a:gd name="connsiteY1786" fmla="*/ 670743 h 3717758"/>
              <a:gd name="connsiteX1787" fmla="*/ 1992186 w 7869956"/>
              <a:gd name="connsiteY1787" fmla="*/ 669741 h 3717758"/>
              <a:gd name="connsiteX1788" fmla="*/ 1794954 w 7869956"/>
              <a:gd name="connsiteY1788" fmla="*/ 561189 h 3717758"/>
              <a:gd name="connsiteX1789" fmla="*/ 1813396 w 7869956"/>
              <a:gd name="connsiteY1789" fmla="*/ 549518 h 3717758"/>
              <a:gd name="connsiteX1790" fmla="*/ 1792170 w 7869956"/>
              <a:gd name="connsiteY1790" fmla="*/ 545234 h 3717758"/>
              <a:gd name="connsiteX1791" fmla="*/ 1794954 w 7869956"/>
              <a:gd name="connsiteY1791" fmla="*/ 561189 h 3717758"/>
              <a:gd name="connsiteX1792" fmla="*/ 3028581 w 7869956"/>
              <a:gd name="connsiteY1792" fmla="*/ 1275432 h 3717758"/>
              <a:gd name="connsiteX1793" fmla="*/ 3037331 w 7869956"/>
              <a:gd name="connsiteY1793" fmla="*/ 1257747 h 3717758"/>
              <a:gd name="connsiteX1794" fmla="*/ 3036727 w 7869956"/>
              <a:gd name="connsiteY1794" fmla="*/ 1257503 h 3717758"/>
              <a:gd name="connsiteX1795" fmla="*/ 3030320 w 7869956"/>
              <a:gd name="connsiteY1795" fmla="*/ 1258407 h 3717758"/>
              <a:gd name="connsiteX1796" fmla="*/ 3028172 w 7869956"/>
              <a:gd name="connsiteY1796" fmla="*/ 1260525 h 3717758"/>
              <a:gd name="connsiteX1797" fmla="*/ 3028581 w 7869956"/>
              <a:gd name="connsiteY1797" fmla="*/ 1275432 h 3717758"/>
              <a:gd name="connsiteX1798" fmla="*/ 1920747 w 7869956"/>
              <a:gd name="connsiteY1798" fmla="*/ 639275 h 3717758"/>
              <a:gd name="connsiteX1799" fmla="*/ 1926389 w 7869956"/>
              <a:gd name="connsiteY1799" fmla="*/ 616056 h 3717758"/>
              <a:gd name="connsiteX1800" fmla="*/ 1922788 w 7869956"/>
              <a:gd name="connsiteY1800" fmla="*/ 626289 h 3717758"/>
              <a:gd name="connsiteX1801" fmla="*/ 1959164 w 7869956"/>
              <a:gd name="connsiteY1801" fmla="*/ 618575 h 3717758"/>
              <a:gd name="connsiteX1802" fmla="*/ 1920747 w 7869956"/>
              <a:gd name="connsiteY1802" fmla="*/ 639275 h 3717758"/>
              <a:gd name="connsiteX1803" fmla="*/ 3004232 w 7869956"/>
              <a:gd name="connsiteY1803" fmla="*/ 1265677 h 3717758"/>
              <a:gd name="connsiteX1804" fmla="*/ 3004541 w 7869956"/>
              <a:gd name="connsiteY1804" fmla="*/ 1261891 h 3717758"/>
              <a:gd name="connsiteX1805" fmla="*/ 3001474 w 7869956"/>
              <a:gd name="connsiteY1805" fmla="*/ 1262282 h 3717758"/>
              <a:gd name="connsiteX1806" fmla="*/ 1694312 w 7869956"/>
              <a:gd name="connsiteY1806" fmla="*/ 521906 h 3717758"/>
              <a:gd name="connsiteX1807" fmla="*/ 1719124 w 7869956"/>
              <a:gd name="connsiteY1807" fmla="*/ 515971 h 3717758"/>
              <a:gd name="connsiteX1808" fmla="*/ 1694312 w 7869956"/>
              <a:gd name="connsiteY1808" fmla="*/ 521906 h 3717758"/>
              <a:gd name="connsiteX1809" fmla="*/ 5475110 w 7869956"/>
              <a:gd name="connsiteY1809" fmla="*/ 2705378 h 3717758"/>
              <a:gd name="connsiteX1810" fmla="*/ 5488359 w 7869956"/>
              <a:gd name="connsiteY1810" fmla="*/ 2701174 h 3717758"/>
              <a:gd name="connsiteX1811" fmla="*/ 5475110 w 7869956"/>
              <a:gd name="connsiteY1811" fmla="*/ 2705378 h 3717758"/>
              <a:gd name="connsiteX1812" fmla="*/ 1849170 w 7869956"/>
              <a:gd name="connsiteY1812" fmla="*/ 615890 h 3717758"/>
              <a:gd name="connsiteX1813" fmla="*/ 1841162 w 7869956"/>
              <a:gd name="connsiteY1813" fmla="*/ 609470 h 3717758"/>
              <a:gd name="connsiteX1814" fmla="*/ 1857548 w 7869956"/>
              <a:gd name="connsiteY1814" fmla="*/ 610738 h 3717758"/>
              <a:gd name="connsiteX1815" fmla="*/ 1849170 w 7869956"/>
              <a:gd name="connsiteY1815" fmla="*/ 615890 h 3717758"/>
              <a:gd name="connsiteX1816" fmla="*/ 1765162 w 7869956"/>
              <a:gd name="connsiteY1816" fmla="*/ 569384 h 3717758"/>
              <a:gd name="connsiteX1817" fmla="*/ 1762224 w 7869956"/>
              <a:gd name="connsiteY1817" fmla="*/ 558670 h 3717758"/>
              <a:gd name="connsiteX1818" fmla="*/ 1755654 w 7869956"/>
              <a:gd name="connsiteY1818" fmla="*/ 558160 h 3717758"/>
              <a:gd name="connsiteX1819" fmla="*/ 1765812 w 7869956"/>
              <a:gd name="connsiteY1819" fmla="*/ 548421 h 3717758"/>
              <a:gd name="connsiteX1820" fmla="*/ 1773588 w 7869956"/>
              <a:gd name="connsiteY1820" fmla="*/ 562148 h 3717758"/>
              <a:gd name="connsiteX1821" fmla="*/ 1765162 w 7869956"/>
              <a:gd name="connsiteY1821" fmla="*/ 569384 h 3717758"/>
              <a:gd name="connsiteX1822" fmla="*/ 1886350 w 7869956"/>
              <a:gd name="connsiteY1822" fmla="*/ 639368 h 3717758"/>
              <a:gd name="connsiteX1823" fmla="*/ 1890478 w 7869956"/>
              <a:gd name="connsiteY1823" fmla="*/ 638186 h 3717758"/>
              <a:gd name="connsiteX1824" fmla="*/ 1888252 w 7869956"/>
              <a:gd name="connsiteY1824" fmla="*/ 630119 h 3717758"/>
              <a:gd name="connsiteX1825" fmla="*/ 1887906 w 7869956"/>
              <a:gd name="connsiteY1825" fmla="*/ 629496 h 3717758"/>
              <a:gd name="connsiteX1826" fmla="*/ 5457021 w 7869956"/>
              <a:gd name="connsiteY1826" fmla="*/ 2706631 h 3717758"/>
              <a:gd name="connsiteX1827" fmla="*/ 5469019 w 7869956"/>
              <a:gd name="connsiteY1827" fmla="*/ 2689176 h 3717758"/>
              <a:gd name="connsiteX1828" fmla="*/ 5454178 w 7869956"/>
              <a:gd name="connsiteY1828" fmla="*/ 2690630 h 3717758"/>
              <a:gd name="connsiteX1829" fmla="*/ 5457021 w 7869956"/>
              <a:gd name="connsiteY1829" fmla="*/ 2706631 h 3717758"/>
              <a:gd name="connsiteX1830" fmla="*/ 5134570 w 7869956"/>
              <a:gd name="connsiteY1830" fmla="*/ 2520490 h 3717758"/>
              <a:gd name="connsiteX1831" fmla="*/ 5145037 w 7869956"/>
              <a:gd name="connsiteY1831" fmla="*/ 2500270 h 3717758"/>
              <a:gd name="connsiteX1832" fmla="*/ 5115694 w 7869956"/>
              <a:gd name="connsiteY1832" fmla="*/ 2492802 h 3717758"/>
              <a:gd name="connsiteX1833" fmla="*/ 5130535 w 7869956"/>
              <a:gd name="connsiteY1833" fmla="*/ 2491272 h 3717758"/>
              <a:gd name="connsiteX1834" fmla="*/ 5134570 w 7869956"/>
              <a:gd name="connsiteY1834" fmla="*/ 2520490 h 3717758"/>
              <a:gd name="connsiteX1835" fmla="*/ 2974410 w 7869956"/>
              <a:gd name="connsiteY1835" fmla="*/ 1273887 h 3717758"/>
              <a:gd name="connsiteX1836" fmla="*/ 2979506 w 7869956"/>
              <a:gd name="connsiteY1836" fmla="*/ 1268172 h 3717758"/>
              <a:gd name="connsiteX1837" fmla="*/ 2984090 w 7869956"/>
              <a:gd name="connsiteY1837" fmla="*/ 1264498 h 3717758"/>
              <a:gd name="connsiteX1838" fmla="*/ 2972846 w 7869956"/>
              <a:gd name="connsiteY1838" fmla="*/ 1265931 h 3717758"/>
              <a:gd name="connsiteX1839" fmla="*/ 2966139 w 7869956"/>
              <a:gd name="connsiteY1839" fmla="*/ 1275865 h 3717758"/>
              <a:gd name="connsiteX1840" fmla="*/ 2967960 w 7869956"/>
              <a:gd name="connsiteY1840" fmla="*/ 1266777 h 3717758"/>
              <a:gd name="connsiteX1841" fmla="*/ 2967968 w 7869956"/>
              <a:gd name="connsiteY1841" fmla="*/ 1266553 h 3717758"/>
              <a:gd name="connsiteX1842" fmla="*/ 2966434 w 7869956"/>
              <a:gd name="connsiteY1842" fmla="*/ 1266749 h 3717758"/>
              <a:gd name="connsiteX1843" fmla="*/ 2965042 w 7869956"/>
              <a:gd name="connsiteY1843" fmla="*/ 1258756 h 3717758"/>
              <a:gd name="connsiteX1844" fmla="*/ 2958163 w 7869956"/>
              <a:gd name="connsiteY1844" fmla="*/ 1268742 h 3717758"/>
              <a:gd name="connsiteX1845" fmla="*/ 2956822 w 7869956"/>
              <a:gd name="connsiteY1845" fmla="*/ 1268682 h 3717758"/>
              <a:gd name="connsiteX1846" fmla="*/ 2956446 w 7869956"/>
              <a:gd name="connsiteY1846" fmla="*/ 1269836 h 3717758"/>
              <a:gd name="connsiteX1847" fmla="*/ 2966139 w 7869956"/>
              <a:gd name="connsiteY1847" fmla="*/ 1275865 h 3717758"/>
              <a:gd name="connsiteX1848" fmla="*/ 5093834 w 7869956"/>
              <a:gd name="connsiteY1848" fmla="*/ 2509453 h 3717758"/>
              <a:gd name="connsiteX1849" fmla="*/ 5103991 w 7869956"/>
              <a:gd name="connsiteY1849" fmla="*/ 2499728 h 3717758"/>
              <a:gd name="connsiteX1850" fmla="*/ 5089335 w 7869956"/>
              <a:gd name="connsiteY1850" fmla="*/ 2496003 h 3717758"/>
              <a:gd name="connsiteX1851" fmla="*/ 5093834 w 7869956"/>
              <a:gd name="connsiteY1851" fmla="*/ 2509453 h 3717758"/>
              <a:gd name="connsiteX1852" fmla="*/ 1743612 w 7869956"/>
              <a:gd name="connsiteY1852" fmla="*/ 575598 h 3717758"/>
              <a:gd name="connsiteX1853" fmla="*/ 1740457 w 7869956"/>
              <a:gd name="connsiteY1853" fmla="*/ 570726 h 3717758"/>
              <a:gd name="connsiteX1854" fmla="*/ 1737361 w 7869956"/>
              <a:gd name="connsiteY1854" fmla="*/ 569873 h 3717758"/>
              <a:gd name="connsiteX1855" fmla="*/ 1738004 w 7869956"/>
              <a:gd name="connsiteY1855" fmla="*/ 559331 h 3717758"/>
              <a:gd name="connsiteX1856" fmla="*/ 1749239 w 7869956"/>
              <a:gd name="connsiteY1856" fmla="*/ 552393 h 3717758"/>
              <a:gd name="connsiteX1857" fmla="*/ 1752208 w 7869956"/>
              <a:gd name="connsiteY1857" fmla="*/ 563122 h 3717758"/>
              <a:gd name="connsiteX1858" fmla="*/ 1743612 w 7869956"/>
              <a:gd name="connsiteY1858" fmla="*/ 575598 h 3717758"/>
              <a:gd name="connsiteX1859" fmla="*/ 1737042 w 7869956"/>
              <a:gd name="connsiteY1859" fmla="*/ 575103 h 3717758"/>
              <a:gd name="connsiteX1860" fmla="*/ 1737211 w 7869956"/>
              <a:gd name="connsiteY1860" fmla="*/ 569831 h 3717758"/>
              <a:gd name="connsiteX1861" fmla="*/ 1737361 w 7869956"/>
              <a:gd name="connsiteY1861" fmla="*/ 569873 h 3717758"/>
              <a:gd name="connsiteX1862" fmla="*/ 1160569 w 7869956"/>
              <a:gd name="connsiteY1862" fmla="*/ 244067 h 3717758"/>
              <a:gd name="connsiteX1863" fmla="*/ 1169165 w 7869956"/>
              <a:gd name="connsiteY1863" fmla="*/ 231622 h 3717758"/>
              <a:gd name="connsiteX1864" fmla="*/ 1161528 w 7869956"/>
              <a:gd name="connsiteY1864" fmla="*/ 212622 h 3717758"/>
              <a:gd name="connsiteX1865" fmla="*/ 1164173 w 7869956"/>
              <a:gd name="connsiteY1865" fmla="*/ 233864 h 3717758"/>
              <a:gd name="connsiteX1866" fmla="*/ 1152793 w 7869956"/>
              <a:gd name="connsiteY1866" fmla="*/ 230340 h 3717758"/>
              <a:gd name="connsiteX1867" fmla="*/ 1160569 w 7869956"/>
              <a:gd name="connsiteY1867" fmla="*/ 244067 h 3717758"/>
              <a:gd name="connsiteX1868" fmla="*/ 1292889 w 7869956"/>
              <a:gd name="connsiteY1868" fmla="*/ 322633 h 3717758"/>
              <a:gd name="connsiteX1869" fmla="*/ 1306633 w 7869956"/>
              <a:gd name="connsiteY1869" fmla="*/ 302644 h 3717758"/>
              <a:gd name="connsiteX1870" fmla="*/ 1286488 w 7869956"/>
              <a:gd name="connsiteY1870" fmla="*/ 316866 h 3717758"/>
              <a:gd name="connsiteX1871" fmla="*/ 1292889 w 7869956"/>
              <a:gd name="connsiteY1871" fmla="*/ 322633 h 3717758"/>
              <a:gd name="connsiteX1872" fmla="*/ 1791828 w 7869956"/>
              <a:gd name="connsiteY1872" fmla="*/ 610877 h 3717758"/>
              <a:gd name="connsiteX1873" fmla="*/ 1805108 w 7869956"/>
              <a:gd name="connsiteY1873" fmla="*/ 606657 h 3717758"/>
              <a:gd name="connsiteX1874" fmla="*/ 1791828 w 7869956"/>
              <a:gd name="connsiteY1874" fmla="*/ 610877 h 3717758"/>
              <a:gd name="connsiteX1875" fmla="*/ 1270132 w 7869956"/>
              <a:gd name="connsiteY1875" fmla="*/ 315613 h 3717758"/>
              <a:gd name="connsiteX1876" fmla="*/ 1294188 w 7869956"/>
              <a:gd name="connsiteY1876" fmla="*/ 280676 h 3717758"/>
              <a:gd name="connsiteX1877" fmla="*/ 1315414 w 7869956"/>
              <a:gd name="connsiteY1877" fmla="*/ 284957 h 3717758"/>
              <a:gd name="connsiteX1878" fmla="*/ 1306045 w 7869956"/>
              <a:gd name="connsiteY1878" fmla="*/ 268509 h 3717758"/>
              <a:gd name="connsiteX1879" fmla="*/ 1286705 w 7869956"/>
              <a:gd name="connsiteY1879" fmla="*/ 256497 h 3717758"/>
              <a:gd name="connsiteX1880" fmla="*/ 1276548 w 7869956"/>
              <a:gd name="connsiteY1880" fmla="*/ 266190 h 3717758"/>
              <a:gd name="connsiteX1881" fmla="*/ 1270132 w 7869956"/>
              <a:gd name="connsiteY1881" fmla="*/ 315613 h 3717758"/>
              <a:gd name="connsiteX1882" fmla="*/ 1083724 w 7869956"/>
              <a:gd name="connsiteY1882" fmla="*/ 214609 h 3717758"/>
              <a:gd name="connsiteX1883" fmla="*/ 1113743 w 7869956"/>
              <a:gd name="connsiteY1883" fmla="*/ 216781 h 3717758"/>
              <a:gd name="connsiteX1884" fmla="*/ 1121566 w 7869956"/>
              <a:gd name="connsiteY1884" fmla="*/ 230525 h 3717758"/>
              <a:gd name="connsiteX1885" fmla="*/ 1120312 w 7869956"/>
              <a:gd name="connsiteY1885" fmla="*/ 217290 h 3717758"/>
              <a:gd name="connsiteX1886" fmla="*/ 1153104 w 7869956"/>
              <a:gd name="connsiteY1886" fmla="*/ 219842 h 3717758"/>
              <a:gd name="connsiteX1887" fmla="*/ 1129233 w 7869956"/>
              <a:gd name="connsiteY1887" fmla="*/ 194365 h 3717758"/>
              <a:gd name="connsiteX1888" fmla="*/ 1105813 w 7869956"/>
              <a:gd name="connsiteY1888" fmla="*/ 208308 h 3717758"/>
              <a:gd name="connsiteX1889" fmla="*/ 1108147 w 7869956"/>
              <a:gd name="connsiteY1889" fmla="*/ 184810 h 3717758"/>
              <a:gd name="connsiteX1890" fmla="*/ 1095021 w 7869956"/>
              <a:gd name="connsiteY1890" fmla="*/ 183821 h 3717758"/>
              <a:gd name="connsiteX1891" fmla="*/ 1089564 w 7869956"/>
              <a:gd name="connsiteY1891" fmla="*/ 201786 h 3717758"/>
              <a:gd name="connsiteX1892" fmla="*/ 1076455 w 7869956"/>
              <a:gd name="connsiteY1892" fmla="*/ 200734 h 3717758"/>
              <a:gd name="connsiteX1893" fmla="*/ 1083724 w 7869956"/>
              <a:gd name="connsiteY1893" fmla="*/ 214609 h 3717758"/>
              <a:gd name="connsiteX1894" fmla="*/ 3733400 w 7869956"/>
              <a:gd name="connsiteY1894" fmla="*/ 1745567 h 3717758"/>
              <a:gd name="connsiteX1895" fmla="*/ 3734714 w 7869956"/>
              <a:gd name="connsiteY1895" fmla="*/ 1745856 h 3717758"/>
              <a:gd name="connsiteX1896" fmla="*/ 3732452 w 7869956"/>
              <a:gd name="connsiteY1896" fmla="*/ 1725956 h 3717758"/>
              <a:gd name="connsiteX1897" fmla="*/ 3717870 w 7869956"/>
              <a:gd name="connsiteY1897" fmla="*/ 1725019 h 3717758"/>
              <a:gd name="connsiteX1898" fmla="*/ 3729896 w 7869956"/>
              <a:gd name="connsiteY1898" fmla="*/ 1736866 h 3717758"/>
              <a:gd name="connsiteX1899" fmla="*/ 1818792 w 7869956"/>
              <a:gd name="connsiteY1899" fmla="*/ 641889 h 3717758"/>
              <a:gd name="connsiteX1900" fmla="*/ 1838488 w 7869956"/>
              <a:gd name="connsiteY1900" fmla="*/ 643372 h 3717758"/>
              <a:gd name="connsiteX1901" fmla="*/ 1818792 w 7869956"/>
              <a:gd name="connsiteY1901" fmla="*/ 641889 h 3717758"/>
              <a:gd name="connsiteX1902" fmla="*/ 1142993 w 7869956"/>
              <a:gd name="connsiteY1902" fmla="*/ 255001 h 3717758"/>
              <a:gd name="connsiteX1903" fmla="*/ 1148836 w 7869956"/>
              <a:gd name="connsiteY1903" fmla="*/ 251024 h 3717758"/>
              <a:gd name="connsiteX1904" fmla="*/ 1144337 w 7869956"/>
              <a:gd name="connsiteY1904" fmla="*/ 237543 h 3717758"/>
              <a:gd name="connsiteX1905" fmla="*/ 1137473 w 7869956"/>
              <a:gd name="connsiteY1905" fmla="*/ 247499 h 3717758"/>
              <a:gd name="connsiteX1906" fmla="*/ 1142993 w 7869956"/>
              <a:gd name="connsiteY1906" fmla="*/ 255001 h 3717758"/>
              <a:gd name="connsiteX1907" fmla="*/ 1177605 w 7869956"/>
              <a:gd name="connsiteY1907" fmla="*/ 278115 h 3717758"/>
              <a:gd name="connsiteX1908" fmla="*/ 1197565 w 7869956"/>
              <a:gd name="connsiteY1908" fmla="*/ 270596 h 3717758"/>
              <a:gd name="connsiteX1909" fmla="*/ 1171499 w 7869956"/>
              <a:gd name="connsiteY1909" fmla="*/ 263268 h 3717758"/>
              <a:gd name="connsiteX1910" fmla="*/ 1171174 w 7869956"/>
              <a:gd name="connsiteY1910" fmla="*/ 273811 h 3717758"/>
              <a:gd name="connsiteX1911" fmla="*/ 1177605 w 7869956"/>
              <a:gd name="connsiteY1911" fmla="*/ 278115 h 3717758"/>
              <a:gd name="connsiteX1912" fmla="*/ 2908542 w 7869956"/>
              <a:gd name="connsiteY1912" fmla="*/ 1283017 h 3717758"/>
              <a:gd name="connsiteX1913" fmla="*/ 2916777 w 7869956"/>
              <a:gd name="connsiteY1913" fmla="*/ 1282667 h 3717758"/>
              <a:gd name="connsiteX1914" fmla="*/ 2928635 w 7869956"/>
              <a:gd name="connsiteY1914" fmla="*/ 1270470 h 3717758"/>
              <a:gd name="connsiteX1915" fmla="*/ 2926439 w 7869956"/>
              <a:gd name="connsiteY1915" fmla="*/ 1288728 h 3717758"/>
              <a:gd name="connsiteX1916" fmla="*/ 2936750 w 7869956"/>
              <a:gd name="connsiteY1916" fmla="*/ 1273732 h 3717758"/>
              <a:gd name="connsiteX1917" fmla="*/ 2932925 w 7869956"/>
              <a:gd name="connsiteY1917" fmla="*/ 1272858 h 3717758"/>
              <a:gd name="connsiteX1918" fmla="*/ 2931286 w 7869956"/>
              <a:gd name="connsiteY1918" fmla="*/ 1267528 h 3717758"/>
              <a:gd name="connsiteX1919" fmla="*/ 2915574 w 7869956"/>
              <a:gd name="connsiteY1919" fmla="*/ 1266818 h 3717758"/>
              <a:gd name="connsiteX1920" fmla="*/ 2910920 w 7869956"/>
              <a:gd name="connsiteY1920" fmla="*/ 1270004 h 3717758"/>
              <a:gd name="connsiteX1921" fmla="*/ 2900528 w 7869956"/>
              <a:gd name="connsiteY1921" fmla="*/ 1276190 h 3717758"/>
              <a:gd name="connsiteX1922" fmla="*/ 2908542 w 7869956"/>
              <a:gd name="connsiteY1922" fmla="*/ 1283017 h 3717758"/>
              <a:gd name="connsiteX1923" fmla="*/ 1113383 w 7869956"/>
              <a:gd name="connsiteY1923" fmla="*/ 247010 h 3717758"/>
              <a:gd name="connsiteX1924" fmla="*/ 1122802 w 7869956"/>
              <a:gd name="connsiteY1924" fmla="*/ 243774 h 3717758"/>
              <a:gd name="connsiteX1925" fmla="*/ 1111548 w 7869956"/>
              <a:gd name="connsiteY1925" fmla="*/ 235024 h 3717758"/>
              <a:gd name="connsiteX1926" fmla="*/ 1113383 w 7869956"/>
              <a:gd name="connsiteY1926" fmla="*/ 247010 h 3717758"/>
              <a:gd name="connsiteX1927" fmla="*/ 3673378 w 7869956"/>
              <a:gd name="connsiteY1927" fmla="*/ 1729455 h 3717758"/>
              <a:gd name="connsiteX1928" fmla="*/ 3681022 w 7869956"/>
              <a:gd name="connsiteY1928" fmla="*/ 1722142 h 3717758"/>
              <a:gd name="connsiteX1929" fmla="*/ 3683058 w 7869956"/>
              <a:gd name="connsiteY1929" fmla="*/ 1719776 h 3717758"/>
              <a:gd name="connsiteX1930" fmla="*/ 3670108 w 7869956"/>
              <a:gd name="connsiteY1930" fmla="*/ 1719734 h 3717758"/>
              <a:gd name="connsiteX1931" fmla="*/ 3656733 w 7869956"/>
              <a:gd name="connsiteY1931" fmla="*/ 1723062 h 3717758"/>
              <a:gd name="connsiteX1932" fmla="*/ 3662431 w 7869956"/>
              <a:gd name="connsiteY1932" fmla="*/ 1719709 h 3717758"/>
              <a:gd name="connsiteX1933" fmla="*/ 3654931 w 7869956"/>
              <a:gd name="connsiteY1933" fmla="*/ 1719685 h 3717758"/>
              <a:gd name="connsiteX1934" fmla="*/ 1647478 w 7869956"/>
              <a:gd name="connsiteY1934" fmla="*/ 564142 h 3717758"/>
              <a:gd name="connsiteX1935" fmla="*/ 1645583 w 7869956"/>
              <a:gd name="connsiteY1935" fmla="*/ 557511 h 3717758"/>
              <a:gd name="connsiteX1936" fmla="*/ 1650623 w 7869956"/>
              <a:gd name="connsiteY1936" fmla="*/ 555284 h 3717758"/>
              <a:gd name="connsiteX1937" fmla="*/ 1655754 w 7869956"/>
              <a:gd name="connsiteY1937" fmla="*/ 547802 h 3717758"/>
              <a:gd name="connsiteX1938" fmla="*/ 1658877 w 7869956"/>
              <a:gd name="connsiteY1938" fmla="*/ 553275 h 3717758"/>
              <a:gd name="connsiteX1939" fmla="*/ 1658723 w 7869956"/>
              <a:gd name="connsiteY1939" fmla="*/ 558530 h 3717758"/>
              <a:gd name="connsiteX1940" fmla="*/ 1653560 w 7869956"/>
              <a:gd name="connsiteY1940" fmla="*/ 565998 h 3717758"/>
              <a:gd name="connsiteX1941" fmla="*/ 1647478 w 7869956"/>
              <a:gd name="connsiteY1941" fmla="*/ 564142 h 3717758"/>
              <a:gd name="connsiteX1942" fmla="*/ 1499242 w 7869956"/>
              <a:gd name="connsiteY1942" fmla="*/ 479664 h 3717758"/>
              <a:gd name="connsiteX1943" fmla="*/ 1505118 w 7869956"/>
              <a:gd name="connsiteY1943" fmla="*/ 475682 h 3717758"/>
              <a:gd name="connsiteX1944" fmla="*/ 1493724 w 7869956"/>
              <a:gd name="connsiteY1944" fmla="*/ 472189 h 3717758"/>
              <a:gd name="connsiteX1945" fmla="*/ 1499242 w 7869956"/>
              <a:gd name="connsiteY1945" fmla="*/ 479664 h 3717758"/>
              <a:gd name="connsiteX1946" fmla="*/ 1535558 w 7869956"/>
              <a:gd name="connsiteY1946" fmla="*/ 501685 h 3717758"/>
              <a:gd name="connsiteX1947" fmla="*/ 1556922 w 7869956"/>
              <a:gd name="connsiteY1947" fmla="*/ 500742 h 3717758"/>
              <a:gd name="connsiteX1948" fmla="*/ 1532604 w 7869956"/>
              <a:gd name="connsiteY1948" fmla="*/ 490942 h 3717758"/>
              <a:gd name="connsiteX1949" fmla="*/ 1535558 w 7869956"/>
              <a:gd name="connsiteY1949" fmla="*/ 501685 h 3717758"/>
              <a:gd name="connsiteX1950" fmla="*/ 1149624 w 7869956"/>
              <a:gd name="connsiteY1950" fmla="*/ 279504 h 3717758"/>
              <a:gd name="connsiteX1951" fmla="*/ 1156319 w 7869956"/>
              <a:gd name="connsiteY1951" fmla="*/ 275233 h 3717758"/>
              <a:gd name="connsiteX1952" fmla="*/ 1153520 w 7869956"/>
              <a:gd name="connsiteY1952" fmla="*/ 259279 h 3717758"/>
              <a:gd name="connsiteX1953" fmla="*/ 1143210 w 7869956"/>
              <a:gd name="connsiteY1953" fmla="*/ 274245 h 3717758"/>
              <a:gd name="connsiteX1954" fmla="*/ 1149624 w 7869956"/>
              <a:gd name="connsiteY1954" fmla="*/ 279504 h 3717758"/>
              <a:gd name="connsiteX1955" fmla="*/ 2871016 w 7869956"/>
              <a:gd name="connsiteY1955" fmla="*/ 1273856 h 3717758"/>
              <a:gd name="connsiteX1956" fmla="*/ 2891446 w 7869956"/>
              <a:gd name="connsiteY1956" fmla="*/ 1267746 h 3717758"/>
              <a:gd name="connsiteX1957" fmla="*/ 2892223 w 7869956"/>
              <a:gd name="connsiteY1957" fmla="*/ 1267151 h 3717758"/>
              <a:gd name="connsiteX1958" fmla="*/ 2869543 w 7869956"/>
              <a:gd name="connsiteY1958" fmla="*/ 1268215 h 3717758"/>
              <a:gd name="connsiteX1959" fmla="*/ 1234993 w 7869956"/>
              <a:gd name="connsiteY1959" fmla="*/ 336531 h 3717758"/>
              <a:gd name="connsiteX1960" fmla="*/ 1253080 w 7869956"/>
              <a:gd name="connsiteY1960" fmla="*/ 335294 h 3717758"/>
              <a:gd name="connsiteX1961" fmla="*/ 1234993 w 7869956"/>
              <a:gd name="connsiteY1961" fmla="*/ 336531 h 3717758"/>
              <a:gd name="connsiteX1962" fmla="*/ 1220306 w 7869956"/>
              <a:gd name="connsiteY1962" fmla="*/ 332790 h 3717758"/>
              <a:gd name="connsiteX1963" fmla="*/ 1215961 w 7869956"/>
              <a:gd name="connsiteY1963" fmla="*/ 314037 h 3717758"/>
              <a:gd name="connsiteX1964" fmla="*/ 1209082 w 7869956"/>
              <a:gd name="connsiteY1964" fmla="*/ 324024 h 3717758"/>
              <a:gd name="connsiteX1965" fmla="*/ 1220306 w 7869956"/>
              <a:gd name="connsiteY1965" fmla="*/ 332790 h 3717758"/>
              <a:gd name="connsiteX1966" fmla="*/ 1116102 w 7869956"/>
              <a:gd name="connsiteY1966" fmla="*/ 274207 h 3717758"/>
              <a:gd name="connsiteX1967" fmla="*/ 1123405 w 7869956"/>
              <a:gd name="connsiteY1967" fmla="*/ 277923 h 3717758"/>
              <a:gd name="connsiteX1968" fmla="*/ 1108857 w 7869956"/>
              <a:gd name="connsiteY1968" fmla="*/ 268973 h 3717758"/>
              <a:gd name="connsiteX1969" fmla="*/ 1116102 w 7869956"/>
              <a:gd name="connsiteY1969" fmla="*/ 274207 h 3717758"/>
              <a:gd name="connsiteX1970" fmla="*/ 1090940 w 7869956"/>
              <a:gd name="connsiteY1970" fmla="*/ 264938 h 3717758"/>
              <a:gd name="connsiteX1971" fmla="*/ 1112506 w 7869956"/>
              <a:gd name="connsiteY1971" fmla="*/ 258707 h 3717758"/>
              <a:gd name="connsiteX1972" fmla="*/ 1087987 w 7869956"/>
              <a:gd name="connsiteY1972" fmla="*/ 254194 h 3717758"/>
              <a:gd name="connsiteX1973" fmla="*/ 1090940 w 7869956"/>
              <a:gd name="connsiteY1973" fmla="*/ 264938 h 3717758"/>
              <a:gd name="connsiteX1974" fmla="*/ 1291711 w 7869956"/>
              <a:gd name="connsiteY1974" fmla="*/ 389133 h 3717758"/>
              <a:gd name="connsiteX1975" fmla="*/ 1300679 w 7869956"/>
              <a:gd name="connsiteY1975" fmla="*/ 391520 h 3717758"/>
              <a:gd name="connsiteX1976" fmla="*/ 1282871 w 7869956"/>
              <a:gd name="connsiteY1976" fmla="*/ 382260 h 3717758"/>
              <a:gd name="connsiteX1977" fmla="*/ 1291711 w 7869956"/>
              <a:gd name="connsiteY1977" fmla="*/ 389133 h 3717758"/>
              <a:gd name="connsiteX1978" fmla="*/ 1063075 w 7869956"/>
              <a:gd name="connsiteY1978" fmla="*/ 258635 h 3717758"/>
              <a:gd name="connsiteX1979" fmla="*/ 1082809 w 7869956"/>
              <a:gd name="connsiteY1979" fmla="*/ 261629 h 3717758"/>
              <a:gd name="connsiteX1980" fmla="*/ 1075325 w 7869956"/>
              <a:gd name="connsiteY1980" fmla="*/ 237434 h 3717758"/>
              <a:gd name="connsiteX1981" fmla="*/ 1065663 w 7869956"/>
              <a:gd name="connsiteY1981" fmla="*/ 231421 h 3717758"/>
              <a:gd name="connsiteX1982" fmla="*/ 1063313 w 7869956"/>
              <a:gd name="connsiteY1982" fmla="*/ 254858 h 3717758"/>
              <a:gd name="connsiteX1983" fmla="*/ 1060175 w 7869956"/>
              <a:gd name="connsiteY1983" fmla="*/ 249401 h 3717758"/>
              <a:gd name="connsiteX1984" fmla="*/ 1063075 w 7869956"/>
              <a:gd name="connsiteY1984" fmla="*/ 258635 h 3717758"/>
              <a:gd name="connsiteX1985" fmla="*/ 5278648 w 7869956"/>
              <a:gd name="connsiteY1985" fmla="*/ 2699996 h 3717758"/>
              <a:gd name="connsiteX1986" fmla="*/ 5292779 w 7869956"/>
              <a:gd name="connsiteY1986" fmla="*/ 2704420 h 3717758"/>
              <a:gd name="connsiteX1987" fmla="*/ 5278432 w 7869956"/>
              <a:gd name="connsiteY1987" fmla="*/ 2690119 h 3717758"/>
              <a:gd name="connsiteX1988" fmla="*/ 5278648 w 7869956"/>
              <a:gd name="connsiteY1988" fmla="*/ 2699996 h 3717758"/>
              <a:gd name="connsiteX1989" fmla="*/ 901467 w 7869956"/>
              <a:gd name="connsiteY1989" fmla="*/ 174050 h 3717758"/>
              <a:gd name="connsiteX1990" fmla="*/ 914422 w 7869956"/>
              <a:gd name="connsiteY1990" fmla="*/ 180281 h 3717758"/>
              <a:gd name="connsiteX1991" fmla="*/ 901467 w 7869956"/>
              <a:gd name="connsiteY1991" fmla="*/ 174050 h 3717758"/>
              <a:gd name="connsiteX1992" fmla="*/ 956256 w 7869956"/>
              <a:gd name="connsiteY1992" fmla="*/ 209824 h 3717758"/>
              <a:gd name="connsiteX1993" fmla="*/ 971081 w 7869956"/>
              <a:gd name="connsiteY1993" fmla="*/ 208341 h 3717758"/>
              <a:gd name="connsiteX1994" fmla="*/ 948604 w 7869956"/>
              <a:gd name="connsiteY1994" fmla="*/ 190856 h 3717758"/>
              <a:gd name="connsiteX1995" fmla="*/ 956256 w 7869956"/>
              <a:gd name="connsiteY1995" fmla="*/ 209824 h 3717758"/>
              <a:gd name="connsiteX1996" fmla="*/ 1053018 w 7869956"/>
              <a:gd name="connsiteY1996" fmla="*/ 269884 h 3717758"/>
              <a:gd name="connsiteX1997" fmla="*/ 1059865 w 7869956"/>
              <a:gd name="connsiteY1997" fmla="*/ 259866 h 3717758"/>
              <a:gd name="connsiteX1998" fmla="*/ 1050035 w 7869956"/>
              <a:gd name="connsiteY1998" fmla="*/ 259141 h 3717758"/>
              <a:gd name="connsiteX1999" fmla="*/ 1053018 w 7869956"/>
              <a:gd name="connsiteY1999" fmla="*/ 269884 h 3717758"/>
              <a:gd name="connsiteX2000" fmla="*/ 1507407 w 7869956"/>
              <a:gd name="connsiteY2000" fmla="*/ 536023 h 3717758"/>
              <a:gd name="connsiteX2001" fmla="*/ 1503385 w 7869956"/>
              <a:gd name="connsiteY2001" fmla="*/ 533299 h 3717758"/>
              <a:gd name="connsiteX2002" fmla="*/ 1507142 w 7869956"/>
              <a:gd name="connsiteY2002" fmla="*/ 517825 h 3717758"/>
              <a:gd name="connsiteX2003" fmla="*/ 1511486 w 7869956"/>
              <a:gd name="connsiteY2003" fmla="*/ 536623 h 3717758"/>
              <a:gd name="connsiteX2004" fmla="*/ 1507407 w 7869956"/>
              <a:gd name="connsiteY2004" fmla="*/ 536023 h 3717758"/>
              <a:gd name="connsiteX2005" fmla="*/ 878397 w 7869956"/>
              <a:gd name="connsiteY2005" fmla="*/ 176184 h 3717758"/>
              <a:gd name="connsiteX2006" fmla="*/ 885266 w 7869956"/>
              <a:gd name="connsiteY2006" fmla="*/ 167542 h 3717758"/>
              <a:gd name="connsiteX2007" fmla="*/ 877288 w 7869956"/>
              <a:gd name="connsiteY2007" fmla="*/ 159008 h 3717758"/>
              <a:gd name="connsiteX2008" fmla="*/ 871955 w 7869956"/>
              <a:gd name="connsiteY2008" fmla="*/ 171748 h 3717758"/>
              <a:gd name="connsiteX2009" fmla="*/ 878397 w 7869956"/>
              <a:gd name="connsiteY2009" fmla="*/ 176184 h 3717758"/>
              <a:gd name="connsiteX2010" fmla="*/ 1698609 w 7869956"/>
              <a:gd name="connsiteY2010" fmla="*/ 650947 h 3717758"/>
              <a:gd name="connsiteX2011" fmla="*/ 1697681 w 7869956"/>
              <a:gd name="connsiteY2011" fmla="*/ 627171 h 3717758"/>
              <a:gd name="connsiteX2012" fmla="*/ 1684232 w 7869956"/>
              <a:gd name="connsiteY2012" fmla="*/ 636662 h 3717758"/>
              <a:gd name="connsiteX2013" fmla="*/ 1698609 w 7869956"/>
              <a:gd name="connsiteY2013" fmla="*/ 650947 h 3717758"/>
              <a:gd name="connsiteX2014" fmla="*/ 1391799 w 7869956"/>
              <a:gd name="connsiteY2014" fmla="*/ 474786 h 3717758"/>
              <a:gd name="connsiteX2015" fmla="*/ 1403672 w 7869956"/>
              <a:gd name="connsiteY2015" fmla="*/ 462541 h 3717758"/>
              <a:gd name="connsiteX2016" fmla="*/ 1391799 w 7869956"/>
              <a:gd name="connsiteY2016" fmla="*/ 474786 h 3717758"/>
              <a:gd name="connsiteX2017" fmla="*/ 1157555 w 7869956"/>
              <a:gd name="connsiteY2017" fmla="*/ 343658 h 3717758"/>
              <a:gd name="connsiteX2018" fmla="*/ 1172705 w 7869956"/>
              <a:gd name="connsiteY2018" fmla="*/ 331722 h 3717758"/>
              <a:gd name="connsiteX2019" fmla="*/ 1157555 w 7869956"/>
              <a:gd name="connsiteY2019" fmla="*/ 343658 h 3717758"/>
              <a:gd name="connsiteX2020" fmla="*/ 1859822 w 7869956"/>
              <a:gd name="connsiteY2020" fmla="*/ 752748 h 3717758"/>
              <a:gd name="connsiteX2021" fmla="*/ 1871835 w 7869956"/>
              <a:gd name="connsiteY2021" fmla="*/ 735279 h 3717758"/>
              <a:gd name="connsiteX2022" fmla="*/ 1853391 w 7869956"/>
              <a:gd name="connsiteY2022" fmla="*/ 746983 h 3717758"/>
              <a:gd name="connsiteX2023" fmla="*/ 1856683 w 7869956"/>
              <a:gd name="connsiteY2023" fmla="*/ 747260 h 3717758"/>
              <a:gd name="connsiteX2024" fmla="*/ 1859822 w 7869956"/>
              <a:gd name="connsiteY2024" fmla="*/ 752748 h 3717758"/>
              <a:gd name="connsiteX2025" fmla="*/ 2773868 w 7869956"/>
              <a:gd name="connsiteY2025" fmla="*/ 1282615 h 3717758"/>
              <a:gd name="connsiteX2026" fmla="*/ 2798573 w 7869956"/>
              <a:gd name="connsiteY2026" fmla="*/ 1278772 h 3717758"/>
              <a:gd name="connsiteX2027" fmla="*/ 2791223 w 7869956"/>
              <a:gd name="connsiteY2027" fmla="*/ 1277058 h 3717758"/>
              <a:gd name="connsiteX2028" fmla="*/ 2784461 w 7869956"/>
              <a:gd name="connsiteY2028" fmla="*/ 1270156 h 3717758"/>
              <a:gd name="connsiteX2029" fmla="*/ 2776698 w 7869956"/>
              <a:gd name="connsiteY2029" fmla="*/ 1269779 h 3717758"/>
              <a:gd name="connsiteX2030" fmla="*/ 2775803 w 7869956"/>
              <a:gd name="connsiteY2030" fmla="*/ 1270975 h 3717758"/>
              <a:gd name="connsiteX2031" fmla="*/ 2769246 w 7869956"/>
              <a:gd name="connsiteY2031" fmla="*/ 1271228 h 3717758"/>
              <a:gd name="connsiteX2032" fmla="*/ 2773868 w 7869956"/>
              <a:gd name="connsiteY2032" fmla="*/ 1282615 h 3717758"/>
              <a:gd name="connsiteX2033" fmla="*/ 1000688 w 7869956"/>
              <a:gd name="connsiteY2033" fmla="*/ 260563 h 3717758"/>
              <a:gd name="connsiteX2034" fmla="*/ 1010688 w 7869956"/>
              <a:gd name="connsiteY2034" fmla="*/ 256049 h 3717758"/>
              <a:gd name="connsiteX2035" fmla="*/ 1019454 w 7869956"/>
              <a:gd name="connsiteY2035" fmla="*/ 238331 h 3717758"/>
              <a:gd name="connsiteX2036" fmla="*/ 1000688 w 7869956"/>
              <a:gd name="connsiteY2036" fmla="*/ 260563 h 3717758"/>
              <a:gd name="connsiteX2037" fmla="*/ 2506540 w 7869956"/>
              <a:gd name="connsiteY2037" fmla="*/ 1132692 h 3717758"/>
              <a:gd name="connsiteX2038" fmla="*/ 2510514 w 7869956"/>
              <a:gd name="connsiteY2038" fmla="*/ 1130206 h 3717758"/>
              <a:gd name="connsiteX2039" fmla="*/ 2501664 w 7869956"/>
              <a:gd name="connsiteY2039" fmla="*/ 1128655 h 3717758"/>
              <a:gd name="connsiteX2040" fmla="*/ 2515138 w 7869956"/>
              <a:gd name="connsiteY2040" fmla="*/ 1139810 h 3717758"/>
              <a:gd name="connsiteX2041" fmla="*/ 2516383 w 7869956"/>
              <a:gd name="connsiteY2041" fmla="*/ 1138530 h 3717758"/>
              <a:gd name="connsiteX2042" fmla="*/ 2515679 w 7869956"/>
              <a:gd name="connsiteY2042" fmla="*/ 1128164 h 3717758"/>
              <a:gd name="connsiteX2043" fmla="*/ 2510894 w 7869956"/>
              <a:gd name="connsiteY2043" fmla="*/ 1136296 h 3717758"/>
              <a:gd name="connsiteX2044" fmla="*/ 5231714 w 7869956"/>
              <a:gd name="connsiteY2044" fmla="*/ 2712798 h 3717758"/>
              <a:gd name="connsiteX2045" fmla="*/ 5251873 w 7869956"/>
              <a:gd name="connsiteY2045" fmla="*/ 2698561 h 3717758"/>
              <a:gd name="connsiteX2046" fmla="*/ 5239073 w 7869956"/>
              <a:gd name="connsiteY2046" fmla="*/ 2687058 h 3717758"/>
              <a:gd name="connsiteX2047" fmla="*/ 5227044 w 7869956"/>
              <a:gd name="connsiteY2047" fmla="*/ 2704574 h 3717758"/>
              <a:gd name="connsiteX2048" fmla="*/ 5231714 w 7869956"/>
              <a:gd name="connsiteY2048" fmla="*/ 2712798 h 3717758"/>
              <a:gd name="connsiteX2049" fmla="*/ 5196125 w 7869956"/>
              <a:gd name="connsiteY2049" fmla="*/ 2694247 h 3717758"/>
              <a:gd name="connsiteX2050" fmla="*/ 5191626 w 7869956"/>
              <a:gd name="connsiteY2050" fmla="*/ 2680781 h 3717758"/>
              <a:gd name="connsiteX2051" fmla="*/ 5201643 w 7869956"/>
              <a:gd name="connsiteY2051" fmla="*/ 2676298 h 3717758"/>
              <a:gd name="connsiteX2052" fmla="*/ 5196125 w 7869956"/>
              <a:gd name="connsiteY2052" fmla="*/ 2694247 h 3717758"/>
              <a:gd name="connsiteX2053" fmla="*/ 1130995 w 7869956"/>
              <a:gd name="connsiteY2053" fmla="*/ 352067 h 3717758"/>
              <a:gd name="connsiteX2054" fmla="*/ 1148790 w 7869956"/>
              <a:gd name="connsiteY2054" fmla="*/ 361312 h 3717758"/>
              <a:gd name="connsiteX2055" fmla="*/ 1130995 w 7869956"/>
              <a:gd name="connsiteY2055" fmla="*/ 352067 h 3717758"/>
              <a:gd name="connsiteX2056" fmla="*/ 3519646 w 7869956"/>
              <a:gd name="connsiteY2056" fmla="*/ 1732473 h 3717758"/>
              <a:gd name="connsiteX2057" fmla="*/ 3525522 w 7869956"/>
              <a:gd name="connsiteY2057" fmla="*/ 1728497 h 3717758"/>
              <a:gd name="connsiteX2058" fmla="*/ 3514129 w 7869956"/>
              <a:gd name="connsiteY2058" fmla="*/ 1724972 h 3717758"/>
              <a:gd name="connsiteX2059" fmla="*/ 3519646 w 7869956"/>
              <a:gd name="connsiteY2059" fmla="*/ 1732473 h 3717758"/>
              <a:gd name="connsiteX2060" fmla="*/ 770817 w 7869956"/>
              <a:gd name="connsiteY2060" fmla="*/ 148156 h 3717758"/>
              <a:gd name="connsiteX2061" fmla="*/ 792661 w 7869956"/>
              <a:gd name="connsiteY2061" fmla="*/ 131490 h 3717758"/>
              <a:gd name="connsiteX2062" fmla="*/ 770817 w 7869956"/>
              <a:gd name="connsiteY2062" fmla="*/ 148156 h 3717758"/>
              <a:gd name="connsiteX2063" fmla="*/ 1113063 w 7869956"/>
              <a:gd name="connsiteY2063" fmla="*/ 348063 h 3717758"/>
              <a:gd name="connsiteX2064" fmla="*/ 1121642 w 7869956"/>
              <a:gd name="connsiteY2064" fmla="*/ 335619 h 3717758"/>
              <a:gd name="connsiteX2065" fmla="*/ 1120391 w 7869956"/>
              <a:gd name="connsiteY2065" fmla="*/ 322370 h 3717758"/>
              <a:gd name="connsiteX2066" fmla="*/ 1098700 w 7869956"/>
              <a:gd name="connsiteY2066" fmla="*/ 333826 h 3717758"/>
              <a:gd name="connsiteX2067" fmla="*/ 1113063 w 7869956"/>
              <a:gd name="connsiteY2067" fmla="*/ 348063 h 3717758"/>
              <a:gd name="connsiteX2068" fmla="*/ 1590918 w 7869956"/>
              <a:gd name="connsiteY2068" fmla="*/ 626815 h 3717758"/>
              <a:gd name="connsiteX2069" fmla="*/ 1625254 w 7869956"/>
              <a:gd name="connsiteY2069" fmla="*/ 632102 h 3717758"/>
              <a:gd name="connsiteX2070" fmla="*/ 1590918 w 7869956"/>
              <a:gd name="connsiteY2070" fmla="*/ 626815 h 3717758"/>
              <a:gd name="connsiteX2071" fmla="*/ 749422 w 7869956"/>
              <a:gd name="connsiteY2071" fmla="*/ 149129 h 3717758"/>
              <a:gd name="connsiteX2072" fmla="*/ 759733 w 7869956"/>
              <a:gd name="connsiteY2072" fmla="*/ 134149 h 3717758"/>
              <a:gd name="connsiteX2073" fmla="*/ 764418 w 7869956"/>
              <a:gd name="connsiteY2073" fmla="*/ 142404 h 3717758"/>
              <a:gd name="connsiteX2074" fmla="*/ 749422 w 7869956"/>
              <a:gd name="connsiteY2074" fmla="*/ 149129 h 3717758"/>
              <a:gd name="connsiteX2075" fmla="*/ 5085417 w 7869956"/>
              <a:gd name="connsiteY2075" fmla="*/ 2658153 h 3717758"/>
              <a:gd name="connsiteX2076" fmla="*/ 5084090 w 7869956"/>
              <a:gd name="connsiteY2076" fmla="*/ 2651408 h 3717758"/>
              <a:gd name="connsiteX2077" fmla="*/ 5097199 w 7869956"/>
              <a:gd name="connsiteY2077" fmla="*/ 2652444 h 3717758"/>
              <a:gd name="connsiteX2078" fmla="*/ 5100291 w 7869956"/>
              <a:gd name="connsiteY2078" fmla="*/ 2657917 h 3717758"/>
              <a:gd name="connsiteX2079" fmla="*/ 5100137 w 7869956"/>
              <a:gd name="connsiteY2079" fmla="*/ 2663141 h 3717758"/>
              <a:gd name="connsiteX2080" fmla="*/ 5085417 w 7869956"/>
              <a:gd name="connsiteY2080" fmla="*/ 2658153 h 3717758"/>
              <a:gd name="connsiteX2081" fmla="*/ 1277978 w 7869956"/>
              <a:gd name="connsiteY2081" fmla="*/ 462424 h 3717758"/>
              <a:gd name="connsiteX2082" fmla="*/ 1288776 w 7869956"/>
              <a:gd name="connsiteY2082" fmla="*/ 458878 h 3717758"/>
              <a:gd name="connsiteX2083" fmla="*/ 1284246 w 7869956"/>
              <a:gd name="connsiteY2083" fmla="*/ 445428 h 3717758"/>
              <a:gd name="connsiteX2084" fmla="*/ 1267550 w 7869956"/>
              <a:gd name="connsiteY2084" fmla="*/ 454642 h 3717758"/>
              <a:gd name="connsiteX2085" fmla="*/ 1277978 w 7869956"/>
              <a:gd name="connsiteY2085" fmla="*/ 462424 h 3717758"/>
              <a:gd name="connsiteX2086" fmla="*/ 5159579 w 7869956"/>
              <a:gd name="connsiteY2086" fmla="*/ 2707202 h 3717758"/>
              <a:gd name="connsiteX2087" fmla="*/ 5148680 w 7869956"/>
              <a:gd name="connsiteY2087" fmla="*/ 2687970 h 3717758"/>
              <a:gd name="connsiteX2088" fmla="*/ 5159579 w 7869956"/>
              <a:gd name="connsiteY2088" fmla="*/ 2707202 h 3717758"/>
              <a:gd name="connsiteX2089" fmla="*/ 1155963 w 7869956"/>
              <a:gd name="connsiteY2089" fmla="*/ 396034 h 3717758"/>
              <a:gd name="connsiteX2090" fmla="*/ 1163012 w 7869956"/>
              <a:gd name="connsiteY2090" fmla="*/ 380823 h 3717758"/>
              <a:gd name="connsiteX2091" fmla="*/ 1162688 w 7869956"/>
              <a:gd name="connsiteY2091" fmla="*/ 391288 h 3717758"/>
              <a:gd name="connsiteX2092" fmla="*/ 1174375 w 7869956"/>
              <a:gd name="connsiteY2092" fmla="*/ 384362 h 3717758"/>
              <a:gd name="connsiteX2093" fmla="*/ 1176446 w 7869956"/>
              <a:gd name="connsiteY2093" fmla="*/ 371376 h 3717758"/>
              <a:gd name="connsiteX2094" fmla="*/ 1170170 w 7869956"/>
              <a:gd name="connsiteY2094" fmla="*/ 360369 h 3717758"/>
              <a:gd name="connsiteX2095" fmla="*/ 1167975 w 7869956"/>
              <a:gd name="connsiteY2095" fmla="*/ 378626 h 3717758"/>
              <a:gd name="connsiteX2096" fmla="*/ 1161744 w 7869956"/>
              <a:gd name="connsiteY2096" fmla="*/ 367620 h 3717758"/>
              <a:gd name="connsiteX2097" fmla="*/ 1155963 w 7869956"/>
              <a:gd name="connsiteY2097" fmla="*/ 396034 h 3717758"/>
              <a:gd name="connsiteX2098" fmla="*/ 1004103 w 7869956"/>
              <a:gd name="connsiteY2098" fmla="*/ 310744 h 3717758"/>
              <a:gd name="connsiteX2099" fmla="*/ 1016130 w 7869956"/>
              <a:gd name="connsiteY2099" fmla="*/ 293305 h 3717758"/>
              <a:gd name="connsiteX2100" fmla="*/ 1004103 w 7869956"/>
              <a:gd name="connsiteY2100" fmla="*/ 310744 h 3717758"/>
              <a:gd name="connsiteX2101" fmla="*/ 1302319 w 7869956"/>
              <a:gd name="connsiteY2101" fmla="*/ 499352 h 3717758"/>
              <a:gd name="connsiteX2102" fmla="*/ 1323869 w 7869956"/>
              <a:gd name="connsiteY2102" fmla="*/ 493122 h 3717758"/>
              <a:gd name="connsiteX2103" fmla="*/ 1302319 w 7869956"/>
              <a:gd name="connsiteY2103" fmla="*/ 499352 h 3717758"/>
              <a:gd name="connsiteX2104" fmla="*/ 5026626 w 7869956"/>
              <a:gd name="connsiteY2104" fmla="*/ 2649586 h 3717758"/>
              <a:gd name="connsiteX2105" fmla="*/ 5044576 w 7869956"/>
              <a:gd name="connsiteY2105" fmla="*/ 2653589 h 3717758"/>
              <a:gd name="connsiteX2106" fmla="*/ 5026626 w 7869956"/>
              <a:gd name="connsiteY2106" fmla="*/ 2649586 h 3717758"/>
              <a:gd name="connsiteX2107" fmla="*/ 2386142 w 7869956"/>
              <a:gd name="connsiteY2107" fmla="*/ 1125946 h 3717758"/>
              <a:gd name="connsiteX2108" fmla="*/ 2388350 w 7869956"/>
              <a:gd name="connsiteY2108" fmla="*/ 1126085 h 3717758"/>
              <a:gd name="connsiteX2109" fmla="*/ 2387657 w 7869956"/>
              <a:gd name="connsiteY2109" fmla="*/ 1123466 h 3717758"/>
              <a:gd name="connsiteX2110" fmla="*/ 866313 w 7869956"/>
              <a:gd name="connsiteY2110" fmla="*/ 249657 h 3717758"/>
              <a:gd name="connsiteX2111" fmla="*/ 856772 w 7869956"/>
              <a:gd name="connsiteY2111" fmla="*/ 238873 h 3717758"/>
              <a:gd name="connsiteX2112" fmla="*/ 876281 w 7869956"/>
              <a:gd name="connsiteY2112" fmla="*/ 245644 h 3717758"/>
              <a:gd name="connsiteX2113" fmla="*/ 866313 w 7869956"/>
              <a:gd name="connsiteY2113" fmla="*/ 249657 h 3717758"/>
              <a:gd name="connsiteX2114" fmla="*/ 1476626 w 7869956"/>
              <a:gd name="connsiteY2114" fmla="*/ 602142 h 3717758"/>
              <a:gd name="connsiteX2115" fmla="*/ 1470426 w 7869956"/>
              <a:gd name="connsiteY2115" fmla="*/ 591181 h 3717758"/>
              <a:gd name="connsiteX2116" fmla="*/ 1480058 w 7869956"/>
              <a:gd name="connsiteY2116" fmla="*/ 597209 h 3717758"/>
              <a:gd name="connsiteX2117" fmla="*/ 1476626 w 7869956"/>
              <a:gd name="connsiteY2117" fmla="*/ 602142 h 3717758"/>
              <a:gd name="connsiteX2118" fmla="*/ 1504852 w 7869956"/>
              <a:gd name="connsiteY2118" fmla="*/ 620228 h 3717758"/>
              <a:gd name="connsiteX2119" fmla="*/ 1517239 w 7869956"/>
              <a:gd name="connsiteY2119" fmla="*/ 618498 h 3717758"/>
              <a:gd name="connsiteX2120" fmla="*/ 1500836 w 7869956"/>
              <a:gd name="connsiteY2120" fmla="*/ 617199 h 3717758"/>
              <a:gd name="connsiteX2121" fmla="*/ 1504852 w 7869956"/>
              <a:gd name="connsiteY2121" fmla="*/ 620228 h 3717758"/>
              <a:gd name="connsiteX2122" fmla="*/ 924346 w 7869956"/>
              <a:gd name="connsiteY2122" fmla="*/ 286131 h 3717758"/>
              <a:gd name="connsiteX2123" fmla="*/ 913277 w 7869956"/>
              <a:gd name="connsiteY2123" fmla="*/ 272140 h 3717758"/>
              <a:gd name="connsiteX2124" fmla="*/ 933096 w 7869956"/>
              <a:gd name="connsiteY2124" fmla="*/ 268430 h 3717758"/>
              <a:gd name="connsiteX2125" fmla="*/ 922956 w 7869956"/>
              <a:gd name="connsiteY2125" fmla="*/ 278154 h 3717758"/>
              <a:gd name="connsiteX2126" fmla="*/ 924346 w 7869956"/>
              <a:gd name="connsiteY2126" fmla="*/ 286131 h 3717758"/>
              <a:gd name="connsiteX2127" fmla="*/ 1074491 w 7869956"/>
              <a:gd name="connsiteY2127" fmla="*/ 373990 h 3717758"/>
              <a:gd name="connsiteX2128" fmla="*/ 1085112 w 7869956"/>
              <a:gd name="connsiteY2128" fmla="*/ 348543 h 3717758"/>
              <a:gd name="connsiteX2129" fmla="*/ 1075450 w 7869956"/>
              <a:gd name="connsiteY2129" fmla="*/ 342514 h 3717758"/>
              <a:gd name="connsiteX2130" fmla="*/ 1074955 w 7869956"/>
              <a:gd name="connsiteY2130" fmla="*/ 358251 h 3717758"/>
              <a:gd name="connsiteX2131" fmla="*/ 1069792 w 7869956"/>
              <a:gd name="connsiteY2131" fmla="*/ 365735 h 3717758"/>
              <a:gd name="connsiteX2132" fmla="*/ 1074491 w 7869956"/>
              <a:gd name="connsiteY2132" fmla="*/ 373990 h 3717758"/>
              <a:gd name="connsiteX2133" fmla="*/ 1194704 w 7869956"/>
              <a:gd name="connsiteY2133" fmla="*/ 446114 h 3717758"/>
              <a:gd name="connsiteX2134" fmla="*/ 1205573 w 7869956"/>
              <a:gd name="connsiteY2134" fmla="*/ 439322 h 3717758"/>
              <a:gd name="connsiteX2135" fmla="*/ 1184347 w 7869956"/>
              <a:gd name="connsiteY2135" fmla="*/ 435039 h 3717758"/>
              <a:gd name="connsiteX2136" fmla="*/ 1194704 w 7869956"/>
              <a:gd name="connsiteY2136" fmla="*/ 446114 h 3717758"/>
              <a:gd name="connsiteX2137" fmla="*/ 1048241 w 7869956"/>
              <a:gd name="connsiteY2137" fmla="*/ 371964 h 3717758"/>
              <a:gd name="connsiteX2138" fmla="*/ 1063237 w 7869956"/>
              <a:gd name="connsiteY2138" fmla="*/ 365271 h 3717758"/>
              <a:gd name="connsiteX2139" fmla="*/ 1048241 w 7869956"/>
              <a:gd name="connsiteY2139" fmla="*/ 371964 h 3717758"/>
              <a:gd name="connsiteX2140" fmla="*/ 2290631 w 7869956"/>
              <a:gd name="connsiteY2140" fmla="*/ 1093898 h 3717758"/>
              <a:gd name="connsiteX2141" fmla="*/ 2292732 w 7869956"/>
              <a:gd name="connsiteY2141" fmla="*/ 1092476 h 3717758"/>
              <a:gd name="connsiteX2142" fmla="*/ 2289444 w 7869956"/>
              <a:gd name="connsiteY2142" fmla="*/ 1092290 h 3717758"/>
              <a:gd name="connsiteX2143" fmla="*/ 2326949 w 7869956"/>
              <a:gd name="connsiteY2143" fmla="*/ 1115920 h 3717758"/>
              <a:gd name="connsiteX2144" fmla="*/ 2348312 w 7869956"/>
              <a:gd name="connsiteY2144" fmla="*/ 1114977 h 3717758"/>
              <a:gd name="connsiteX2145" fmla="*/ 2323994 w 7869956"/>
              <a:gd name="connsiteY2145" fmla="*/ 1105177 h 3717758"/>
              <a:gd name="connsiteX2146" fmla="*/ 2326949 w 7869956"/>
              <a:gd name="connsiteY2146" fmla="*/ 1115920 h 3717758"/>
              <a:gd name="connsiteX2147" fmla="*/ 2335471 w 7869956"/>
              <a:gd name="connsiteY2147" fmla="*/ 1122748 h 3717758"/>
              <a:gd name="connsiteX2148" fmla="*/ 2339748 w 7869956"/>
              <a:gd name="connsiteY2148" fmla="*/ 1123018 h 3717758"/>
              <a:gd name="connsiteX2149" fmla="*/ 2338480 w 7869956"/>
              <a:gd name="connsiteY2149" fmla="*/ 1119630 h 3717758"/>
              <a:gd name="connsiteX2150" fmla="*/ 1002650 w 7869956"/>
              <a:gd name="connsiteY2150" fmla="*/ 357895 h 3717758"/>
              <a:gd name="connsiteX2151" fmla="*/ 1009546 w 7869956"/>
              <a:gd name="connsiteY2151" fmla="*/ 347925 h 3717758"/>
              <a:gd name="connsiteX2152" fmla="*/ 997997 w 7869956"/>
              <a:gd name="connsiteY2152" fmla="*/ 349688 h 3717758"/>
              <a:gd name="connsiteX2153" fmla="*/ 1002650 w 7869956"/>
              <a:gd name="connsiteY2153" fmla="*/ 357895 h 3717758"/>
              <a:gd name="connsiteX2154" fmla="*/ 1641278 w 7869956"/>
              <a:gd name="connsiteY2154" fmla="*/ 729912 h 3717758"/>
              <a:gd name="connsiteX2155" fmla="*/ 1644114 w 7869956"/>
              <a:gd name="connsiteY2155" fmla="*/ 714996 h 3717758"/>
              <a:gd name="connsiteX2156" fmla="*/ 1637205 w 7869956"/>
              <a:gd name="connsiteY2156" fmla="*/ 724983 h 3717758"/>
              <a:gd name="connsiteX2157" fmla="*/ 1641278 w 7869956"/>
              <a:gd name="connsiteY2157" fmla="*/ 729912 h 3717758"/>
              <a:gd name="connsiteX2158" fmla="*/ 906914 w 7869956"/>
              <a:gd name="connsiteY2158" fmla="*/ 317617 h 3717758"/>
              <a:gd name="connsiteX2159" fmla="*/ 916679 w 7869956"/>
              <a:gd name="connsiteY2159" fmla="*/ 322323 h 3717758"/>
              <a:gd name="connsiteX2160" fmla="*/ 907156 w 7869956"/>
              <a:gd name="connsiteY2160" fmla="*/ 311085 h 3717758"/>
              <a:gd name="connsiteX2161" fmla="*/ 906914 w 7869956"/>
              <a:gd name="connsiteY2161" fmla="*/ 317617 h 3717758"/>
              <a:gd name="connsiteX2162" fmla="*/ 1158731 w 7869956"/>
              <a:gd name="connsiteY2162" fmla="*/ 467166 h 3717758"/>
              <a:gd name="connsiteX2163" fmla="*/ 1152499 w 7869956"/>
              <a:gd name="connsiteY2163" fmla="*/ 456205 h 3717758"/>
              <a:gd name="connsiteX2164" fmla="*/ 1160924 w 7869956"/>
              <a:gd name="connsiteY2164" fmla="*/ 449000 h 3717758"/>
              <a:gd name="connsiteX2165" fmla="*/ 1158731 w 7869956"/>
              <a:gd name="connsiteY2165" fmla="*/ 467166 h 3717758"/>
              <a:gd name="connsiteX2166" fmla="*/ 927780 w 7869956"/>
              <a:gd name="connsiteY2166" fmla="*/ 336314 h 3717758"/>
              <a:gd name="connsiteX2167" fmla="*/ 940873 w 7869956"/>
              <a:gd name="connsiteY2167" fmla="*/ 337334 h 3717758"/>
              <a:gd name="connsiteX2168" fmla="*/ 939622 w 7869956"/>
              <a:gd name="connsiteY2168" fmla="*/ 324102 h 3717758"/>
              <a:gd name="connsiteX2169" fmla="*/ 928398 w 7869956"/>
              <a:gd name="connsiteY2169" fmla="*/ 315352 h 3717758"/>
              <a:gd name="connsiteX2170" fmla="*/ 923065 w 7869956"/>
              <a:gd name="connsiteY2170" fmla="*/ 328044 h 3717758"/>
              <a:gd name="connsiteX2171" fmla="*/ 927780 w 7869956"/>
              <a:gd name="connsiteY2171" fmla="*/ 336314 h 3717758"/>
              <a:gd name="connsiteX2172" fmla="*/ 1512197 w 7869956"/>
              <a:gd name="connsiteY2172" fmla="*/ 675836 h 3717758"/>
              <a:gd name="connsiteX2173" fmla="*/ 1528740 w 7869956"/>
              <a:gd name="connsiteY2173" fmla="*/ 671880 h 3717758"/>
              <a:gd name="connsiteX2174" fmla="*/ 1520454 w 7869956"/>
              <a:gd name="connsiteY2174" fmla="*/ 673905 h 3717758"/>
              <a:gd name="connsiteX2175" fmla="*/ 1520624 w 7869956"/>
              <a:gd name="connsiteY2175" fmla="*/ 668648 h 3717758"/>
              <a:gd name="connsiteX2176" fmla="*/ 1512197 w 7869956"/>
              <a:gd name="connsiteY2176" fmla="*/ 675836 h 3717758"/>
              <a:gd name="connsiteX2177" fmla="*/ 2300204 w 7869956"/>
              <a:gd name="connsiteY2177" fmla="*/ 1130968 h 3717758"/>
              <a:gd name="connsiteX2178" fmla="*/ 2303789 w 7869956"/>
              <a:gd name="connsiteY2178" fmla="*/ 1120749 h 3717758"/>
              <a:gd name="connsiteX2179" fmla="*/ 2320337 w 7869956"/>
              <a:gd name="connsiteY2179" fmla="*/ 1121793 h 3717758"/>
              <a:gd name="connsiteX2180" fmla="*/ 2320502 w 7869956"/>
              <a:gd name="connsiteY2180" fmla="*/ 1115612 h 3717758"/>
              <a:gd name="connsiteX2181" fmla="*/ 2295755 w 7869956"/>
              <a:gd name="connsiteY2181" fmla="*/ 1114939 h 3717758"/>
              <a:gd name="connsiteX2182" fmla="*/ 2287724 w 7869956"/>
              <a:gd name="connsiteY2182" fmla="*/ 1118432 h 3717758"/>
              <a:gd name="connsiteX2183" fmla="*/ 2294079 w 7869956"/>
              <a:gd name="connsiteY2183" fmla="*/ 1124286 h 3717758"/>
              <a:gd name="connsiteX2184" fmla="*/ 2300204 w 7869956"/>
              <a:gd name="connsiteY2184" fmla="*/ 1130968 h 3717758"/>
              <a:gd name="connsiteX2185" fmla="*/ 950150 w 7869956"/>
              <a:gd name="connsiteY2185" fmla="*/ 355902 h 3717758"/>
              <a:gd name="connsiteX2186" fmla="*/ 958482 w 7869956"/>
              <a:gd name="connsiteY2186" fmla="*/ 351851 h 3717758"/>
              <a:gd name="connsiteX2187" fmla="*/ 942095 w 7869956"/>
              <a:gd name="connsiteY2187" fmla="*/ 350583 h 3717758"/>
              <a:gd name="connsiteX2188" fmla="*/ 950150 w 7869956"/>
              <a:gd name="connsiteY2188" fmla="*/ 355902 h 3717758"/>
              <a:gd name="connsiteX2189" fmla="*/ 1103322 w 7869956"/>
              <a:gd name="connsiteY2189" fmla="*/ 452402 h 3717758"/>
              <a:gd name="connsiteX2190" fmla="*/ 1126728 w 7869956"/>
              <a:gd name="connsiteY2190" fmla="*/ 438457 h 3717758"/>
              <a:gd name="connsiteX2191" fmla="*/ 1119539 w 7869956"/>
              <a:gd name="connsiteY2191" fmla="*/ 458879 h 3717758"/>
              <a:gd name="connsiteX2192" fmla="*/ 1103322 w 7869956"/>
              <a:gd name="connsiteY2192" fmla="*/ 452402 h 3717758"/>
              <a:gd name="connsiteX2193" fmla="*/ 1509955 w 7869956"/>
              <a:gd name="connsiteY2193" fmla="*/ 695538 h 3717758"/>
              <a:gd name="connsiteX2194" fmla="*/ 1514827 w 7869956"/>
              <a:gd name="connsiteY2194" fmla="*/ 697079 h 3717758"/>
              <a:gd name="connsiteX2195" fmla="*/ 1510311 w 7869956"/>
              <a:gd name="connsiteY2195" fmla="*/ 683553 h 3717758"/>
              <a:gd name="connsiteX2196" fmla="*/ 1505164 w 7869956"/>
              <a:gd name="connsiteY2196" fmla="*/ 691066 h 3717758"/>
              <a:gd name="connsiteX2197" fmla="*/ 1509955 w 7869956"/>
              <a:gd name="connsiteY2197" fmla="*/ 695538 h 3717758"/>
              <a:gd name="connsiteX2198" fmla="*/ 4652555 w 7869956"/>
              <a:gd name="connsiteY2198" fmla="*/ 2513808 h 3717758"/>
              <a:gd name="connsiteX2199" fmla="*/ 4664986 w 7869956"/>
              <a:gd name="connsiteY2199" fmla="*/ 2510365 h 3717758"/>
              <a:gd name="connsiteX2200" fmla="*/ 4648598 w 7869956"/>
              <a:gd name="connsiteY2200" fmla="*/ 2509096 h 3717758"/>
              <a:gd name="connsiteX2201" fmla="*/ 4652555 w 7869956"/>
              <a:gd name="connsiteY2201" fmla="*/ 2513808 h 3717758"/>
              <a:gd name="connsiteX2202" fmla="*/ 1482361 w 7869956"/>
              <a:gd name="connsiteY2202" fmla="*/ 684046 h 3717758"/>
              <a:gd name="connsiteX2203" fmla="*/ 1497356 w 7869956"/>
              <a:gd name="connsiteY2203" fmla="*/ 677336 h 3717758"/>
              <a:gd name="connsiteX2204" fmla="*/ 1482361 w 7869956"/>
              <a:gd name="connsiteY2204" fmla="*/ 684046 h 3717758"/>
              <a:gd name="connsiteX2205" fmla="*/ 2183190 w 7869956"/>
              <a:gd name="connsiteY2205" fmla="*/ 1089021 h 3717758"/>
              <a:gd name="connsiteX2206" fmla="*/ 2194170 w 7869956"/>
              <a:gd name="connsiteY2206" fmla="*/ 1090569 h 3717758"/>
              <a:gd name="connsiteX2207" fmla="*/ 2194406 w 7869956"/>
              <a:gd name="connsiteY2207" fmla="*/ 1086914 h 3717758"/>
              <a:gd name="connsiteX2208" fmla="*/ 2185702 w 7869956"/>
              <a:gd name="connsiteY2208" fmla="*/ 1086422 h 3717758"/>
              <a:gd name="connsiteX2209" fmla="*/ 2651213 w 7869956"/>
              <a:gd name="connsiteY2209" fmla="*/ 1366983 h 3717758"/>
              <a:gd name="connsiteX2210" fmla="*/ 2663225 w 7869956"/>
              <a:gd name="connsiteY2210" fmla="*/ 1349515 h 3717758"/>
              <a:gd name="connsiteX2211" fmla="*/ 2644781 w 7869956"/>
              <a:gd name="connsiteY2211" fmla="*/ 1361218 h 3717758"/>
              <a:gd name="connsiteX2212" fmla="*/ 2648074 w 7869956"/>
              <a:gd name="connsiteY2212" fmla="*/ 1361496 h 3717758"/>
              <a:gd name="connsiteX2213" fmla="*/ 2651213 w 7869956"/>
              <a:gd name="connsiteY2213" fmla="*/ 1366983 h 3717758"/>
              <a:gd name="connsiteX2214" fmla="*/ 2214384 w 7869956"/>
              <a:gd name="connsiteY2214" fmla="*/ 1115703 h 3717758"/>
              <a:gd name="connsiteX2215" fmla="*/ 2227103 w 7869956"/>
              <a:gd name="connsiteY2215" fmla="*/ 1116719 h 3717758"/>
              <a:gd name="connsiteX2216" fmla="*/ 2257929 w 7869956"/>
              <a:gd name="connsiteY2216" fmla="*/ 1120840 h 3717758"/>
              <a:gd name="connsiteX2217" fmla="*/ 2273591 w 7869956"/>
              <a:gd name="connsiteY2217" fmla="*/ 1118525 h 3717758"/>
              <a:gd name="connsiteX2218" fmla="*/ 2276673 w 7869956"/>
              <a:gd name="connsiteY2218" fmla="*/ 1099069 h 3717758"/>
              <a:gd name="connsiteX2219" fmla="*/ 2258370 w 7869956"/>
              <a:gd name="connsiteY2219" fmla="*/ 1105547 h 3717758"/>
              <a:gd name="connsiteX2220" fmla="*/ 2269608 w 7869956"/>
              <a:gd name="connsiteY2220" fmla="*/ 1114297 h 3717758"/>
              <a:gd name="connsiteX2221" fmla="*/ 2247177 w 7869956"/>
              <a:gd name="connsiteY2221" fmla="*/ 1096781 h 3717758"/>
              <a:gd name="connsiteX2222" fmla="*/ 2249788 w 7869956"/>
              <a:gd name="connsiteY2222" fmla="*/ 1117976 h 3717758"/>
              <a:gd name="connsiteX2223" fmla="*/ 2221253 w 7869956"/>
              <a:gd name="connsiteY2223" fmla="*/ 1113548 h 3717758"/>
              <a:gd name="connsiteX2224" fmla="*/ 807482 w 7869956"/>
              <a:gd name="connsiteY2224" fmla="*/ 308070 h 3717758"/>
              <a:gd name="connsiteX2225" fmla="*/ 803995 w 7869956"/>
              <a:gd name="connsiteY2225" fmla="*/ 300433 h 3717758"/>
              <a:gd name="connsiteX2226" fmla="*/ 815387 w 7869956"/>
              <a:gd name="connsiteY2226" fmla="*/ 303973 h 3717758"/>
              <a:gd name="connsiteX2227" fmla="*/ 807482 w 7869956"/>
              <a:gd name="connsiteY2227" fmla="*/ 308070 h 3717758"/>
              <a:gd name="connsiteX2228" fmla="*/ 929373 w 7869956"/>
              <a:gd name="connsiteY2228" fmla="*/ 379342 h 3717758"/>
              <a:gd name="connsiteX2229" fmla="*/ 948016 w 7869956"/>
              <a:gd name="connsiteY2229" fmla="*/ 372026 h 3717758"/>
              <a:gd name="connsiteX2230" fmla="*/ 915241 w 7869956"/>
              <a:gd name="connsiteY2230" fmla="*/ 369476 h 3717758"/>
              <a:gd name="connsiteX2231" fmla="*/ 929373 w 7869956"/>
              <a:gd name="connsiteY2231" fmla="*/ 379342 h 3717758"/>
              <a:gd name="connsiteX2232" fmla="*/ 1465189 w 7869956"/>
              <a:gd name="connsiteY2232" fmla="*/ 689097 h 3717758"/>
              <a:gd name="connsiteX2233" fmla="*/ 1480799 w 7869956"/>
              <a:gd name="connsiteY2233" fmla="*/ 681295 h 3717758"/>
              <a:gd name="connsiteX2234" fmla="*/ 1458043 w 7869956"/>
              <a:gd name="connsiteY2234" fmla="*/ 674244 h 3717758"/>
              <a:gd name="connsiteX2235" fmla="*/ 1465189 w 7869956"/>
              <a:gd name="connsiteY2235" fmla="*/ 689097 h 3717758"/>
              <a:gd name="connsiteX2236" fmla="*/ 826286 w 7869956"/>
              <a:gd name="connsiteY2236" fmla="*/ 323175 h 3717758"/>
              <a:gd name="connsiteX2237" fmla="*/ 823642 w 7869956"/>
              <a:gd name="connsiteY2237" fmla="*/ 301948 h 3717758"/>
              <a:gd name="connsiteX2238" fmla="*/ 831759 w 7869956"/>
              <a:gd name="connsiteY2238" fmla="*/ 305225 h 3717758"/>
              <a:gd name="connsiteX2239" fmla="*/ 826286 w 7869956"/>
              <a:gd name="connsiteY2239" fmla="*/ 323175 h 3717758"/>
              <a:gd name="connsiteX2240" fmla="*/ 998527 w 7869956"/>
              <a:gd name="connsiteY2240" fmla="*/ 427403 h 3717758"/>
              <a:gd name="connsiteX2241" fmla="*/ 995785 w 7869956"/>
              <a:gd name="connsiteY2241" fmla="*/ 423012 h 3717758"/>
              <a:gd name="connsiteX2242" fmla="*/ 1001087 w 7869956"/>
              <a:gd name="connsiteY2242" fmla="*/ 410272 h 3717758"/>
              <a:gd name="connsiteX2243" fmla="*/ 1007487 w 7869956"/>
              <a:gd name="connsiteY2243" fmla="*/ 416039 h 3717758"/>
              <a:gd name="connsiteX2244" fmla="*/ 998527 w 7869956"/>
              <a:gd name="connsiteY2244" fmla="*/ 427403 h 3717758"/>
              <a:gd name="connsiteX2245" fmla="*/ 4865197 w 7869956"/>
              <a:gd name="connsiteY2245" fmla="*/ 2663359 h 3717758"/>
              <a:gd name="connsiteX2246" fmla="*/ 4890349 w 7869956"/>
              <a:gd name="connsiteY2246" fmla="*/ 2646895 h 3717758"/>
              <a:gd name="connsiteX2247" fmla="*/ 4865197 w 7869956"/>
              <a:gd name="connsiteY2247" fmla="*/ 2663359 h 3717758"/>
              <a:gd name="connsiteX2248" fmla="*/ 4565741 w 7869956"/>
              <a:gd name="connsiteY2248" fmla="*/ 2491150 h 3717758"/>
              <a:gd name="connsiteX2249" fmla="*/ 4574920 w 7869956"/>
              <a:gd name="connsiteY2249" fmla="*/ 2492148 h 3717758"/>
              <a:gd name="connsiteX2250" fmla="*/ 4591831 w 7869956"/>
              <a:gd name="connsiteY2250" fmla="*/ 2486279 h 3717758"/>
              <a:gd name="connsiteX2251" fmla="*/ 4596360 w 7869956"/>
              <a:gd name="connsiteY2251" fmla="*/ 2499775 h 3717758"/>
              <a:gd name="connsiteX2252" fmla="*/ 4604941 w 7869956"/>
              <a:gd name="connsiteY2252" fmla="*/ 2487284 h 3717758"/>
              <a:gd name="connsiteX2253" fmla="*/ 4614464 w 7869956"/>
              <a:gd name="connsiteY2253" fmla="*/ 2498538 h 3717758"/>
              <a:gd name="connsiteX2254" fmla="*/ 4649295 w 7869956"/>
              <a:gd name="connsiteY2254" fmla="*/ 2488102 h 3717758"/>
              <a:gd name="connsiteX2255" fmla="*/ 4648970 w 7869956"/>
              <a:gd name="connsiteY2255" fmla="*/ 2498600 h 3717758"/>
              <a:gd name="connsiteX2256" fmla="*/ 4675544 w 7869956"/>
              <a:gd name="connsiteY2256" fmla="*/ 2490127 h 3717758"/>
              <a:gd name="connsiteX2257" fmla="*/ 4681744 w 7869956"/>
              <a:gd name="connsiteY2257" fmla="*/ 2501120 h 3717758"/>
              <a:gd name="connsiteX2258" fmla="*/ 4685516 w 7869956"/>
              <a:gd name="connsiteY2258" fmla="*/ 2485675 h 3717758"/>
              <a:gd name="connsiteX2259" fmla="*/ 4724861 w 7869956"/>
              <a:gd name="connsiteY2259" fmla="*/ 2488691 h 3717758"/>
              <a:gd name="connsiteX2260" fmla="*/ 4757775 w 7869956"/>
              <a:gd name="connsiteY2260" fmla="*/ 2486000 h 3717758"/>
              <a:gd name="connsiteX2261" fmla="*/ 4789018 w 7869956"/>
              <a:gd name="connsiteY2261" fmla="*/ 2485815 h 3717758"/>
              <a:gd name="connsiteX2262" fmla="*/ 4893911 w 7869956"/>
              <a:gd name="connsiteY2262" fmla="*/ 2493932 h 3717758"/>
              <a:gd name="connsiteX2263" fmla="*/ 4890957 w 7869956"/>
              <a:gd name="connsiteY2263" fmla="*/ 2483218 h 3717758"/>
              <a:gd name="connsiteX2264" fmla="*/ 4897188 w 7869956"/>
              <a:gd name="connsiteY2264" fmla="*/ 2494209 h 3717758"/>
              <a:gd name="connsiteX2265" fmla="*/ 4986328 w 7869956"/>
              <a:gd name="connsiteY2265" fmla="*/ 2480079 h 3717758"/>
              <a:gd name="connsiteX2266" fmla="*/ 4987751 w 7869956"/>
              <a:gd name="connsiteY2266" fmla="*/ 2488056 h 3717758"/>
              <a:gd name="connsiteX2267" fmla="*/ 5043636 w 7869956"/>
              <a:gd name="connsiteY2267" fmla="*/ 2487175 h 3717758"/>
              <a:gd name="connsiteX2268" fmla="*/ 5112463 w 7869956"/>
              <a:gd name="connsiteY2268" fmla="*/ 2492525 h 3717758"/>
              <a:gd name="connsiteX2269" fmla="*/ 5116390 w 7869956"/>
              <a:gd name="connsiteY2269" fmla="*/ 2471777 h 3717758"/>
              <a:gd name="connsiteX2270" fmla="*/ 5136069 w 7869956"/>
              <a:gd name="connsiteY2270" fmla="*/ 2473308 h 3717758"/>
              <a:gd name="connsiteX2271" fmla="*/ 5130892 w 7869956"/>
              <a:gd name="connsiteY2271" fmla="*/ 2480806 h 3717758"/>
              <a:gd name="connsiteX2272" fmla="*/ 5142748 w 7869956"/>
              <a:gd name="connsiteY2272" fmla="*/ 2468609 h 3717758"/>
              <a:gd name="connsiteX2273" fmla="*/ 5267491 w 7869956"/>
              <a:gd name="connsiteY2273" fmla="*/ 2473061 h 3717758"/>
              <a:gd name="connsiteX2274" fmla="*/ 5269703 w 7869956"/>
              <a:gd name="connsiteY2274" fmla="*/ 2454803 h 3717758"/>
              <a:gd name="connsiteX2275" fmla="*/ 4853727 w 7869956"/>
              <a:gd name="connsiteY2275" fmla="*/ 2464876 h 3717758"/>
              <a:gd name="connsiteX2276" fmla="*/ 4588310 w 7869956"/>
              <a:gd name="connsiteY2276" fmla="*/ 2464019 h 3717758"/>
              <a:gd name="connsiteX2277" fmla="*/ 4587840 w 7869956"/>
              <a:gd name="connsiteY2277" fmla="*/ 2464543 h 3717758"/>
              <a:gd name="connsiteX2278" fmla="*/ 4581175 w 7869956"/>
              <a:gd name="connsiteY2278" fmla="*/ 2467494 h 3717758"/>
              <a:gd name="connsiteX2279" fmla="*/ 4566774 w 7869956"/>
              <a:gd name="connsiteY2279" fmla="*/ 2490206 h 3717758"/>
              <a:gd name="connsiteX2280" fmla="*/ 1297813 w 7869956"/>
              <a:gd name="connsiteY2280" fmla="*/ 608596 h 3717758"/>
              <a:gd name="connsiteX2281" fmla="*/ 1308843 w 7869956"/>
              <a:gd name="connsiteY2281" fmla="*/ 610165 h 3717758"/>
              <a:gd name="connsiteX2282" fmla="*/ 1291048 w 7869956"/>
              <a:gd name="connsiteY2282" fmla="*/ 600858 h 3717758"/>
              <a:gd name="connsiteX2283" fmla="*/ 1297813 w 7869956"/>
              <a:gd name="connsiteY2283" fmla="*/ 608596 h 3717758"/>
              <a:gd name="connsiteX2284" fmla="*/ 812970 w 7869956"/>
              <a:gd name="connsiteY2284" fmla="*/ 329154 h 3717758"/>
              <a:gd name="connsiteX2285" fmla="*/ 805059 w 7869956"/>
              <a:gd name="connsiteY2285" fmla="*/ 318952 h 3717758"/>
              <a:gd name="connsiteX2286" fmla="*/ 821308 w 7869956"/>
              <a:gd name="connsiteY2286" fmla="*/ 325430 h 3717758"/>
              <a:gd name="connsiteX2287" fmla="*/ 812970 w 7869956"/>
              <a:gd name="connsiteY2287" fmla="*/ 329154 h 3717758"/>
              <a:gd name="connsiteX2288" fmla="*/ 1407119 w 7869956"/>
              <a:gd name="connsiteY2288" fmla="*/ 672977 h 3717758"/>
              <a:gd name="connsiteX2289" fmla="*/ 1421961 w 7869956"/>
              <a:gd name="connsiteY2289" fmla="*/ 671462 h 3717758"/>
              <a:gd name="connsiteX2290" fmla="*/ 1407119 w 7869956"/>
              <a:gd name="connsiteY2290" fmla="*/ 672977 h 3717758"/>
              <a:gd name="connsiteX2291" fmla="*/ 929720 w 7869956"/>
              <a:gd name="connsiteY2291" fmla="*/ 411728 h 3717758"/>
              <a:gd name="connsiteX2292" fmla="*/ 923974 w 7869956"/>
              <a:gd name="connsiteY2292" fmla="*/ 406933 h 3717758"/>
              <a:gd name="connsiteX2293" fmla="*/ 939126 w 7869956"/>
              <a:gd name="connsiteY2293" fmla="*/ 394968 h 3717758"/>
              <a:gd name="connsiteX2294" fmla="*/ 929720 w 7869956"/>
              <a:gd name="connsiteY2294" fmla="*/ 411728 h 3717758"/>
              <a:gd name="connsiteX2295" fmla="*/ 1357899 w 7869956"/>
              <a:gd name="connsiteY2295" fmla="*/ 670954 h 3717758"/>
              <a:gd name="connsiteX2296" fmla="*/ 1366228 w 7869956"/>
              <a:gd name="connsiteY2296" fmla="*/ 667164 h 3717758"/>
              <a:gd name="connsiteX2297" fmla="*/ 1350012 w 7869956"/>
              <a:gd name="connsiteY2297" fmla="*/ 660609 h 3717758"/>
              <a:gd name="connsiteX2298" fmla="*/ 1357899 w 7869956"/>
              <a:gd name="connsiteY2298" fmla="*/ 670954 h 3717758"/>
              <a:gd name="connsiteX2299" fmla="*/ 4554481 w 7869956"/>
              <a:gd name="connsiteY2299" fmla="*/ 2525422 h 3717758"/>
              <a:gd name="connsiteX2300" fmla="*/ 4558376 w 7869956"/>
              <a:gd name="connsiteY2300" fmla="*/ 2504691 h 3717758"/>
              <a:gd name="connsiteX2301" fmla="*/ 4558146 w 7869956"/>
              <a:gd name="connsiteY2301" fmla="*/ 2504850 h 3717758"/>
              <a:gd name="connsiteX2302" fmla="*/ 4558357 w 7869956"/>
              <a:gd name="connsiteY2302" fmla="*/ 2515666 h 3717758"/>
              <a:gd name="connsiteX2303" fmla="*/ 4551009 w 7869956"/>
              <a:gd name="connsiteY2303" fmla="*/ 2511146 h 3717758"/>
              <a:gd name="connsiteX2304" fmla="*/ 4548081 w 7869956"/>
              <a:gd name="connsiteY2304" fmla="*/ 2519686 h 3717758"/>
              <a:gd name="connsiteX2305" fmla="*/ 4554481 w 7869956"/>
              <a:gd name="connsiteY2305" fmla="*/ 2525422 h 3717758"/>
              <a:gd name="connsiteX2306" fmla="*/ 4792520 w 7869956"/>
              <a:gd name="connsiteY2306" fmla="*/ 2662899 h 3717758"/>
              <a:gd name="connsiteX2307" fmla="*/ 4784977 w 7869956"/>
              <a:gd name="connsiteY2307" fmla="*/ 2654484 h 3717758"/>
              <a:gd name="connsiteX2308" fmla="*/ 4804643 w 7869956"/>
              <a:gd name="connsiteY2308" fmla="*/ 2656031 h 3717758"/>
              <a:gd name="connsiteX2309" fmla="*/ 4792520 w 7869956"/>
              <a:gd name="connsiteY2309" fmla="*/ 2662899 h 3717758"/>
              <a:gd name="connsiteX2310" fmla="*/ 1318768 w 7869956"/>
              <a:gd name="connsiteY2310" fmla="*/ 660827 h 3717758"/>
              <a:gd name="connsiteX2311" fmla="*/ 1331878 w 7869956"/>
              <a:gd name="connsiteY2311" fmla="*/ 661862 h 3717758"/>
              <a:gd name="connsiteX2312" fmla="*/ 1338787 w 7869956"/>
              <a:gd name="connsiteY2312" fmla="*/ 651921 h 3717758"/>
              <a:gd name="connsiteX2313" fmla="*/ 1314099 w 7869956"/>
              <a:gd name="connsiteY2313" fmla="*/ 652648 h 3717758"/>
              <a:gd name="connsiteX2314" fmla="*/ 1318768 w 7869956"/>
              <a:gd name="connsiteY2314" fmla="*/ 660827 h 3717758"/>
              <a:gd name="connsiteX2315" fmla="*/ 1376802 w 7869956"/>
              <a:gd name="connsiteY2315" fmla="*/ 696878 h 3717758"/>
              <a:gd name="connsiteX2316" fmla="*/ 1380901 w 7869956"/>
              <a:gd name="connsiteY2316" fmla="*/ 670906 h 3717758"/>
              <a:gd name="connsiteX2317" fmla="*/ 1400564 w 7869956"/>
              <a:gd name="connsiteY2317" fmla="*/ 672420 h 3717758"/>
              <a:gd name="connsiteX2318" fmla="*/ 1404305 w 7869956"/>
              <a:gd name="connsiteY2318" fmla="*/ 656977 h 3717758"/>
              <a:gd name="connsiteX2319" fmla="*/ 1377778 w 7869956"/>
              <a:gd name="connsiteY2319" fmla="*/ 665387 h 3717758"/>
              <a:gd name="connsiteX2320" fmla="*/ 1370000 w 7869956"/>
              <a:gd name="connsiteY2320" fmla="*/ 651705 h 3717758"/>
              <a:gd name="connsiteX2321" fmla="*/ 1361714 w 7869956"/>
              <a:gd name="connsiteY2321" fmla="*/ 653669 h 3717758"/>
              <a:gd name="connsiteX2322" fmla="*/ 1377607 w 7869956"/>
              <a:gd name="connsiteY2322" fmla="*/ 670643 h 3717758"/>
              <a:gd name="connsiteX2323" fmla="*/ 1362456 w 7869956"/>
              <a:gd name="connsiteY2323" fmla="*/ 682624 h 3717758"/>
              <a:gd name="connsiteX2324" fmla="*/ 1376802 w 7869956"/>
              <a:gd name="connsiteY2324" fmla="*/ 696878 h 3717758"/>
              <a:gd name="connsiteX2325" fmla="*/ 1253387 w 7869956"/>
              <a:gd name="connsiteY2325" fmla="*/ 650531 h 3717758"/>
              <a:gd name="connsiteX2326" fmla="*/ 1271816 w 7869956"/>
              <a:gd name="connsiteY2326" fmla="*/ 638796 h 3717758"/>
              <a:gd name="connsiteX2327" fmla="*/ 1253387 w 7869956"/>
              <a:gd name="connsiteY2327" fmla="*/ 650531 h 3717758"/>
              <a:gd name="connsiteX2328" fmla="*/ 1140234 w 7869956"/>
              <a:gd name="connsiteY2328" fmla="*/ 593152 h 3717758"/>
              <a:gd name="connsiteX2329" fmla="*/ 1147105 w 7869956"/>
              <a:gd name="connsiteY2329" fmla="*/ 579215 h 3717758"/>
              <a:gd name="connsiteX2330" fmla="*/ 1136978 w 7869956"/>
              <a:gd name="connsiteY2330" fmla="*/ 588971 h 3717758"/>
              <a:gd name="connsiteX2331" fmla="*/ 1140234 w 7869956"/>
              <a:gd name="connsiteY2331" fmla="*/ 593152 h 3717758"/>
              <a:gd name="connsiteX2332" fmla="*/ 1157864 w 7869956"/>
              <a:gd name="connsiteY2332" fmla="*/ 603703 h 3717758"/>
              <a:gd name="connsiteX2333" fmla="*/ 1167852 w 7869956"/>
              <a:gd name="connsiteY2333" fmla="*/ 599235 h 3717758"/>
              <a:gd name="connsiteX2334" fmla="*/ 1161604 w 7869956"/>
              <a:gd name="connsiteY2334" fmla="*/ 588274 h 3717758"/>
              <a:gd name="connsiteX2335" fmla="*/ 1157864 w 7869956"/>
              <a:gd name="connsiteY2335" fmla="*/ 603703 h 3717758"/>
              <a:gd name="connsiteX2336" fmla="*/ 4773578 w 7869956"/>
              <a:gd name="connsiteY2336" fmla="*/ 2692222 h 3717758"/>
              <a:gd name="connsiteX2337" fmla="*/ 4782334 w 7869956"/>
              <a:gd name="connsiteY2337" fmla="*/ 2688434 h 3717758"/>
              <a:gd name="connsiteX2338" fmla="*/ 4769334 w 7869956"/>
              <a:gd name="connsiteY2338" fmla="*/ 2682142 h 3717758"/>
              <a:gd name="connsiteX2339" fmla="*/ 4773578 w 7869956"/>
              <a:gd name="connsiteY2339" fmla="*/ 2692222 h 3717758"/>
              <a:gd name="connsiteX2340" fmla="*/ 2074082 w 7869956"/>
              <a:gd name="connsiteY2340" fmla="*/ 1135039 h 3717758"/>
              <a:gd name="connsiteX2341" fmla="*/ 2081590 w 7869956"/>
              <a:gd name="connsiteY2341" fmla="*/ 1132437 h 3717758"/>
              <a:gd name="connsiteX2342" fmla="*/ 2073612 w 7869956"/>
              <a:gd name="connsiteY2342" fmla="*/ 1123903 h 3717758"/>
              <a:gd name="connsiteX2343" fmla="*/ 2074082 w 7869956"/>
              <a:gd name="connsiteY2343" fmla="*/ 1135039 h 3717758"/>
              <a:gd name="connsiteX2344" fmla="*/ 2432669 w 7869956"/>
              <a:gd name="connsiteY2344" fmla="*/ 1344147 h 3717758"/>
              <a:gd name="connsiteX2345" fmla="*/ 2435505 w 7869956"/>
              <a:gd name="connsiteY2345" fmla="*/ 1329231 h 3717758"/>
              <a:gd name="connsiteX2346" fmla="*/ 2428595 w 7869956"/>
              <a:gd name="connsiteY2346" fmla="*/ 1339218 h 3717758"/>
              <a:gd name="connsiteX2347" fmla="*/ 2432669 w 7869956"/>
              <a:gd name="connsiteY2347" fmla="*/ 1344147 h 3717758"/>
              <a:gd name="connsiteX2348" fmla="*/ 3067656 w 7869956"/>
              <a:gd name="connsiteY2348" fmla="*/ 1711321 h 3717758"/>
              <a:gd name="connsiteX2349" fmla="*/ 3085450 w 7869956"/>
              <a:gd name="connsiteY2349" fmla="*/ 1720565 h 3717758"/>
              <a:gd name="connsiteX2350" fmla="*/ 3085561 w 7869956"/>
              <a:gd name="connsiteY2350" fmla="*/ 1707484 h 3717758"/>
              <a:gd name="connsiteX2351" fmla="*/ 3085075 w 7869956"/>
              <a:gd name="connsiteY2351" fmla="*/ 1706765 h 3717758"/>
              <a:gd name="connsiteX2352" fmla="*/ 3070346 w 7869956"/>
              <a:gd name="connsiteY2352" fmla="*/ 1705932 h 3717758"/>
              <a:gd name="connsiteX2353" fmla="*/ 3104908 w 7869956"/>
              <a:gd name="connsiteY2353" fmla="*/ 1735598 h 3717758"/>
              <a:gd name="connsiteX2354" fmla="*/ 3107256 w 7869956"/>
              <a:gd name="connsiteY2354" fmla="*/ 1735746 h 3717758"/>
              <a:gd name="connsiteX2355" fmla="*/ 3106780 w 7869956"/>
              <a:gd name="connsiteY2355" fmla="*/ 1730706 h 3717758"/>
              <a:gd name="connsiteX2356" fmla="*/ 3110060 w 7869956"/>
              <a:gd name="connsiteY2356" fmla="*/ 1730794 h 3717758"/>
              <a:gd name="connsiteX2357" fmla="*/ 3111807 w 7869956"/>
              <a:gd name="connsiteY2357" fmla="*/ 1728351 h 3717758"/>
              <a:gd name="connsiteX2358" fmla="*/ 3106830 w 7869956"/>
              <a:gd name="connsiteY2358" fmla="*/ 1719623 h 3717758"/>
              <a:gd name="connsiteX2359" fmla="*/ 3105727 w 7869956"/>
              <a:gd name="connsiteY2359" fmla="*/ 1728734 h 3717758"/>
              <a:gd name="connsiteX2360" fmla="*/ 3049723 w 7869956"/>
              <a:gd name="connsiteY2360" fmla="*/ 1707317 h 3717758"/>
              <a:gd name="connsiteX2361" fmla="*/ 3051417 w 7869956"/>
              <a:gd name="connsiteY2361" fmla="*/ 1704861 h 3717758"/>
              <a:gd name="connsiteX2362" fmla="*/ 3046993 w 7869956"/>
              <a:gd name="connsiteY2362" fmla="*/ 1704611 h 3717758"/>
              <a:gd name="connsiteX2363" fmla="*/ 1246062 w 7869956"/>
              <a:gd name="connsiteY2363" fmla="*/ 676224 h 3717758"/>
              <a:gd name="connsiteX2364" fmla="*/ 1280691 w 7869956"/>
              <a:gd name="connsiteY2364" fmla="*/ 671060 h 3717758"/>
              <a:gd name="connsiteX2365" fmla="*/ 1286937 w 7869956"/>
              <a:gd name="connsiteY2365" fmla="*/ 681990 h 3717758"/>
              <a:gd name="connsiteX2366" fmla="*/ 1296924 w 7869956"/>
              <a:gd name="connsiteY2366" fmla="*/ 677507 h 3717758"/>
              <a:gd name="connsiteX2367" fmla="*/ 1312243 w 7869956"/>
              <a:gd name="connsiteY2367" fmla="*/ 660362 h 3717758"/>
              <a:gd name="connsiteX2368" fmla="*/ 1287230 w 7869956"/>
              <a:gd name="connsiteY2368" fmla="*/ 671508 h 3717758"/>
              <a:gd name="connsiteX2369" fmla="*/ 1271168 w 7869956"/>
              <a:gd name="connsiteY2369" fmla="*/ 659775 h 3717758"/>
              <a:gd name="connsiteX2370" fmla="*/ 1274600 w 7869956"/>
              <a:gd name="connsiteY2370" fmla="*/ 654812 h 3717758"/>
              <a:gd name="connsiteX2371" fmla="*/ 1301329 w 7869956"/>
              <a:gd name="connsiteY2371" fmla="*/ 641131 h 3717758"/>
              <a:gd name="connsiteX2372" fmla="*/ 1281495 w 7869956"/>
              <a:gd name="connsiteY2372" fmla="*/ 644841 h 3717758"/>
              <a:gd name="connsiteX2373" fmla="*/ 1273719 w 7869956"/>
              <a:gd name="connsiteY2373" fmla="*/ 631082 h 3717758"/>
              <a:gd name="connsiteX2374" fmla="*/ 1241670 w 7869956"/>
              <a:gd name="connsiteY2374" fmla="*/ 657472 h 3717758"/>
              <a:gd name="connsiteX2375" fmla="*/ 1241995 w 7869956"/>
              <a:gd name="connsiteY2375" fmla="*/ 647004 h 3717758"/>
              <a:gd name="connsiteX2376" fmla="*/ 1238085 w 7869956"/>
              <a:gd name="connsiteY2376" fmla="*/ 667690 h 3717758"/>
              <a:gd name="connsiteX2377" fmla="*/ 1246062 w 7869956"/>
              <a:gd name="connsiteY2377" fmla="*/ 676224 h 3717758"/>
              <a:gd name="connsiteX2378" fmla="*/ 3092179 w 7869956"/>
              <a:gd name="connsiteY2378" fmla="*/ 1743535 h 3717758"/>
              <a:gd name="connsiteX2379" fmla="*/ 3095180 w 7869956"/>
              <a:gd name="connsiteY2379" fmla="*/ 1734984 h 3717758"/>
              <a:gd name="connsiteX2380" fmla="*/ 3101873 w 7869956"/>
              <a:gd name="connsiteY2380" fmla="*/ 1735406 h 3717758"/>
              <a:gd name="connsiteX2381" fmla="*/ 3098405 w 7869956"/>
              <a:gd name="connsiteY2381" fmla="*/ 1726874 h 3717758"/>
              <a:gd name="connsiteX2382" fmla="*/ 3092077 w 7869956"/>
              <a:gd name="connsiteY2382" fmla="*/ 1740820 h 3717758"/>
              <a:gd name="connsiteX2383" fmla="*/ 2303588 w 7869956"/>
              <a:gd name="connsiteY2383" fmla="*/ 1290072 h 3717758"/>
              <a:gd name="connsiteX2384" fmla="*/ 2320130 w 7869956"/>
              <a:gd name="connsiteY2384" fmla="*/ 1286115 h 3717758"/>
              <a:gd name="connsiteX2385" fmla="*/ 2311844 w 7869956"/>
              <a:gd name="connsiteY2385" fmla="*/ 1288140 h 3717758"/>
              <a:gd name="connsiteX2386" fmla="*/ 2312015 w 7869956"/>
              <a:gd name="connsiteY2386" fmla="*/ 1282883 h 3717758"/>
              <a:gd name="connsiteX2387" fmla="*/ 2303588 w 7869956"/>
              <a:gd name="connsiteY2387" fmla="*/ 1290072 h 3717758"/>
              <a:gd name="connsiteX2388" fmla="*/ 1182032 w 7869956"/>
              <a:gd name="connsiteY2388" fmla="*/ 655900 h 3717758"/>
              <a:gd name="connsiteX2389" fmla="*/ 1205790 w 7869956"/>
              <a:gd name="connsiteY2389" fmla="*/ 649447 h 3717758"/>
              <a:gd name="connsiteX2390" fmla="*/ 1215126 w 7869956"/>
              <a:gd name="connsiteY2390" fmla="*/ 665911 h 3717758"/>
              <a:gd name="connsiteX2391" fmla="*/ 1244020 w 7869956"/>
              <a:gd name="connsiteY2391" fmla="*/ 634035 h 3717758"/>
              <a:gd name="connsiteX2392" fmla="*/ 1225732 w 7869956"/>
              <a:gd name="connsiteY2392" fmla="*/ 640496 h 3717758"/>
              <a:gd name="connsiteX2393" fmla="*/ 1196575 w 7869956"/>
              <a:gd name="connsiteY2393" fmla="*/ 627711 h 3717758"/>
              <a:gd name="connsiteX2394" fmla="*/ 1190685 w 7869956"/>
              <a:gd name="connsiteY2394" fmla="*/ 638870 h 3717758"/>
              <a:gd name="connsiteX2395" fmla="*/ 1182274 w 7869956"/>
              <a:gd name="connsiteY2395" fmla="*/ 644260 h 3717758"/>
              <a:gd name="connsiteX2396" fmla="*/ 1180346 w 7869956"/>
              <a:gd name="connsiteY2396" fmla="*/ 643485 h 3717758"/>
              <a:gd name="connsiteX2397" fmla="*/ 1174976 w 7869956"/>
              <a:gd name="connsiteY2397" fmla="*/ 635244 h 3717758"/>
              <a:gd name="connsiteX2398" fmla="*/ 1168300 w 7869956"/>
              <a:gd name="connsiteY2398" fmla="*/ 638641 h 3717758"/>
              <a:gd name="connsiteX2399" fmla="*/ 1180346 w 7869956"/>
              <a:gd name="connsiteY2399" fmla="*/ 643485 h 3717758"/>
              <a:gd name="connsiteX2400" fmla="*/ 1181270 w 7869956"/>
              <a:gd name="connsiteY2400" fmla="*/ 644903 h 3717758"/>
              <a:gd name="connsiteX2401" fmla="*/ 1182274 w 7869956"/>
              <a:gd name="connsiteY2401" fmla="*/ 644260 h 3717758"/>
              <a:gd name="connsiteX2402" fmla="*/ 1184563 w 7869956"/>
              <a:gd name="connsiteY2402" fmla="*/ 645180 h 3717758"/>
              <a:gd name="connsiteX2403" fmla="*/ 1177839 w 7869956"/>
              <a:gd name="connsiteY2403" fmla="*/ 649928 h 3717758"/>
              <a:gd name="connsiteX2404" fmla="*/ 1182032 w 7869956"/>
              <a:gd name="connsiteY2404" fmla="*/ 655900 h 3717758"/>
              <a:gd name="connsiteX2405" fmla="*/ 2301345 w 7869956"/>
              <a:gd name="connsiteY2405" fmla="*/ 1309774 h 3717758"/>
              <a:gd name="connsiteX2406" fmla="*/ 2306217 w 7869956"/>
              <a:gd name="connsiteY2406" fmla="*/ 1311314 h 3717758"/>
              <a:gd name="connsiteX2407" fmla="*/ 2301702 w 7869956"/>
              <a:gd name="connsiteY2407" fmla="*/ 1297788 h 3717758"/>
              <a:gd name="connsiteX2408" fmla="*/ 2296555 w 7869956"/>
              <a:gd name="connsiteY2408" fmla="*/ 1305301 h 3717758"/>
              <a:gd name="connsiteX2409" fmla="*/ 2301345 w 7869956"/>
              <a:gd name="connsiteY2409" fmla="*/ 1309774 h 3717758"/>
              <a:gd name="connsiteX2410" fmla="*/ 2982521 w 7869956"/>
              <a:gd name="connsiteY2410" fmla="*/ 1704890 h 3717758"/>
              <a:gd name="connsiteX2411" fmla="*/ 2984329 w 7869956"/>
              <a:gd name="connsiteY2411" fmla="*/ 1701066 h 3717758"/>
              <a:gd name="connsiteX2412" fmla="*/ 2981406 w 7869956"/>
              <a:gd name="connsiteY2412" fmla="*/ 1700901 h 3717758"/>
              <a:gd name="connsiteX2413" fmla="*/ 1156428 w 7869956"/>
              <a:gd name="connsiteY2413" fmla="*/ 650855 h 3717758"/>
              <a:gd name="connsiteX2414" fmla="*/ 1170325 w 7869956"/>
              <a:gd name="connsiteY2414" fmla="*/ 625671 h 3717758"/>
              <a:gd name="connsiteX2415" fmla="*/ 1160354 w 7869956"/>
              <a:gd name="connsiteY2415" fmla="*/ 630170 h 3717758"/>
              <a:gd name="connsiteX2416" fmla="*/ 1156428 w 7869956"/>
              <a:gd name="connsiteY2416" fmla="*/ 650855 h 3717758"/>
              <a:gd name="connsiteX2417" fmla="*/ 2273751 w 7869956"/>
              <a:gd name="connsiteY2417" fmla="*/ 1298281 h 3717758"/>
              <a:gd name="connsiteX2418" fmla="*/ 2288747 w 7869956"/>
              <a:gd name="connsiteY2418" fmla="*/ 1291571 h 3717758"/>
              <a:gd name="connsiteX2419" fmla="*/ 2273751 w 7869956"/>
              <a:gd name="connsiteY2419" fmla="*/ 1298281 h 3717758"/>
              <a:gd name="connsiteX2420" fmla="*/ 3009437 w 7869956"/>
              <a:gd name="connsiteY2420" fmla="*/ 1730231 h 3717758"/>
              <a:gd name="connsiteX2421" fmla="*/ 3012424 w 7869956"/>
              <a:gd name="connsiteY2421" fmla="*/ 1730470 h 3717758"/>
              <a:gd name="connsiteX2422" fmla="*/ 3016978 w 7869956"/>
              <a:gd name="connsiteY2422" fmla="*/ 1720549 h 3717758"/>
              <a:gd name="connsiteX2423" fmla="*/ 3021772 w 7869956"/>
              <a:gd name="connsiteY2423" fmla="*/ 1707797 h 3717758"/>
              <a:gd name="connsiteX2424" fmla="*/ 3014437 w 7869956"/>
              <a:gd name="connsiteY2424" fmla="*/ 1706068 h 3717758"/>
              <a:gd name="connsiteX2425" fmla="*/ 3012596 w 7869956"/>
              <a:gd name="connsiteY2425" fmla="*/ 1702665 h 3717758"/>
              <a:gd name="connsiteX2426" fmla="*/ 3012027 w 7869956"/>
              <a:gd name="connsiteY2426" fmla="*/ 1702633 h 3717758"/>
              <a:gd name="connsiteX2427" fmla="*/ 3011358 w 7869956"/>
              <a:gd name="connsiteY2427" fmla="*/ 1709590 h 3717758"/>
              <a:gd name="connsiteX2428" fmla="*/ 3011615 w 7869956"/>
              <a:gd name="connsiteY2428" fmla="*/ 1717504 h 3717758"/>
              <a:gd name="connsiteX2429" fmla="*/ 3006453 w 7869956"/>
              <a:gd name="connsiteY2429" fmla="*/ 1724988 h 3717758"/>
              <a:gd name="connsiteX2430" fmla="*/ 1042721 w 7869956"/>
              <a:gd name="connsiteY2430" fmla="*/ 594862 h 3717758"/>
              <a:gd name="connsiteX2431" fmla="*/ 1033599 w 7869956"/>
              <a:gd name="connsiteY2431" fmla="*/ 583544 h 3717758"/>
              <a:gd name="connsiteX2432" fmla="*/ 1056882 w 7869956"/>
              <a:gd name="connsiteY2432" fmla="*/ 574856 h 3717758"/>
              <a:gd name="connsiteX2433" fmla="*/ 1056541 w 7869956"/>
              <a:gd name="connsiteY2433" fmla="*/ 585368 h 3717758"/>
              <a:gd name="connsiteX2434" fmla="*/ 1042721 w 7869956"/>
              <a:gd name="connsiteY2434" fmla="*/ 594862 h 3717758"/>
              <a:gd name="connsiteX2435" fmla="*/ 2963992 w 7869956"/>
              <a:gd name="connsiteY2435" fmla="*/ 1706163 h 3717758"/>
              <a:gd name="connsiteX2436" fmla="*/ 2967710 w 7869956"/>
              <a:gd name="connsiteY2436" fmla="*/ 1706359 h 3717758"/>
              <a:gd name="connsiteX2437" fmla="*/ 2966486 w 7869956"/>
              <a:gd name="connsiteY2437" fmla="*/ 1700057 h 3717758"/>
              <a:gd name="connsiteX2438" fmla="*/ 2961362 w 7869956"/>
              <a:gd name="connsiteY2438" fmla="*/ 1699767 h 3717758"/>
              <a:gd name="connsiteX2439" fmla="*/ 2961826 w 7869956"/>
              <a:gd name="connsiteY2439" fmla="*/ 1701278 h 3717758"/>
              <a:gd name="connsiteX2440" fmla="*/ 2963992 w 7869956"/>
              <a:gd name="connsiteY2440" fmla="*/ 1706163 h 3717758"/>
              <a:gd name="connsiteX2441" fmla="*/ 2991868 w 7869956"/>
              <a:gd name="connsiteY2441" fmla="*/ 1727012 h 3717758"/>
              <a:gd name="connsiteX2442" fmla="*/ 2996933 w 7869956"/>
              <a:gd name="connsiteY2442" fmla="*/ 1728550 h 3717758"/>
              <a:gd name="connsiteX2443" fmla="*/ 2999897 w 7869956"/>
              <a:gd name="connsiteY2443" fmla="*/ 1724524 h 3717758"/>
              <a:gd name="connsiteX2444" fmla="*/ 2992527 w 7869956"/>
              <a:gd name="connsiteY2444" fmla="*/ 1723847 h 3717758"/>
              <a:gd name="connsiteX2445" fmla="*/ 2992375 w 7869956"/>
              <a:gd name="connsiteY2445" fmla="*/ 1723994 h 3717758"/>
              <a:gd name="connsiteX2446" fmla="*/ 2256580 w 7869956"/>
              <a:gd name="connsiteY2446" fmla="*/ 1303333 h 3717758"/>
              <a:gd name="connsiteX2447" fmla="*/ 2272190 w 7869956"/>
              <a:gd name="connsiteY2447" fmla="*/ 1295530 h 3717758"/>
              <a:gd name="connsiteX2448" fmla="*/ 2249433 w 7869956"/>
              <a:gd name="connsiteY2448" fmla="*/ 1288480 h 3717758"/>
              <a:gd name="connsiteX2449" fmla="*/ 2256580 w 7869956"/>
              <a:gd name="connsiteY2449" fmla="*/ 1303333 h 3717758"/>
              <a:gd name="connsiteX2450" fmla="*/ 2946484 w 7869956"/>
              <a:gd name="connsiteY2450" fmla="*/ 1702106 h 3717758"/>
              <a:gd name="connsiteX2451" fmla="*/ 2948916 w 7869956"/>
              <a:gd name="connsiteY2451" fmla="*/ 1699063 h 3717758"/>
              <a:gd name="connsiteX2452" fmla="*/ 2945056 w 7869956"/>
              <a:gd name="connsiteY2452" fmla="*/ 1698845 h 3717758"/>
              <a:gd name="connsiteX2453" fmla="*/ 1010363 w 7869956"/>
              <a:gd name="connsiteY2453" fmla="*/ 592278 h 3717758"/>
              <a:gd name="connsiteX2454" fmla="*/ 1028621 w 7869956"/>
              <a:gd name="connsiteY2454" fmla="*/ 585800 h 3717758"/>
              <a:gd name="connsiteX2455" fmla="*/ 1010363 w 7869956"/>
              <a:gd name="connsiteY2455" fmla="*/ 592278 h 3717758"/>
              <a:gd name="connsiteX2456" fmla="*/ 2198510 w 7869956"/>
              <a:gd name="connsiteY2456" fmla="*/ 1287212 h 3717758"/>
              <a:gd name="connsiteX2457" fmla="*/ 2213351 w 7869956"/>
              <a:gd name="connsiteY2457" fmla="*/ 1285698 h 3717758"/>
              <a:gd name="connsiteX2458" fmla="*/ 2198510 w 7869956"/>
              <a:gd name="connsiteY2458" fmla="*/ 1287212 h 3717758"/>
              <a:gd name="connsiteX2459" fmla="*/ 1927958 w 7869956"/>
              <a:gd name="connsiteY2459" fmla="*/ 1132028 h 3717758"/>
              <a:gd name="connsiteX2460" fmla="*/ 1938727 w 7869956"/>
              <a:gd name="connsiteY2460" fmla="*/ 1129251 h 3717758"/>
              <a:gd name="connsiteX2461" fmla="*/ 1917501 w 7869956"/>
              <a:gd name="connsiteY2461" fmla="*/ 1124984 h 3717758"/>
              <a:gd name="connsiteX2462" fmla="*/ 1927958 w 7869956"/>
              <a:gd name="connsiteY2462" fmla="*/ 1132028 h 3717758"/>
              <a:gd name="connsiteX2463" fmla="*/ 2939310 w 7869956"/>
              <a:gd name="connsiteY2463" fmla="*/ 1717149 h 3717758"/>
              <a:gd name="connsiteX2464" fmla="*/ 2946207 w 7869956"/>
              <a:gd name="connsiteY2464" fmla="*/ 1707179 h 3717758"/>
              <a:gd name="connsiteX2465" fmla="*/ 2934657 w 7869956"/>
              <a:gd name="connsiteY2465" fmla="*/ 1708941 h 3717758"/>
              <a:gd name="connsiteX2466" fmla="*/ 2939310 w 7869956"/>
              <a:gd name="connsiteY2466" fmla="*/ 1717149 h 3717758"/>
              <a:gd name="connsiteX2467" fmla="*/ 967756 w 7869956"/>
              <a:gd name="connsiteY2467" fmla="*/ 588939 h 3717758"/>
              <a:gd name="connsiteX2468" fmla="*/ 986649 w 7869956"/>
              <a:gd name="connsiteY2468" fmla="*/ 561499 h 3717758"/>
              <a:gd name="connsiteX2469" fmla="*/ 1004272 w 7869956"/>
              <a:gd name="connsiteY2469" fmla="*/ 575999 h 3717758"/>
              <a:gd name="connsiteX2470" fmla="*/ 1015976 w 7869956"/>
              <a:gd name="connsiteY2470" fmla="*/ 569059 h 3717758"/>
              <a:gd name="connsiteX2471" fmla="*/ 1020660 w 7869956"/>
              <a:gd name="connsiteY2471" fmla="*/ 577314 h 3717758"/>
              <a:gd name="connsiteX2472" fmla="*/ 967756 w 7869956"/>
              <a:gd name="connsiteY2472" fmla="*/ 588939 h 3717758"/>
              <a:gd name="connsiteX2473" fmla="*/ 2877533 w 7869956"/>
              <a:gd name="connsiteY2473" fmla="*/ 1696588 h 3717758"/>
              <a:gd name="connsiteX2474" fmla="*/ 2877322 w 7869956"/>
              <a:gd name="connsiteY2474" fmla="*/ 1694983 h 3717758"/>
              <a:gd name="connsiteX2475" fmla="*/ 2875176 w 7869956"/>
              <a:gd name="connsiteY2475" fmla="*/ 1694741 h 3717758"/>
              <a:gd name="connsiteX2476" fmla="*/ 912644 w 7869956"/>
              <a:gd name="connsiteY2476" fmla="*/ 563664 h 3717758"/>
              <a:gd name="connsiteX2477" fmla="*/ 916417 w 7869956"/>
              <a:gd name="connsiteY2477" fmla="*/ 548188 h 3717758"/>
              <a:gd name="connsiteX2478" fmla="*/ 927502 w 7869956"/>
              <a:gd name="connsiteY2478" fmla="*/ 562164 h 3717758"/>
              <a:gd name="connsiteX2479" fmla="*/ 942805 w 7869956"/>
              <a:gd name="connsiteY2479" fmla="*/ 545004 h 3717758"/>
              <a:gd name="connsiteX2480" fmla="*/ 950581 w 7869956"/>
              <a:gd name="connsiteY2480" fmla="*/ 558717 h 3717758"/>
              <a:gd name="connsiteX2481" fmla="*/ 962285 w 7869956"/>
              <a:gd name="connsiteY2481" fmla="*/ 551775 h 3717758"/>
              <a:gd name="connsiteX2482" fmla="*/ 954957 w 7869956"/>
              <a:gd name="connsiteY2482" fmla="*/ 577470 h 3717758"/>
              <a:gd name="connsiteX2483" fmla="*/ 915938 w 7869956"/>
              <a:gd name="connsiteY2483" fmla="*/ 563941 h 3717758"/>
              <a:gd name="connsiteX2484" fmla="*/ 912644 w 7869956"/>
              <a:gd name="connsiteY2484" fmla="*/ 563664 h 3717758"/>
              <a:gd name="connsiteX2485" fmla="*/ 2864440 w 7869956"/>
              <a:gd name="connsiteY2485" fmla="*/ 1695567 h 3717758"/>
              <a:gd name="connsiteX2486" fmla="*/ 2866097 w 7869956"/>
              <a:gd name="connsiteY2486" fmla="*/ 1693716 h 3717758"/>
              <a:gd name="connsiteX2487" fmla="*/ 2863198 w 7869956"/>
              <a:gd name="connsiteY2487" fmla="*/ 1693389 h 3717758"/>
              <a:gd name="connsiteX2488" fmla="*/ 2149290 w 7869956"/>
              <a:gd name="connsiteY2488" fmla="*/ 1285189 h 3717758"/>
              <a:gd name="connsiteX2489" fmla="*/ 2157619 w 7869956"/>
              <a:gd name="connsiteY2489" fmla="*/ 1281400 h 3717758"/>
              <a:gd name="connsiteX2490" fmla="*/ 2141403 w 7869956"/>
              <a:gd name="connsiteY2490" fmla="*/ 1274844 h 3717758"/>
              <a:gd name="connsiteX2491" fmla="*/ 2149290 w 7869956"/>
              <a:gd name="connsiteY2491" fmla="*/ 1285189 h 3717758"/>
              <a:gd name="connsiteX2492" fmla="*/ 905902 w 7869956"/>
              <a:gd name="connsiteY2492" fmla="*/ 568393 h 3717758"/>
              <a:gd name="connsiteX2493" fmla="*/ 896581 w 7869956"/>
              <a:gd name="connsiteY2493" fmla="*/ 551882 h 3717758"/>
              <a:gd name="connsiteX2494" fmla="*/ 908098 w 7869956"/>
              <a:gd name="connsiteY2494" fmla="*/ 550150 h 3717758"/>
              <a:gd name="connsiteX2495" fmla="*/ 905902 w 7869956"/>
              <a:gd name="connsiteY2495" fmla="*/ 568393 h 3717758"/>
              <a:gd name="connsiteX2496" fmla="*/ 1848884 w 7869956"/>
              <a:gd name="connsiteY2496" fmla="*/ 1112972 h 3717758"/>
              <a:gd name="connsiteX2497" fmla="*/ 1855555 w 7869956"/>
              <a:gd name="connsiteY2497" fmla="*/ 1109633 h 3717758"/>
              <a:gd name="connsiteX2498" fmla="*/ 1842444 w 7869956"/>
              <a:gd name="connsiteY2498" fmla="*/ 1108659 h 3717758"/>
              <a:gd name="connsiteX2499" fmla="*/ 1848884 w 7869956"/>
              <a:gd name="connsiteY2499" fmla="*/ 1112972 h 3717758"/>
              <a:gd name="connsiteX2500" fmla="*/ 2882657 w 7869956"/>
              <a:gd name="connsiteY2500" fmla="*/ 1712413 h 3717758"/>
              <a:gd name="connsiteX2501" fmla="*/ 2894609 w 7869956"/>
              <a:gd name="connsiteY2501" fmla="*/ 1711364 h 3717758"/>
              <a:gd name="connsiteX2502" fmla="*/ 2895142 w 7869956"/>
              <a:gd name="connsiteY2502" fmla="*/ 1711105 h 3717758"/>
              <a:gd name="connsiteX2503" fmla="*/ 2878756 w 7869956"/>
              <a:gd name="connsiteY2503" fmla="*/ 1709837 h 3717758"/>
              <a:gd name="connsiteX2504" fmla="*/ 4561060 w 7869956"/>
              <a:gd name="connsiteY2504" fmla="*/ 2683881 h 3717758"/>
              <a:gd name="connsiteX2505" fmla="*/ 4568883 w 7869956"/>
              <a:gd name="connsiteY2505" fmla="*/ 2682343 h 3717758"/>
              <a:gd name="connsiteX2506" fmla="*/ 4562655 w 7869956"/>
              <a:gd name="connsiteY2506" fmla="*/ 2671352 h 3717758"/>
              <a:gd name="connsiteX2507" fmla="*/ 4557630 w 7869956"/>
              <a:gd name="connsiteY2507" fmla="*/ 2673640 h 3717758"/>
              <a:gd name="connsiteX2508" fmla="*/ 4561060 w 7869956"/>
              <a:gd name="connsiteY2508" fmla="*/ 2683881 h 3717758"/>
              <a:gd name="connsiteX2509" fmla="*/ 887985 w 7869956"/>
              <a:gd name="connsiteY2509" fmla="*/ 564357 h 3717758"/>
              <a:gd name="connsiteX2510" fmla="*/ 878463 w 7869956"/>
              <a:gd name="connsiteY2510" fmla="*/ 553120 h 3717758"/>
              <a:gd name="connsiteX2511" fmla="*/ 885343 w 7869956"/>
              <a:gd name="connsiteY2511" fmla="*/ 543117 h 3717758"/>
              <a:gd name="connsiteX2512" fmla="*/ 887985 w 7869956"/>
              <a:gd name="connsiteY2512" fmla="*/ 564357 h 3717758"/>
              <a:gd name="connsiteX2513" fmla="*/ 2110159 w 7869956"/>
              <a:gd name="connsiteY2513" fmla="*/ 1275062 h 3717758"/>
              <a:gd name="connsiteX2514" fmla="*/ 2123268 w 7869956"/>
              <a:gd name="connsiteY2514" fmla="*/ 1276097 h 3717758"/>
              <a:gd name="connsiteX2515" fmla="*/ 2130178 w 7869956"/>
              <a:gd name="connsiteY2515" fmla="*/ 1266156 h 3717758"/>
              <a:gd name="connsiteX2516" fmla="*/ 2105490 w 7869956"/>
              <a:gd name="connsiteY2516" fmla="*/ 1266883 h 3717758"/>
              <a:gd name="connsiteX2517" fmla="*/ 2110159 w 7869956"/>
              <a:gd name="connsiteY2517" fmla="*/ 1275062 h 3717758"/>
              <a:gd name="connsiteX2518" fmla="*/ 2168193 w 7869956"/>
              <a:gd name="connsiteY2518" fmla="*/ 1311113 h 3717758"/>
              <a:gd name="connsiteX2519" fmla="*/ 2172291 w 7869956"/>
              <a:gd name="connsiteY2519" fmla="*/ 1285141 h 3717758"/>
              <a:gd name="connsiteX2520" fmla="*/ 2191954 w 7869956"/>
              <a:gd name="connsiteY2520" fmla="*/ 1286655 h 3717758"/>
              <a:gd name="connsiteX2521" fmla="*/ 2195696 w 7869956"/>
              <a:gd name="connsiteY2521" fmla="*/ 1271212 h 3717758"/>
              <a:gd name="connsiteX2522" fmla="*/ 2169168 w 7869956"/>
              <a:gd name="connsiteY2522" fmla="*/ 1279623 h 3717758"/>
              <a:gd name="connsiteX2523" fmla="*/ 2161390 w 7869956"/>
              <a:gd name="connsiteY2523" fmla="*/ 1265940 h 3717758"/>
              <a:gd name="connsiteX2524" fmla="*/ 2153105 w 7869956"/>
              <a:gd name="connsiteY2524" fmla="*/ 1267904 h 3717758"/>
              <a:gd name="connsiteX2525" fmla="*/ 2168998 w 7869956"/>
              <a:gd name="connsiteY2525" fmla="*/ 1284878 h 3717758"/>
              <a:gd name="connsiteX2526" fmla="*/ 2153847 w 7869956"/>
              <a:gd name="connsiteY2526" fmla="*/ 1296859 h 3717758"/>
              <a:gd name="connsiteX2527" fmla="*/ 2168193 w 7869956"/>
              <a:gd name="connsiteY2527" fmla="*/ 1311113 h 3717758"/>
              <a:gd name="connsiteX2528" fmla="*/ 2836868 w 7869956"/>
              <a:gd name="connsiteY2528" fmla="*/ 1718189 h 3717758"/>
              <a:gd name="connsiteX2529" fmla="*/ 2840173 w 7869956"/>
              <a:gd name="connsiteY2529" fmla="*/ 1720058 h 3717758"/>
              <a:gd name="connsiteX2530" fmla="*/ 2843687 w 7869956"/>
              <a:gd name="connsiteY2530" fmla="*/ 1719900 h 3717758"/>
              <a:gd name="connsiteX2531" fmla="*/ 2844618 w 7869956"/>
              <a:gd name="connsiteY2531" fmla="*/ 1719248 h 3717758"/>
              <a:gd name="connsiteX2532" fmla="*/ 2842544 w 7869956"/>
              <a:gd name="connsiteY2532" fmla="*/ 1716789 h 3717758"/>
              <a:gd name="connsiteX2533" fmla="*/ 2835994 w 7869956"/>
              <a:gd name="connsiteY2533" fmla="*/ 1716356 h 3717758"/>
              <a:gd name="connsiteX2534" fmla="*/ 2866034 w 7869956"/>
              <a:gd name="connsiteY2534" fmla="*/ 1738596 h 3717758"/>
              <a:gd name="connsiteX2535" fmla="*/ 2866192 w 7869956"/>
              <a:gd name="connsiteY2535" fmla="*/ 1738534 h 3717758"/>
              <a:gd name="connsiteX2536" fmla="*/ 2865719 w 7869956"/>
              <a:gd name="connsiteY2536" fmla="*/ 1738377 h 3717758"/>
              <a:gd name="connsiteX2537" fmla="*/ 2044778 w 7869956"/>
              <a:gd name="connsiteY2537" fmla="*/ 1264767 h 3717758"/>
              <a:gd name="connsiteX2538" fmla="*/ 2063207 w 7869956"/>
              <a:gd name="connsiteY2538" fmla="*/ 1253032 h 3717758"/>
              <a:gd name="connsiteX2539" fmla="*/ 2044778 w 7869956"/>
              <a:gd name="connsiteY2539" fmla="*/ 1264767 h 3717758"/>
              <a:gd name="connsiteX2540" fmla="*/ 5949827 w 7869956"/>
              <a:gd name="connsiteY2540" fmla="*/ 3519711 h 3717758"/>
              <a:gd name="connsiteX2541" fmla="*/ 5956704 w 7869956"/>
              <a:gd name="connsiteY2541" fmla="*/ 3509724 h 3717758"/>
              <a:gd name="connsiteX2542" fmla="*/ 5946889 w 7869956"/>
              <a:gd name="connsiteY2542" fmla="*/ 3509012 h 3717758"/>
              <a:gd name="connsiteX2543" fmla="*/ 5949827 w 7869956"/>
              <a:gd name="connsiteY2543" fmla="*/ 3519711 h 3717758"/>
              <a:gd name="connsiteX2544" fmla="*/ 1763602 w 7869956"/>
              <a:gd name="connsiteY2544" fmla="*/ 1107716 h 3717758"/>
              <a:gd name="connsiteX2545" fmla="*/ 1791382 w 7869956"/>
              <a:gd name="connsiteY2545" fmla="*/ 1112540 h 3717758"/>
              <a:gd name="connsiteX2546" fmla="*/ 1800147 w 7869956"/>
              <a:gd name="connsiteY2546" fmla="*/ 1094791 h 3717758"/>
              <a:gd name="connsiteX2547" fmla="*/ 1782338 w 7869956"/>
              <a:gd name="connsiteY2547" fmla="*/ 1085547 h 3717758"/>
              <a:gd name="connsiteX2548" fmla="*/ 1782013 w 7869956"/>
              <a:gd name="connsiteY2548" fmla="*/ 1096045 h 3717758"/>
              <a:gd name="connsiteX2549" fmla="*/ 1774083 w 7869956"/>
              <a:gd name="connsiteY2549" fmla="*/ 1087526 h 3717758"/>
              <a:gd name="connsiteX2550" fmla="*/ 1763602 w 7869956"/>
              <a:gd name="connsiteY2550" fmla="*/ 1107716 h 3717758"/>
              <a:gd name="connsiteX2551" fmla="*/ 1149981 w 7869956"/>
              <a:gd name="connsiteY2551" fmla="*/ 755423 h 3717758"/>
              <a:gd name="connsiteX2552" fmla="*/ 1166366 w 7869956"/>
              <a:gd name="connsiteY2552" fmla="*/ 756690 h 3717758"/>
              <a:gd name="connsiteX2553" fmla="*/ 1149981 w 7869956"/>
              <a:gd name="connsiteY2553" fmla="*/ 755423 h 3717758"/>
              <a:gd name="connsiteX2554" fmla="*/ 2865335 w 7869956"/>
              <a:gd name="connsiteY2554" fmla="*/ 1746000 h 3717758"/>
              <a:gd name="connsiteX2555" fmla="*/ 2870734 w 7869956"/>
              <a:gd name="connsiteY2555" fmla="*/ 1747450 h 3717758"/>
              <a:gd name="connsiteX2556" fmla="*/ 2871338 w 7869956"/>
              <a:gd name="connsiteY2556" fmla="*/ 1747241 h 3717758"/>
              <a:gd name="connsiteX2557" fmla="*/ 2868768 w 7869956"/>
              <a:gd name="connsiteY2557" fmla="*/ 1745479 h 3717758"/>
              <a:gd name="connsiteX2558" fmla="*/ 2865247 w 7869956"/>
              <a:gd name="connsiteY2558" fmla="*/ 1743919 h 3717758"/>
              <a:gd name="connsiteX2559" fmla="*/ 973941 w 7869956"/>
              <a:gd name="connsiteY2559" fmla="*/ 655107 h 3717758"/>
              <a:gd name="connsiteX2560" fmla="*/ 980959 w 7869956"/>
              <a:gd name="connsiteY2560" fmla="*/ 639893 h 3717758"/>
              <a:gd name="connsiteX2561" fmla="*/ 982212 w 7869956"/>
              <a:gd name="connsiteY2561" fmla="*/ 653095 h 3717758"/>
              <a:gd name="connsiteX2562" fmla="*/ 983773 w 7869956"/>
              <a:gd name="connsiteY2562" fmla="*/ 655848 h 3717758"/>
              <a:gd name="connsiteX2563" fmla="*/ 973941 w 7869956"/>
              <a:gd name="connsiteY2563" fmla="*/ 655107 h 3717758"/>
              <a:gd name="connsiteX2564" fmla="*/ 4457606 w 7869956"/>
              <a:gd name="connsiteY2564" fmla="*/ 2668460 h 3717758"/>
              <a:gd name="connsiteX2565" fmla="*/ 4461517 w 7869956"/>
              <a:gd name="connsiteY2565" fmla="*/ 2647776 h 3717758"/>
              <a:gd name="connsiteX2566" fmla="*/ 4482449 w 7869956"/>
              <a:gd name="connsiteY2566" fmla="*/ 2662539 h 3717758"/>
              <a:gd name="connsiteX2567" fmla="*/ 4457606 w 7869956"/>
              <a:gd name="connsiteY2567" fmla="*/ 2668460 h 3717758"/>
              <a:gd name="connsiteX2568" fmla="*/ 927031 w 7869956"/>
              <a:gd name="connsiteY2568" fmla="*/ 631107 h 3717758"/>
              <a:gd name="connsiteX2569" fmla="*/ 920729 w 7869956"/>
              <a:gd name="connsiteY2569" fmla="*/ 622083 h 3717758"/>
              <a:gd name="connsiteX2570" fmla="*/ 933531 w 7869956"/>
              <a:gd name="connsiteY2570" fmla="*/ 633556 h 3717758"/>
              <a:gd name="connsiteX2571" fmla="*/ 927031 w 7869956"/>
              <a:gd name="connsiteY2571" fmla="*/ 631107 h 3717758"/>
              <a:gd name="connsiteX2572" fmla="*/ 4450758 w 7869956"/>
              <a:gd name="connsiteY2572" fmla="*/ 2678447 h 3717758"/>
              <a:gd name="connsiteX2573" fmla="*/ 4451220 w 7869956"/>
              <a:gd name="connsiteY2573" fmla="*/ 2662741 h 3717758"/>
              <a:gd name="connsiteX2574" fmla="*/ 4441373 w 7869956"/>
              <a:gd name="connsiteY2574" fmla="*/ 2661921 h 3717758"/>
              <a:gd name="connsiteX2575" fmla="*/ 4454653 w 7869956"/>
              <a:gd name="connsiteY2575" fmla="*/ 2657732 h 3717758"/>
              <a:gd name="connsiteX2576" fmla="*/ 4450758 w 7869956"/>
              <a:gd name="connsiteY2576" fmla="*/ 2678447 h 3717758"/>
              <a:gd name="connsiteX2577" fmla="*/ 5934563 w 7869956"/>
              <a:gd name="connsiteY2577" fmla="*/ 3535531 h 3717758"/>
              <a:gd name="connsiteX2578" fmla="*/ 5944493 w 7869956"/>
              <a:gd name="connsiteY2578" fmla="*/ 3532434 h 3717758"/>
              <a:gd name="connsiteX2579" fmla="*/ 5942050 w 7869956"/>
              <a:gd name="connsiteY2579" fmla="*/ 3505998 h 3717758"/>
              <a:gd name="connsiteX2580" fmla="*/ 5931398 w 7869956"/>
              <a:gd name="connsiteY2580" fmla="*/ 3531460 h 3717758"/>
              <a:gd name="connsiteX2581" fmla="*/ 5934563 w 7869956"/>
              <a:gd name="connsiteY2581" fmla="*/ 3535531 h 3717758"/>
              <a:gd name="connsiteX2582" fmla="*/ 2037452 w 7869956"/>
              <a:gd name="connsiteY2582" fmla="*/ 1290459 h 3717758"/>
              <a:gd name="connsiteX2583" fmla="*/ 2072082 w 7869956"/>
              <a:gd name="connsiteY2583" fmla="*/ 1285295 h 3717758"/>
              <a:gd name="connsiteX2584" fmla="*/ 2078328 w 7869956"/>
              <a:gd name="connsiteY2584" fmla="*/ 1296225 h 3717758"/>
              <a:gd name="connsiteX2585" fmla="*/ 2088314 w 7869956"/>
              <a:gd name="connsiteY2585" fmla="*/ 1291742 h 3717758"/>
              <a:gd name="connsiteX2586" fmla="*/ 2103634 w 7869956"/>
              <a:gd name="connsiteY2586" fmla="*/ 1274597 h 3717758"/>
              <a:gd name="connsiteX2587" fmla="*/ 2078621 w 7869956"/>
              <a:gd name="connsiteY2587" fmla="*/ 1285743 h 3717758"/>
              <a:gd name="connsiteX2588" fmla="*/ 2062558 w 7869956"/>
              <a:gd name="connsiteY2588" fmla="*/ 1274010 h 3717758"/>
              <a:gd name="connsiteX2589" fmla="*/ 2065991 w 7869956"/>
              <a:gd name="connsiteY2589" fmla="*/ 1269047 h 3717758"/>
              <a:gd name="connsiteX2590" fmla="*/ 2092719 w 7869956"/>
              <a:gd name="connsiteY2590" fmla="*/ 1255366 h 3717758"/>
              <a:gd name="connsiteX2591" fmla="*/ 2072886 w 7869956"/>
              <a:gd name="connsiteY2591" fmla="*/ 1259076 h 3717758"/>
              <a:gd name="connsiteX2592" fmla="*/ 2065540 w 7869956"/>
              <a:gd name="connsiteY2592" fmla="*/ 1246079 h 3717758"/>
              <a:gd name="connsiteX2593" fmla="*/ 2062835 w 7869956"/>
              <a:gd name="connsiteY2593" fmla="*/ 1245883 h 3717758"/>
              <a:gd name="connsiteX2594" fmla="*/ 2045694 w 7869956"/>
              <a:gd name="connsiteY2594" fmla="*/ 1250141 h 3717758"/>
              <a:gd name="connsiteX2595" fmla="*/ 2033061 w 7869956"/>
              <a:gd name="connsiteY2595" fmla="*/ 1271707 h 3717758"/>
              <a:gd name="connsiteX2596" fmla="*/ 2033385 w 7869956"/>
              <a:gd name="connsiteY2596" fmla="*/ 1261240 h 3717758"/>
              <a:gd name="connsiteX2597" fmla="*/ 2029475 w 7869956"/>
              <a:gd name="connsiteY2597" fmla="*/ 1281926 h 3717758"/>
              <a:gd name="connsiteX2598" fmla="*/ 2037452 w 7869956"/>
              <a:gd name="connsiteY2598" fmla="*/ 1290459 h 3717758"/>
              <a:gd name="connsiteX2599" fmla="*/ 1523700 w 7869956"/>
              <a:gd name="connsiteY2599" fmla="*/ 999838 h 3717758"/>
              <a:gd name="connsiteX2600" fmla="*/ 1549934 w 7869956"/>
              <a:gd name="connsiteY2600" fmla="*/ 1001849 h 3717758"/>
              <a:gd name="connsiteX2601" fmla="*/ 1523700 w 7869956"/>
              <a:gd name="connsiteY2601" fmla="*/ 999838 h 3717758"/>
              <a:gd name="connsiteX2602" fmla="*/ 5916434 w 7869956"/>
              <a:gd name="connsiteY2602" fmla="*/ 3538154 h 3717758"/>
              <a:gd name="connsiteX2603" fmla="*/ 5917392 w 7869956"/>
              <a:gd name="connsiteY2603" fmla="*/ 3506725 h 3717758"/>
              <a:gd name="connsiteX2604" fmla="*/ 5905347 w 7869956"/>
              <a:gd name="connsiteY2604" fmla="*/ 3524179 h 3717758"/>
              <a:gd name="connsiteX2605" fmla="*/ 5916434 w 7869956"/>
              <a:gd name="connsiteY2605" fmla="*/ 3538154 h 3717758"/>
              <a:gd name="connsiteX2606" fmla="*/ 1741603 w 7869956"/>
              <a:gd name="connsiteY2606" fmla="*/ 1129684 h 3717758"/>
              <a:gd name="connsiteX2607" fmla="*/ 1759242 w 7869956"/>
              <a:gd name="connsiteY2607" fmla="*/ 1089041 h 3717758"/>
              <a:gd name="connsiteX2608" fmla="*/ 1751265 w 7869956"/>
              <a:gd name="connsiteY2608" fmla="*/ 1080538 h 3717758"/>
              <a:gd name="connsiteX2609" fmla="*/ 1742375 w 7869956"/>
              <a:gd name="connsiteY2609" fmla="*/ 1103496 h 3717758"/>
              <a:gd name="connsiteX2610" fmla="*/ 1744586 w 7869956"/>
              <a:gd name="connsiteY2610" fmla="*/ 1085269 h 3717758"/>
              <a:gd name="connsiteX2611" fmla="*/ 1716141 w 7869956"/>
              <a:gd name="connsiteY2611" fmla="*/ 1101440 h 3717758"/>
              <a:gd name="connsiteX2612" fmla="*/ 1741603 w 7869956"/>
              <a:gd name="connsiteY2612" fmla="*/ 1129684 h 3717758"/>
              <a:gd name="connsiteX2613" fmla="*/ 1682460 w 7869956"/>
              <a:gd name="connsiteY2613" fmla="*/ 1101889 h 3717758"/>
              <a:gd name="connsiteX2614" fmla="*/ 1688360 w 7869956"/>
              <a:gd name="connsiteY2614" fmla="*/ 1096661 h 3717758"/>
              <a:gd name="connsiteX2615" fmla="*/ 1676827 w 7869956"/>
              <a:gd name="connsiteY2615" fmla="*/ 1098409 h 3717758"/>
              <a:gd name="connsiteX2616" fmla="*/ 1682460 w 7869956"/>
              <a:gd name="connsiteY2616" fmla="*/ 1101889 h 3717758"/>
              <a:gd name="connsiteX2617" fmla="*/ 1973423 w 7869956"/>
              <a:gd name="connsiteY2617" fmla="*/ 1270135 h 3717758"/>
              <a:gd name="connsiteX2618" fmla="*/ 1997180 w 7869956"/>
              <a:gd name="connsiteY2618" fmla="*/ 1263683 h 3717758"/>
              <a:gd name="connsiteX2619" fmla="*/ 2006517 w 7869956"/>
              <a:gd name="connsiteY2619" fmla="*/ 1280147 h 3717758"/>
              <a:gd name="connsiteX2620" fmla="*/ 2035410 w 7869956"/>
              <a:gd name="connsiteY2620" fmla="*/ 1248270 h 3717758"/>
              <a:gd name="connsiteX2621" fmla="*/ 2017123 w 7869956"/>
              <a:gd name="connsiteY2621" fmla="*/ 1254731 h 3717758"/>
              <a:gd name="connsiteX2622" fmla="*/ 2011902 w 7869956"/>
              <a:gd name="connsiteY2622" fmla="*/ 1244175 h 3717758"/>
              <a:gd name="connsiteX2623" fmla="*/ 2010606 w 7869956"/>
              <a:gd name="connsiteY2623" fmla="*/ 1243830 h 3717758"/>
              <a:gd name="connsiteX2624" fmla="*/ 2004412 w 7869956"/>
              <a:gd name="connsiteY2624" fmla="*/ 1243481 h 3717758"/>
              <a:gd name="connsiteX2625" fmla="*/ 1987966 w 7869956"/>
              <a:gd name="connsiteY2625" fmla="*/ 1241947 h 3717758"/>
              <a:gd name="connsiteX2626" fmla="*/ 1982075 w 7869956"/>
              <a:gd name="connsiteY2626" fmla="*/ 1253105 h 3717758"/>
              <a:gd name="connsiteX2627" fmla="*/ 1973664 w 7869956"/>
              <a:gd name="connsiteY2627" fmla="*/ 1258495 h 3717758"/>
              <a:gd name="connsiteX2628" fmla="*/ 1971737 w 7869956"/>
              <a:gd name="connsiteY2628" fmla="*/ 1257720 h 3717758"/>
              <a:gd name="connsiteX2629" fmla="*/ 1966367 w 7869956"/>
              <a:gd name="connsiteY2629" fmla="*/ 1249479 h 3717758"/>
              <a:gd name="connsiteX2630" fmla="*/ 1959691 w 7869956"/>
              <a:gd name="connsiteY2630" fmla="*/ 1252876 h 3717758"/>
              <a:gd name="connsiteX2631" fmla="*/ 1971737 w 7869956"/>
              <a:gd name="connsiteY2631" fmla="*/ 1257720 h 3717758"/>
              <a:gd name="connsiteX2632" fmla="*/ 1972661 w 7869956"/>
              <a:gd name="connsiteY2632" fmla="*/ 1259138 h 3717758"/>
              <a:gd name="connsiteX2633" fmla="*/ 1973664 w 7869956"/>
              <a:gd name="connsiteY2633" fmla="*/ 1258495 h 3717758"/>
              <a:gd name="connsiteX2634" fmla="*/ 1975954 w 7869956"/>
              <a:gd name="connsiteY2634" fmla="*/ 1259416 h 3717758"/>
              <a:gd name="connsiteX2635" fmla="*/ 1969229 w 7869956"/>
              <a:gd name="connsiteY2635" fmla="*/ 1264163 h 3717758"/>
              <a:gd name="connsiteX2636" fmla="*/ 1973423 w 7869956"/>
              <a:gd name="connsiteY2636" fmla="*/ 1270135 h 3717758"/>
              <a:gd name="connsiteX2637" fmla="*/ 4403095 w 7869956"/>
              <a:gd name="connsiteY2637" fmla="*/ 2677365 h 3717758"/>
              <a:gd name="connsiteX2638" fmla="*/ 4424817 w 7869956"/>
              <a:gd name="connsiteY2638" fmla="*/ 2665926 h 3717758"/>
              <a:gd name="connsiteX2639" fmla="*/ 4403095 w 7869956"/>
              <a:gd name="connsiteY2639" fmla="*/ 2677365 h 3717758"/>
              <a:gd name="connsiteX2640" fmla="*/ 1947818 w 7869956"/>
              <a:gd name="connsiteY2640" fmla="*/ 1265090 h 3717758"/>
              <a:gd name="connsiteX2641" fmla="*/ 1961716 w 7869956"/>
              <a:gd name="connsiteY2641" fmla="*/ 1239906 h 3717758"/>
              <a:gd name="connsiteX2642" fmla="*/ 1951744 w 7869956"/>
              <a:gd name="connsiteY2642" fmla="*/ 1244406 h 3717758"/>
              <a:gd name="connsiteX2643" fmla="*/ 1947818 w 7869956"/>
              <a:gd name="connsiteY2643" fmla="*/ 1265090 h 3717758"/>
              <a:gd name="connsiteX2644" fmla="*/ 1457011 w 7869956"/>
              <a:gd name="connsiteY2644" fmla="*/ 983285 h 3717758"/>
              <a:gd name="connsiteX2645" fmla="*/ 1468462 w 7869956"/>
              <a:gd name="connsiteY2645" fmla="*/ 979787 h 3717758"/>
              <a:gd name="connsiteX2646" fmla="*/ 1453792 w 7869956"/>
              <a:gd name="connsiteY2646" fmla="*/ 976001 h 3717758"/>
              <a:gd name="connsiteX2647" fmla="*/ 1457011 w 7869956"/>
              <a:gd name="connsiteY2647" fmla="*/ 983285 h 3717758"/>
              <a:gd name="connsiteX2648" fmla="*/ 4458331 w 7869956"/>
              <a:gd name="connsiteY2648" fmla="*/ 2725439 h 3717758"/>
              <a:gd name="connsiteX2649" fmla="*/ 4469278 w 7869956"/>
              <a:gd name="connsiteY2649" fmla="*/ 2716617 h 3717758"/>
              <a:gd name="connsiteX2650" fmla="*/ 4464765 w 7869956"/>
              <a:gd name="connsiteY2650" fmla="*/ 2703152 h 3717758"/>
              <a:gd name="connsiteX2651" fmla="*/ 4447882 w 7869956"/>
              <a:gd name="connsiteY2651" fmla="*/ 2717622 h 3717758"/>
              <a:gd name="connsiteX2652" fmla="*/ 4458331 w 7869956"/>
              <a:gd name="connsiteY2652" fmla="*/ 2725439 h 3717758"/>
              <a:gd name="connsiteX2653" fmla="*/ 5886442 w 7869956"/>
              <a:gd name="connsiteY2653" fmla="*/ 3551604 h 3717758"/>
              <a:gd name="connsiteX2654" fmla="*/ 5893630 w 7869956"/>
              <a:gd name="connsiteY2654" fmla="*/ 3531105 h 3717758"/>
              <a:gd name="connsiteX2655" fmla="*/ 5900046 w 7869956"/>
              <a:gd name="connsiteY2655" fmla="*/ 3536886 h 3717758"/>
              <a:gd name="connsiteX2656" fmla="*/ 5902550 w 7869956"/>
              <a:gd name="connsiteY2656" fmla="*/ 3508208 h 3717758"/>
              <a:gd name="connsiteX2657" fmla="*/ 5885358 w 7869956"/>
              <a:gd name="connsiteY2657" fmla="*/ 3533114 h 3717758"/>
              <a:gd name="connsiteX2658" fmla="*/ 5886442 w 7869956"/>
              <a:gd name="connsiteY2658" fmla="*/ 3551604 h 3717758"/>
              <a:gd name="connsiteX2659" fmla="*/ 2640755 w 7869956"/>
              <a:gd name="connsiteY2659" fmla="*/ 1678867 h 3717758"/>
              <a:gd name="connsiteX2660" fmla="*/ 2630438 w 7869956"/>
              <a:gd name="connsiteY2660" fmla="*/ 1669996 h 3717758"/>
              <a:gd name="connsiteX2661" fmla="*/ 2651665 w 7869956"/>
              <a:gd name="connsiteY2661" fmla="*/ 1674264 h 3717758"/>
              <a:gd name="connsiteX2662" fmla="*/ 2640755 w 7869956"/>
              <a:gd name="connsiteY2662" fmla="*/ 1678867 h 3717758"/>
              <a:gd name="connsiteX2663" fmla="*/ 4376684 w 7869956"/>
              <a:gd name="connsiteY2663" fmla="*/ 2682150 h 3717758"/>
              <a:gd name="connsiteX2664" fmla="*/ 4384838 w 7869956"/>
              <a:gd name="connsiteY2664" fmla="*/ 2683859 h 3717758"/>
              <a:gd name="connsiteX2665" fmla="*/ 4368622 w 7869956"/>
              <a:gd name="connsiteY2665" fmla="*/ 2677334 h 3717758"/>
              <a:gd name="connsiteX2666" fmla="*/ 4376684 w 7869956"/>
              <a:gd name="connsiteY2666" fmla="*/ 2682150 h 3717758"/>
              <a:gd name="connsiteX2667" fmla="*/ 1605001 w 7869956"/>
              <a:gd name="connsiteY2667" fmla="*/ 1082300 h 3717758"/>
              <a:gd name="connsiteX2668" fmla="*/ 1618267 w 7869956"/>
              <a:gd name="connsiteY2668" fmla="*/ 1078095 h 3717758"/>
              <a:gd name="connsiteX2669" fmla="*/ 1605001 w 7869956"/>
              <a:gd name="connsiteY2669" fmla="*/ 1082300 h 3717758"/>
              <a:gd name="connsiteX2670" fmla="*/ 999526 w 7869956"/>
              <a:gd name="connsiteY2670" fmla="*/ 733239 h 3717758"/>
              <a:gd name="connsiteX2671" fmla="*/ 999973 w 7869956"/>
              <a:gd name="connsiteY2671" fmla="*/ 717564 h 3717758"/>
              <a:gd name="connsiteX2672" fmla="*/ 1007952 w 7869956"/>
              <a:gd name="connsiteY2672" fmla="*/ 726067 h 3717758"/>
              <a:gd name="connsiteX2673" fmla="*/ 999526 w 7869956"/>
              <a:gd name="connsiteY2673" fmla="*/ 733239 h 3717758"/>
              <a:gd name="connsiteX2674" fmla="*/ 4350641 w 7869956"/>
              <a:gd name="connsiteY2674" fmla="*/ 2673330 h 3717758"/>
              <a:gd name="connsiteX2675" fmla="*/ 4349250 w 7869956"/>
              <a:gd name="connsiteY2675" fmla="*/ 2665307 h 3717758"/>
              <a:gd name="connsiteX2676" fmla="*/ 4362530 w 7869956"/>
              <a:gd name="connsiteY2676" fmla="*/ 2661086 h 3717758"/>
              <a:gd name="connsiteX2677" fmla="*/ 4347704 w 7869956"/>
              <a:gd name="connsiteY2677" fmla="*/ 2662586 h 3717758"/>
              <a:gd name="connsiteX2678" fmla="*/ 4350641 w 7869956"/>
              <a:gd name="connsiteY2678" fmla="*/ 2673330 h 3717758"/>
              <a:gd name="connsiteX2679" fmla="*/ 4392661 w 7869956"/>
              <a:gd name="connsiteY2679" fmla="*/ 2697601 h 3717758"/>
              <a:gd name="connsiteX2680" fmla="*/ 4419019 w 7869956"/>
              <a:gd name="connsiteY2680" fmla="*/ 2694355 h 3717758"/>
              <a:gd name="connsiteX2681" fmla="*/ 4392661 w 7869956"/>
              <a:gd name="connsiteY2681" fmla="*/ 2697601 h 3717758"/>
              <a:gd name="connsiteX2682" fmla="*/ 2718721 w 7869956"/>
              <a:gd name="connsiteY2682" fmla="*/ 1738815 h 3717758"/>
              <a:gd name="connsiteX2683" fmla="*/ 2726875 w 7869956"/>
              <a:gd name="connsiteY2683" fmla="*/ 1740524 h 3717758"/>
              <a:gd name="connsiteX2684" fmla="*/ 2723377 w 7869956"/>
              <a:gd name="connsiteY2684" fmla="*/ 1734236 h 3717758"/>
              <a:gd name="connsiteX2685" fmla="*/ 2721685 w 7869956"/>
              <a:gd name="connsiteY2685" fmla="*/ 1733555 h 3717758"/>
              <a:gd name="connsiteX2686" fmla="*/ 2714925 w 7869956"/>
              <a:gd name="connsiteY2686" fmla="*/ 1736547 h 3717758"/>
              <a:gd name="connsiteX2687" fmla="*/ 4381113 w 7869956"/>
              <a:gd name="connsiteY2687" fmla="*/ 2699255 h 3717758"/>
              <a:gd name="connsiteX2688" fmla="*/ 4389213 w 7869956"/>
              <a:gd name="connsiteY2688" fmla="*/ 2702579 h 3717758"/>
              <a:gd name="connsiteX2689" fmla="*/ 4386399 w 7869956"/>
              <a:gd name="connsiteY2689" fmla="*/ 2686579 h 3717758"/>
              <a:gd name="connsiteX2690" fmla="*/ 4381406 w 7869956"/>
              <a:gd name="connsiteY2690" fmla="*/ 2688837 h 3717758"/>
              <a:gd name="connsiteX2691" fmla="*/ 4381113 w 7869956"/>
              <a:gd name="connsiteY2691" fmla="*/ 2699255 h 3717758"/>
              <a:gd name="connsiteX2692" fmla="*/ 2724963 w 7869956"/>
              <a:gd name="connsiteY2692" fmla="*/ 1744815 h 3717758"/>
              <a:gd name="connsiteX2693" fmla="*/ 2728550 w 7869956"/>
              <a:gd name="connsiteY2693" fmla="*/ 1743890 h 3717758"/>
              <a:gd name="connsiteX2694" fmla="*/ 2728437 w 7869956"/>
              <a:gd name="connsiteY2694" fmla="*/ 1743244 h 3717758"/>
              <a:gd name="connsiteX2695" fmla="*/ 914900 w 7869956"/>
              <a:gd name="connsiteY2695" fmla="*/ 705674 h 3717758"/>
              <a:gd name="connsiteX2696" fmla="*/ 912102 w 7869956"/>
              <a:gd name="connsiteY2696" fmla="*/ 689705 h 3717758"/>
              <a:gd name="connsiteX2697" fmla="*/ 931443 w 7869956"/>
              <a:gd name="connsiteY2697" fmla="*/ 701701 h 3717758"/>
              <a:gd name="connsiteX2698" fmla="*/ 914900 w 7869956"/>
              <a:gd name="connsiteY2698" fmla="*/ 705674 h 3717758"/>
              <a:gd name="connsiteX2699" fmla="*/ 1515414 w 7869956"/>
              <a:gd name="connsiteY2699" fmla="*/ 1056961 h 3717758"/>
              <a:gd name="connsiteX2700" fmla="*/ 1491544 w 7869956"/>
              <a:gd name="connsiteY2700" fmla="*/ 1031485 h 3717758"/>
              <a:gd name="connsiteX2701" fmla="*/ 1519340 w 7869956"/>
              <a:gd name="connsiteY2701" fmla="*/ 1036292 h 3717758"/>
              <a:gd name="connsiteX2702" fmla="*/ 1523839 w 7869956"/>
              <a:gd name="connsiteY2702" fmla="*/ 1049742 h 3717758"/>
              <a:gd name="connsiteX2703" fmla="*/ 1530703 w 7869956"/>
              <a:gd name="connsiteY2703" fmla="*/ 1039741 h 3717758"/>
              <a:gd name="connsiteX2704" fmla="*/ 1533516 w 7869956"/>
              <a:gd name="connsiteY2704" fmla="*/ 1055755 h 3717758"/>
              <a:gd name="connsiteX2705" fmla="*/ 1538525 w 7869956"/>
              <a:gd name="connsiteY2705" fmla="*/ 1053483 h 3717758"/>
              <a:gd name="connsiteX2706" fmla="*/ 1540567 w 7869956"/>
              <a:gd name="connsiteY2706" fmla="*/ 1040528 h 3717758"/>
              <a:gd name="connsiteX2707" fmla="*/ 1550228 w 7869956"/>
              <a:gd name="connsiteY2707" fmla="*/ 1046510 h 3717758"/>
              <a:gd name="connsiteX2708" fmla="*/ 1531630 w 7869956"/>
              <a:gd name="connsiteY2708" fmla="*/ 1063501 h 3717758"/>
              <a:gd name="connsiteX2709" fmla="*/ 1515414 w 7869956"/>
              <a:gd name="connsiteY2709" fmla="*/ 1056961 h 3717758"/>
              <a:gd name="connsiteX2710" fmla="*/ 2630659 w 7869956"/>
              <a:gd name="connsiteY2710" fmla="*/ 1700921 h 3717758"/>
              <a:gd name="connsiteX2711" fmla="*/ 2631905 w 7869956"/>
              <a:gd name="connsiteY2711" fmla="*/ 1701046 h 3717758"/>
              <a:gd name="connsiteX2712" fmla="*/ 2631196 w 7869956"/>
              <a:gd name="connsiteY2712" fmla="*/ 1698937 h 3717758"/>
              <a:gd name="connsiteX2713" fmla="*/ 1352315 w 7869956"/>
              <a:gd name="connsiteY2713" fmla="*/ 962891 h 3717758"/>
              <a:gd name="connsiteX2714" fmla="*/ 1367310 w 7869956"/>
              <a:gd name="connsiteY2714" fmla="*/ 956165 h 3717758"/>
              <a:gd name="connsiteX2715" fmla="*/ 1352315 w 7869956"/>
              <a:gd name="connsiteY2715" fmla="*/ 962891 h 3717758"/>
              <a:gd name="connsiteX2716" fmla="*/ 858070 w 7869956"/>
              <a:gd name="connsiteY2716" fmla="*/ 682903 h 3717758"/>
              <a:gd name="connsiteX2717" fmla="*/ 845610 w 7869956"/>
              <a:gd name="connsiteY2717" fmla="*/ 660888 h 3717758"/>
              <a:gd name="connsiteX2718" fmla="*/ 858070 w 7869956"/>
              <a:gd name="connsiteY2718" fmla="*/ 682903 h 3717758"/>
              <a:gd name="connsiteX2719" fmla="*/ 4283377 w 7869956"/>
              <a:gd name="connsiteY2719" fmla="*/ 2670717 h 3717758"/>
              <a:gd name="connsiteX2720" fmla="*/ 4286964 w 7869956"/>
              <a:gd name="connsiteY2720" fmla="*/ 2660499 h 3717758"/>
              <a:gd name="connsiteX2721" fmla="*/ 4293364 w 7869956"/>
              <a:gd name="connsiteY2721" fmla="*/ 2666234 h 3717758"/>
              <a:gd name="connsiteX2722" fmla="*/ 4295559 w 7869956"/>
              <a:gd name="connsiteY2722" fmla="*/ 2648008 h 3717758"/>
              <a:gd name="connsiteX2723" fmla="*/ 4293689 w 7869956"/>
              <a:gd name="connsiteY2723" fmla="*/ 2655769 h 3717758"/>
              <a:gd name="connsiteX2724" fmla="*/ 4289159 w 7869956"/>
              <a:gd name="connsiteY2724" fmla="*/ 2642272 h 3717758"/>
              <a:gd name="connsiteX2725" fmla="*/ 4278693 w 7869956"/>
              <a:gd name="connsiteY2725" fmla="*/ 2662479 h 3717758"/>
              <a:gd name="connsiteX2726" fmla="*/ 4283377 w 7869956"/>
              <a:gd name="connsiteY2726" fmla="*/ 2670717 h 3717758"/>
              <a:gd name="connsiteX2727" fmla="*/ 4316997 w 7869956"/>
              <a:gd name="connsiteY2727" fmla="*/ 2691963 h 3717758"/>
              <a:gd name="connsiteX2728" fmla="*/ 4327406 w 7869956"/>
              <a:gd name="connsiteY2728" fmla="*/ 2682019 h 3717758"/>
              <a:gd name="connsiteX2729" fmla="*/ 4311018 w 7869956"/>
              <a:gd name="connsiteY2729" fmla="*/ 2680736 h 3717758"/>
              <a:gd name="connsiteX2730" fmla="*/ 4316997 w 7869956"/>
              <a:gd name="connsiteY2730" fmla="*/ 2691963 h 3717758"/>
              <a:gd name="connsiteX2731" fmla="*/ 1489054 w 7869956"/>
              <a:gd name="connsiteY2731" fmla="*/ 1060164 h 3717758"/>
              <a:gd name="connsiteX2732" fmla="*/ 1510588 w 7869956"/>
              <a:gd name="connsiteY2732" fmla="*/ 1053963 h 3717758"/>
              <a:gd name="connsiteX2733" fmla="*/ 1511810 w 7869956"/>
              <a:gd name="connsiteY2733" fmla="*/ 1067212 h 3717758"/>
              <a:gd name="connsiteX2734" fmla="*/ 1489054 w 7869956"/>
              <a:gd name="connsiteY2734" fmla="*/ 1060164 h 3717758"/>
              <a:gd name="connsiteX2735" fmla="*/ 2635401 w 7869956"/>
              <a:gd name="connsiteY2735" fmla="*/ 1722899 h 3717758"/>
              <a:gd name="connsiteX2736" fmla="*/ 2637932 w 7869956"/>
              <a:gd name="connsiteY2736" fmla="*/ 1718909 h 3717758"/>
              <a:gd name="connsiteX2737" fmla="*/ 2634796 w 7869956"/>
              <a:gd name="connsiteY2737" fmla="*/ 1721959 h 3717758"/>
              <a:gd name="connsiteX2738" fmla="*/ 4237787 w 7869956"/>
              <a:gd name="connsiteY2738" fmla="*/ 2656650 h 3717758"/>
              <a:gd name="connsiteX2739" fmla="*/ 4264022 w 7869956"/>
              <a:gd name="connsiteY2739" fmla="*/ 2658736 h 3717758"/>
              <a:gd name="connsiteX2740" fmla="*/ 4257481 w 7869956"/>
              <a:gd name="connsiteY2740" fmla="*/ 2658211 h 3717758"/>
              <a:gd name="connsiteX2741" fmla="*/ 4256060 w 7869956"/>
              <a:gd name="connsiteY2741" fmla="*/ 2650218 h 3717758"/>
              <a:gd name="connsiteX2742" fmla="*/ 4237787 w 7869956"/>
              <a:gd name="connsiteY2742" fmla="*/ 2656650 h 3717758"/>
              <a:gd name="connsiteX2743" fmla="*/ 1310249 w 7869956"/>
              <a:gd name="connsiteY2743" fmla="*/ 969084 h 3717758"/>
              <a:gd name="connsiteX2744" fmla="*/ 1319387 w 7869956"/>
              <a:gd name="connsiteY2744" fmla="*/ 965597 h 3717758"/>
              <a:gd name="connsiteX2745" fmla="*/ 1301437 w 7869956"/>
              <a:gd name="connsiteY2745" fmla="*/ 961593 h 3717758"/>
              <a:gd name="connsiteX2746" fmla="*/ 1310249 w 7869956"/>
              <a:gd name="connsiteY2746" fmla="*/ 969084 h 3717758"/>
              <a:gd name="connsiteX2747" fmla="*/ 1454516 w 7869956"/>
              <a:gd name="connsiteY2747" fmla="*/ 1060146 h 3717758"/>
              <a:gd name="connsiteX2748" fmla="*/ 1455506 w 7869956"/>
              <a:gd name="connsiteY2748" fmla="*/ 1028686 h 3717758"/>
              <a:gd name="connsiteX2749" fmla="*/ 1466870 w 7869956"/>
              <a:gd name="connsiteY2749" fmla="*/ 1032195 h 3717758"/>
              <a:gd name="connsiteX2750" fmla="*/ 1459850 w 7869956"/>
              <a:gd name="connsiteY2750" fmla="*/ 1047408 h 3717758"/>
              <a:gd name="connsiteX2751" fmla="*/ 1467797 w 7869956"/>
              <a:gd name="connsiteY2751" fmla="*/ 1055895 h 3717758"/>
              <a:gd name="connsiteX2752" fmla="*/ 1454516 w 7869956"/>
              <a:gd name="connsiteY2752" fmla="*/ 1060146 h 3717758"/>
              <a:gd name="connsiteX2753" fmla="*/ 2579825 w 7869956"/>
              <a:gd name="connsiteY2753" fmla="*/ 1713315 h 3717758"/>
              <a:gd name="connsiteX2754" fmla="*/ 2583703 w 7869956"/>
              <a:gd name="connsiteY2754" fmla="*/ 1714757 h 3717758"/>
              <a:gd name="connsiteX2755" fmla="*/ 2591538 w 7869956"/>
              <a:gd name="connsiteY2755" fmla="*/ 1709027 h 3717758"/>
              <a:gd name="connsiteX2756" fmla="*/ 2591383 w 7869956"/>
              <a:gd name="connsiteY2756" fmla="*/ 1708733 h 3717758"/>
              <a:gd name="connsiteX2757" fmla="*/ 2589917 w 7869956"/>
              <a:gd name="connsiteY2757" fmla="*/ 1709137 h 3717758"/>
              <a:gd name="connsiteX2758" fmla="*/ 2579825 w 7869956"/>
              <a:gd name="connsiteY2758" fmla="*/ 1713315 h 3717758"/>
              <a:gd name="connsiteX2759" fmla="*/ 1423630 w 7869956"/>
              <a:gd name="connsiteY2759" fmla="*/ 1049851 h 3717758"/>
              <a:gd name="connsiteX2760" fmla="*/ 1429104 w 7869956"/>
              <a:gd name="connsiteY2760" fmla="*/ 1031918 h 3717758"/>
              <a:gd name="connsiteX2761" fmla="*/ 1409593 w 7869956"/>
              <a:gd name="connsiteY2761" fmla="*/ 1025146 h 3717758"/>
              <a:gd name="connsiteX2762" fmla="*/ 1445475 w 7869956"/>
              <a:gd name="connsiteY2762" fmla="*/ 1033155 h 3717758"/>
              <a:gd name="connsiteX2763" fmla="*/ 1440960 w 7869956"/>
              <a:gd name="connsiteY2763" fmla="*/ 1019705 h 3717758"/>
              <a:gd name="connsiteX2764" fmla="*/ 1450327 w 7869956"/>
              <a:gd name="connsiteY2764" fmla="*/ 1036138 h 3717758"/>
              <a:gd name="connsiteX2765" fmla="*/ 1423630 w 7869956"/>
              <a:gd name="connsiteY2765" fmla="*/ 1049851 h 3717758"/>
              <a:gd name="connsiteX2766" fmla="*/ 2542178 w 7869956"/>
              <a:gd name="connsiteY2766" fmla="*/ 1696996 h 3717758"/>
              <a:gd name="connsiteX2767" fmla="*/ 2544323 w 7869956"/>
              <a:gd name="connsiteY2767" fmla="*/ 1696631 h 3717758"/>
              <a:gd name="connsiteX2768" fmla="*/ 2542655 w 7869956"/>
              <a:gd name="connsiteY2768" fmla="*/ 1694773 h 3717758"/>
              <a:gd name="connsiteX2769" fmla="*/ 4250108 w 7869956"/>
              <a:gd name="connsiteY2769" fmla="*/ 2683874 h 3717758"/>
              <a:gd name="connsiteX2770" fmla="*/ 4278044 w 7869956"/>
              <a:gd name="connsiteY2770" fmla="*/ 2683410 h 3717758"/>
              <a:gd name="connsiteX2771" fmla="*/ 4276822 w 7869956"/>
              <a:gd name="connsiteY2771" fmla="*/ 2670207 h 3717758"/>
              <a:gd name="connsiteX2772" fmla="*/ 4257327 w 7869956"/>
              <a:gd name="connsiteY2772" fmla="*/ 2663420 h 3717758"/>
              <a:gd name="connsiteX2773" fmla="*/ 4250108 w 7869956"/>
              <a:gd name="connsiteY2773" fmla="*/ 2683874 h 3717758"/>
              <a:gd name="connsiteX2774" fmla="*/ 1226132 w 7869956"/>
              <a:gd name="connsiteY2774" fmla="*/ 939295 h 3717758"/>
              <a:gd name="connsiteX2775" fmla="*/ 1238085 w 7869956"/>
              <a:gd name="connsiteY2775" fmla="*/ 938263 h 3717758"/>
              <a:gd name="connsiteX2776" fmla="*/ 1218714 w 7869956"/>
              <a:gd name="connsiteY2776" fmla="*/ 926252 h 3717758"/>
              <a:gd name="connsiteX2777" fmla="*/ 1226132 w 7869956"/>
              <a:gd name="connsiteY2777" fmla="*/ 939295 h 3717758"/>
              <a:gd name="connsiteX2778" fmla="*/ 5796607 w 7869956"/>
              <a:gd name="connsiteY2778" fmla="*/ 3588492 h 3717758"/>
              <a:gd name="connsiteX2779" fmla="*/ 5788551 w 7869956"/>
              <a:gd name="connsiteY2779" fmla="*/ 3583373 h 3717758"/>
              <a:gd name="connsiteX2780" fmla="*/ 5805094 w 7869956"/>
              <a:gd name="connsiteY2780" fmla="*/ 3579431 h 3717758"/>
              <a:gd name="connsiteX2781" fmla="*/ 5796607 w 7869956"/>
              <a:gd name="connsiteY2781" fmla="*/ 3588492 h 3717758"/>
              <a:gd name="connsiteX2782" fmla="*/ 2554992 w 7869956"/>
              <a:gd name="connsiteY2782" fmla="*/ 1721951 h 3717758"/>
              <a:gd name="connsiteX2783" fmla="*/ 2565530 w 7869956"/>
              <a:gd name="connsiteY2783" fmla="*/ 1727647 h 3717758"/>
              <a:gd name="connsiteX2784" fmla="*/ 2567967 w 7869956"/>
              <a:gd name="connsiteY2784" fmla="*/ 1725574 h 3717758"/>
              <a:gd name="connsiteX2785" fmla="*/ 2560021 w 7869956"/>
              <a:gd name="connsiteY2785" fmla="*/ 1717040 h 3717758"/>
              <a:gd name="connsiteX2786" fmla="*/ 2574846 w 7869956"/>
              <a:gd name="connsiteY2786" fmla="*/ 1715602 h 3717758"/>
              <a:gd name="connsiteX2787" fmla="*/ 2564792 w 7869956"/>
              <a:gd name="connsiteY2787" fmla="*/ 1707975 h 3717758"/>
              <a:gd name="connsiteX2788" fmla="*/ 2563426 w 7869956"/>
              <a:gd name="connsiteY2788" fmla="*/ 1707770 h 3717758"/>
              <a:gd name="connsiteX2789" fmla="*/ 2562490 w 7869956"/>
              <a:gd name="connsiteY2789" fmla="*/ 1710516 h 3717758"/>
              <a:gd name="connsiteX2790" fmla="*/ 2554992 w 7869956"/>
              <a:gd name="connsiteY2790" fmla="*/ 1721951 h 3717758"/>
              <a:gd name="connsiteX2791" fmla="*/ 4246367 w 7869956"/>
              <a:gd name="connsiteY2791" fmla="*/ 2699349 h 3717758"/>
              <a:gd name="connsiteX2792" fmla="*/ 4242471 w 7869956"/>
              <a:gd name="connsiteY2792" fmla="*/ 2664905 h 3717758"/>
              <a:gd name="connsiteX2793" fmla="*/ 4239982 w 7869956"/>
              <a:gd name="connsiteY2793" fmla="*/ 2693628 h 3717758"/>
              <a:gd name="connsiteX2794" fmla="*/ 4246367 w 7869956"/>
              <a:gd name="connsiteY2794" fmla="*/ 2699349 h 3717758"/>
              <a:gd name="connsiteX2795" fmla="*/ 1369289 w 7869956"/>
              <a:gd name="connsiteY2795" fmla="*/ 1038579 h 3717758"/>
              <a:gd name="connsiteX2796" fmla="*/ 1353860 w 7869956"/>
              <a:gd name="connsiteY2796" fmla="*/ 1020818 h 3717758"/>
              <a:gd name="connsiteX2797" fmla="*/ 1368995 w 7869956"/>
              <a:gd name="connsiteY2797" fmla="*/ 1008836 h 3717758"/>
              <a:gd name="connsiteX2798" fmla="*/ 1374792 w 7869956"/>
              <a:gd name="connsiteY2798" fmla="*/ 1035550 h 3717758"/>
              <a:gd name="connsiteX2799" fmla="*/ 1369289 w 7869956"/>
              <a:gd name="connsiteY2799" fmla="*/ 1038579 h 3717758"/>
              <a:gd name="connsiteX2800" fmla="*/ 1941372 w 7869956"/>
              <a:gd name="connsiteY2800" fmla="*/ 1369658 h 3717758"/>
              <a:gd name="connsiteX2801" fmla="*/ 1957757 w 7869956"/>
              <a:gd name="connsiteY2801" fmla="*/ 1370925 h 3717758"/>
              <a:gd name="connsiteX2802" fmla="*/ 1941372 w 7869956"/>
              <a:gd name="connsiteY2802" fmla="*/ 1369658 h 3717758"/>
              <a:gd name="connsiteX2803" fmla="*/ 1765332 w 7869956"/>
              <a:gd name="connsiteY2803" fmla="*/ 1269342 h 3717758"/>
              <a:gd name="connsiteX2804" fmla="*/ 1772350 w 7869956"/>
              <a:gd name="connsiteY2804" fmla="*/ 1254129 h 3717758"/>
              <a:gd name="connsiteX2805" fmla="*/ 1773603 w 7869956"/>
              <a:gd name="connsiteY2805" fmla="*/ 1267331 h 3717758"/>
              <a:gd name="connsiteX2806" fmla="*/ 1775163 w 7869956"/>
              <a:gd name="connsiteY2806" fmla="*/ 1270083 h 3717758"/>
              <a:gd name="connsiteX2807" fmla="*/ 1765332 w 7869956"/>
              <a:gd name="connsiteY2807" fmla="*/ 1269342 h 3717758"/>
              <a:gd name="connsiteX2808" fmla="*/ 1340581 w 7869956"/>
              <a:gd name="connsiteY2808" fmla="*/ 1025023 h 3717758"/>
              <a:gd name="connsiteX2809" fmla="*/ 1334351 w 7869956"/>
              <a:gd name="connsiteY2809" fmla="*/ 1014048 h 3717758"/>
              <a:gd name="connsiteX2810" fmla="*/ 1341075 w 7869956"/>
              <a:gd name="connsiteY2810" fmla="*/ 1009256 h 3717758"/>
              <a:gd name="connsiteX2811" fmla="*/ 1352439 w 7869956"/>
              <a:gd name="connsiteY2811" fmla="*/ 1012828 h 3717758"/>
              <a:gd name="connsiteX2812" fmla="*/ 1340581 w 7869956"/>
              <a:gd name="connsiteY2812" fmla="*/ 1025023 h 3717758"/>
              <a:gd name="connsiteX2813" fmla="*/ 1718422 w 7869956"/>
              <a:gd name="connsiteY2813" fmla="*/ 1245342 h 3717758"/>
              <a:gd name="connsiteX2814" fmla="*/ 1712119 w 7869956"/>
              <a:gd name="connsiteY2814" fmla="*/ 1236319 h 3717758"/>
              <a:gd name="connsiteX2815" fmla="*/ 1724921 w 7869956"/>
              <a:gd name="connsiteY2815" fmla="*/ 1247791 h 3717758"/>
              <a:gd name="connsiteX2816" fmla="*/ 1718422 w 7869956"/>
              <a:gd name="connsiteY2816" fmla="*/ 1245342 h 3717758"/>
              <a:gd name="connsiteX2817" fmla="*/ 4213917 w 7869956"/>
              <a:gd name="connsiteY2817" fmla="*/ 2686378 h 3717758"/>
              <a:gd name="connsiteX2818" fmla="*/ 4225929 w 7869956"/>
              <a:gd name="connsiteY2818" fmla="*/ 2668909 h 3717758"/>
              <a:gd name="connsiteX2819" fmla="*/ 4217983 w 7869956"/>
              <a:gd name="connsiteY2819" fmla="*/ 2660375 h 3717758"/>
              <a:gd name="connsiteX2820" fmla="*/ 4232808 w 7869956"/>
              <a:gd name="connsiteY2820" fmla="*/ 2658937 h 3717758"/>
              <a:gd name="connsiteX2821" fmla="*/ 4208444 w 7869956"/>
              <a:gd name="connsiteY2821" fmla="*/ 2649166 h 3717758"/>
              <a:gd name="connsiteX2822" fmla="*/ 4213917 w 7869956"/>
              <a:gd name="connsiteY2822" fmla="*/ 2686378 h 3717758"/>
              <a:gd name="connsiteX2823" fmla="*/ 809245 w 7869956"/>
              <a:gd name="connsiteY2823" fmla="*/ 721875 h 3717758"/>
              <a:gd name="connsiteX2824" fmla="*/ 801243 w 7869956"/>
              <a:gd name="connsiteY2824" fmla="*/ 715244 h 3717758"/>
              <a:gd name="connsiteX2825" fmla="*/ 817629 w 7869956"/>
              <a:gd name="connsiteY2825" fmla="*/ 716528 h 3717758"/>
              <a:gd name="connsiteX2826" fmla="*/ 809245 w 7869956"/>
              <a:gd name="connsiteY2826" fmla="*/ 721875 h 3717758"/>
              <a:gd name="connsiteX2827" fmla="*/ 1184074 w 7869956"/>
              <a:gd name="connsiteY2827" fmla="*/ 939142 h 3717758"/>
              <a:gd name="connsiteX2828" fmla="*/ 1190608 w 7869956"/>
              <a:gd name="connsiteY2828" fmla="*/ 931941 h 3717758"/>
              <a:gd name="connsiteX2829" fmla="*/ 1174236 w 7869956"/>
              <a:gd name="connsiteY2829" fmla="*/ 930704 h 3717758"/>
              <a:gd name="connsiteX2830" fmla="*/ 1184074 w 7869956"/>
              <a:gd name="connsiteY2830" fmla="*/ 939142 h 3717758"/>
              <a:gd name="connsiteX2831" fmla="*/ 1299707 w 7869956"/>
              <a:gd name="connsiteY2831" fmla="*/ 1019226 h 3717758"/>
              <a:gd name="connsiteX2832" fmla="*/ 1296567 w 7869956"/>
              <a:gd name="connsiteY2832" fmla="*/ 1013738 h 3717758"/>
              <a:gd name="connsiteX2833" fmla="*/ 1331089 w 7869956"/>
              <a:gd name="connsiteY2833" fmla="*/ 1013769 h 3717758"/>
              <a:gd name="connsiteX2834" fmla="*/ 1299707 w 7869956"/>
              <a:gd name="connsiteY2834" fmla="*/ 1019226 h 3717758"/>
              <a:gd name="connsiteX2835" fmla="*/ 1273779 w 7869956"/>
              <a:gd name="connsiteY2835" fmla="*/ 1006689 h 3717758"/>
              <a:gd name="connsiteX2836" fmla="*/ 1275821 w 7869956"/>
              <a:gd name="connsiteY2836" fmla="*/ 993702 h 3717758"/>
              <a:gd name="connsiteX2837" fmla="*/ 1285343 w 7869956"/>
              <a:gd name="connsiteY2837" fmla="*/ 1004957 h 3717758"/>
              <a:gd name="connsiteX2838" fmla="*/ 1273779 w 7869956"/>
              <a:gd name="connsiteY2838" fmla="*/ 1006689 h 3717758"/>
              <a:gd name="connsiteX2839" fmla="*/ 752220 w 7869956"/>
              <a:gd name="connsiteY2839" fmla="*/ 706216 h 3717758"/>
              <a:gd name="connsiteX2840" fmla="*/ 767232 w 7869956"/>
              <a:gd name="connsiteY2840" fmla="*/ 699476 h 3717758"/>
              <a:gd name="connsiteX2841" fmla="*/ 752220 w 7869956"/>
              <a:gd name="connsiteY2841" fmla="*/ 706216 h 3717758"/>
              <a:gd name="connsiteX2842" fmla="*/ 4151986 w 7869956"/>
              <a:gd name="connsiteY2842" fmla="*/ 2671136 h 3717758"/>
              <a:gd name="connsiteX2843" fmla="*/ 4157478 w 7869956"/>
              <a:gd name="connsiteY2843" fmla="*/ 2666379 h 3717758"/>
              <a:gd name="connsiteX2844" fmla="*/ 4158976 w 7869956"/>
              <a:gd name="connsiteY2844" fmla="*/ 2656106 h 3717758"/>
              <a:gd name="connsiteX2845" fmla="*/ 4159044 w 7869956"/>
              <a:gd name="connsiteY2845" fmla="*/ 2655958 h 3717758"/>
              <a:gd name="connsiteX2846" fmla="*/ 4163353 w 7869956"/>
              <a:gd name="connsiteY2846" fmla="*/ 2661498 h 3717758"/>
              <a:gd name="connsiteX2847" fmla="*/ 4176798 w 7869956"/>
              <a:gd name="connsiteY2847" fmla="*/ 2665183 h 3717758"/>
              <a:gd name="connsiteX2848" fmla="*/ 4181174 w 7869956"/>
              <a:gd name="connsiteY2848" fmla="*/ 2683921 h 3717758"/>
              <a:gd name="connsiteX2849" fmla="*/ 4197546 w 7869956"/>
              <a:gd name="connsiteY2849" fmla="*/ 2685172 h 3717758"/>
              <a:gd name="connsiteX2850" fmla="*/ 4202864 w 7869956"/>
              <a:gd name="connsiteY2850" fmla="*/ 2672449 h 3717758"/>
              <a:gd name="connsiteX2851" fmla="*/ 4193200 w 7869956"/>
              <a:gd name="connsiteY2851" fmla="*/ 2666481 h 3717758"/>
              <a:gd name="connsiteX2852" fmla="*/ 4203343 w 7869956"/>
              <a:gd name="connsiteY2852" fmla="*/ 2656727 h 3717758"/>
              <a:gd name="connsiteX2853" fmla="*/ 4192103 w 7869956"/>
              <a:gd name="connsiteY2853" fmla="*/ 2647960 h 3717758"/>
              <a:gd name="connsiteX2854" fmla="*/ 4213979 w 7869956"/>
              <a:gd name="connsiteY2854" fmla="*/ 2631295 h 3717758"/>
              <a:gd name="connsiteX2855" fmla="*/ 4215232 w 7869956"/>
              <a:gd name="connsiteY2855" fmla="*/ 2644529 h 3717758"/>
              <a:gd name="connsiteX2856" fmla="*/ 4238498 w 7869956"/>
              <a:gd name="connsiteY2856" fmla="*/ 2635825 h 3717758"/>
              <a:gd name="connsiteX2857" fmla="*/ 4266603 w 7869956"/>
              <a:gd name="connsiteY2857" fmla="*/ 2630136 h 3717758"/>
              <a:gd name="connsiteX2858" fmla="*/ 4274858 w 7869956"/>
              <a:gd name="connsiteY2858" fmla="*/ 2628172 h 3717758"/>
              <a:gd name="connsiteX2859" fmla="*/ 4280949 w 7869956"/>
              <a:gd name="connsiteY2859" fmla="*/ 2644359 h 3717758"/>
              <a:gd name="connsiteX2860" fmla="*/ 4307509 w 7869956"/>
              <a:gd name="connsiteY2860" fmla="*/ 2635950 h 3717758"/>
              <a:gd name="connsiteX2861" fmla="*/ 4310307 w 7869956"/>
              <a:gd name="connsiteY2861" fmla="*/ 2651903 h 3717758"/>
              <a:gd name="connsiteX2862" fmla="*/ 4318748 w 7869956"/>
              <a:gd name="connsiteY2862" fmla="*/ 2644638 h 3717758"/>
              <a:gd name="connsiteX2863" fmla="*/ 4319985 w 7869956"/>
              <a:gd name="connsiteY2863" fmla="*/ 2657902 h 3717758"/>
              <a:gd name="connsiteX2864" fmla="*/ 4329818 w 7869956"/>
              <a:gd name="connsiteY2864" fmla="*/ 2658643 h 3717758"/>
              <a:gd name="connsiteX2865" fmla="*/ 4330297 w 7869956"/>
              <a:gd name="connsiteY2865" fmla="*/ 2642952 h 3717758"/>
              <a:gd name="connsiteX2866" fmla="*/ 4363256 w 7869956"/>
              <a:gd name="connsiteY2866" fmla="*/ 2640231 h 3717758"/>
              <a:gd name="connsiteX2867" fmla="*/ 4361201 w 7869956"/>
              <a:gd name="connsiteY2867" fmla="*/ 2653218 h 3717758"/>
              <a:gd name="connsiteX2868" fmla="*/ 4375886 w 7869956"/>
              <a:gd name="connsiteY2868" fmla="*/ 2656990 h 3717758"/>
              <a:gd name="connsiteX2869" fmla="*/ 4408646 w 7869956"/>
              <a:gd name="connsiteY2869" fmla="*/ 2659494 h 3717758"/>
              <a:gd name="connsiteX2870" fmla="*/ 4425219 w 7869956"/>
              <a:gd name="connsiteY2870" fmla="*/ 2655537 h 3717758"/>
              <a:gd name="connsiteX2871" fmla="*/ 4433984 w 7869956"/>
              <a:gd name="connsiteY2871" fmla="*/ 2637850 h 3717758"/>
              <a:gd name="connsiteX2872" fmla="*/ 4443508 w 7869956"/>
              <a:gd name="connsiteY2872" fmla="*/ 2649104 h 3717758"/>
              <a:gd name="connsiteX2873" fmla="*/ 4430057 w 7869956"/>
              <a:gd name="connsiteY2873" fmla="*/ 2658551 h 3717758"/>
              <a:gd name="connsiteX2874" fmla="*/ 4425821 w 7869956"/>
              <a:gd name="connsiteY2874" fmla="*/ 2689749 h 3717758"/>
              <a:gd name="connsiteX2875" fmla="*/ 4442503 w 7869956"/>
              <a:gd name="connsiteY2875" fmla="*/ 2680488 h 3717758"/>
              <a:gd name="connsiteX2876" fmla="*/ 4472200 w 7869956"/>
              <a:gd name="connsiteY2876" fmla="*/ 2677581 h 3717758"/>
              <a:gd name="connsiteX2877" fmla="*/ 4476699 w 7869956"/>
              <a:gd name="connsiteY2877" fmla="*/ 2691031 h 3717758"/>
              <a:gd name="connsiteX2878" fmla="*/ 4478585 w 7869956"/>
              <a:gd name="connsiteY2878" fmla="*/ 2683286 h 3717758"/>
              <a:gd name="connsiteX2879" fmla="*/ 4537440 w 7869956"/>
              <a:gd name="connsiteY2879" fmla="*/ 2693133 h 3717758"/>
              <a:gd name="connsiteX2880" fmla="*/ 4524979 w 7869956"/>
              <a:gd name="connsiteY2880" fmla="*/ 2671151 h 3717758"/>
              <a:gd name="connsiteX2881" fmla="*/ 4514977 w 7869956"/>
              <a:gd name="connsiteY2881" fmla="*/ 2675619 h 3717758"/>
              <a:gd name="connsiteX2882" fmla="*/ 4518069 w 7869956"/>
              <a:gd name="connsiteY2882" fmla="*/ 2681106 h 3717758"/>
              <a:gd name="connsiteX2883" fmla="*/ 4480440 w 7869956"/>
              <a:gd name="connsiteY2883" fmla="*/ 2675572 h 3717758"/>
              <a:gd name="connsiteX2884" fmla="*/ 4484212 w 7869956"/>
              <a:gd name="connsiteY2884" fmla="*/ 2660112 h 3717758"/>
              <a:gd name="connsiteX2885" fmla="*/ 4497151 w 7869956"/>
              <a:gd name="connsiteY2885" fmla="*/ 2666389 h 3717758"/>
              <a:gd name="connsiteX2886" fmla="*/ 4528691 w 7869956"/>
              <a:gd name="connsiteY2886" fmla="*/ 2655691 h 3717758"/>
              <a:gd name="connsiteX2887" fmla="*/ 4526665 w 7869956"/>
              <a:gd name="connsiteY2887" fmla="*/ 2668677 h 3717758"/>
              <a:gd name="connsiteX2888" fmla="*/ 4539928 w 7869956"/>
              <a:gd name="connsiteY2888" fmla="*/ 2664457 h 3717758"/>
              <a:gd name="connsiteX2889" fmla="*/ 4535275 w 7869956"/>
              <a:gd name="connsiteY2889" fmla="*/ 2656217 h 3717758"/>
              <a:gd name="connsiteX2890" fmla="*/ 4583014 w 7869956"/>
              <a:gd name="connsiteY2890" fmla="*/ 2652028 h 3717758"/>
              <a:gd name="connsiteX2891" fmla="*/ 4589091 w 7869956"/>
              <a:gd name="connsiteY2891" fmla="*/ 2668260 h 3717758"/>
              <a:gd name="connsiteX2892" fmla="*/ 4595969 w 7869956"/>
              <a:gd name="connsiteY2892" fmla="*/ 2658288 h 3717758"/>
              <a:gd name="connsiteX2893" fmla="*/ 4597206 w 7869956"/>
              <a:gd name="connsiteY2893" fmla="*/ 2671491 h 3717758"/>
              <a:gd name="connsiteX2894" fmla="*/ 4607209 w 7869956"/>
              <a:gd name="connsiteY2894" fmla="*/ 2667038 h 3717758"/>
              <a:gd name="connsiteX2895" fmla="*/ 4604240 w 7869956"/>
              <a:gd name="connsiteY2895" fmla="*/ 2656340 h 3717758"/>
              <a:gd name="connsiteX2896" fmla="*/ 4618942 w 7869956"/>
              <a:gd name="connsiteY2896" fmla="*/ 2660067 h 3717758"/>
              <a:gd name="connsiteX2897" fmla="*/ 4616902 w 7869956"/>
              <a:gd name="connsiteY2897" fmla="*/ 2673022 h 3717758"/>
              <a:gd name="connsiteX2898" fmla="*/ 4627028 w 7869956"/>
              <a:gd name="connsiteY2898" fmla="*/ 2663358 h 3717758"/>
              <a:gd name="connsiteX2899" fmla="*/ 4625791 w 7869956"/>
              <a:gd name="connsiteY2899" fmla="*/ 2650111 h 3717758"/>
              <a:gd name="connsiteX2900" fmla="*/ 4653571 w 7869956"/>
              <a:gd name="connsiteY2900" fmla="*/ 2654888 h 3717758"/>
              <a:gd name="connsiteX2901" fmla="*/ 4649830 w 7869956"/>
              <a:gd name="connsiteY2901" fmla="*/ 2670347 h 3717758"/>
              <a:gd name="connsiteX2902" fmla="*/ 4726464 w 7869956"/>
              <a:gd name="connsiteY2902" fmla="*/ 2689408 h 3717758"/>
              <a:gd name="connsiteX2903" fmla="*/ 4728504 w 7869956"/>
              <a:gd name="connsiteY2903" fmla="*/ 2676469 h 3717758"/>
              <a:gd name="connsiteX2904" fmla="*/ 4733003 w 7869956"/>
              <a:gd name="connsiteY2904" fmla="*/ 2689903 h 3717758"/>
              <a:gd name="connsiteX2905" fmla="*/ 4738336 w 7869956"/>
              <a:gd name="connsiteY2905" fmla="*/ 2677242 h 3717758"/>
              <a:gd name="connsiteX2906" fmla="*/ 4744443 w 7869956"/>
              <a:gd name="connsiteY2906" fmla="*/ 2693443 h 3717758"/>
              <a:gd name="connsiteX2907" fmla="*/ 4765993 w 7869956"/>
              <a:gd name="connsiteY2907" fmla="*/ 2687275 h 3717758"/>
              <a:gd name="connsiteX2908" fmla="*/ 4764742 w 7869956"/>
              <a:gd name="connsiteY2908" fmla="*/ 2674041 h 3717758"/>
              <a:gd name="connsiteX2909" fmla="*/ 4771467 w 7869956"/>
              <a:gd name="connsiteY2909" fmla="*/ 2669312 h 3717758"/>
              <a:gd name="connsiteX2910" fmla="*/ 4799232 w 7869956"/>
              <a:gd name="connsiteY2910" fmla="*/ 2674088 h 3717758"/>
              <a:gd name="connsiteX2911" fmla="*/ 4782519 w 7869956"/>
              <a:gd name="connsiteY2911" fmla="*/ 2683317 h 3717758"/>
              <a:gd name="connsiteX2912" fmla="*/ 4783943 w 7869956"/>
              <a:gd name="connsiteY2912" fmla="*/ 2691294 h 3717758"/>
              <a:gd name="connsiteX2913" fmla="*/ 4819980 w 7869956"/>
              <a:gd name="connsiteY2913" fmla="*/ 2694062 h 3717758"/>
              <a:gd name="connsiteX2914" fmla="*/ 4798922 w 7869956"/>
              <a:gd name="connsiteY2914" fmla="*/ 2684570 h 3717758"/>
              <a:gd name="connsiteX2915" fmla="*/ 4800979 w 7869956"/>
              <a:gd name="connsiteY2915" fmla="*/ 2671630 h 3717758"/>
              <a:gd name="connsiteX2916" fmla="*/ 4817336 w 7869956"/>
              <a:gd name="connsiteY2916" fmla="*/ 2672866 h 3717758"/>
              <a:gd name="connsiteX2917" fmla="*/ 4833274 w 7869956"/>
              <a:gd name="connsiteY2917" fmla="*/ 2689887 h 3717758"/>
              <a:gd name="connsiteX2918" fmla="*/ 4827338 w 7869956"/>
              <a:gd name="connsiteY2918" fmla="*/ 2668414 h 3717758"/>
              <a:gd name="connsiteX2919" fmla="*/ 4841685 w 7869956"/>
              <a:gd name="connsiteY2919" fmla="*/ 2682622 h 3717758"/>
              <a:gd name="connsiteX2920" fmla="*/ 4854794 w 7869956"/>
              <a:gd name="connsiteY2920" fmla="*/ 2683658 h 3717758"/>
              <a:gd name="connsiteX2921" fmla="*/ 4892762 w 7869956"/>
              <a:gd name="connsiteY2921" fmla="*/ 2678711 h 3717758"/>
              <a:gd name="connsiteX2922" fmla="*/ 4904774 w 7869956"/>
              <a:gd name="connsiteY2922" fmla="*/ 2661242 h 3717758"/>
              <a:gd name="connsiteX2923" fmla="*/ 4913941 w 7869956"/>
              <a:gd name="connsiteY2923" fmla="*/ 2682978 h 3717758"/>
              <a:gd name="connsiteX2924" fmla="*/ 4950999 w 7869956"/>
              <a:gd name="connsiteY2924" fmla="*/ 2654362 h 3717758"/>
              <a:gd name="connsiteX2925" fmla="*/ 4965809 w 7869956"/>
              <a:gd name="connsiteY2925" fmla="*/ 2652862 h 3717758"/>
              <a:gd name="connsiteX2926" fmla="*/ 5006869 w 7869956"/>
              <a:gd name="connsiteY2926" fmla="*/ 2653403 h 3717758"/>
              <a:gd name="connsiteX2927" fmla="*/ 4994843 w 7869956"/>
              <a:gd name="connsiteY2927" fmla="*/ 2670873 h 3717758"/>
              <a:gd name="connsiteX2928" fmla="*/ 5009174 w 7869956"/>
              <a:gd name="connsiteY2928" fmla="*/ 2685127 h 3717758"/>
              <a:gd name="connsiteX2929" fmla="*/ 5015898 w 7869956"/>
              <a:gd name="connsiteY2929" fmla="*/ 2680365 h 3717758"/>
              <a:gd name="connsiteX2930" fmla="*/ 5019809 w 7869956"/>
              <a:gd name="connsiteY2930" fmla="*/ 2659664 h 3717758"/>
              <a:gd name="connsiteX2931" fmla="*/ 5019192 w 7869956"/>
              <a:gd name="connsiteY2931" fmla="*/ 2680628 h 3717758"/>
              <a:gd name="connsiteX2932" fmla="*/ 5031528 w 7869956"/>
              <a:gd name="connsiteY2932" fmla="*/ 2707898 h 3717758"/>
              <a:gd name="connsiteX2933" fmla="*/ 5040757 w 7869956"/>
              <a:gd name="connsiteY2933" fmla="*/ 2674444 h 3717758"/>
              <a:gd name="connsiteX2934" fmla="*/ 5059787 w 7869956"/>
              <a:gd name="connsiteY2934" fmla="*/ 2696921 h 3717758"/>
              <a:gd name="connsiteX2935" fmla="*/ 5049322 w 7869956"/>
              <a:gd name="connsiteY2935" fmla="*/ 2661953 h 3717758"/>
              <a:gd name="connsiteX2936" fmla="*/ 5078525 w 7869956"/>
              <a:gd name="connsiteY2936" fmla="*/ 2674721 h 3717758"/>
              <a:gd name="connsiteX2937" fmla="*/ 5048255 w 7869956"/>
              <a:gd name="connsiteY2937" fmla="*/ 2643508 h 3717758"/>
              <a:gd name="connsiteX2938" fmla="*/ 5071041 w 7869956"/>
              <a:gd name="connsiteY2938" fmla="*/ 2650528 h 3717758"/>
              <a:gd name="connsiteX2939" fmla="*/ 5066049 w 7869956"/>
              <a:gd name="connsiteY2939" fmla="*/ 2652722 h 3717758"/>
              <a:gd name="connsiteX2940" fmla="*/ 5086811 w 7869956"/>
              <a:gd name="connsiteY2940" fmla="*/ 2672759 h 3717758"/>
              <a:gd name="connsiteX2941" fmla="*/ 5086162 w 7869956"/>
              <a:gd name="connsiteY2941" fmla="*/ 2693690 h 3717758"/>
              <a:gd name="connsiteX2942" fmla="*/ 5097726 w 7869956"/>
              <a:gd name="connsiteY2942" fmla="*/ 2691974 h 3717758"/>
              <a:gd name="connsiteX2943" fmla="*/ 5094741 w 7869956"/>
              <a:gd name="connsiteY2943" fmla="*/ 2681246 h 3717758"/>
              <a:gd name="connsiteX2944" fmla="*/ 5113030 w 7869956"/>
              <a:gd name="connsiteY2944" fmla="*/ 2674814 h 3717758"/>
              <a:gd name="connsiteX2945" fmla="*/ 5134410 w 7869956"/>
              <a:gd name="connsiteY2945" fmla="*/ 2673840 h 3717758"/>
              <a:gd name="connsiteX2946" fmla="*/ 5140641 w 7869956"/>
              <a:gd name="connsiteY2946" fmla="*/ 2684771 h 3717758"/>
              <a:gd name="connsiteX2947" fmla="*/ 5154075 w 7869956"/>
              <a:gd name="connsiteY2947" fmla="*/ 2675325 h 3717758"/>
              <a:gd name="connsiteX2948" fmla="*/ 5163289 w 7869956"/>
              <a:gd name="connsiteY2948" fmla="*/ 2697061 h 3717758"/>
              <a:gd name="connsiteX2949" fmla="*/ 5188273 w 7869956"/>
              <a:gd name="connsiteY2949" fmla="*/ 2685899 h 3717758"/>
              <a:gd name="connsiteX2950" fmla="*/ 5174669 w 7869956"/>
              <a:gd name="connsiteY2950" fmla="*/ 2700586 h 3717758"/>
              <a:gd name="connsiteX2951" fmla="*/ 5185923 w 7869956"/>
              <a:gd name="connsiteY2951" fmla="*/ 2709320 h 3717758"/>
              <a:gd name="connsiteX2952" fmla="*/ 5206360 w 7869956"/>
              <a:gd name="connsiteY2952" fmla="*/ 2684601 h 3717758"/>
              <a:gd name="connsiteX2953" fmla="*/ 5255552 w 7869956"/>
              <a:gd name="connsiteY2953" fmla="*/ 2688435 h 3717758"/>
              <a:gd name="connsiteX2954" fmla="*/ 5262415 w 7869956"/>
              <a:gd name="connsiteY2954" fmla="*/ 2678448 h 3717758"/>
              <a:gd name="connsiteX2955" fmla="*/ 5271629 w 7869956"/>
              <a:gd name="connsiteY2955" fmla="*/ 2700215 h 3717758"/>
              <a:gd name="connsiteX2956" fmla="*/ 5273825 w 7869956"/>
              <a:gd name="connsiteY2956" fmla="*/ 2681988 h 3717758"/>
              <a:gd name="connsiteX2957" fmla="*/ 5300354 w 7869956"/>
              <a:gd name="connsiteY2957" fmla="*/ 2673531 h 3717758"/>
              <a:gd name="connsiteX2958" fmla="*/ 5299875 w 7869956"/>
              <a:gd name="connsiteY2958" fmla="*/ 2689285 h 3717758"/>
              <a:gd name="connsiteX2959" fmla="*/ 5324857 w 7869956"/>
              <a:gd name="connsiteY2959" fmla="*/ 2678107 h 3717758"/>
              <a:gd name="connsiteX2960" fmla="*/ 5346269 w 7869956"/>
              <a:gd name="connsiteY2960" fmla="*/ 2677133 h 3717758"/>
              <a:gd name="connsiteX2961" fmla="*/ 5353890 w 7869956"/>
              <a:gd name="connsiteY2961" fmla="*/ 2696087 h 3717758"/>
              <a:gd name="connsiteX2962" fmla="*/ 5370447 w 7869956"/>
              <a:gd name="connsiteY2962" fmla="*/ 2692114 h 3717758"/>
              <a:gd name="connsiteX2963" fmla="*/ 5374359 w 7869956"/>
              <a:gd name="connsiteY2963" fmla="*/ 2671397 h 3717758"/>
              <a:gd name="connsiteX2964" fmla="*/ 5374977 w 7869956"/>
              <a:gd name="connsiteY2964" fmla="*/ 2705610 h 3717758"/>
              <a:gd name="connsiteX2965" fmla="*/ 5383249 w 7869956"/>
              <a:gd name="connsiteY2965" fmla="*/ 2703631 h 3717758"/>
              <a:gd name="connsiteX2966" fmla="*/ 5385443 w 7869956"/>
              <a:gd name="connsiteY2966" fmla="*/ 2685404 h 3717758"/>
              <a:gd name="connsiteX2967" fmla="*/ 5391519 w 7869956"/>
              <a:gd name="connsiteY2967" fmla="*/ 2701622 h 3717758"/>
              <a:gd name="connsiteX2968" fmla="*/ 5392308 w 7869956"/>
              <a:gd name="connsiteY2968" fmla="*/ 2675432 h 3717758"/>
              <a:gd name="connsiteX2969" fmla="*/ 5400578 w 7869956"/>
              <a:gd name="connsiteY2969" fmla="*/ 2673454 h 3717758"/>
              <a:gd name="connsiteX2970" fmla="*/ 5405247 w 7869956"/>
              <a:gd name="connsiteY2970" fmla="*/ 2681694 h 3717758"/>
              <a:gd name="connsiteX2971" fmla="*/ 5400099 w 7869956"/>
              <a:gd name="connsiteY2971" fmla="*/ 2689176 h 3717758"/>
              <a:gd name="connsiteX2972" fmla="*/ 5416487 w 7869956"/>
              <a:gd name="connsiteY2972" fmla="*/ 2690444 h 3717758"/>
              <a:gd name="connsiteX2973" fmla="*/ 5405247 w 7869956"/>
              <a:gd name="connsiteY2973" fmla="*/ 2681694 h 3717758"/>
              <a:gd name="connsiteX2974" fmla="*/ 5423984 w 7869956"/>
              <a:gd name="connsiteY2974" fmla="*/ 2659494 h 3717758"/>
              <a:gd name="connsiteX2975" fmla="*/ 5429921 w 7869956"/>
              <a:gd name="connsiteY2975" fmla="*/ 2680967 h 3717758"/>
              <a:gd name="connsiteX2976" fmla="*/ 5424448 w 7869956"/>
              <a:gd name="connsiteY2976" fmla="*/ 2698931 h 3717758"/>
              <a:gd name="connsiteX2977" fmla="*/ 5445999 w 7869956"/>
              <a:gd name="connsiteY2977" fmla="*/ 2692716 h 3717758"/>
              <a:gd name="connsiteX2978" fmla="*/ 5433198 w 7869956"/>
              <a:gd name="connsiteY2978" fmla="*/ 2681199 h 3717758"/>
              <a:gd name="connsiteX2979" fmla="*/ 5463328 w 7869956"/>
              <a:gd name="connsiteY2979" fmla="*/ 2662555 h 3717758"/>
              <a:gd name="connsiteX2980" fmla="*/ 5480969 w 7869956"/>
              <a:gd name="connsiteY2980" fmla="*/ 2677057 h 3717758"/>
              <a:gd name="connsiteX2981" fmla="*/ 5501144 w 7869956"/>
              <a:gd name="connsiteY2981" fmla="*/ 2662880 h 3717758"/>
              <a:gd name="connsiteX2982" fmla="*/ 5518937 w 7869956"/>
              <a:gd name="connsiteY2982" fmla="*/ 2672141 h 3717758"/>
              <a:gd name="connsiteX2983" fmla="*/ 5503942 w 7869956"/>
              <a:gd name="connsiteY2983" fmla="*/ 2678879 h 3717758"/>
              <a:gd name="connsiteX2984" fmla="*/ 5496768 w 7869956"/>
              <a:gd name="connsiteY2984" fmla="*/ 2699319 h 3717758"/>
              <a:gd name="connsiteX2985" fmla="*/ 5509707 w 7869956"/>
              <a:gd name="connsiteY2985" fmla="*/ 2705548 h 3717758"/>
              <a:gd name="connsiteX2986" fmla="*/ 5540318 w 7869956"/>
              <a:gd name="connsiteY2986" fmla="*/ 2671167 h 3717758"/>
              <a:gd name="connsiteX2987" fmla="*/ 5537937 w 7869956"/>
              <a:gd name="connsiteY2987" fmla="*/ 2694618 h 3717758"/>
              <a:gd name="connsiteX2988" fmla="*/ 5526095 w 7869956"/>
              <a:gd name="connsiteY2988" fmla="*/ 2706862 h 3717758"/>
              <a:gd name="connsiteX2989" fmla="*/ 5553877 w 7869956"/>
              <a:gd name="connsiteY2989" fmla="*/ 2711670 h 3717758"/>
              <a:gd name="connsiteX2990" fmla="*/ 5576972 w 7869956"/>
              <a:gd name="connsiteY2990" fmla="*/ 2708145 h 3717758"/>
              <a:gd name="connsiteX2991" fmla="*/ 5602265 w 7869956"/>
              <a:gd name="connsiteY2991" fmla="*/ 2686456 h 3717758"/>
              <a:gd name="connsiteX2992" fmla="*/ 5593375 w 7869956"/>
              <a:gd name="connsiteY2992" fmla="*/ 2709412 h 3717758"/>
              <a:gd name="connsiteX2993" fmla="*/ 5636631 w 7869956"/>
              <a:gd name="connsiteY2993" fmla="*/ 2691789 h 3717758"/>
              <a:gd name="connsiteX2994" fmla="*/ 5628531 w 7869956"/>
              <a:gd name="connsiteY2994" fmla="*/ 2688496 h 3717758"/>
              <a:gd name="connsiteX2995" fmla="*/ 5637110 w 7869956"/>
              <a:gd name="connsiteY2995" fmla="*/ 2676005 h 3717758"/>
              <a:gd name="connsiteX2996" fmla="*/ 5654765 w 7869956"/>
              <a:gd name="connsiteY2996" fmla="*/ 2690536 h 3717758"/>
              <a:gd name="connsiteX2997" fmla="*/ 5675064 w 7869956"/>
              <a:gd name="connsiteY2997" fmla="*/ 2671120 h 3717758"/>
              <a:gd name="connsiteX2998" fmla="*/ 5686133 w 7869956"/>
              <a:gd name="connsiteY2998" fmla="*/ 2685096 h 3717758"/>
              <a:gd name="connsiteX2999" fmla="*/ 5683799 w 7869956"/>
              <a:gd name="connsiteY2999" fmla="*/ 2653357 h 3717758"/>
              <a:gd name="connsiteX3000" fmla="*/ 5715784 w 7869956"/>
              <a:gd name="connsiteY3000" fmla="*/ 2682173 h 3717758"/>
              <a:gd name="connsiteX3001" fmla="*/ 5714531 w 7869956"/>
              <a:gd name="connsiteY3001" fmla="*/ 2668909 h 3717758"/>
              <a:gd name="connsiteX3002" fmla="*/ 5720606 w 7869956"/>
              <a:gd name="connsiteY3002" fmla="*/ 2685141 h 3717758"/>
              <a:gd name="connsiteX3003" fmla="*/ 5740442 w 7869956"/>
              <a:gd name="connsiteY3003" fmla="*/ 2681416 h 3717758"/>
              <a:gd name="connsiteX3004" fmla="*/ 5742638 w 7869956"/>
              <a:gd name="connsiteY3004" fmla="*/ 2663204 h 3717758"/>
              <a:gd name="connsiteX3005" fmla="*/ 5748760 w 7869956"/>
              <a:gd name="connsiteY3005" fmla="*/ 2679452 h 3717758"/>
              <a:gd name="connsiteX3006" fmla="*/ 5771840 w 7869956"/>
              <a:gd name="connsiteY3006" fmla="*/ 2675958 h 3717758"/>
              <a:gd name="connsiteX3007" fmla="*/ 5775737 w 7869956"/>
              <a:gd name="connsiteY3007" fmla="*/ 2655258 h 3717758"/>
              <a:gd name="connsiteX3008" fmla="*/ 5790593 w 7869956"/>
              <a:gd name="connsiteY3008" fmla="*/ 2653820 h 3717758"/>
              <a:gd name="connsiteX3009" fmla="*/ 5786837 w 7869956"/>
              <a:gd name="connsiteY3009" fmla="*/ 2669279 h 3717758"/>
              <a:gd name="connsiteX3010" fmla="*/ 5867551 w 7869956"/>
              <a:gd name="connsiteY3010" fmla="*/ 2662384 h 3717758"/>
              <a:gd name="connsiteX3011" fmla="*/ 5867859 w 7869956"/>
              <a:gd name="connsiteY3011" fmla="*/ 2651872 h 3717758"/>
              <a:gd name="connsiteX3012" fmla="*/ 5879253 w 7869956"/>
              <a:gd name="connsiteY3012" fmla="*/ 2655413 h 3717758"/>
              <a:gd name="connsiteX3013" fmla="*/ 5880506 w 7869956"/>
              <a:gd name="connsiteY3013" fmla="*/ 2668630 h 3717758"/>
              <a:gd name="connsiteX3014" fmla="*/ 5903787 w 7869956"/>
              <a:gd name="connsiteY3014" fmla="*/ 2659927 h 3717758"/>
              <a:gd name="connsiteX3015" fmla="*/ 5908286 w 7869956"/>
              <a:gd name="connsiteY3015" fmla="*/ 2673408 h 3717758"/>
              <a:gd name="connsiteX3016" fmla="*/ 5938108 w 7869956"/>
              <a:gd name="connsiteY3016" fmla="*/ 2665246 h 3717758"/>
              <a:gd name="connsiteX3017" fmla="*/ 5936732 w 7869956"/>
              <a:gd name="connsiteY3017" fmla="*/ 2657269 h 3717758"/>
              <a:gd name="connsiteX3018" fmla="*/ 5922030 w 7869956"/>
              <a:gd name="connsiteY3018" fmla="*/ 2653464 h 3717758"/>
              <a:gd name="connsiteX3019" fmla="*/ 5940814 w 7869956"/>
              <a:gd name="connsiteY3019" fmla="*/ 2631264 h 3717758"/>
              <a:gd name="connsiteX3020" fmla="*/ 5936886 w 7869956"/>
              <a:gd name="connsiteY3020" fmla="*/ 2651997 h 3717758"/>
              <a:gd name="connsiteX3021" fmla="*/ 6019951 w 7869956"/>
              <a:gd name="connsiteY3021" fmla="*/ 2621602 h 3717758"/>
              <a:gd name="connsiteX3022" fmla="*/ 6031655 w 7869956"/>
              <a:gd name="connsiteY3022" fmla="*/ 2614631 h 3717758"/>
              <a:gd name="connsiteX3023" fmla="*/ 6014324 w 7869956"/>
              <a:gd name="connsiteY3023" fmla="*/ 2644854 h 3717758"/>
              <a:gd name="connsiteX3024" fmla="*/ 6064150 w 7869956"/>
              <a:gd name="connsiteY3024" fmla="*/ 2627740 h 3717758"/>
              <a:gd name="connsiteX3025" fmla="*/ 6062418 w 7869956"/>
              <a:gd name="connsiteY3025" fmla="*/ 2630214 h 3717758"/>
              <a:gd name="connsiteX3026" fmla="*/ 6046804 w 7869956"/>
              <a:gd name="connsiteY3026" fmla="*/ 2657885 h 3717758"/>
              <a:gd name="connsiteX3027" fmla="*/ 6077074 w 7869956"/>
              <a:gd name="connsiteY3027" fmla="*/ 2633939 h 3717758"/>
              <a:gd name="connsiteX3028" fmla="*/ 6080057 w 7869956"/>
              <a:gd name="connsiteY3028" fmla="*/ 2644714 h 3717758"/>
              <a:gd name="connsiteX3029" fmla="*/ 6147523 w 7869956"/>
              <a:gd name="connsiteY3029" fmla="*/ 2586896 h 3717758"/>
              <a:gd name="connsiteX3030" fmla="*/ 6148435 w 7869956"/>
              <a:gd name="connsiteY3030" fmla="*/ 2610611 h 3717758"/>
              <a:gd name="connsiteX3031" fmla="*/ 6143782 w 7869956"/>
              <a:gd name="connsiteY3031" fmla="*/ 2602401 h 3717758"/>
              <a:gd name="connsiteX3032" fmla="*/ 6140196 w 7869956"/>
              <a:gd name="connsiteY3032" fmla="*/ 2612589 h 3717758"/>
              <a:gd name="connsiteX3033" fmla="*/ 6156583 w 7869956"/>
              <a:gd name="connsiteY3033" fmla="*/ 2613857 h 3717758"/>
              <a:gd name="connsiteX3034" fmla="*/ 6158608 w 7869956"/>
              <a:gd name="connsiteY3034" fmla="*/ 2600902 h 3717758"/>
              <a:gd name="connsiteX3035" fmla="*/ 6171393 w 7869956"/>
              <a:gd name="connsiteY3035" fmla="*/ 2612388 h 3717758"/>
              <a:gd name="connsiteX3036" fmla="*/ 6174995 w 7869956"/>
              <a:gd name="connsiteY3036" fmla="*/ 2602202 h 3717758"/>
              <a:gd name="connsiteX3037" fmla="*/ 6165455 w 7869956"/>
              <a:gd name="connsiteY3037" fmla="*/ 2590931 h 3717758"/>
              <a:gd name="connsiteX3038" fmla="*/ 6150645 w 7869956"/>
              <a:gd name="connsiteY3038" fmla="*/ 2592415 h 3717758"/>
              <a:gd name="connsiteX3039" fmla="*/ 6146117 w 7869956"/>
              <a:gd name="connsiteY3039" fmla="*/ 2578919 h 3717758"/>
              <a:gd name="connsiteX3040" fmla="*/ 6155640 w 7869956"/>
              <a:gd name="connsiteY3040" fmla="*/ 2590173 h 3717758"/>
              <a:gd name="connsiteX3041" fmla="*/ 6189063 w 7869956"/>
              <a:gd name="connsiteY3041" fmla="*/ 2571731 h 3717758"/>
              <a:gd name="connsiteX3042" fmla="*/ 6179510 w 7869956"/>
              <a:gd name="connsiteY3042" fmla="*/ 2615697 h 3717758"/>
              <a:gd name="connsiteX3043" fmla="*/ 6207908 w 7869956"/>
              <a:gd name="connsiteY3043" fmla="*/ 2599465 h 3717758"/>
              <a:gd name="connsiteX3044" fmla="*/ 6227433 w 7869956"/>
              <a:gd name="connsiteY3044" fmla="*/ 2606282 h 3717758"/>
              <a:gd name="connsiteX3045" fmla="*/ 6247562 w 7869956"/>
              <a:gd name="connsiteY3045" fmla="*/ 2592059 h 3717758"/>
              <a:gd name="connsiteX3046" fmla="*/ 6240543 w 7869956"/>
              <a:gd name="connsiteY3046" fmla="*/ 2607256 h 3717758"/>
              <a:gd name="connsiteX3047" fmla="*/ 6253993 w 7869956"/>
              <a:gd name="connsiteY3047" fmla="*/ 2597795 h 3717758"/>
              <a:gd name="connsiteX3048" fmla="*/ 6252741 w 7869956"/>
              <a:gd name="connsiteY3048" fmla="*/ 2584560 h 3717758"/>
              <a:gd name="connsiteX3049" fmla="*/ 6277863 w 7869956"/>
              <a:gd name="connsiteY3049" fmla="*/ 2568158 h 3717758"/>
              <a:gd name="connsiteX3050" fmla="*/ 6312043 w 7869956"/>
              <a:gd name="connsiteY3050" fmla="*/ 2578670 h 3717758"/>
              <a:gd name="connsiteX3051" fmla="*/ 6325649 w 7869956"/>
              <a:gd name="connsiteY3051" fmla="*/ 2563985 h 3717758"/>
              <a:gd name="connsiteX3052" fmla="*/ 6314392 w 7869956"/>
              <a:gd name="connsiteY3052" fmla="*/ 2610394 h 3717758"/>
              <a:gd name="connsiteX3053" fmla="*/ 6369678 w 7869956"/>
              <a:gd name="connsiteY3053" fmla="*/ 2575270 h 3717758"/>
              <a:gd name="connsiteX3054" fmla="*/ 6423074 w 7869956"/>
              <a:gd name="connsiteY3054" fmla="*/ 2547891 h 3717758"/>
              <a:gd name="connsiteX3055" fmla="*/ 6363601 w 7869956"/>
              <a:gd name="connsiteY3055" fmla="*/ 2559038 h 3717758"/>
              <a:gd name="connsiteX3056" fmla="*/ 6356552 w 7869956"/>
              <a:gd name="connsiteY3056" fmla="*/ 2574249 h 3717758"/>
              <a:gd name="connsiteX3057" fmla="*/ 6355299 w 7869956"/>
              <a:gd name="connsiteY3057" fmla="*/ 2561048 h 3717758"/>
              <a:gd name="connsiteX3058" fmla="*/ 6324704 w 7869956"/>
              <a:gd name="connsiteY3058" fmla="*/ 2595461 h 3717758"/>
              <a:gd name="connsiteX3059" fmla="*/ 6362518 w 7869956"/>
              <a:gd name="connsiteY3059" fmla="*/ 2540594 h 3717758"/>
              <a:gd name="connsiteX3060" fmla="*/ 6358592 w 7869956"/>
              <a:gd name="connsiteY3060" fmla="*/ 2561310 h 3717758"/>
              <a:gd name="connsiteX3061" fmla="*/ 6387796 w 7869956"/>
              <a:gd name="connsiteY3061" fmla="*/ 2518889 h 3717758"/>
              <a:gd name="connsiteX3062" fmla="*/ 6402357 w 7869956"/>
              <a:gd name="connsiteY3062" fmla="*/ 2526327 h 3717758"/>
              <a:gd name="connsiteX3063" fmla="*/ 6413011 w 7869956"/>
              <a:gd name="connsiteY3063" fmla="*/ 2530229 h 3717758"/>
              <a:gd name="connsiteX3064" fmla="*/ 6419213 w 7869956"/>
              <a:gd name="connsiteY3064" fmla="*/ 2528517 h 3717758"/>
              <a:gd name="connsiteX3065" fmla="*/ 6424654 w 7869956"/>
              <a:gd name="connsiteY3065" fmla="*/ 2520722 h 3717758"/>
              <a:gd name="connsiteX3066" fmla="*/ 6431226 w 7869956"/>
              <a:gd name="connsiteY3066" fmla="*/ 2514689 h 3717758"/>
              <a:gd name="connsiteX3067" fmla="*/ 6432875 w 7869956"/>
              <a:gd name="connsiteY3067" fmla="*/ 2512438 h 3717758"/>
              <a:gd name="connsiteX3068" fmla="*/ 6432926 w 7869956"/>
              <a:gd name="connsiteY3068" fmla="*/ 2510967 h 3717758"/>
              <a:gd name="connsiteX3069" fmla="*/ 6425103 w 7869956"/>
              <a:gd name="connsiteY3069" fmla="*/ 2497192 h 3717758"/>
              <a:gd name="connsiteX3070" fmla="*/ 6414618 w 7869956"/>
              <a:gd name="connsiteY3070" fmla="*/ 2501519 h 3717758"/>
              <a:gd name="connsiteX3071" fmla="*/ 6415025 w 7869956"/>
              <a:gd name="connsiteY3071" fmla="*/ 2512350 h 3717758"/>
              <a:gd name="connsiteX3072" fmla="*/ 6405790 w 7869956"/>
              <a:gd name="connsiteY3072" fmla="*/ 2517591 h 3717758"/>
              <a:gd name="connsiteX3073" fmla="*/ 6409309 w 7869956"/>
              <a:gd name="connsiteY3073" fmla="*/ 2508663 h 3717758"/>
              <a:gd name="connsiteX3074" fmla="*/ 6413233 w 7869956"/>
              <a:gd name="connsiteY3074" fmla="*/ 2502090 h 3717758"/>
              <a:gd name="connsiteX3075" fmla="*/ 6395175 w 7869956"/>
              <a:gd name="connsiteY3075" fmla="*/ 2509541 h 3717758"/>
              <a:gd name="connsiteX3076" fmla="*/ 6365153 w 7869956"/>
              <a:gd name="connsiteY3076" fmla="*/ 2524093 h 3717758"/>
              <a:gd name="connsiteX3077" fmla="*/ 6375447 w 7869956"/>
              <a:gd name="connsiteY3077" fmla="*/ 2509143 h 3717758"/>
              <a:gd name="connsiteX3078" fmla="*/ 6360912 w 7869956"/>
              <a:gd name="connsiteY3078" fmla="*/ 2513016 h 3717758"/>
              <a:gd name="connsiteX3079" fmla="*/ 6354571 w 7869956"/>
              <a:gd name="connsiteY3079" fmla="*/ 2526758 h 3717758"/>
              <a:gd name="connsiteX3080" fmla="*/ 6341632 w 7869956"/>
              <a:gd name="connsiteY3080" fmla="*/ 2520513 h 3717758"/>
              <a:gd name="connsiteX3081" fmla="*/ 6349031 w 7869956"/>
              <a:gd name="connsiteY3081" fmla="*/ 2514135 h 3717758"/>
              <a:gd name="connsiteX3082" fmla="*/ 6349089 w 7869956"/>
              <a:gd name="connsiteY3082" fmla="*/ 2512358 h 3717758"/>
              <a:gd name="connsiteX3083" fmla="*/ 6341505 w 7869956"/>
              <a:gd name="connsiteY3083" fmla="*/ 2518494 h 3717758"/>
              <a:gd name="connsiteX3084" fmla="*/ 6341445 w 7869956"/>
              <a:gd name="connsiteY3084" fmla="*/ 2518498 h 3717758"/>
              <a:gd name="connsiteX3085" fmla="*/ 6341632 w 7869956"/>
              <a:gd name="connsiteY3085" fmla="*/ 2520513 h 3717758"/>
              <a:gd name="connsiteX3086" fmla="*/ 6318195 w 7869956"/>
              <a:gd name="connsiteY3086" fmla="*/ 2534395 h 3717758"/>
              <a:gd name="connsiteX3087" fmla="*/ 6320258 w 7869956"/>
              <a:gd name="connsiteY3087" fmla="*/ 2531341 h 3717758"/>
              <a:gd name="connsiteX3088" fmla="*/ 6319237 w 7869956"/>
              <a:gd name="connsiteY3088" fmla="*/ 2520537 h 3717758"/>
              <a:gd name="connsiteX3089" fmla="*/ 6263056 w 7869956"/>
              <a:gd name="connsiteY3089" fmla="*/ 2531931 h 3717758"/>
              <a:gd name="connsiteX3090" fmla="*/ 6248231 w 7869956"/>
              <a:gd name="connsiteY3090" fmla="*/ 2533414 h 3717758"/>
              <a:gd name="connsiteX3091" fmla="*/ 6246257 w 7869956"/>
              <a:gd name="connsiteY3091" fmla="*/ 2527532 h 3717758"/>
              <a:gd name="connsiteX3092" fmla="*/ 6236039 w 7869956"/>
              <a:gd name="connsiteY3092" fmla="*/ 2535391 h 3717758"/>
              <a:gd name="connsiteX3093" fmla="*/ 6224542 w 7869956"/>
              <a:gd name="connsiteY3093" fmla="*/ 2535030 h 3717758"/>
              <a:gd name="connsiteX3094" fmla="*/ 6235720 w 7869956"/>
              <a:gd name="connsiteY3094" fmla="*/ 2526996 h 3717758"/>
              <a:gd name="connsiteX3095" fmla="*/ 6245888 w 7869956"/>
              <a:gd name="connsiteY3095" fmla="*/ 2526434 h 3717758"/>
              <a:gd name="connsiteX3096" fmla="*/ 6243702 w 7869956"/>
              <a:gd name="connsiteY3096" fmla="*/ 2519918 h 3717758"/>
              <a:gd name="connsiteX3097" fmla="*/ 6210757 w 7869956"/>
              <a:gd name="connsiteY3097" fmla="*/ 2522655 h 3717758"/>
              <a:gd name="connsiteX3098" fmla="*/ 6203878 w 7869956"/>
              <a:gd name="connsiteY3098" fmla="*/ 2532611 h 3717758"/>
              <a:gd name="connsiteX3099" fmla="*/ 6021702 w 7869956"/>
              <a:gd name="connsiteY3099" fmla="*/ 2526334 h 3717758"/>
              <a:gd name="connsiteX3100" fmla="*/ 5983765 w 7869956"/>
              <a:gd name="connsiteY3100" fmla="*/ 2531296 h 3717758"/>
              <a:gd name="connsiteX3101" fmla="*/ 5976915 w 7869956"/>
              <a:gd name="connsiteY3101" fmla="*/ 2541299 h 3717758"/>
              <a:gd name="connsiteX3102" fmla="*/ 5947219 w 7869956"/>
              <a:gd name="connsiteY3102" fmla="*/ 2544220 h 3717758"/>
              <a:gd name="connsiteX3103" fmla="*/ 5933954 w 7869956"/>
              <a:gd name="connsiteY3103" fmla="*/ 2548426 h 3717758"/>
              <a:gd name="connsiteX3104" fmla="*/ 5825459 w 7869956"/>
              <a:gd name="connsiteY3104" fmla="*/ 2550529 h 3717758"/>
              <a:gd name="connsiteX3105" fmla="*/ 5820295 w 7869956"/>
              <a:gd name="connsiteY3105" fmla="*/ 2557995 h 3717758"/>
              <a:gd name="connsiteX3106" fmla="*/ 5028316 w 7869956"/>
              <a:gd name="connsiteY3106" fmla="*/ 2614747 h 3717758"/>
              <a:gd name="connsiteX3107" fmla="*/ 5016614 w 7869956"/>
              <a:gd name="connsiteY3107" fmla="*/ 2621658 h 3717758"/>
              <a:gd name="connsiteX3108" fmla="*/ 5021746 w 7869956"/>
              <a:gd name="connsiteY3108" fmla="*/ 2614223 h 3717758"/>
              <a:gd name="connsiteX3109" fmla="*/ 5008312 w 7869956"/>
              <a:gd name="connsiteY3109" fmla="*/ 2623667 h 3717758"/>
              <a:gd name="connsiteX3110" fmla="*/ 5002098 w 7869956"/>
              <a:gd name="connsiteY3110" fmla="*/ 2612707 h 3717758"/>
              <a:gd name="connsiteX3111" fmla="*/ 4903094 w 7869956"/>
              <a:gd name="connsiteY3111" fmla="*/ 2626003 h 3717758"/>
              <a:gd name="connsiteX3112" fmla="*/ 4901702 w 7869956"/>
              <a:gd name="connsiteY3112" fmla="*/ 2618009 h 3717758"/>
              <a:gd name="connsiteX3113" fmla="*/ 4894824 w 7869956"/>
              <a:gd name="connsiteY3113" fmla="*/ 2627996 h 3717758"/>
              <a:gd name="connsiteX3114" fmla="*/ 4691096 w 7869956"/>
              <a:gd name="connsiteY3114" fmla="*/ 2627950 h 3717758"/>
              <a:gd name="connsiteX3115" fmla="*/ 4644911 w 7869956"/>
              <a:gd name="connsiteY3115" fmla="*/ 2634026 h 3717758"/>
              <a:gd name="connsiteX3116" fmla="*/ 4628109 w 7869956"/>
              <a:gd name="connsiteY3116" fmla="*/ 2631097 h 3717758"/>
              <a:gd name="connsiteX3117" fmla="*/ 4629485 w 7869956"/>
              <a:gd name="connsiteY3117" fmla="*/ 2634528 h 3717758"/>
              <a:gd name="connsiteX3118" fmla="*/ 4618091 w 7869956"/>
              <a:gd name="connsiteY3118" fmla="*/ 2631033 h 3717758"/>
              <a:gd name="connsiteX3119" fmla="*/ 4620151 w 7869956"/>
              <a:gd name="connsiteY3119" fmla="*/ 2629710 h 3717758"/>
              <a:gd name="connsiteX3120" fmla="*/ 4599144 w 7869956"/>
              <a:gd name="connsiteY3120" fmla="*/ 2626048 h 3717758"/>
              <a:gd name="connsiteX3121" fmla="*/ 4566060 w 7869956"/>
              <a:gd name="connsiteY3121" fmla="*/ 2634025 h 3717758"/>
              <a:gd name="connsiteX3122" fmla="*/ 4510498 w 7869956"/>
              <a:gd name="connsiteY3122" fmla="*/ 2624472 h 3717758"/>
              <a:gd name="connsiteX3123" fmla="*/ 4383729 w 7869956"/>
              <a:gd name="connsiteY3123" fmla="*/ 2632990 h 3717758"/>
              <a:gd name="connsiteX3124" fmla="*/ 4377453 w 7869956"/>
              <a:gd name="connsiteY3124" fmla="*/ 2622030 h 3717758"/>
              <a:gd name="connsiteX3125" fmla="*/ 4325324 w 7869956"/>
              <a:gd name="connsiteY3125" fmla="*/ 2623434 h 3717758"/>
              <a:gd name="connsiteX3126" fmla="*/ 4305103 w 7869956"/>
              <a:gd name="connsiteY3126" fmla="*/ 2621769 h 3717758"/>
              <a:gd name="connsiteX3127" fmla="*/ 4298717 w 7869956"/>
              <a:gd name="connsiteY3127" fmla="*/ 2622202 h 3717758"/>
              <a:gd name="connsiteX3128" fmla="*/ 4298228 w 7869956"/>
              <a:gd name="connsiteY3128" fmla="*/ 2621781 h 3717758"/>
              <a:gd name="connsiteX3129" fmla="*/ 4277090 w 7869956"/>
              <a:gd name="connsiteY3129" fmla="*/ 2627377 h 3717758"/>
              <a:gd name="connsiteX3130" fmla="*/ 4244640 w 7869956"/>
              <a:gd name="connsiteY3130" fmla="*/ 2614330 h 3717758"/>
              <a:gd name="connsiteX3131" fmla="*/ 4237729 w 7869956"/>
              <a:gd name="connsiteY3131" fmla="*/ 2624316 h 3717758"/>
              <a:gd name="connsiteX3132" fmla="*/ 4235730 w 7869956"/>
              <a:gd name="connsiteY3132" fmla="*/ 2622569 h 3717758"/>
              <a:gd name="connsiteX3133" fmla="*/ 4232697 w 7869956"/>
              <a:gd name="connsiteY3133" fmla="*/ 2625130 h 3717758"/>
              <a:gd name="connsiteX3134" fmla="*/ 4213128 w 7869956"/>
              <a:gd name="connsiteY3134" fmla="*/ 2630716 h 3717758"/>
              <a:gd name="connsiteX3135" fmla="*/ 4218431 w 7869956"/>
              <a:gd name="connsiteY3135" fmla="*/ 2618009 h 3717758"/>
              <a:gd name="connsiteX3136" fmla="*/ 4184840 w 7869956"/>
              <a:gd name="connsiteY3136" fmla="*/ 2640928 h 3717758"/>
              <a:gd name="connsiteX3137" fmla="*/ 4167607 w 7869956"/>
              <a:gd name="connsiteY3137" fmla="*/ 2642351 h 3717758"/>
              <a:gd name="connsiteX3138" fmla="*/ 4163422 w 7869956"/>
              <a:gd name="connsiteY3138" fmla="*/ 2646543 h 3717758"/>
              <a:gd name="connsiteX3139" fmla="*/ 4159044 w 7869956"/>
              <a:gd name="connsiteY3139" fmla="*/ 2655958 h 3717758"/>
              <a:gd name="connsiteX3140" fmla="*/ 4159005 w 7869956"/>
              <a:gd name="connsiteY3140" fmla="*/ 2655907 h 3717758"/>
              <a:gd name="connsiteX3141" fmla="*/ 4158976 w 7869956"/>
              <a:gd name="connsiteY3141" fmla="*/ 2656106 h 3717758"/>
              <a:gd name="connsiteX3142" fmla="*/ 4064747 w 7869956"/>
              <a:gd name="connsiteY3142" fmla="*/ 2622360 h 3717758"/>
              <a:gd name="connsiteX3143" fmla="*/ 4077888 w 7869956"/>
              <a:gd name="connsiteY3143" fmla="*/ 2623334 h 3717758"/>
              <a:gd name="connsiteX3144" fmla="*/ 4077136 w 7869956"/>
              <a:gd name="connsiteY3144" fmla="*/ 2618199 h 3717758"/>
              <a:gd name="connsiteX3145" fmla="*/ 4075055 w 7869956"/>
              <a:gd name="connsiteY3145" fmla="*/ 2619850 h 3717758"/>
              <a:gd name="connsiteX3146" fmla="*/ 4066384 w 7869956"/>
              <a:gd name="connsiteY3146" fmla="*/ 2621366 h 3717758"/>
              <a:gd name="connsiteX3147" fmla="*/ 4065204 w 7869956"/>
              <a:gd name="connsiteY3147" fmla="*/ 2621526 h 3717758"/>
              <a:gd name="connsiteX3148" fmla="*/ 4165604 w 7869956"/>
              <a:gd name="connsiteY3148" fmla="*/ 2680981 h 3717758"/>
              <a:gd name="connsiteX3149" fmla="*/ 4173166 w 7869956"/>
              <a:gd name="connsiteY3149" fmla="*/ 2675278 h 3717758"/>
              <a:gd name="connsiteX3150" fmla="*/ 4158510 w 7869956"/>
              <a:gd name="connsiteY3150" fmla="*/ 2671522 h 3717758"/>
              <a:gd name="connsiteX3151" fmla="*/ 4158355 w 7869956"/>
              <a:gd name="connsiteY3151" fmla="*/ 2676794 h 3717758"/>
              <a:gd name="connsiteX3152" fmla="*/ 4165604 w 7869956"/>
              <a:gd name="connsiteY3152" fmla="*/ 2680981 h 3717758"/>
              <a:gd name="connsiteX3153" fmla="*/ 2527454 w 7869956"/>
              <a:gd name="connsiteY3153" fmla="*/ 1735556 h 3717758"/>
              <a:gd name="connsiteX3154" fmla="*/ 2528506 w 7869956"/>
              <a:gd name="connsiteY3154" fmla="*/ 1734309 h 3717758"/>
              <a:gd name="connsiteX3155" fmla="*/ 2533165 w 7869956"/>
              <a:gd name="connsiteY3155" fmla="*/ 1735779 h 3717758"/>
              <a:gd name="connsiteX3156" fmla="*/ 2535623 w 7869956"/>
              <a:gd name="connsiteY3156" fmla="*/ 1738099 h 3717758"/>
              <a:gd name="connsiteX3157" fmla="*/ 2539431 w 7869956"/>
              <a:gd name="connsiteY3157" fmla="*/ 1729671 h 3717758"/>
              <a:gd name="connsiteX3158" fmla="*/ 2537942 w 7869956"/>
              <a:gd name="connsiteY3158" fmla="*/ 1729823 h 3717758"/>
              <a:gd name="connsiteX3159" fmla="*/ 2535238 w 7869956"/>
              <a:gd name="connsiteY3159" fmla="*/ 1723146 h 3717758"/>
              <a:gd name="connsiteX3160" fmla="*/ 2545381 w 7869956"/>
              <a:gd name="connsiteY3160" fmla="*/ 1713392 h 3717758"/>
              <a:gd name="connsiteX3161" fmla="*/ 2537552 w 7869956"/>
              <a:gd name="connsiteY3161" fmla="*/ 1715218 h 3717758"/>
              <a:gd name="connsiteX3162" fmla="*/ 2536691 w 7869956"/>
              <a:gd name="connsiteY3162" fmla="*/ 1712542 h 3717758"/>
              <a:gd name="connsiteX3163" fmla="*/ 2533766 w 7869956"/>
              <a:gd name="connsiteY3163" fmla="*/ 1717731 h 3717758"/>
              <a:gd name="connsiteX3164" fmla="*/ 2532860 w 7869956"/>
              <a:gd name="connsiteY3164" fmla="*/ 1708444 h 3717758"/>
              <a:gd name="connsiteX3165" fmla="*/ 2534165 w 7869956"/>
              <a:gd name="connsiteY3165" fmla="*/ 1704699 h 3717758"/>
              <a:gd name="connsiteX3166" fmla="*/ 2534141 w 7869956"/>
              <a:gd name="connsiteY3166" fmla="*/ 1704625 h 3717758"/>
              <a:gd name="connsiteX3167" fmla="*/ 2534224 w 7869956"/>
              <a:gd name="connsiteY3167" fmla="*/ 1704529 h 3717758"/>
              <a:gd name="connsiteX3168" fmla="*/ 2535976 w 7869956"/>
              <a:gd name="connsiteY3168" fmla="*/ 1699504 h 3717758"/>
              <a:gd name="connsiteX3169" fmla="*/ 2507531 w 7869956"/>
              <a:gd name="connsiteY3169" fmla="*/ 1715675 h 3717758"/>
              <a:gd name="connsiteX3170" fmla="*/ 2511224 w 7869956"/>
              <a:gd name="connsiteY3170" fmla="*/ 1718360 h 3717758"/>
              <a:gd name="connsiteX3171" fmla="*/ 2514428 w 7869956"/>
              <a:gd name="connsiteY3171" fmla="*/ 1718127 h 3717758"/>
              <a:gd name="connsiteX3172" fmla="*/ 2518836 w 7869956"/>
              <a:gd name="connsiteY3172" fmla="*/ 1721848 h 3717758"/>
              <a:gd name="connsiteX3173" fmla="*/ 2519412 w 7869956"/>
              <a:gd name="connsiteY3173" fmla="*/ 1724315 h 3717758"/>
              <a:gd name="connsiteX3174" fmla="*/ 2520564 w 7869956"/>
              <a:gd name="connsiteY3174" fmla="*/ 1725153 h 3717758"/>
              <a:gd name="connsiteX3175" fmla="*/ 2315090 w 7869956"/>
              <a:gd name="connsiteY3175" fmla="*/ 1614073 h 3717758"/>
              <a:gd name="connsiteX3176" fmla="*/ 2341326 w 7869956"/>
              <a:gd name="connsiteY3176" fmla="*/ 1616085 h 3717758"/>
              <a:gd name="connsiteX3177" fmla="*/ 2315090 w 7869956"/>
              <a:gd name="connsiteY3177" fmla="*/ 1614073 h 3717758"/>
              <a:gd name="connsiteX3178" fmla="*/ 1261441 w 7869956"/>
              <a:gd name="connsiteY3178" fmla="*/ 1007739 h 3717758"/>
              <a:gd name="connsiteX3179" fmla="*/ 1252876 w 7869956"/>
              <a:gd name="connsiteY3179" fmla="*/ 991924 h 3717758"/>
              <a:gd name="connsiteX3180" fmla="*/ 1265663 w 7869956"/>
              <a:gd name="connsiteY3180" fmla="*/ 1003441 h 3717758"/>
              <a:gd name="connsiteX3181" fmla="*/ 1261441 w 7869956"/>
              <a:gd name="connsiteY3181" fmla="*/ 1007739 h 3717758"/>
              <a:gd name="connsiteX3182" fmla="*/ 960286 w 7869956"/>
              <a:gd name="connsiteY3182" fmla="*/ 833882 h 3717758"/>
              <a:gd name="connsiteX3183" fmla="*/ 966970 w 7869956"/>
              <a:gd name="connsiteY3183" fmla="*/ 830557 h 3717758"/>
              <a:gd name="connsiteX3184" fmla="*/ 953844 w 7869956"/>
              <a:gd name="connsiteY3184" fmla="*/ 829521 h 3717758"/>
              <a:gd name="connsiteX3185" fmla="*/ 960286 w 7869956"/>
              <a:gd name="connsiteY3185" fmla="*/ 833882 h 3717758"/>
              <a:gd name="connsiteX3186" fmla="*/ 2443491 w 7869956"/>
              <a:gd name="connsiteY3186" fmla="*/ 1690954 h 3717758"/>
              <a:gd name="connsiteX3187" fmla="*/ 2446425 w 7869956"/>
              <a:gd name="connsiteY3187" fmla="*/ 1686864 h 3717758"/>
              <a:gd name="connsiteX3188" fmla="*/ 2450206 w 7869956"/>
              <a:gd name="connsiteY3188" fmla="*/ 1686329 h 3717758"/>
              <a:gd name="connsiteX3189" fmla="*/ 2453002 w 7869956"/>
              <a:gd name="connsiteY3189" fmla="*/ 1682183 h 3717758"/>
              <a:gd name="connsiteX3190" fmla="*/ 2449109 w 7869956"/>
              <a:gd name="connsiteY3190" fmla="*/ 1681965 h 3717758"/>
              <a:gd name="connsiteX3191" fmla="*/ 2446194 w 7869956"/>
              <a:gd name="connsiteY3191" fmla="*/ 1680642 h 3717758"/>
              <a:gd name="connsiteX3192" fmla="*/ 2446280 w 7869956"/>
              <a:gd name="connsiteY3192" fmla="*/ 1678462 h 3717758"/>
              <a:gd name="connsiteX3193" fmla="*/ 2441854 w 7869956"/>
              <a:gd name="connsiteY3193" fmla="*/ 1681557 h 3717758"/>
              <a:gd name="connsiteX3194" fmla="*/ 2439294 w 7869956"/>
              <a:gd name="connsiteY3194" fmla="*/ 1683427 h 3717758"/>
              <a:gd name="connsiteX3195" fmla="*/ 5747011 w 7869956"/>
              <a:gd name="connsiteY3195" fmla="*/ 3598602 h 3717758"/>
              <a:gd name="connsiteX3196" fmla="*/ 5786649 w 7869956"/>
              <a:gd name="connsiteY3196" fmla="*/ 3591120 h 3717758"/>
              <a:gd name="connsiteX3197" fmla="*/ 5747011 w 7869956"/>
              <a:gd name="connsiteY3197" fmla="*/ 3598602 h 3717758"/>
              <a:gd name="connsiteX3198" fmla="*/ 1533418 w 7869956"/>
              <a:gd name="connsiteY3198" fmla="*/ 1170587 h 3717758"/>
              <a:gd name="connsiteX3199" fmla="*/ 1541896 w 7869956"/>
              <a:gd name="connsiteY3199" fmla="*/ 1158857 h 3717758"/>
              <a:gd name="connsiteX3200" fmla="*/ 1530194 w 7869956"/>
              <a:gd name="connsiteY3200" fmla="*/ 1165813 h 3717758"/>
              <a:gd name="connsiteX3201" fmla="*/ 1533418 w 7869956"/>
              <a:gd name="connsiteY3201" fmla="*/ 1170587 h 3717758"/>
              <a:gd name="connsiteX3202" fmla="*/ 2473851 w 7869956"/>
              <a:gd name="connsiteY3202" fmla="*/ 1716124 h 3717758"/>
              <a:gd name="connsiteX3203" fmla="*/ 2474427 w 7869956"/>
              <a:gd name="connsiteY3203" fmla="*/ 1715613 h 3717758"/>
              <a:gd name="connsiteX3204" fmla="*/ 2469099 w 7869956"/>
              <a:gd name="connsiteY3204" fmla="*/ 1710758 h 3717758"/>
              <a:gd name="connsiteX3205" fmla="*/ 2468217 w 7869956"/>
              <a:gd name="connsiteY3205" fmla="*/ 1712645 h 3717758"/>
              <a:gd name="connsiteX3206" fmla="*/ 2473851 w 7869956"/>
              <a:gd name="connsiteY3206" fmla="*/ 1716124 h 3717758"/>
              <a:gd name="connsiteX3207" fmla="*/ 2390491 w 7869956"/>
              <a:gd name="connsiteY3207" fmla="*/ 1672377 h 3717758"/>
              <a:gd name="connsiteX3208" fmla="*/ 2390233 w 7869956"/>
              <a:gd name="connsiteY3208" fmla="*/ 1670901 h 3717758"/>
              <a:gd name="connsiteX3209" fmla="*/ 2389962 w 7869956"/>
              <a:gd name="connsiteY3209" fmla="*/ 1671552 h 3717758"/>
              <a:gd name="connsiteX3210" fmla="*/ 2379901 w 7869956"/>
              <a:gd name="connsiteY3210" fmla="*/ 1667689 h 3717758"/>
              <a:gd name="connsiteX3211" fmla="*/ 2383466 w 7869956"/>
              <a:gd name="connsiteY3211" fmla="*/ 1664497 h 3717758"/>
              <a:gd name="connsiteX3212" fmla="*/ 2389945 w 7869956"/>
              <a:gd name="connsiteY3212" fmla="*/ 1669260 h 3717758"/>
              <a:gd name="connsiteX3213" fmla="*/ 2387693 w 7869956"/>
              <a:gd name="connsiteY3213" fmla="*/ 1656408 h 3717758"/>
              <a:gd name="connsiteX3214" fmla="*/ 4090025 w 7869956"/>
              <a:gd name="connsiteY3214" fmla="*/ 2655831 h 3717758"/>
              <a:gd name="connsiteX3215" fmla="*/ 4090228 w 7869956"/>
              <a:gd name="connsiteY3215" fmla="*/ 2655390 h 3717758"/>
              <a:gd name="connsiteX3216" fmla="*/ 4089367 w 7869956"/>
              <a:gd name="connsiteY3216" fmla="*/ 2655300 h 3717758"/>
              <a:gd name="connsiteX3217" fmla="*/ 1205559 w 7869956"/>
              <a:gd name="connsiteY3217" fmla="*/ 990809 h 3717758"/>
              <a:gd name="connsiteX3218" fmla="*/ 1203870 w 7869956"/>
              <a:gd name="connsiteY3218" fmla="*/ 982911 h 3717758"/>
              <a:gd name="connsiteX3219" fmla="*/ 1221495 w 7869956"/>
              <a:gd name="connsiteY3219" fmla="*/ 997397 h 3717758"/>
              <a:gd name="connsiteX3220" fmla="*/ 1205559 w 7869956"/>
              <a:gd name="connsiteY3220" fmla="*/ 990809 h 3717758"/>
              <a:gd name="connsiteX3221" fmla="*/ 2248402 w 7869956"/>
              <a:gd name="connsiteY3221" fmla="*/ 1597520 h 3717758"/>
              <a:gd name="connsiteX3222" fmla="*/ 2259853 w 7869956"/>
              <a:gd name="connsiteY3222" fmla="*/ 1594022 h 3717758"/>
              <a:gd name="connsiteX3223" fmla="*/ 2245182 w 7869956"/>
              <a:gd name="connsiteY3223" fmla="*/ 1590236 h 3717758"/>
              <a:gd name="connsiteX3224" fmla="*/ 2248402 w 7869956"/>
              <a:gd name="connsiteY3224" fmla="*/ 1597520 h 3717758"/>
              <a:gd name="connsiteX3225" fmla="*/ 4104340 w 7869956"/>
              <a:gd name="connsiteY3225" fmla="*/ 2669975 h 3717758"/>
              <a:gd name="connsiteX3226" fmla="*/ 4130405 w 7869956"/>
              <a:gd name="connsiteY3226" fmla="*/ 2677226 h 3717758"/>
              <a:gd name="connsiteX3227" fmla="*/ 4126168 w 7869956"/>
              <a:gd name="connsiteY3227" fmla="*/ 2653279 h 3717758"/>
              <a:gd name="connsiteX3228" fmla="*/ 4124128 w 7869956"/>
              <a:gd name="connsiteY3228" fmla="*/ 2666265 h 3717758"/>
              <a:gd name="connsiteX3229" fmla="*/ 4116196 w 7869956"/>
              <a:gd name="connsiteY3229" fmla="*/ 2657747 h 3717758"/>
              <a:gd name="connsiteX3230" fmla="*/ 4104340 w 7869956"/>
              <a:gd name="connsiteY3230" fmla="*/ 2669975 h 3717758"/>
              <a:gd name="connsiteX3231" fmla="*/ 1191843 w 7869956"/>
              <a:gd name="connsiteY3231" fmla="*/ 1000365 h 3717758"/>
              <a:gd name="connsiteX3232" fmla="*/ 1179043 w 7869956"/>
              <a:gd name="connsiteY3232" fmla="*/ 988864 h 3717758"/>
              <a:gd name="connsiteX3233" fmla="*/ 1184530 w 7869956"/>
              <a:gd name="connsiteY3233" fmla="*/ 970884 h 3717758"/>
              <a:gd name="connsiteX3234" fmla="*/ 1192477 w 7869956"/>
              <a:gd name="connsiteY3234" fmla="*/ 979326 h 3717758"/>
              <a:gd name="connsiteX3235" fmla="*/ 1184037 w 7869956"/>
              <a:gd name="connsiteY3235" fmla="*/ 986576 h 3717758"/>
              <a:gd name="connsiteX3236" fmla="*/ 1191843 w 7869956"/>
              <a:gd name="connsiteY3236" fmla="*/ 1000365 h 3717758"/>
              <a:gd name="connsiteX3237" fmla="*/ 2396392 w 7869956"/>
              <a:gd name="connsiteY3237" fmla="*/ 1696536 h 3717758"/>
              <a:gd name="connsiteX3238" fmla="*/ 2402856 w 7869956"/>
              <a:gd name="connsiteY3238" fmla="*/ 1699726 h 3717758"/>
              <a:gd name="connsiteX3239" fmla="*/ 2407604 w 7869956"/>
              <a:gd name="connsiteY3239" fmla="*/ 1694564 h 3717758"/>
              <a:gd name="connsiteX3240" fmla="*/ 2408022 w 7869956"/>
              <a:gd name="connsiteY3240" fmla="*/ 1692243 h 3717758"/>
              <a:gd name="connsiteX3241" fmla="*/ 2409003 w 7869956"/>
              <a:gd name="connsiteY3241" fmla="*/ 1693043 h 3717758"/>
              <a:gd name="connsiteX3242" fmla="*/ 2409658 w 7869956"/>
              <a:gd name="connsiteY3242" fmla="*/ 1692331 h 3717758"/>
              <a:gd name="connsiteX3243" fmla="*/ 2406099 w 7869956"/>
              <a:gd name="connsiteY3243" fmla="*/ 1691081 h 3717758"/>
              <a:gd name="connsiteX3244" fmla="*/ 2400560 w 7869956"/>
              <a:gd name="connsiteY3244" fmla="*/ 1692544 h 3717758"/>
              <a:gd name="connsiteX3245" fmla="*/ 1790916 w 7869956"/>
              <a:gd name="connsiteY3245" fmla="*/ 1347474 h 3717758"/>
              <a:gd name="connsiteX3246" fmla="*/ 1791364 w 7869956"/>
              <a:gd name="connsiteY3246" fmla="*/ 1331799 h 3717758"/>
              <a:gd name="connsiteX3247" fmla="*/ 1799342 w 7869956"/>
              <a:gd name="connsiteY3247" fmla="*/ 1340302 h 3717758"/>
              <a:gd name="connsiteX3248" fmla="*/ 1790916 w 7869956"/>
              <a:gd name="connsiteY3248" fmla="*/ 1347474 h 3717758"/>
              <a:gd name="connsiteX3249" fmla="*/ 4079728 w 7869956"/>
              <a:gd name="connsiteY3249" fmla="*/ 2670779 h 3717758"/>
              <a:gd name="connsiteX3250" fmla="*/ 4102655 w 7869956"/>
              <a:gd name="connsiteY3250" fmla="*/ 2672558 h 3717758"/>
              <a:gd name="connsiteX3251" fmla="*/ 4099826 w 7869956"/>
              <a:gd name="connsiteY3251" fmla="*/ 2656572 h 3717758"/>
              <a:gd name="connsiteX3252" fmla="*/ 4088137 w 7869956"/>
              <a:gd name="connsiteY3252" fmla="*/ 2663545 h 3717758"/>
              <a:gd name="connsiteX3253" fmla="*/ 4090349 w 7869956"/>
              <a:gd name="connsiteY3253" fmla="*/ 2645318 h 3717758"/>
              <a:gd name="connsiteX3254" fmla="*/ 4087172 w 7869956"/>
              <a:gd name="connsiteY3254" fmla="*/ 2653530 h 3717758"/>
              <a:gd name="connsiteX3255" fmla="*/ 4089204 w 7869956"/>
              <a:gd name="connsiteY3255" fmla="*/ 2655169 h 3717758"/>
              <a:gd name="connsiteX3256" fmla="*/ 4090806 w 7869956"/>
              <a:gd name="connsiteY3256" fmla="*/ 2654143 h 3717758"/>
              <a:gd name="connsiteX3257" fmla="*/ 4097074 w 7869956"/>
              <a:gd name="connsiteY3257" fmla="*/ 2640603 h 3717758"/>
              <a:gd name="connsiteX3258" fmla="*/ 4106103 w 7869956"/>
              <a:gd name="connsiteY3258" fmla="*/ 2644352 h 3717758"/>
              <a:gd name="connsiteX3259" fmla="*/ 4111234 w 7869956"/>
              <a:gd name="connsiteY3259" fmla="*/ 2641068 h 3717758"/>
              <a:gd name="connsiteX3260" fmla="*/ 4114917 w 7869956"/>
              <a:gd name="connsiteY3260" fmla="*/ 2640474 h 3717758"/>
              <a:gd name="connsiteX3261" fmla="*/ 4112718 w 7869956"/>
              <a:gd name="connsiteY3261" fmla="*/ 2638380 h 3717758"/>
              <a:gd name="connsiteX3262" fmla="*/ 4100506 w 7869956"/>
              <a:gd name="connsiteY3262" fmla="*/ 2635609 h 3717758"/>
              <a:gd name="connsiteX3263" fmla="*/ 4112363 w 7869956"/>
              <a:gd name="connsiteY3263" fmla="*/ 2623443 h 3717758"/>
              <a:gd name="connsiteX3264" fmla="*/ 4143606 w 7869956"/>
              <a:gd name="connsiteY3264" fmla="*/ 2623210 h 3717758"/>
              <a:gd name="connsiteX3265" fmla="*/ 4150774 w 7869956"/>
              <a:gd name="connsiteY3265" fmla="*/ 2638850 h 3717758"/>
              <a:gd name="connsiteX3266" fmla="*/ 4153761 w 7869956"/>
              <a:gd name="connsiteY3266" fmla="*/ 2637588 h 3717758"/>
              <a:gd name="connsiteX3267" fmla="*/ 4150517 w 7869956"/>
              <a:gd name="connsiteY3267" fmla="*/ 2636359 h 3717758"/>
              <a:gd name="connsiteX3268" fmla="*/ 4155454 w 7869956"/>
              <a:gd name="connsiteY3268" fmla="*/ 2632251 h 3717758"/>
              <a:gd name="connsiteX3269" fmla="*/ 4156716 w 7869956"/>
              <a:gd name="connsiteY3269" fmla="*/ 2624231 h 3717758"/>
              <a:gd name="connsiteX3270" fmla="*/ 4165143 w 7869956"/>
              <a:gd name="connsiteY3270" fmla="*/ 2616996 h 3717758"/>
              <a:gd name="connsiteX3271" fmla="*/ 4172701 w 7869956"/>
              <a:gd name="connsiteY3271" fmla="*/ 2622529 h 3717758"/>
              <a:gd name="connsiteX3272" fmla="*/ 4176766 w 7869956"/>
              <a:gd name="connsiteY3272" fmla="*/ 2621873 h 3717758"/>
              <a:gd name="connsiteX3273" fmla="*/ 4178131 w 7869956"/>
              <a:gd name="connsiteY3273" fmla="*/ 2626506 h 3717758"/>
              <a:gd name="connsiteX3274" fmla="*/ 4181190 w 7869956"/>
              <a:gd name="connsiteY3274" fmla="*/ 2628745 h 3717758"/>
              <a:gd name="connsiteX3275" fmla="*/ 4179338 w 7869956"/>
              <a:gd name="connsiteY3275" fmla="*/ 2630600 h 3717758"/>
              <a:gd name="connsiteX3276" fmla="*/ 4180169 w 7869956"/>
              <a:gd name="connsiteY3276" fmla="*/ 2633422 h 3717758"/>
              <a:gd name="connsiteX3277" fmla="*/ 4194509 w 7869956"/>
              <a:gd name="connsiteY3277" fmla="*/ 2620915 h 3717758"/>
              <a:gd name="connsiteX3278" fmla="*/ 4197541 w 7869956"/>
              <a:gd name="connsiteY3278" fmla="*/ 2617940 h 3717758"/>
              <a:gd name="connsiteX3279" fmla="*/ 4171420 w 7869956"/>
              <a:gd name="connsiteY3279" fmla="*/ 2613234 h 3717758"/>
              <a:gd name="connsiteX3280" fmla="*/ 4141453 w 7869956"/>
              <a:gd name="connsiteY3280" fmla="*/ 2609481 h 3717758"/>
              <a:gd name="connsiteX3281" fmla="*/ 4139458 w 7869956"/>
              <a:gd name="connsiteY3281" fmla="*/ 2610551 h 3717758"/>
              <a:gd name="connsiteX3282" fmla="*/ 4141167 w 7869956"/>
              <a:gd name="connsiteY3282" fmla="*/ 2613715 h 3717758"/>
              <a:gd name="connsiteX3283" fmla="*/ 4141967 w 7869956"/>
              <a:gd name="connsiteY3283" fmla="*/ 2620352 h 3717758"/>
              <a:gd name="connsiteX3284" fmla="*/ 4115748 w 7869956"/>
              <a:gd name="connsiteY3284" fmla="*/ 2618310 h 3717758"/>
              <a:gd name="connsiteX3285" fmla="*/ 4118781 w 7869956"/>
              <a:gd name="connsiteY3285" fmla="*/ 2614918 h 3717758"/>
              <a:gd name="connsiteX3286" fmla="*/ 4107159 w 7869956"/>
              <a:gd name="connsiteY3286" fmla="*/ 2613902 h 3717758"/>
              <a:gd name="connsiteX3287" fmla="*/ 4106021 w 7869956"/>
              <a:gd name="connsiteY3287" fmla="*/ 2620553 h 3717758"/>
              <a:gd name="connsiteX3288" fmla="*/ 4095498 w 7869956"/>
              <a:gd name="connsiteY3288" fmla="*/ 2637898 h 3717758"/>
              <a:gd name="connsiteX3289" fmla="*/ 4065896 w 7869956"/>
              <a:gd name="connsiteY3289" fmla="*/ 2633931 h 3717758"/>
              <a:gd name="connsiteX3290" fmla="*/ 4056565 w 7869956"/>
              <a:gd name="connsiteY3290" fmla="*/ 2636396 h 3717758"/>
              <a:gd name="connsiteX3291" fmla="*/ 4055162 w 7869956"/>
              <a:gd name="connsiteY3291" fmla="*/ 2639482 h 3717758"/>
              <a:gd name="connsiteX3292" fmla="*/ 4053087 w 7869956"/>
              <a:gd name="connsiteY3292" fmla="*/ 2637315 h 3717758"/>
              <a:gd name="connsiteX3293" fmla="*/ 4037894 w 7869956"/>
              <a:gd name="connsiteY3293" fmla="*/ 2641329 h 3717758"/>
              <a:gd name="connsiteX3294" fmla="*/ 4057234 w 7869956"/>
              <a:gd name="connsiteY3294" fmla="*/ 2653279 h 3717758"/>
              <a:gd name="connsiteX3295" fmla="*/ 4065984 w 7869956"/>
              <a:gd name="connsiteY3295" fmla="*/ 2635578 h 3717758"/>
              <a:gd name="connsiteX3296" fmla="*/ 4072061 w 7869956"/>
              <a:gd name="connsiteY3296" fmla="*/ 2651827 h 3717758"/>
              <a:gd name="connsiteX3297" fmla="*/ 4080671 w 7869956"/>
              <a:gd name="connsiteY3297" fmla="*/ 2639335 h 3717758"/>
              <a:gd name="connsiteX3298" fmla="*/ 4079728 w 7869956"/>
              <a:gd name="connsiteY3298" fmla="*/ 2670779 h 3717758"/>
              <a:gd name="connsiteX3299" fmla="*/ 1127084 w 7869956"/>
              <a:gd name="connsiteY3299" fmla="*/ 969013 h 3717758"/>
              <a:gd name="connsiteX3300" fmla="*/ 1132387 w 7869956"/>
              <a:gd name="connsiteY3300" fmla="*/ 956321 h 3717758"/>
              <a:gd name="connsiteX3301" fmla="*/ 1138462 w 7869956"/>
              <a:gd name="connsiteY3301" fmla="*/ 972569 h 3717758"/>
              <a:gd name="connsiteX3302" fmla="*/ 1135510 w 7869956"/>
              <a:gd name="connsiteY3302" fmla="*/ 961856 h 3717758"/>
              <a:gd name="connsiteX3303" fmla="*/ 1127084 w 7869956"/>
              <a:gd name="connsiteY3303" fmla="*/ 969013 h 3717758"/>
              <a:gd name="connsiteX3304" fmla="*/ 4058914 w 7869956"/>
              <a:gd name="connsiteY3304" fmla="*/ 2668699 h 3717758"/>
              <a:gd name="connsiteX3305" fmla="*/ 4068273 w 7869956"/>
              <a:gd name="connsiteY3305" fmla="*/ 2667163 h 3717758"/>
              <a:gd name="connsiteX3306" fmla="*/ 4057033 w 7869956"/>
              <a:gd name="connsiteY3306" fmla="*/ 2658444 h 3717758"/>
              <a:gd name="connsiteX3307" fmla="*/ 4058914 w 7869956"/>
              <a:gd name="connsiteY3307" fmla="*/ 2668699 h 3717758"/>
              <a:gd name="connsiteX3308" fmla="*/ 4016298 w 7869956"/>
              <a:gd name="connsiteY3308" fmla="*/ 2647358 h 3717758"/>
              <a:gd name="connsiteX3309" fmla="*/ 4031293 w 7869956"/>
              <a:gd name="connsiteY3309" fmla="*/ 2640648 h 3717758"/>
              <a:gd name="connsiteX3310" fmla="*/ 4026763 w 7869956"/>
              <a:gd name="connsiteY3310" fmla="*/ 2627153 h 3717758"/>
              <a:gd name="connsiteX3311" fmla="*/ 4016298 w 7869956"/>
              <a:gd name="connsiteY3311" fmla="*/ 2647358 h 3717758"/>
              <a:gd name="connsiteX3312" fmla="*/ 2337805 w 7869956"/>
              <a:gd name="connsiteY3312" fmla="*/ 1678902 h 3717758"/>
              <a:gd name="connsiteX3313" fmla="*/ 2344165 w 7869956"/>
              <a:gd name="connsiteY3313" fmla="*/ 1671978 h 3717758"/>
              <a:gd name="connsiteX3314" fmla="*/ 2344538 w 7869956"/>
              <a:gd name="connsiteY3314" fmla="*/ 1671952 h 3717758"/>
              <a:gd name="connsiteX3315" fmla="*/ 2344602 w 7869956"/>
              <a:gd name="connsiteY3315" fmla="*/ 1671507 h 3717758"/>
              <a:gd name="connsiteX3316" fmla="*/ 2344938 w 7869956"/>
              <a:gd name="connsiteY3316" fmla="*/ 1671923 h 3717758"/>
              <a:gd name="connsiteX3317" fmla="*/ 2348750 w 7869956"/>
              <a:gd name="connsiteY3317" fmla="*/ 1671652 h 3717758"/>
              <a:gd name="connsiteX3318" fmla="*/ 2347500 w 7869956"/>
              <a:gd name="connsiteY3318" fmla="*/ 1666471 h 3717758"/>
              <a:gd name="connsiteX3319" fmla="*/ 2346788 w 7869956"/>
              <a:gd name="connsiteY3319" fmla="*/ 1659751 h 3717758"/>
              <a:gd name="connsiteX3320" fmla="*/ 2340688 w 7869956"/>
              <a:gd name="connsiteY3320" fmla="*/ 1660169 h 3717758"/>
              <a:gd name="connsiteX3321" fmla="*/ 2341619 w 7869956"/>
              <a:gd name="connsiteY3321" fmla="*/ 1660746 h 3717758"/>
              <a:gd name="connsiteX3322" fmla="*/ 2335944 w 7869956"/>
              <a:gd name="connsiteY3322" fmla="*/ 1667134 h 3717758"/>
              <a:gd name="connsiteX3323" fmla="*/ 2335668 w 7869956"/>
              <a:gd name="connsiteY3323" fmla="*/ 1669556 h 3717758"/>
              <a:gd name="connsiteX3324" fmla="*/ 2337805 w 7869956"/>
              <a:gd name="connsiteY3324" fmla="*/ 1678902 h 3717758"/>
              <a:gd name="connsiteX3325" fmla="*/ 2359379 w 7869956"/>
              <a:gd name="connsiteY3325" fmla="*/ 1691422 h 3717758"/>
              <a:gd name="connsiteX3326" fmla="*/ 2360467 w 7869956"/>
              <a:gd name="connsiteY3326" fmla="*/ 1691567 h 3717758"/>
              <a:gd name="connsiteX3327" fmla="*/ 2363618 w 7869956"/>
              <a:gd name="connsiteY3327" fmla="*/ 1693609 h 3717758"/>
              <a:gd name="connsiteX3328" fmla="*/ 2364175 w 7869956"/>
              <a:gd name="connsiteY3328" fmla="*/ 1692512 h 3717758"/>
              <a:gd name="connsiteX3329" fmla="*/ 2372358 w 7869956"/>
              <a:gd name="connsiteY3329" fmla="*/ 1696803 h 3717758"/>
              <a:gd name="connsiteX3330" fmla="*/ 2372630 w 7869956"/>
              <a:gd name="connsiteY3330" fmla="*/ 1696433 h 3717758"/>
              <a:gd name="connsiteX3331" fmla="*/ 2373031 w 7869956"/>
              <a:gd name="connsiteY3331" fmla="*/ 1696422 h 3717758"/>
              <a:gd name="connsiteX3332" fmla="*/ 2368801 w 7869956"/>
              <a:gd name="connsiteY3332" fmla="*/ 1683818 h 3717758"/>
              <a:gd name="connsiteX3333" fmla="*/ 2359510 w 7869956"/>
              <a:gd name="connsiteY3333" fmla="*/ 1689851 h 3717758"/>
              <a:gd name="connsiteX3334" fmla="*/ 1706291 w 7869956"/>
              <a:gd name="connsiteY3334" fmla="*/ 1319910 h 3717758"/>
              <a:gd name="connsiteX3335" fmla="*/ 1703493 w 7869956"/>
              <a:gd name="connsiteY3335" fmla="*/ 1303940 h 3717758"/>
              <a:gd name="connsiteX3336" fmla="*/ 1722834 w 7869956"/>
              <a:gd name="connsiteY3336" fmla="*/ 1315937 h 3717758"/>
              <a:gd name="connsiteX3337" fmla="*/ 1706291 w 7869956"/>
              <a:gd name="connsiteY3337" fmla="*/ 1319910 h 3717758"/>
              <a:gd name="connsiteX3338" fmla="*/ 721690 w 7869956"/>
              <a:gd name="connsiteY3338" fmla="*/ 751792 h 3717758"/>
              <a:gd name="connsiteX3339" fmla="*/ 732696 w 7869956"/>
              <a:gd name="connsiteY3339" fmla="*/ 754558 h 3717758"/>
              <a:gd name="connsiteX3340" fmla="*/ 737875 w 7869956"/>
              <a:gd name="connsiteY3340" fmla="*/ 747090 h 3717758"/>
              <a:gd name="connsiteX3341" fmla="*/ 718193 w 7869956"/>
              <a:gd name="connsiteY3341" fmla="*/ 745545 h 3717758"/>
              <a:gd name="connsiteX3342" fmla="*/ 721690 w 7869956"/>
              <a:gd name="connsiteY3342" fmla="*/ 751792 h 3717758"/>
              <a:gd name="connsiteX3343" fmla="*/ 4005443 w 7869956"/>
              <a:gd name="connsiteY3343" fmla="*/ 2649669 h 3717758"/>
              <a:gd name="connsiteX3344" fmla="*/ 4005589 w 7869956"/>
              <a:gd name="connsiteY3344" fmla="*/ 2647835 h 3717758"/>
              <a:gd name="connsiteX3345" fmla="*/ 4006393 w 7869956"/>
              <a:gd name="connsiteY3345" fmla="*/ 2637637 h 3717758"/>
              <a:gd name="connsiteX3346" fmla="*/ 4002538 w 7869956"/>
              <a:gd name="connsiteY3346" fmla="*/ 2640657 h 3717758"/>
              <a:gd name="connsiteX3347" fmla="*/ 2143706 w 7869956"/>
              <a:gd name="connsiteY3347" fmla="*/ 1577126 h 3717758"/>
              <a:gd name="connsiteX3348" fmla="*/ 2158701 w 7869956"/>
              <a:gd name="connsiteY3348" fmla="*/ 1570400 h 3717758"/>
              <a:gd name="connsiteX3349" fmla="*/ 2143706 w 7869956"/>
              <a:gd name="connsiteY3349" fmla="*/ 1577126 h 3717758"/>
              <a:gd name="connsiteX3350" fmla="*/ 968159 w 7869956"/>
              <a:gd name="connsiteY3350" fmla="*/ 898935 h 3717758"/>
              <a:gd name="connsiteX3351" fmla="*/ 976941 w 7869956"/>
              <a:gd name="connsiteY3351" fmla="*/ 881203 h 3717758"/>
              <a:gd name="connsiteX3352" fmla="*/ 983341 w 7869956"/>
              <a:gd name="connsiteY3352" fmla="*/ 887001 h 3717758"/>
              <a:gd name="connsiteX3353" fmla="*/ 968159 w 7869956"/>
              <a:gd name="connsiteY3353" fmla="*/ 898935 h 3717758"/>
              <a:gd name="connsiteX3354" fmla="*/ 1094108 w 7869956"/>
              <a:gd name="connsiteY3354" fmla="*/ 971733 h 3717758"/>
              <a:gd name="connsiteX3355" fmla="*/ 1094727 w 7869956"/>
              <a:gd name="connsiteY3355" fmla="*/ 950786 h 3717758"/>
              <a:gd name="connsiteX3356" fmla="*/ 1105965 w 7869956"/>
              <a:gd name="connsiteY3356" fmla="*/ 959536 h 3717758"/>
              <a:gd name="connsiteX3357" fmla="*/ 1094108 w 7869956"/>
              <a:gd name="connsiteY3357" fmla="*/ 971733 h 3717758"/>
              <a:gd name="connsiteX3358" fmla="*/ 2242063 w 7869956"/>
              <a:gd name="connsiteY3358" fmla="*/ 1637253 h 3717758"/>
              <a:gd name="connsiteX3359" fmla="*/ 2234101 w 7869956"/>
              <a:gd name="connsiteY3359" fmla="*/ 1628704 h 3717758"/>
              <a:gd name="connsiteX3360" fmla="*/ 2240965 w 7869956"/>
              <a:gd name="connsiteY3360" fmla="*/ 1618702 h 3717758"/>
              <a:gd name="connsiteX3361" fmla="*/ 2242063 w 7869956"/>
              <a:gd name="connsiteY3361" fmla="*/ 1637253 h 3717758"/>
              <a:gd name="connsiteX3362" fmla="*/ 1649461 w 7869956"/>
              <a:gd name="connsiteY3362" fmla="*/ 1297138 h 3717758"/>
              <a:gd name="connsiteX3363" fmla="*/ 1637001 w 7869956"/>
              <a:gd name="connsiteY3363" fmla="*/ 1275123 h 3717758"/>
              <a:gd name="connsiteX3364" fmla="*/ 1649461 w 7869956"/>
              <a:gd name="connsiteY3364" fmla="*/ 1297138 h 3717758"/>
              <a:gd name="connsiteX3365" fmla="*/ 1369522 w 7869956"/>
              <a:gd name="connsiteY3365" fmla="*/ 1136167 h 3717758"/>
              <a:gd name="connsiteX3366" fmla="*/ 1376911 w 7869956"/>
              <a:gd name="connsiteY3366" fmla="*/ 1127613 h 3717758"/>
              <a:gd name="connsiteX3367" fmla="*/ 1358793 w 7869956"/>
              <a:gd name="connsiteY3367" fmla="*/ 1128895 h 3717758"/>
              <a:gd name="connsiteX3368" fmla="*/ 1369522 w 7869956"/>
              <a:gd name="connsiteY3368" fmla="*/ 1136167 h 3717758"/>
              <a:gd name="connsiteX3369" fmla="*/ 1211719 w 7869956"/>
              <a:gd name="connsiteY3369" fmla="*/ 1045239 h 3717758"/>
              <a:gd name="connsiteX3370" fmla="*/ 1208664 w 7869956"/>
              <a:gd name="connsiteY3370" fmla="*/ 1041056 h 3717758"/>
              <a:gd name="connsiteX3371" fmla="*/ 1217430 w 7869956"/>
              <a:gd name="connsiteY3371" fmla="*/ 1023355 h 3717758"/>
              <a:gd name="connsiteX3372" fmla="*/ 1251919 w 7869956"/>
              <a:gd name="connsiteY3372" fmla="*/ 1023400 h 3717758"/>
              <a:gd name="connsiteX3373" fmla="*/ 1248178 w 7869956"/>
              <a:gd name="connsiteY3373" fmla="*/ 1038860 h 3717758"/>
              <a:gd name="connsiteX3374" fmla="*/ 1221773 w 7869956"/>
              <a:gd name="connsiteY3374" fmla="*/ 1042107 h 3717758"/>
              <a:gd name="connsiteX3375" fmla="*/ 1215544 w 7869956"/>
              <a:gd name="connsiteY3375" fmla="*/ 1031069 h 3717758"/>
              <a:gd name="connsiteX3376" fmla="*/ 1211719 w 7869956"/>
              <a:gd name="connsiteY3376" fmla="*/ 1045239 h 3717758"/>
              <a:gd name="connsiteX3377" fmla="*/ 616408 w 7869956"/>
              <a:gd name="connsiteY3377" fmla="*/ 703026 h 3717758"/>
              <a:gd name="connsiteX3378" fmla="*/ 612975 w 7869956"/>
              <a:gd name="connsiteY3378" fmla="*/ 692782 h 3717758"/>
              <a:gd name="connsiteX3379" fmla="*/ 616437 w 7869956"/>
              <a:gd name="connsiteY3379" fmla="*/ 687726 h 3717758"/>
              <a:gd name="connsiteX3380" fmla="*/ 624214 w 7869956"/>
              <a:gd name="connsiteY3380" fmla="*/ 701547 h 3717758"/>
              <a:gd name="connsiteX3381" fmla="*/ 616408 w 7869956"/>
              <a:gd name="connsiteY3381" fmla="*/ 703026 h 3717758"/>
              <a:gd name="connsiteX3382" fmla="*/ 585209 w 7869956"/>
              <a:gd name="connsiteY3382" fmla="*/ 688004 h 3717758"/>
              <a:gd name="connsiteX3383" fmla="*/ 599881 w 7869956"/>
              <a:gd name="connsiteY3383" fmla="*/ 691730 h 3717758"/>
              <a:gd name="connsiteX3384" fmla="*/ 585209 w 7869956"/>
              <a:gd name="connsiteY3384" fmla="*/ 688004 h 3717758"/>
              <a:gd name="connsiteX3385" fmla="*/ 2287283 w 7869956"/>
              <a:gd name="connsiteY3385" fmla="*/ 1671641 h 3717758"/>
              <a:gd name="connsiteX3386" fmla="*/ 2291241 w 7869956"/>
              <a:gd name="connsiteY3386" fmla="*/ 1670046 h 3717758"/>
              <a:gd name="connsiteX3387" fmla="*/ 2292100 w 7869956"/>
              <a:gd name="connsiteY3387" fmla="*/ 1669898 h 3717758"/>
              <a:gd name="connsiteX3388" fmla="*/ 2298012 w 7869956"/>
              <a:gd name="connsiteY3388" fmla="*/ 1661146 h 3717758"/>
              <a:gd name="connsiteX3389" fmla="*/ 2292794 w 7869956"/>
              <a:gd name="connsiteY3389" fmla="*/ 1659334 h 3717758"/>
              <a:gd name="connsiteX3390" fmla="*/ 2290637 w 7869956"/>
              <a:gd name="connsiteY3390" fmla="*/ 1658325 h 3717758"/>
              <a:gd name="connsiteX3391" fmla="*/ 2287821 w 7869956"/>
              <a:gd name="connsiteY3391" fmla="*/ 1663341 h 3717758"/>
              <a:gd name="connsiteX3392" fmla="*/ 5643045 w 7869956"/>
              <a:gd name="connsiteY3392" fmla="*/ 3614122 h 3717758"/>
              <a:gd name="connsiteX3393" fmla="*/ 5697664 w 7869956"/>
              <a:gd name="connsiteY3393" fmla="*/ 3599992 h 3717758"/>
              <a:gd name="connsiteX3394" fmla="*/ 5697510 w 7869956"/>
              <a:gd name="connsiteY3394" fmla="*/ 3605218 h 3717758"/>
              <a:gd name="connsiteX3395" fmla="*/ 5695639 w 7869956"/>
              <a:gd name="connsiteY3395" fmla="*/ 3612931 h 3717758"/>
              <a:gd name="connsiteX3396" fmla="*/ 5670826 w 7869956"/>
              <a:gd name="connsiteY3396" fmla="*/ 3618915 h 3717758"/>
              <a:gd name="connsiteX3397" fmla="*/ 5643045 w 7869956"/>
              <a:gd name="connsiteY3397" fmla="*/ 3614122 h 3717758"/>
              <a:gd name="connsiteX3398" fmla="*/ 2234267 w 7869956"/>
              <a:gd name="connsiteY3398" fmla="*/ 1646306 h 3717758"/>
              <a:gd name="connsiteX3399" fmla="*/ 2236865 w 7869956"/>
              <a:gd name="connsiteY3399" fmla="*/ 1647390 h 3717758"/>
              <a:gd name="connsiteX3400" fmla="*/ 2234649 w 7869956"/>
              <a:gd name="connsiteY3400" fmla="*/ 1644725 h 3717758"/>
              <a:gd name="connsiteX3401" fmla="*/ 2286897 w 7869956"/>
              <a:gd name="connsiteY3401" fmla="*/ 1677603 h 3717758"/>
              <a:gd name="connsiteX3402" fmla="*/ 2287732 w 7869956"/>
              <a:gd name="connsiteY3402" fmla="*/ 1676366 h 3717758"/>
              <a:gd name="connsiteX3403" fmla="*/ 2286959 w 7869956"/>
              <a:gd name="connsiteY3403" fmla="*/ 1676635 h 3717758"/>
              <a:gd name="connsiteX3404" fmla="*/ 2317439 w 7869956"/>
              <a:gd name="connsiteY3404" fmla="*/ 1698143 h 3717758"/>
              <a:gd name="connsiteX3405" fmla="*/ 2326457 w 7869956"/>
              <a:gd name="connsiteY3405" fmla="*/ 1698597 h 3717758"/>
              <a:gd name="connsiteX3406" fmla="*/ 2332017 w 7869956"/>
              <a:gd name="connsiteY3406" fmla="*/ 1695680 h 3717758"/>
              <a:gd name="connsiteX3407" fmla="*/ 2334937 w 7869956"/>
              <a:gd name="connsiteY3407" fmla="*/ 1693213 h 3717758"/>
              <a:gd name="connsiteX3408" fmla="*/ 2336919 w 7869956"/>
              <a:gd name="connsiteY3408" fmla="*/ 1691493 h 3717758"/>
              <a:gd name="connsiteX3409" fmla="*/ 2326742 w 7869956"/>
              <a:gd name="connsiteY3409" fmla="*/ 1688857 h 3717758"/>
              <a:gd name="connsiteX3410" fmla="*/ 2316715 w 7869956"/>
              <a:gd name="connsiteY3410" fmla="*/ 1696131 h 3717758"/>
              <a:gd name="connsiteX3411" fmla="*/ 2316788 w 7869956"/>
              <a:gd name="connsiteY3411" fmla="*/ 1697372 h 3717758"/>
              <a:gd name="connsiteX3412" fmla="*/ 736573 w 7869956"/>
              <a:gd name="connsiteY3412" fmla="*/ 789016 h 3717758"/>
              <a:gd name="connsiteX3413" fmla="*/ 730328 w 7869956"/>
              <a:gd name="connsiteY3413" fmla="*/ 778041 h 3717758"/>
              <a:gd name="connsiteX3414" fmla="*/ 741706 w 7869956"/>
              <a:gd name="connsiteY3414" fmla="*/ 781550 h 3717758"/>
              <a:gd name="connsiteX3415" fmla="*/ 736573 w 7869956"/>
              <a:gd name="connsiteY3415" fmla="*/ 789016 h 3717758"/>
              <a:gd name="connsiteX3416" fmla="*/ 713545 w 7869956"/>
              <a:gd name="connsiteY3416" fmla="*/ 777277 h 3717758"/>
              <a:gd name="connsiteX3417" fmla="*/ 709274 w 7869956"/>
              <a:gd name="connsiteY3417" fmla="*/ 768548 h 3717758"/>
              <a:gd name="connsiteX3418" fmla="*/ 722384 w 7869956"/>
              <a:gd name="connsiteY3418" fmla="*/ 769552 h 3717758"/>
              <a:gd name="connsiteX3419" fmla="*/ 713545 w 7869956"/>
              <a:gd name="connsiteY3419" fmla="*/ 777277 h 3717758"/>
              <a:gd name="connsiteX3420" fmla="*/ 2194430 w 7869956"/>
              <a:gd name="connsiteY3420" fmla="*/ 1636171 h 3717758"/>
              <a:gd name="connsiteX3421" fmla="*/ 2186500 w 7869956"/>
              <a:gd name="connsiteY3421" fmla="*/ 1627637 h 3717758"/>
              <a:gd name="connsiteX3422" fmla="*/ 2186810 w 7869956"/>
              <a:gd name="connsiteY3422" fmla="*/ 1617141 h 3717758"/>
              <a:gd name="connsiteX3423" fmla="*/ 2196797 w 7869956"/>
              <a:gd name="connsiteY3423" fmla="*/ 1612673 h 3717758"/>
              <a:gd name="connsiteX3424" fmla="*/ 2194430 w 7869956"/>
              <a:gd name="connsiteY3424" fmla="*/ 1636171 h 3717758"/>
              <a:gd name="connsiteX3425" fmla="*/ 2101640 w 7869956"/>
              <a:gd name="connsiteY3425" fmla="*/ 1583320 h 3717758"/>
              <a:gd name="connsiteX3426" fmla="*/ 2110777 w 7869956"/>
              <a:gd name="connsiteY3426" fmla="*/ 1579832 h 3717758"/>
              <a:gd name="connsiteX3427" fmla="*/ 2092828 w 7869956"/>
              <a:gd name="connsiteY3427" fmla="*/ 1575828 h 3717758"/>
              <a:gd name="connsiteX3428" fmla="*/ 2101640 w 7869956"/>
              <a:gd name="connsiteY3428" fmla="*/ 1583320 h 3717758"/>
              <a:gd name="connsiteX3429" fmla="*/ 2207217 w 7869956"/>
              <a:gd name="connsiteY3429" fmla="*/ 1647673 h 3717758"/>
              <a:gd name="connsiteX3430" fmla="*/ 2210256 w 7869956"/>
              <a:gd name="connsiteY3430" fmla="*/ 1645681 h 3717758"/>
              <a:gd name="connsiteX3431" fmla="*/ 2205449 w 7869956"/>
              <a:gd name="connsiteY3431" fmla="*/ 1642416 h 3717758"/>
              <a:gd name="connsiteX3432" fmla="*/ 2278265 w 7869956"/>
              <a:gd name="connsiteY3432" fmla="*/ 1692624 h 3717758"/>
              <a:gd name="connsiteX3433" fmla="*/ 2292937 w 7869956"/>
              <a:gd name="connsiteY3433" fmla="*/ 1696380 h 3717758"/>
              <a:gd name="connsiteX3434" fmla="*/ 2301517 w 7869956"/>
              <a:gd name="connsiteY3434" fmla="*/ 1683936 h 3717758"/>
              <a:gd name="connsiteX3435" fmla="*/ 2294499 w 7869956"/>
              <a:gd name="connsiteY3435" fmla="*/ 1699117 h 3717758"/>
              <a:gd name="connsiteX3436" fmla="*/ 2296948 w 7869956"/>
              <a:gd name="connsiteY3436" fmla="*/ 1700112 h 3717758"/>
              <a:gd name="connsiteX3437" fmla="*/ 2301519 w 7869956"/>
              <a:gd name="connsiteY3437" fmla="*/ 1699850 h 3717758"/>
              <a:gd name="connsiteX3438" fmla="*/ 2305260 w 7869956"/>
              <a:gd name="connsiteY3438" fmla="*/ 1696816 h 3717758"/>
              <a:gd name="connsiteX3439" fmla="*/ 2305261 w 7869956"/>
              <a:gd name="connsiteY3439" fmla="*/ 1696815 h 3717758"/>
              <a:gd name="connsiteX3440" fmla="*/ 2311585 w 7869956"/>
              <a:gd name="connsiteY3440" fmla="*/ 1676876 h 3717758"/>
              <a:gd name="connsiteX3441" fmla="*/ 2305015 w 7869956"/>
              <a:gd name="connsiteY3441" fmla="*/ 1676381 h 3717758"/>
              <a:gd name="connsiteX3442" fmla="*/ 2315001 w 7869956"/>
              <a:gd name="connsiteY3442" fmla="*/ 1671914 h 3717758"/>
              <a:gd name="connsiteX3443" fmla="*/ 2303438 w 7869956"/>
              <a:gd name="connsiteY3443" fmla="*/ 1675054 h 3717758"/>
              <a:gd name="connsiteX3444" fmla="*/ 2303201 w 7869956"/>
              <a:gd name="connsiteY3444" fmla="*/ 1681447 h 3717758"/>
              <a:gd name="connsiteX3445" fmla="*/ 2300245 w 7869956"/>
              <a:gd name="connsiteY3445" fmla="*/ 1677676 h 3717758"/>
              <a:gd name="connsiteX3446" fmla="*/ 2289849 w 7869956"/>
              <a:gd name="connsiteY3446" fmla="*/ 1688348 h 3717758"/>
              <a:gd name="connsiteX3447" fmla="*/ 2279412 w 7869956"/>
              <a:gd name="connsiteY3447" fmla="*/ 1680304 h 3717758"/>
              <a:gd name="connsiteX3448" fmla="*/ 2277268 w 7869956"/>
              <a:gd name="connsiteY3448" fmla="*/ 1681069 h 3717758"/>
              <a:gd name="connsiteX3449" fmla="*/ 2278795 w 7869956"/>
              <a:gd name="connsiteY3449" fmla="*/ 1684794 h 3717758"/>
              <a:gd name="connsiteX3450" fmla="*/ 2278265 w 7869956"/>
              <a:gd name="connsiteY3450" fmla="*/ 1692624 h 3717758"/>
              <a:gd name="connsiteX3451" fmla="*/ 623116 w 7869956"/>
              <a:gd name="connsiteY3451" fmla="*/ 738219 h 3717758"/>
              <a:gd name="connsiteX3452" fmla="*/ 628449 w 7869956"/>
              <a:gd name="connsiteY3452" fmla="*/ 725479 h 3717758"/>
              <a:gd name="connsiteX3453" fmla="*/ 636379 w 7869956"/>
              <a:gd name="connsiteY3453" fmla="*/ 733997 h 3717758"/>
              <a:gd name="connsiteX3454" fmla="*/ 623116 w 7869956"/>
              <a:gd name="connsiteY3454" fmla="*/ 738219 h 3717758"/>
              <a:gd name="connsiteX3455" fmla="*/ 3983464 w 7869956"/>
              <a:gd name="connsiteY3455" fmla="*/ 2681367 h 3717758"/>
              <a:gd name="connsiteX3456" fmla="*/ 4001169 w 7869956"/>
              <a:gd name="connsiteY3456" fmla="*/ 2673762 h 3717758"/>
              <a:gd name="connsiteX3457" fmla="*/ 4002601 w 7869956"/>
              <a:gd name="connsiteY3457" fmla="*/ 2672971 h 3717758"/>
              <a:gd name="connsiteX3458" fmla="*/ 3998991 w 7869956"/>
              <a:gd name="connsiteY3458" fmla="*/ 2672053 h 3717758"/>
              <a:gd name="connsiteX3459" fmla="*/ 3985083 w 7869956"/>
              <a:gd name="connsiteY3459" fmla="*/ 2670787 h 3717758"/>
              <a:gd name="connsiteX3460" fmla="*/ 4012404 w 7869956"/>
              <a:gd name="connsiteY3460" fmla="*/ 2663247 h 3717758"/>
              <a:gd name="connsiteX3461" fmla="*/ 4017365 w 7869956"/>
              <a:gd name="connsiteY3461" fmla="*/ 2662049 h 3717758"/>
              <a:gd name="connsiteX3462" fmla="*/ 4016338 w 7869956"/>
              <a:gd name="connsiteY3462" fmla="*/ 2657803 h 3717758"/>
              <a:gd name="connsiteX3463" fmla="*/ 4009573 w 7869956"/>
              <a:gd name="connsiteY3463" fmla="*/ 2652059 h 3717758"/>
              <a:gd name="connsiteX3464" fmla="*/ 4004238 w 7869956"/>
              <a:gd name="connsiteY3464" fmla="*/ 2664782 h 3717758"/>
              <a:gd name="connsiteX3465" fmla="*/ 4005331 w 7869956"/>
              <a:gd name="connsiteY3465" fmla="*/ 2651077 h 3717758"/>
              <a:gd name="connsiteX3466" fmla="*/ 4000894 w 7869956"/>
              <a:gd name="connsiteY3466" fmla="*/ 2643264 h 3717758"/>
              <a:gd name="connsiteX3467" fmla="*/ 4000598 w 7869956"/>
              <a:gd name="connsiteY3467" fmla="*/ 2643874 h 3717758"/>
              <a:gd name="connsiteX3468" fmla="*/ 3999416 w 7869956"/>
              <a:gd name="connsiteY3468" fmla="*/ 2661797 h 3717758"/>
              <a:gd name="connsiteX3469" fmla="*/ 3986305 w 7869956"/>
              <a:gd name="connsiteY3469" fmla="*/ 2660792 h 3717758"/>
              <a:gd name="connsiteX3470" fmla="*/ 3960101 w 7869956"/>
              <a:gd name="connsiteY3470" fmla="*/ 2658767 h 3717758"/>
              <a:gd name="connsiteX3471" fmla="*/ 3982874 w 7869956"/>
              <a:gd name="connsiteY3471" fmla="*/ 2665739 h 3717758"/>
              <a:gd name="connsiteX3472" fmla="*/ 3983464 w 7869956"/>
              <a:gd name="connsiteY3472" fmla="*/ 2681367 h 3717758"/>
              <a:gd name="connsiteX3473" fmla="*/ 578455 w 7869956"/>
              <a:gd name="connsiteY3473" fmla="*/ 721099 h 3717758"/>
              <a:gd name="connsiteX3474" fmla="*/ 571311 w 7869956"/>
              <a:gd name="connsiteY3474" fmla="*/ 713173 h 3717758"/>
              <a:gd name="connsiteX3475" fmla="*/ 585981 w 7869956"/>
              <a:gd name="connsiteY3475" fmla="*/ 716945 h 3717758"/>
              <a:gd name="connsiteX3476" fmla="*/ 578455 w 7869956"/>
              <a:gd name="connsiteY3476" fmla="*/ 721099 h 3717758"/>
              <a:gd name="connsiteX3477" fmla="*/ 1292902 w 7869956"/>
              <a:gd name="connsiteY3477" fmla="*/ 1134276 h 3717758"/>
              <a:gd name="connsiteX3478" fmla="*/ 1327255 w 7869956"/>
              <a:gd name="connsiteY3478" fmla="*/ 1139578 h 3717758"/>
              <a:gd name="connsiteX3479" fmla="*/ 1292902 w 7869956"/>
              <a:gd name="connsiteY3479" fmla="*/ 1134276 h 3717758"/>
              <a:gd name="connsiteX3480" fmla="*/ 2017523 w 7869956"/>
              <a:gd name="connsiteY3480" fmla="*/ 1553530 h 3717758"/>
              <a:gd name="connsiteX3481" fmla="*/ 2029475 w 7869956"/>
              <a:gd name="connsiteY3481" fmla="*/ 1552498 h 3717758"/>
              <a:gd name="connsiteX3482" fmla="*/ 2010104 w 7869956"/>
              <a:gd name="connsiteY3482" fmla="*/ 1540488 h 3717758"/>
              <a:gd name="connsiteX3483" fmla="*/ 2017523 w 7869956"/>
              <a:gd name="connsiteY3483" fmla="*/ 1553530 h 3717758"/>
              <a:gd name="connsiteX3484" fmla="*/ 1093364 w 7869956"/>
              <a:gd name="connsiteY3484" fmla="*/ 1021040 h 3717758"/>
              <a:gd name="connsiteX3485" fmla="*/ 1092855 w 7869956"/>
              <a:gd name="connsiteY3485" fmla="*/ 1013661 h 3717758"/>
              <a:gd name="connsiteX3486" fmla="*/ 1105811 w 7869956"/>
              <a:gd name="connsiteY3486" fmla="*/ 1019922 h 3717758"/>
              <a:gd name="connsiteX3487" fmla="*/ 1093364 w 7869956"/>
              <a:gd name="connsiteY3487" fmla="*/ 1021040 h 3717758"/>
              <a:gd name="connsiteX3488" fmla="*/ 3947991 w 7869956"/>
              <a:gd name="connsiteY3488" fmla="*/ 2678424 h 3717758"/>
              <a:gd name="connsiteX3489" fmla="*/ 3956329 w 7869956"/>
              <a:gd name="connsiteY3489" fmla="*/ 2674273 h 3717758"/>
              <a:gd name="connsiteX3490" fmla="*/ 3939942 w 7869956"/>
              <a:gd name="connsiteY3490" fmla="*/ 2672975 h 3717758"/>
              <a:gd name="connsiteX3491" fmla="*/ 3947991 w 7869956"/>
              <a:gd name="connsiteY3491" fmla="*/ 2678424 h 3717758"/>
              <a:gd name="connsiteX3492" fmla="*/ 493047 w 7869956"/>
              <a:gd name="connsiteY3492" fmla="*/ 685408 h 3717758"/>
              <a:gd name="connsiteX3493" fmla="*/ 490751 w 7869956"/>
              <a:gd name="connsiteY3493" fmla="*/ 659651 h 3717758"/>
              <a:gd name="connsiteX3494" fmla="*/ 499208 w 7869956"/>
              <a:gd name="connsiteY3494" fmla="*/ 652401 h 3717758"/>
              <a:gd name="connsiteX3495" fmla="*/ 500274 w 7869956"/>
              <a:gd name="connsiteY3495" fmla="*/ 670874 h 3717758"/>
              <a:gd name="connsiteX3496" fmla="*/ 520109 w 7869956"/>
              <a:gd name="connsiteY3496" fmla="*/ 667211 h 3717758"/>
              <a:gd name="connsiteX3497" fmla="*/ 509195 w 7869956"/>
              <a:gd name="connsiteY3497" fmla="*/ 647963 h 3717758"/>
              <a:gd name="connsiteX3498" fmla="*/ 541351 w 7869956"/>
              <a:gd name="connsiteY3498" fmla="*/ 671446 h 3717758"/>
              <a:gd name="connsiteX3499" fmla="*/ 556006 w 7869956"/>
              <a:gd name="connsiteY3499" fmla="*/ 675203 h 3717758"/>
              <a:gd name="connsiteX3500" fmla="*/ 574418 w 7869956"/>
              <a:gd name="connsiteY3500" fmla="*/ 663501 h 3717758"/>
              <a:gd name="connsiteX3501" fmla="*/ 560365 w 7869956"/>
              <a:gd name="connsiteY3501" fmla="*/ 693925 h 3717758"/>
              <a:gd name="connsiteX3502" fmla="*/ 552590 w 7869956"/>
              <a:gd name="connsiteY3502" fmla="*/ 680197 h 3717758"/>
              <a:gd name="connsiteX3503" fmla="*/ 552265 w 7869956"/>
              <a:gd name="connsiteY3503" fmla="*/ 690663 h 3717758"/>
              <a:gd name="connsiteX3504" fmla="*/ 540857 w 7869956"/>
              <a:gd name="connsiteY3504" fmla="*/ 687168 h 3717758"/>
              <a:gd name="connsiteX3505" fmla="*/ 498574 w 7869956"/>
              <a:gd name="connsiteY3505" fmla="*/ 673395 h 3717758"/>
              <a:gd name="connsiteX3506" fmla="*/ 493047 w 7869956"/>
              <a:gd name="connsiteY3506" fmla="*/ 685408 h 3717758"/>
              <a:gd name="connsiteX3507" fmla="*/ 2190196 w 7869956"/>
              <a:gd name="connsiteY3507" fmla="*/ 1667322 h 3717758"/>
              <a:gd name="connsiteX3508" fmla="*/ 2192392 w 7869956"/>
              <a:gd name="connsiteY3508" fmla="*/ 1649080 h 3717758"/>
              <a:gd name="connsiteX3509" fmla="*/ 2190861 w 7869956"/>
              <a:gd name="connsiteY3509" fmla="*/ 1646358 h 3717758"/>
              <a:gd name="connsiteX3510" fmla="*/ 2202672 w 7869956"/>
              <a:gd name="connsiteY3510" fmla="*/ 1634161 h 3717758"/>
              <a:gd name="connsiteX3511" fmla="*/ 2204120 w 7869956"/>
              <a:gd name="connsiteY3511" fmla="*/ 1638465 h 3717758"/>
              <a:gd name="connsiteX3512" fmla="*/ 2210096 w 7869956"/>
              <a:gd name="connsiteY3512" fmla="*/ 1636720 h 3717758"/>
              <a:gd name="connsiteX3513" fmla="*/ 2219034 w 7869956"/>
              <a:gd name="connsiteY3513" fmla="*/ 1639954 h 3717758"/>
              <a:gd name="connsiteX3514" fmla="*/ 2225651 w 7869956"/>
              <a:gd name="connsiteY3514" fmla="*/ 1642713 h 3717758"/>
              <a:gd name="connsiteX3515" fmla="*/ 2232518 w 7869956"/>
              <a:gd name="connsiteY3515" fmla="*/ 1642162 h 3717758"/>
              <a:gd name="connsiteX3516" fmla="*/ 2231031 w 7869956"/>
              <a:gd name="connsiteY3516" fmla="*/ 1640374 h 3717758"/>
              <a:gd name="connsiteX3517" fmla="*/ 2232350 w 7869956"/>
              <a:gd name="connsiteY3517" fmla="*/ 1633940 h 3717758"/>
              <a:gd name="connsiteX3518" fmla="*/ 2241718 w 7869956"/>
              <a:gd name="connsiteY3518" fmla="*/ 1650373 h 3717758"/>
              <a:gd name="connsiteX3519" fmla="*/ 2232970 w 7869956"/>
              <a:gd name="connsiteY3519" fmla="*/ 1651649 h 3717758"/>
              <a:gd name="connsiteX3520" fmla="*/ 2231566 w 7869956"/>
              <a:gd name="connsiteY3520" fmla="*/ 1657413 h 3717758"/>
              <a:gd name="connsiteX3521" fmla="*/ 2228339 w 7869956"/>
              <a:gd name="connsiteY3521" fmla="*/ 1656730 h 3717758"/>
              <a:gd name="connsiteX3522" fmla="*/ 2226834 w 7869956"/>
              <a:gd name="connsiteY3522" fmla="*/ 1658487 h 3717758"/>
              <a:gd name="connsiteX3523" fmla="*/ 2215021 w 7869956"/>
              <a:gd name="connsiteY3523" fmla="*/ 1664086 h 3717758"/>
              <a:gd name="connsiteX3524" fmla="*/ 2217854 w 7869956"/>
              <a:gd name="connsiteY3524" fmla="*/ 1654804 h 3717758"/>
              <a:gd name="connsiteX3525" fmla="*/ 2212316 w 7869956"/>
              <a:gd name="connsiteY3525" fmla="*/ 1656586 h 3717758"/>
              <a:gd name="connsiteX3526" fmla="*/ 2206584 w 7869956"/>
              <a:gd name="connsiteY3526" fmla="*/ 1668606 h 3717758"/>
              <a:gd name="connsiteX3527" fmla="*/ 2190196 w 7869956"/>
              <a:gd name="connsiteY3527" fmla="*/ 1667322 h 3717758"/>
              <a:gd name="connsiteX3528" fmla="*/ 3906934 w 7869956"/>
              <a:gd name="connsiteY3528" fmla="*/ 2660974 h 3717758"/>
              <a:gd name="connsiteX3529" fmla="*/ 3908038 w 7869956"/>
              <a:gd name="connsiteY3529" fmla="*/ 2659368 h 3717758"/>
              <a:gd name="connsiteX3530" fmla="*/ 3906673 w 7869956"/>
              <a:gd name="connsiteY3530" fmla="*/ 2659471 h 3717758"/>
              <a:gd name="connsiteX3531" fmla="*/ 2131973 w 7869956"/>
              <a:gd name="connsiteY3531" fmla="*/ 1639259 h 3717758"/>
              <a:gd name="connsiteX3532" fmla="*/ 2125742 w 7869956"/>
              <a:gd name="connsiteY3532" fmla="*/ 1628284 h 3717758"/>
              <a:gd name="connsiteX3533" fmla="*/ 2132466 w 7869956"/>
              <a:gd name="connsiteY3533" fmla="*/ 1623491 h 3717758"/>
              <a:gd name="connsiteX3534" fmla="*/ 2143829 w 7869956"/>
              <a:gd name="connsiteY3534" fmla="*/ 1627063 h 3717758"/>
              <a:gd name="connsiteX3535" fmla="*/ 2131973 w 7869956"/>
              <a:gd name="connsiteY3535" fmla="*/ 1639259 h 3717758"/>
              <a:gd name="connsiteX3536" fmla="*/ 639938 w 7869956"/>
              <a:gd name="connsiteY3536" fmla="*/ 778862 h 3717758"/>
              <a:gd name="connsiteX3537" fmla="*/ 660097 w 7869956"/>
              <a:gd name="connsiteY3537" fmla="*/ 764731 h 3717758"/>
              <a:gd name="connsiteX3538" fmla="*/ 666172 w 7869956"/>
              <a:gd name="connsiteY3538" fmla="*/ 780932 h 3717758"/>
              <a:gd name="connsiteX3539" fmla="*/ 639938 w 7869956"/>
              <a:gd name="connsiteY3539" fmla="*/ 778862 h 3717758"/>
              <a:gd name="connsiteX3540" fmla="*/ 3901926 w 7869956"/>
              <a:gd name="connsiteY3540" fmla="*/ 2664565 h 3717758"/>
              <a:gd name="connsiteX3541" fmla="*/ 3903483 w 7869956"/>
              <a:gd name="connsiteY3541" fmla="*/ 2664517 h 3717758"/>
              <a:gd name="connsiteX3542" fmla="*/ 3902578 w 7869956"/>
              <a:gd name="connsiteY3542" fmla="*/ 2663929 h 3717758"/>
              <a:gd name="connsiteX3543" fmla="*/ 1600635 w 7869956"/>
              <a:gd name="connsiteY3543" fmla="*/ 1336110 h 3717758"/>
              <a:gd name="connsiteX3544" fmla="*/ 1592634 w 7869956"/>
              <a:gd name="connsiteY3544" fmla="*/ 1329480 h 3717758"/>
              <a:gd name="connsiteX3545" fmla="*/ 1609019 w 7869956"/>
              <a:gd name="connsiteY3545" fmla="*/ 1330763 h 3717758"/>
              <a:gd name="connsiteX3546" fmla="*/ 1600635 w 7869956"/>
              <a:gd name="connsiteY3546" fmla="*/ 1336110 h 3717758"/>
              <a:gd name="connsiteX3547" fmla="*/ 1975464 w 7869956"/>
              <a:gd name="connsiteY3547" fmla="*/ 1553378 h 3717758"/>
              <a:gd name="connsiteX3548" fmla="*/ 1981998 w 7869956"/>
              <a:gd name="connsiteY3548" fmla="*/ 1546176 h 3717758"/>
              <a:gd name="connsiteX3549" fmla="*/ 1965626 w 7869956"/>
              <a:gd name="connsiteY3549" fmla="*/ 1544940 h 3717758"/>
              <a:gd name="connsiteX3550" fmla="*/ 1975464 w 7869956"/>
              <a:gd name="connsiteY3550" fmla="*/ 1553378 h 3717758"/>
              <a:gd name="connsiteX3551" fmla="*/ 2091097 w 7869956"/>
              <a:gd name="connsiteY3551" fmla="*/ 1633461 h 3717758"/>
              <a:gd name="connsiteX3552" fmla="*/ 2087958 w 7869956"/>
              <a:gd name="connsiteY3552" fmla="*/ 1627973 h 3717758"/>
              <a:gd name="connsiteX3553" fmla="*/ 2112329 w 7869956"/>
              <a:gd name="connsiteY3553" fmla="*/ 1623911 h 3717758"/>
              <a:gd name="connsiteX3554" fmla="*/ 2113021 w 7869956"/>
              <a:gd name="connsiteY3554" fmla="*/ 1624190 h 3717758"/>
              <a:gd name="connsiteX3555" fmla="*/ 2113236 w 7869956"/>
              <a:gd name="connsiteY3555" fmla="*/ 1621966 h 3717758"/>
              <a:gd name="connsiteX3556" fmla="*/ 2112959 w 7869956"/>
              <a:gd name="connsiteY3556" fmla="*/ 1614049 h 3717758"/>
              <a:gd name="connsiteX3557" fmla="*/ 2124044 w 7869956"/>
              <a:gd name="connsiteY3557" fmla="*/ 1628040 h 3717758"/>
              <a:gd name="connsiteX3558" fmla="*/ 2121772 w 7869956"/>
              <a:gd name="connsiteY3558" fmla="*/ 1628379 h 3717758"/>
              <a:gd name="connsiteX3559" fmla="*/ 2114539 w 7869956"/>
              <a:gd name="connsiteY3559" fmla="*/ 1632213 h 3717758"/>
              <a:gd name="connsiteX3560" fmla="*/ 2091097 w 7869956"/>
              <a:gd name="connsiteY3560" fmla="*/ 1633461 h 3717758"/>
              <a:gd name="connsiteX3561" fmla="*/ 2065169 w 7869956"/>
              <a:gd name="connsiteY3561" fmla="*/ 1620924 h 3717758"/>
              <a:gd name="connsiteX3562" fmla="*/ 2067211 w 7869956"/>
              <a:gd name="connsiteY3562" fmla="*/ 1607937 h 3717758"/>
              <a:gd name="connsiteX3563" fmla="*/ 2076734 w 7869956"/>
              <a:gd name="connsiteY3563" fmla="*/ 1619192 h 3717758"/>
              <a:gd name="connsiteX3564" fmla="*/ 2065169 w 7869956"/>
              <a:gd name="connsiteY3564" fmla="*/ 1620924 h 3717758"/>
              <a:gd name="connsiteX3565" fmla="*/ 1543611 w 7869956"/>
              <a:gd name="connsiteY3565" fmla="*/ 1320451 h 3717758"/>
              <a:gd name="connsiteX3566" fmla="*/ 1558622 w 7869956"/>
              <a:gd name="connsiteY3566" fmla="*/ 1313711 h 3717758"/>
              <a:gd name="connsiteX3567" fmla="*/ 1543611 w 7869956"/>
              <a:gd name="connsiteY3567" fmla="*/ 1320451 h 3717758"/>
              <a:gd name="connsiteX3568" fmla="*/ 1165279 w 7869956"/>
              <a:gd name="connsiteY3568" fmla="*/ 1102432 h 3717758"/>
              <a:gd name="connsiteX3569" fmla="*/ 1165872 w 7869956"/>
              <a:gd name="connsiteY3569" fmla="*/ 1102420 h 3717758"/>
              <a:gd name="connsiteX3570" fmla="*/ 1165866 w 7869956"/>
              <a:gd name="connsiteY3570" fmla="*/ 1102749 h 3717758"/>
              <a:gd name="connsiteX3571" fmla="*/ 1205230 w 7869956"/>
              <a:gd name="connsiteY3571" fmla="*/ 1126410 h 3717758"/>
              <a:gd name="connsiteX3572" fmla="*/ 1196420 w 7869956"/>
              <a:gd name="connsiteY3572" fmla="*/ 1118955 h 3717758"/>
              <a:gd name="connsiteX3573" fmla="*/ 1214400 w 7869956"/>
              <a:gd name="connsiteY3573" fmla="*/ 1122897 h 3717758"/>
              <a:gd name="connsiteX3574" fmla="*/ 1205230 w 7869956"/>
              <a:gd name="connsiteY3574" fmla="*/ 1126410 h 3717758"/>
              <a:gd name="connsiteX3575" fmla="*/ 2149181 w 7869956"/>
              <a:gd name="connsiteY3575" fmla="*/ 1671863 h 3717758"/>
              <a:gd name="connsiteX3576" fmla="*/ 2150740 w 7869956"/>
              <a:gd name="connsiteY3576" fmla="*/ 1672218 h 3717758"/>
              <a:gd name="connsiteX3577" fmla="*/ 2160969 w 7869956"/>
              <a:gd name="connsiteY3577" fmla="*/ 1666865 h 3717758"/>
              <a:gd name="connsiteX3578" fmla="*/ 2156569 w 7869956"/>
              <a:gd name="connsiteY3578" fmla="*/ 1666162 h 3717758"/>
              <a:gd name="connsiteX3579" fmla="*/ 1155977 w 7869956"/>
              <a:gd name="connsiteY3579" fmla="*/ 1102615 h 3717758"/>
              <a:gd name="connsiteX3580" fmla="*/ 1162959 w 7869956"/>
              <a:gd name="connsiteY3580" fmla="*/ 1101177 h 3717758"/>
              <a:gd name="connsiteX3581" fmla="*/ 1165279 w 7869956"/>
              <a:gd name="connsiteY3581" fmla="*/ 1102432 h 3717758"/>
              <a:gd name="connsiteX3582" fmla="*/ 2052832 w 7869956"/>
              <a:gd name="connsiteY3582" fmla="*/ 1621974 h 3717758"/>
              <a:gd name="connsiteX3583" fmla="*/ 2044267 w 7869956"/>
              <a:gd name="connsiteY3583" fmla="*/ 1606159 h 3717758"/>
              <a:gd name="connsiteX3584" fmla="*/ 2057053 w 7869956"/>
              <a:gd name="connsiteY3584" fmla="*/ 1617676 h 3717758"/>
              <a:gd name="connsiteX3585" fmla="*/ 2052832 w 7869956"/>
              <a:gd name="connsiteY3585" fmla="*/ 1621974 h 3717758"/>
              <a:gd name="connsiteX3586" fmla="*/ 1751676 w 7869956"/>
              <a:gd name="connsiteY3586" fmla="*/ 1448118 h 3717758"/>
              <a:gd name="connsiteX3587" fmla="*/ 1758361 w 7869956"/>
              <a:gd name="connsiteY3587" fmla="*/ 1444792 h 3717758"/>
              <a:gd name="connsiteX3588" fmla="*/ 1745235 w 7869956"/>
              <a:gd name="connsiteY3588" fmla="*/ 1443757 h 3717758"/>
              <a:gd name="connsiteX3589" fmla="*/ 1751676 w 7869956"/>
              <a:gd name="connsiteY3589" fmla="*/ 1448118 h 3717758"/>
              <a:gd name="connsiteX3590" fmla="*/ 3883053 w 7869956"/>
              <a:gd name="connsiteY3590" fmla="*/ 2678850 h 3717758"/>
              <a:gd name="connsiteX3591" fmla="*/ 3891977 w 7869956"/>
              <a:gd name="connsiteY3591" fmla="*/ 2672794 h 3717758"/>
              <a:gd name="connsiteX3592" fmla="*/ 3892602 w 7869956"/>
              <a:gd name="connsiteY3592" fmla="*/ 2669262 h 3717758"/>
              <a:gd name="connsiteX3593" fmla="*/ 3891816 w 7869956"/>
              <a:gd name="connsiteY3593" fmla="*/ 2660955 h 3717758"/>
              <a:gd name="connsiteX3594" fmla="*/ 3891618 w 7869956"/>
              <a:gd name="connsiteY3594" fmla="*/ 2660952 h 3717758"/>
              <a:gd name="connsiteX3595" fmla="*/ 3890828 w 7869956"/>
              <a:gd name="connsiteY3595" fmla="*/ 2669279 h 3717758"/>
              <a:gd name="connsiteX3596" fmla="*/ 3877564 w 7869956"/>
              <a:gd name="connsiteY3596" fmla="*/ 2673515 h 3717758"/>
              <a:gd name="connsiteX3597" fmla="*/ 3883053 w 7869956"/>
              <a:gd name="connsiteY3597" fmla="*/ 2678850 h 3717758"/>
              <a:gd name="connsiteX3598" fmla="*/ 1996950 w 7869956"/>
              <a:gd name="connsiteY3598" fmla="*/ 1605045 h 3717758"/>
              <a:gd name="connsiteX3599" fmla="*/ 1995261 w 7869956"/>
              <a:gd name="connsiteY3599" fmla="*/ 1597147 h 3717758"/>
              <a:gd name="connsiteX3600" fmla="*/ 2012886 w 7869956"/>
              <a:gd name="connsiteY3600" fmla="*/ 1611632 h 3717758"/>
              <a:gd name="connsiteX3601" fmla="*/ 1996950 w 7869956"/>
              <a:gd name="connsiteY3601" fmla="*/ 1605045 h 3717758"/>
              <a:gd name="connsiteX3602" fmla="*/ 1983234 w 7869956"/>
              <a:gd name="connsiteY3602" fmla="*/ 1614600 h 3717758"/>
              <a:gd name="connsiteX3603" fmla="*/ 1970433 w 7869956"/>
              <a:gd name="connsiteY3603" fmla="*/ 1603099 h 3717758"/>
              <a:gd name="connsiteX3604" fmla="*/ 1975921 w 7869956"/>
              <a:gd name="connsiteY3604" fmla="*/ 1585119 h 3717758"/>
              <a:gd name="connsiteX3605" fmla="*/ 1983867 w 7869956"/>
              <a:gd name="connsiteY3605" fmla="*/ 1593561 h 3717758"/>
              <a:gd name="connsiteX3606" fmla="*/ 1975427 w 7869956"/>
              <a:gd name="connsiteY3606" fmla="*/ 1600811 h 3717758"/>
              <a:gd name="connsiteX3607" fmla="*/ 1983234 w 7869956"/>
              <a:gd name="connsiteY3607" fmla="*/ 1614600 h 3717758"/>
              <a:gd name="connsiteX3608" fmla="*/ 1918475 w 7869956"/>
              <a:gd name="connsiteY3608" fmla="*/ 1583248 h 3717758"/>
              <a:gd name="connsiteX3609" fmla="*/ 1923777 w 7869956"/>
              <a:gd name="connsiteY3609" fmla="*/ 1570556 h 3717758"/>
              <a:gd name="connsiteX3610" fmla="*/ 1929852 w 7869956"/>
              <a:gd name="connsiteY3610" fmla="*/ 1586804 h 3717758"/>
              <a:gd name="connsiteX3611" fmla="*/ 1926900 w 7869956"/>
              <a:gd name="connsiteY3611" fmla="*/ 1576091 h 3717758"/>
              <a:gd name="connsiteX3612" fmla="*/ 1918475 w 7869956"/>
              <a:gd name="connsiteY3612" fmla="*/ 1583248 h 3717758"/>
              <a:gd name="connsiteX3613" fmla="*/ 1513081 w 7869956"/>
              <a:gd name="connsiteY3613" fmla="*/ 1366027 h 3717758"/>
              <a:gd name="connsiteX3614" fmla="*/ 1524086 w 7869956"/>
              <a:gd name="connsiteY3614" fmla="*/ 1368793 h 3717758"/>
              <a:gd name="connsiteX3615" fmla="*/ 1529265 w 7869956"/>
              <a:gd name="connsiteY3615" fmla="*/ 1361325 h 3717758"/>
              <a:gd name="connsiteX3616" fmla="*/ 1509584 w 7869956"/>
              <a:gd name="connsiteY3616" fmla="*/ 1359780 h 3717758"/>
              <a:gd name="connsiteX3617" fmla="*/ 1513081 w 7869956"/>
              <a:gd name="connsiteY3617" fmla="*/ 1366027 h 3717758"/>
              <a:gd name="connsiteX3618" fmla="*/ 1759550 w 7869956"/>
              <a:gd name="connsiteY3618" fmla="*/ 1513170 h 3717758"/>
              <a:gd name="connsiteX3619" fmla="*/ 1768331 w 7869956"/>
              <a:gd name="connsiteY3619" fmla="*/ 1495439 h 3717758"/>
              <a:gd name="connsiteX3620" fmla="*/ 1774732 w 7869956"/>
              <a:gd name="connsiteY3620" fmla="*/ 1501236 h 3717758"/>
              <a:gd name="connsiteX3621" fmla="*/ 1759550 w 7869956"/>
              <a:gd name="connsiteY3621" fmla="*/ 1513170 h 3717758"/>
              <a:gd name="connsiteX3622" fmla="*/ 1885499 w 7869956"/>
              <a:gd name="connsiteY3622" fmla="*/ 1585968 h 3717758"/>
              <a:gd name="connsiteX3623" fmla="*/ 1886117 w 7869956"/>
              <a:gd name="connsiteY3623" fmla="*/ 1565021 h 3717758"/>
              <a:gd name="connsiteX3624" fmla="*/ 1897356 w 7869956"/>
              <a:gd name="connsiteY3624" fmla="*/ 1573771 h 3717758"/>
              <a:gd name="connsiteX3625" fmla="*/ 1885499 w 7869956"/>
              <a:gd name="connsiteY3625" fmla="*/ 1585968 h 3717758"/>
              <a:gd name="connsiteX3626" fmla="*/ 1407799 w 7869956"/>
              <a:gd name="connsiteY3626" fmla="*/ 1317261 h 3717758"/>
              <a:gd name="connsiteX3627" fmla="*/ 1404366 w 7869956"/>
              <a:gd name="connsiteY3627" fmla="*/ 1307017 h 3717758"/>
              <a:gd name="connsiteX3628" fmla="*/ 1407827 w 7869956"/>
              <a:gd name="connsiteY3628" fmla="*/ 1301962 h 3717758"/>
              <a:gd name="connsiteX3629" fmla="*/ 1415604 w 7869956"/>
              <a:gd name="connsiteY3629" fmla="*/ 1315782 h 3717758"/>
              <a:gd name="connsiteX3630" fmla="*/ 1407799 w 7869956"/>
              <a:gd name="connsiteY3630" fmla="*/ 1317261 h 3717758"/>
              <a:gd name="connsiteX3631" fmla="*/ 995650 w 7869956"/>
              <a:gd name="connsiteY3631" fmla="*/ 1081520 h 3717758"/>
              <a:gd name="connsiteX3632" fmla="*/ 987421 w 7869956"/>
              <a:gd name="connsiteY3632" fmla="*/ 1076442 h 3717758"/>
              <a:gd name="connsiteX3633" fmla="*/ 1000701 w 7869956"/>
              <a:gd name="connsiteY3633" fmla="*/ 1072175 h 3717758"/>
              <a:gd name="connsiteX3634" fmla="*/ 995650 w 7869956"/>
              <a:gd name="connsiteY3634" fmla="*/ 1081520 h 3717758"/>
              <a:gd name="connsiteX3635" fmla="*/ 1376600 w 7869956"/>
              <a:gd name="connsiteY3635" fmla="*/ 1302239 h 3717758"/>
              <a:gd name="connsiteX3636" fmla="*/ 1391271 w 7869956"/>
              <a:gd name="connsiteY3636" fmla="*/ 1305966 h 3717758"/>
              <a:gd name="connsiteX3637" fmla="*/ 1376600 w 7869956"/>
              <a:gd name="connsiteY3637" fmla="*/ 1302239 h 3717758"/>
              <a:gd name="connsiteX3638" fmla="*/ 835438 w 7869956"/>
              <a:gd name="connsiteY3638" fmla="*/ 996331 h 3717758"/>
              <a:gd name="connsiteX3639" fmla="*/ 851995 w 7869956"/>
              <a:gd name="connsiteY3639" fmla="*/ 992357 h 3717758"/>
              <a:gd name="connsiteX3640" fmla="*/ 835438 w 7869956"/>
              <a:gd name="connsiteY3640" fmla="*/ 996331 h 3717758"/>
              <a:gd name="connsiteX3641" fmla="*/ 856325 w 7869956"/>
              <a:gd name="connsiteY3641" fmla="*/ 1011109 h 3717758"/>
              <a:gd name="connsiteX3642" fmla="*/ 851487 w 7869956"/>
              <a:gd name="connsiteY3642" fmla="*/ 1008110 h 3717758"/>
              <a:gd name="connsiteX3643" fmla="*/ 860252 w 7869956"/>
              <a:gd name="connsiteY3643" fmla="*/ 990394 h 3717758"/>
              <a:gd name="connsiteX3644" fmla="*/ 873362 w 7869956"/>
              <a:gd name="connsiteY3644" fmla="*/ 991413 h 3717758"/>
              <a:gd name="connsiteX3645" fmla="*/ 876331 w 7869956"/>
              <a:gd name="connsiteY3645" fmla="*/ 1002143 h 3717758"/>
              <a:gd name="connsiteX3646" fmla="*/ 886656 w 7869956"/>
              <a:gd name="connsiteY3646" fmla="*/ 987193 h 3717758"/>
              <a:gd name="connsiteX3647" fmla="*/ 901158 w 7869956"/>
              <a:gd name="connsiteY3647" fmla="*/ 996191 h 3717758"/>
              <a:gd name="connsiteX3648" fmla="*/ 880690 w 7869956"/>
              <a:gd name="connsiteY3648" fmla="*/ 1020833 h 3717758"/>
              <a:gd name="connsiteX3649" fmla="*/ 866482 w 7869956"/>
              <a:gd name="connsiteY3649" fmla="*/ 1001369 h 3717758"/>
              <a:gd name="connsiteX3650" fmla="*/ 856325 w 7869956"/>
              <a:gd name="connsiteY3650" fmla="*/ 1011109 h 3717758"/>
              <a:gd name="connsiteX3651" fmla="*/ 1527964 w 7869956"/>
              <a:gd name="connsiteY3651" fmla="*/ 1403251 h 3717758"/>
              <a:gd name="connsiteX3652" fmla="*/ 1521719 w 7869956"/>
              <a:gd name="connsiteY3652" fmla="*/ 1392276 h 3717758"/>
              <a:gd name="connsiteX3653" fmla="*/ 1533097 w 7869956"/>
              <a:gd name="connsiteY3653" fmla="*/ 1395785 h 3717758"/>
              <a:gd name="connsiteX3654" fmla="*/ 1527964 w 7869956"/>
              <a:gd name="connsiteY3654" fmla="*/ 1403251 h 3717758"/>
              <a:gd name="connsiteX3655" fmla="*/ 1504935 w 7869956"/>
              <a:gd name="connsiteY3655" fmla="*/ 1391512 h 3717758"/>
              <a:gd name="connsiteX3656" fmla="*/ 1500665 w 7869956"/>
              <a:gd name="connsiteY3656" fmla="*/ 1382783 h 3717758"/>
              <a:gd name="connsiteX3657" fmla="*/ 1513775 w 7869956"/>
              <a:gd name="connsiteY3657" fmla="*/ 1383788 h 3717758"/>
              <a:gd name="connsiteX3658" fmla="*/ 1504935 w 7869956"/>
              <a:gd name="connsiteY3658" fmla="*/ 1391512 h 3717758"/>
              <a:gd name="connsiteX3659" fmla="*/ 1929841 w 7869956"/>
              <a:gd name="connsiteY3659" fmla="*/ 1639279 h 3717758"/>
              <a:gd name="connsiteX3660" fmla="*/ 1940152 w 7869956"/>
              <a:gd name="connsiteY3660" fmla="*/ 1624284 h 3717758"/>
              <a:gd name="connsiteX3661" fmla="*/ 1948099 w 7869956"/>
              <a:gd name="connsiteY3661" fmla="*/ 1632801 h 3717758"/>
              <a:gd name="connsiteX3662" fmla="*/ 1929841 w 7869956"/>
              <a:gd name="connsiteY3662" fmla="*/ 1639279 h 3717758"/>
              <a:gd name="connsiteX3663" fmla="*/ 1925285 w 7869956"/>
              <a:gd name="connsiteY3663" fmla="*/ 1637542 h 3717758"/>
              <a:gd name="connsiteX3664" fmla="*/ 1917455 w 7869956"/>
              <a:gd name="connsiteY3664" fmla="*/ 1631390 h 3717758"/>
              <a:gd name="connsiteX3665" fmla="*/ 1917068 w 7869956"/>
              <a:gd name="connsiteY3665" fmla="*/ 1630447 h 3717758"/>
              <a:gd name="connsiteX3666" fmla="*/ 1916984 w 7869956"/>
              <a:gd name="connsiteY3666" fmla="*/ 1630516 h 3717758"/>
              <a:gd name="connsiteX3667" fmla="*/ 1913933 w 7869956"/>
              <a:gd name="connsiteY3667" fmla="*/ 1622273 h 3717758"/>
              <a:gd name="connsiteX3668" fmla="*/ 1929980 w 7869956"/>
              <a:gd name="connsiteY3668" fmla="*/ 1634038 h 3717758"/>
              <a:gd name="connsiteX3669" fmla="*/ 1925285 w 7869956"/>
              <a:gd name="connsiteY3669" fmla="*/ 1637542 h 3717758"/>
              <a:gd name="connsiteX3670" fmla="*/ 1414506 w 7869956"/>
              <a:gd name="connsiteY3670" fmla="*/ 1352454 h 3717758"/>
              <a:gd name="connsiteX3671" fmla="*/ 1419839 w 7869956"/>
              <a:gd name="connsiteY3671" fmla="*/ 1339714 h 3717758"/>
              <a:gd name="connsiteX3672" fmla="*/ 1427770 w 7869956"/>
              <a:gd name="connsiteY3672" fmla="*/ 1348232 h 3717758"/>
              <a:gd name="connsiteX3673" fmla="*/ 1414506 w 7869956"/>
              <a:gd name="connsiteY3673" fmla="*/ 1352454 h 3717758"/>
              <a:gd name="connsiteX3674" fmla="*/ 799218 w 7869956"/>
              <a:gd name="connsiteY3674" fmla="*/ 998742 h 3717758"/>
              <a:gd name="connsiteX3675" fmla="*/ 789849 w 7869956"/>
              <a:gd name="connsiteY3675" fmla="*/ 982278 h 3717758"/>
              <a:gd name="connsiteX3676" fmla="*/ 796730 w 7869956"/>
              <a:gd name="connsiteY3676" fmla="*/ 972306 h 3717758"/>
              <a:gd name="connsiteX3677" fmla="*/ 799218 w 7869956"/>
              <a:gd name="connsiteY3677" fmla="*/ 998742 h 3717758"/>
              <a:gd name="connsiteX3678" fmla="*/ 773293 w 7869956"/>
              <a:gd name="connsiteY3678" fmla="*/ 986250 h 3717758"/>
              <a:gd name="connsiteX3679" fmla="*/ 767061 w 7869956"/>
              <a:gd name="connsiteY3679" fmla="*/ 975275 h 3717758"/>
              <a:gd name="connsiteX3680" fmla="*/ 783448 w 7869956"/>
              <a:gd name="connsiteY3680" fmla="*/ 976543 h 3717758"/>
              <a:gd name="connsiteX3681" fmla="*/ 773293 w 7869956"/>
              <a:gd name="connsiteY3681" fmla="*/ 986250 h 3717758"/>
              <a:gd name="connsiteX3682" fmla="*/ 1369846 w 7869956"/>
              <a:gd name="connsiteY3682" fmla="*/ 1335334 h 3717758"/>
              <a:gd name="connsiteX3683" fmla="*/ 1362701 w 7869956"/>
              <a:gd name="connsiteY3683" fmla="*/ 1327408 h 3717758"/>
              <a:gd name="connsiteX3684" fmla="*/ 1377372 w 7869956"/>
              <a:gd name="connsiteY3684" fmla="*/ 1331180 h 3717758"/>
              <a:gd name="connsiteX3685" fmla="*/ 1369846 w 7869956"/>
              <a:gd name="connsiteY3685" fmla="*/ 1335334 h 3717758"/>
              <a:gd name="connsiteX3686" fmla="*/ 1884755 w 7869956"/>
              <a:gd name="connsiteY3686" fmla="*/ 1635275 h 3717758"/>
              <a:gd name="connsiteX3687" fmla="*/ 1884246 w 7869956"/>
              <a:gd name="connsiteY3687" fmla="*/ 1627897 h 3717758"/>
              <a:gd name="connsiteX3688" fmla="*/ 1897202 w 7869956"/>
              <a:gd name="connsiteY3688" fmla="*/ 1634157 h 3717758"/>
              <a:gd name="connsiteX3689" fmla="*/ 1884755 w 7869956"/>
              <a:gd name="connsiteY3689" fmla="*/ 1635275 h 3717758"/>
              <a:gd name="connsiteX3690" fmla="*/ 1284437 w 7869956"/>
              <a:gd name="connsiteY3690" fmla="*/ 1299644 h 3717758"/>
              <a:gd name="connsiteX3691" fmla="*/ 1282142 w 7869956"/>
              <a:gd name="connsiteY3691" fmla="*/ 1273886 h 3717758"/>
              <a:gd name="connsiteX3692" fmla="*/ 1290599 w 7869956"/>
              <a:gd name="connsiteY3692" fmla="*/ 1266636 h 3717758"/>
              <a:gd name="connsiteX3693" fmla="*/ 1291665 w 7869956"/>
              <a:gd name="connsiteY3693" fmla="*/ 1285110 h 3717758"/>
              <a:gd name="connsiteX3694" fmla="*/ 1311500 w 7869956"/>
              <a:gd name="connsiteY3694" fmla="*/ 1281446 h 3717758"/>
              <a:gd name="connsiteX3695" fmla="*/ 1300585 w 7869956"/>
              <a:gd name="connsiteY3695" fmla="*/ 1262199 h 3717758"/>
              <a:gd name="connsiteX3696" fmla="*/ 1332741 w 7869956"/>
              <a:gd name="connsiteY3696" fmla="*/ 1285681 h 3717758"/>
              <a:gd name="connsiteX3697" fmla="*/ 1347397 w 7869956"/>
              <a:gd name="connsiteY3697" fmla="*/ 1289438 h 3717758"/>
              <a:gd name="connsiteX3698" fmla="*/ 1365809 w 7869956"/>
              <a:gd name="connsiteY3698" fmla="*/ 1277736 h 3717758"/>
              <a:gd name="connsiteX3699" fmla="*/ 1351756 w 7869956"/>
              <a:gd name="connsiteY3699" fmla="*/ 1308160 h 3717758"/>
              <a:gd name="connsiteX3700" fmla="*/ 1343980 w 7869956"/>
              <a:gd name="connsiteY3700" fmla="*/ 1294432 h 3717758"/>
              <a:gd name="connsiteX3701" fmla="*/ 1343656 w 7869956"/>
              <a:gd name="connsiteY3701" fmla="*/ 1304898 h 3717758"/>
              <a:gd name="connsiteX3702" fmla="*/ 1332248 w 7869956"/>
              <a:gd name="connsiteY3702" fmla="*/ 1301404 h 3717758"/>
              <a:gd name="connsiteX3703" fmla="*/ 1289965 w 7869956"/>
              <a:gd name="connsiteY3703" fmla="*/ 1287630 h 3717758"/>
              <a:gd name="connsiteX3704" fmla="*/ 1284437 w 7869956"/>
              <a:gd name="connsiteY3704" fmla="*/ 1299644 h 3717758"/>
              <a:gd name="connsiteX3705" fmla="*/ 1431328 w 7869956"/>
              <a:gd name="connsiteY3705" fmla="*/ 1393097 h 3717758"/>
              <a:gd name="connsiteX3706" fmla="*/ 1451488 w 7869956"/>
              <a:gd name="connsiteY3706" fmla="*/ 1378966 h 3717758"/>
              <a:gd name="connsiteX3707" fmla="*/ 1457563 w 7869956"/>
              <a:gd name="connsiteY3707" fmla="*/ 1395168 h 3717758"/>
              <a:gd name="connsiteX3708" fmla="*/ 1431328 w 7869956"/>
              <a:gd name="connsiteY3708" fmla="*/ 1393097 h 3717758"/>
              <a:gd name="connsiteX3709" fmla="*/ 3641749 w 7869956"/>
              <a:gd name="connsiteY3709" fmla="*/ 2672638 h 3717758"/>
              <a:gd name="connsiteX3710" fmla="*/ 3644931 w 7869956"/>
              <a:gd name="connsiteY3710" fmla="*/ 2669113 h 3717758"/>
              <a:gd name="connsiteX3711" fmla="*/ 3639773 w 7869956"/>
              <a:gd name="connsiteY3711" fmla="*/ 2669653 h 3717758"/>
              <a:gd name="connsiteX3712" fmla="*/ 3638201 w 7869956"/>
              <a:gd name="connsiteY3712" fmla="*/ 2669552 h 3717758"/>
              <a:gd name="connsiteX3713" fmla="*/ 1833571 w 7869956"/>
              <a:gd name="connsiteY3713" fmla="*/ 1635666 h 3717758"/>
              <a:gd name="connsiteX3714" fmla="*/ 1839632 w 7869956"/>
              <a:gd name="connsiteY3714" fmla="*/ 1637574 h 3717758"/>
              <a:gd name="connsiteX3715" fmla="*/ 1841487 w 7869956"/>
              <a:gd name="connsiteY3715" fmla="*/ 1629796 h 3717758"/>
              <a:gd name="connsiteX3716" fmla="*/ 1837379 w 7869956"/>
              <a:gd name="connsiteY3716" fmla="*/ 1628511 h 3717758"/>
              <a:gd name="connsiteX3717" fmla="*/ 1834119 w 7869956"/>
              <a:gd name="connsiteY3717" fmla="*/ 1635069 h 3717758"/>
              <a:gd name="connsiteX3718" fmla="*/ 1983787 w 7869956"/>
              <a:gd name="connsiteY3718" fmla="*/ 1729303 h 3717758"/>
              <a:gd name="connsiteX3719" fmla="*/ 1989748 w 7869956"/>
              <a:gd name="connsiteY3719" fmla="*/ 1722698 h 3717758"/>
              <a:gd name="connsiteX3720" fmla="*/ 1978184 w 7869956"/>
              <a:gd name="connsiteY3720" fmla="*/ 1724430 h 3717758"/>
              <a:gd name="connsiteX3721" fmla="*/ 1983787 w 7869956"/>
              <a:gd name="connsiteY3721" fmla="*/ 1729303 h 3717758"/>
              <a:gd name="connsiteX3722" fmla="*/ 3610979 w 7869956"/>
              <a:gd name="connsiteY3722" fmla="*/ 2671548 h 3717758"/>
              <a:gd name="connsiteX3723" fmla="*/ 3616610 w 7869956"/>
              <a:gd name="connsiteY3723" fmla="*/ 2668176 h 3717758"/>
              <a:gd name="connsiteX3724" fmla="*/ 3605174 w 7869956"/>
              <a:gd name="connsiteY3724" fmla="*/ 2667447 h 3717758"/>
              <a:gd name="connsiteX3725" fmla="*/ 3604934 w 7869956"/>
              <a:gd name="connsiteY3725" fmla="*/ 2667966 h 3717758"/>
              <a:gd name="connsiteX3726" fmla="*/ 3610979 w 7869956"/>
              <a:gd name="connsiteY3726" fmla="*/ 2671548 h 3717758"/>
              <a:gd name="connsiteX3727" fmla="*/ 1956670 w 7869956"/>
              <a:gd name="connsiteY3727" fmla="*/ 1716667 h 3717758"/>
              <a:gd name="connsiteX3728" fmla="*/ 1957262 w 7869956"/>
              <a:gd name="connsiteY3728" fmla="*/ 1716655 h 3717758"/>
              <a:gd name="connsiteX3729" fmla="*/ 1957256 w 7869956"/>
              <a:gd name="connsiteY3729" fmla="*/ 1716984 h 3717758"/>
              <a:gd name="connsiteX3730" fmla="*/ 3593807 w 7869956"/>
              <a:gd name="connsiteY3730" fmla="*/ 2666920 h 3717758"/>
              <a:gd name="connsiteX3731" fmla="*/ 3595072 w 7869956"/>
              <a:gd name="connsiteY3731" fmla="*/ 2667465 h 3717758"/>
              <a:gd name="connsiteX3732" fmla="*/ 3595769 w 7869956"/>
              <a:gd name="connsiteY3732" fmla="*/ 2666847 h 3717758"/>
              <a:gd name="connsiteX3733" fmla="*/ 3594281 w 7869956"/>
              <a:gd name="connsiteY3733" fmla="*/ 2666752 h 3717758"/>
              <a:gd name="connsiteX3734" fmla="*/ 1933879 w 7869956"/>
              <a:gd name="connsiteY3734" fmla="*/ 1709718 h 3717758"/>
              <a:gd name="connsiteX3735" fmla="*/ 1941110 w 7869956"/>
              <a:gd name="connsiteY3735" fmla="*/ 1706553 h 3717758"/>
              <a:gd name="connsiteX3736" fmla="*/ 1931457 w 7869956"/>
              <a:gd name="connsiteY3736" fmla="*/ 1703077 h 3717758"/>
              <a:gd name="connsiteX3737" fmla="*/ 1931088 w 7869956"/>
              <a:gd name="connsiteY3737" fmla="*/ 1703086 h 3717758"/>
              <a:gd name="connsiteX3738" fmla="*/ 1953016 w 7869956"/>
              <a:gd name="connsiteY3738" fmla="*/ 1728213 h 3717758"/>
              <a:gd name="connsiteX3739" fmla="*/ 1959260 w 7869956"/>
              <a:gd name="connsiteY3739" fmla="*/ 1725386 h 3717758"/>
              <a:gd name="connsiteX3740" fmla="*/ 1968764 w 7869956"/>
              <a:gd name="connsiteY3740" fmla="*/ 1716429 h 3717758"/>
              <a:gd name="connsiteX3741" fmla="*/ 1957262 w 7869956"/>
              <a:gd name="connsiteY3741" fmla="*/ 1716655 h 3717758"/>
              <a:gd name="connsiteX3742" fmla="*/ 1957340 w 7869956"/>
              <a:gd name="connsiteY3742" fmla="*/ 1712396 h 3717758"/>
              <a:gd name="connsiteX3743" fmla="*/ 1953278 w 7869956"/>
              <a:gd name="connsiteY3743" fmla="*/ 1710934 h 3717758"/>
              <a:gd name="connsiteX3744" fmla="*/ 1953261 w 7869956"/>
              <a:gd name="connsiteY3744" fmla="*/ 1711050 h 3717758"/>
              <a:gd name="connsiteX3745" fmla="*/ 1951829 w 7869956"/>
              <a:gd name="connsiteY3745" fmla="*/ 1714142 h 3717758"/>
              <a:gd name="connsiteX3746" fmla="*/ 1954349 w 7869956"/>
              <a:gd name="connsiteY3746" fmla="*/ 1715412 h 3717758"/>
              <a:gd name="connsiteX3747" fmla="*/ 1956670 w 7869956"/>
              <a:gd name="connsiteY3747" fmla="*/ 1716667 h 3717758"/>
              <a:gd name="connsiteX3748" fmla="*/ 1950604 w 7869956"/>
              <a:gd name="connsiteY3748" fmla="*/ 1716786 h 3717758"/>
              <a:gd name="connsiteX3749" fmla="*/ 1946971 w 7869956"/>
              <a:gd name="connsiteY3749" fmla="*/ 1724631 h 3717758"/>
              <a:gd name="connsiteX3750" fmla="*/ 1953016 w 7869956"/>
              <a:gd name="connsiteY3750" fmla="*/ 1728213 h 3717758"/>
              <a:gd name="connsiteX3751" fmla="*/ 1929007 w 7869956"/>
              <a:gd name="connsiteY3751" fmla="*/ 1720642 h 3717758"/>
              <a:gd name="connsiteX3752" fmla="*/ 1945549 w 7869956"/>
              <a:gd name="connsiteY3752" fmla="*/ 1716637 h 3717758"/>
              <a:gd name="connsiteX3753" fmla="*/ 1929007 w 7869956"/>
              <a:gd name="connsiteY3753" fmla="*/ 1720642 h 3717758"/>
              <a:gd name="connsiteX3754" fmla="*/ 3621126 w 7869956"/>
              <a:gd name="connsiteY3754" fmla="*/ 2702565 h 3717758"/>
              <a:gd name="connsiteX3755" fmla="*/ 3627086 w 7869956"/>
              <a:gd name="connsiteY3755" fmla="*/ 2695964 h 3717758"/>
              <a:gd name="connsiteX3756" fmla="*/ 3624274 w 7869956"/>
              <a:gd name="connsiteY3756" fmla="*/ 2679978 h 3717758"/>
              <a:gd name="connsiteX3757" fmla="*/ 3615524 w 7869956"/>
              <a:gd name="connsiteY3757" fmla="*/ 2697663 h 3717758"/>
              <a:gd name="connsiteX3758" fmla="*/ 3621126 w 7869956"/>
              <a:gd name="connsiteY3758" fmla="*/ 2702565 h 3717758"/>
              <a:gd name="connsiteX3759" fmla="*/ 1781939 w 7869956"/>
              <a:gd name="connsiteY3759" fmla="*/ 1643060 h 3717758"/>
              <a:gd name="connsiteX3760" fmla="*/ 1788707 w 7869956"/>
              <a:gd name="connsiteY3760" fmla="*/ 1636228 h 3717758"/>
              <a:gd name="connsiteX3761" fmla="*/ 1783523 w 7869956"/>
              <a:gd name="connsiteY3761" fmla="*/ 1624028 h 3717758"/>
              <a:gd name="connsiteX3762" fmla="*/ 1784168 w 7869956"/>
              <a:gd name="connsiteY3762" fmla="*/ 1616411 h 3717758"/>
              <a:gd name="connsiteX3763" fmla="*/ 1779827 w 7869956"/>
              <a:gd name="connsiteY3763" fmla="*/ 1614955 h 3717758"/>
              <a:gd name="connsiteX3764" fmla="*/ 1774364 w 7869956"/>
              <a:gd name="connsiteY3764" fmla="*/ 1619320 h 3717758"/>
              <a:gd name="connsiteX3765" fmla="*/ 1780595 w 7869956"/>
              <a:gd name="connsiteY3765" fmla="*/ 1630312 h 3717758"/>
              <a:gd name="connsiteX3766" fmla="*/ 1776052 w 7869956"/>
              <a:gd name="connsiteY3766" fmla="*/ 1639486 h 3717758"/>
              <a:gd name="connsiteX3767" fmla="*/ 1762349 w 7869956"/>
              <a:gd name="connsiteY3767" fmla="*/ 1639474 h 3717758"/>
              <a:gd name="connsiteX3768" fmla="*/ 1769057 w 7869956"/>
              <a:gd name="connsiteY3768" fmla="*/ 1634582 h 3717758"/>
              <a:gd name="connsiteX3769" fmla="*/ 1771974 w 7869956"/>
              <a:gd name="connsiteY3769" fmla="*/ 1636651 h 3717758"/>
              <a:gd name="connsiteX3770" fmla="*/ 1774039 w 7869956"/>
              <a:gd name="connsiteY3770" fmla="*/ 1629802 h 3717758"/>
              <a:gd name="connsiteX3771" fmla="*/ 1763239 w 7869956"/>
              <a:gd name="connsiteY3771" fmla="*/ 1633812 h 3717758"/>
              <a:gd name="connsiteX3772" fmla="*/ 1761412 w 7869956"/>
              <a:gd name="connsiteY3772" fmla="*/ 1632665 h 3717758"/>
              <a:gd name="connsiteX3773" fmla="*/ 1963163 w 7869956"/>
              <a:gd name="connsiteY3773" fmla="*/ 1759230 h 3717758"/>
              <a:gd name="connsiteX3774" fmla="*/ 1969124 w 7869956"/>
              <a:gd name="connsiteY3774" fmla="*/ 1752629 h 3717758"/>
              <a:gd name="connsiteX3775" fmla="*/ 1966311 w 7869956"/>
              <a:gd name="connsiteY3775" fmla="*/ 1736643 h 3717758"/>
              <a:gd name="connsiteX3776" fmla="*/ 1957562 w 7869956"/>
              <a:gd name="connsiteY3776" fmla="*/ 1754328 h 3717758"/>
              <a:gd name="connsiteX3777" fmla="*/ 1963163 w 7869956"/>
              <a:gd name="connsiteY3777" fmla="*/ 1759230 h 3717758"/>
              <a:gd name="connsiteX3778" fmla="*/ 3942690 w 7869956"/>
              <a:gd name="connsiteY3778" fmla="*/ 2908534 h 3717758"/>
              <a:gd name="connsiteX3779" fmla="*/ 3954798 w 7869956"/>
              <a:gd name="connsiteY3779" fmla="*/ 2886904 h 3717758"/>
              <a:gd name="connsiteX3780" fmla="*/ 3939649 w 7869956"/>
              <a:gd name="connsiteY3780" fmla="*/ 2898824 h 3717758"/>
              <a:gd name="connsiteX3781" fmla="*/ 3942690 w 7869956"/>
              <a:gd name="connsiteY3781" fmla="*/ 2908534 h 3717758"/>
              <a:gd name="connsiteX3782" fmla="*/ 1782217 w 7869956"/>
              <a:gd name="connsiteY3782" fmla="*/ 1669313 h 3717758"/>
              <a:gd name="connsiteX3783" fmla="*/ 1784272 w 7869956"/>
              <a:gd name="connsiteY3783" fmla="*/ 1663512 h 3717758"/>
              <a:gd name="connsiteX3784" fmla="*/ 1786574 w 7869956"/>
              <a:gd name="connsiteY3784" fmla="*/ 1654501 h 3717758"/>
              <a:gd name="connsiteX3785" fmla="*/ 1782445 w 7869956"/>
              <a:gd name="connsiteY3785" fmla="*/ 1659493 h 3717758"/>
              <a:gd name="connsiteX3786" fmla="*/ 1781145 w 7869956"/>
              <a:gd name="connsiteY3786" fmla="*/ 1662224 h 3717758"/>
              <a:gd name="connsiteX3787" fmla="*/ 2284728 w 7869956"/>
              <a:gd name="connsiteY3787" fmla="*/ 1965199 h 3717758"/>
              <a:gd name="connsiteX3788" fmla="*/ 2296836 w 7869956"/>
              <a:gd name="connsiteY3788" fmla="*/ 1943569 h 3717758"/>
              <a:gd name="connsiteX3789" fmla="*/ 2281687 w 7869956"/>
              <a:gd name="connsiteY3789" fmla="*/ 1955489 h 3717758"/>
              <a:gd name="connsiteX3790" fmla="*/ 2284728 w 7869956"/>
              <a:gd name="connsiteY3790" fmla="*/ 1965199 h 3717758"/>
              <a:gd name="connsiteX3791" fmla="*/ 1763418 w 7869956"/>
              <a:gd name="connsiteY3791" fmla="*/ 1666583 h 3717758"/>
              <a:gd name="connsiteX3792" fmla="*/ 1764788 w 7869956"/>
              <a:gd name="connsiteY3792" fmla="*/ 1666786 h 3717758"/>
              <a:gd name="connsiteX3793" fmla="*/ 1776298 w 7869956"/>
              <a:gd name="connsiteY3793" fmla="*/ 1666859 h 3717758"/>
              <a:gd name="connsiteX3794" fmla="*/ 1777515 w 7869956"/>
              <a:gd name="connsiteY3794" fmla="*/ 1661613 h 3717758"/>
              <a:gd name="connsiteX3795" fmla="*/ 1775668 w 7869956"/>
              <a:gd name="connsiteY3795" fmla="*/ 1661823 h 3717758"/>
              <a:gd name="connsiteX3796" fmla="*/ 1765039 w 7869956"/>
              <a:gd name="connsiteY3796" fmla="*/ 1660715 h 3717758"/>
              <a:gd name="connsiteX3797" fmla="*/ 1753325 w 7869956"/>
              <a:gd name="connsiteY3797" fmla="*/ 1665081 h 3717758"/>
              <a:gd name="connsiteX3798" fmla="*/ 1755429 w 7869956"/>
              <a:gd name="connsiteY3798" fmla="*/ 1665394 h 3717758"/>
              <a:gd name="connsiteX3799" fmla="*/ 1758726 w 7869956"/>
              <a:gd name="connsiteY3799" fmla="*/ 1661328 h 3717758"/>
              <a:gd name="connsiteX3800" fmla="*/ 1757360 w 7869956"/>
              <a:gd name="connsiteY3800" fmla="*/ 1648485 h 3717758"/>
              <a:gd name="connsiteX3801" fmla="*/ 1614942 w 7869956"/>
              <a:gd name="connsiteY3801" fmla="*/ 1589767 h 3717758"/>
              <a:gd name="connsiteX3802" fmla="*/ 1612795 w 7869956"/>
              <a:gd name="connsiteY3802" fmla="*/ 1583115 h 3717758"/>
              <a:gd name="connsiteX3803" fmla="*/ 1624514 w 7869956"/>
              <a:gd name="connsiteY3803" fmla="*/ 1576143 h 3717758"/>
              <a:gd name="connsiteX3804" fmla="*/ 1632321 w 7869956"/>
              <a:gd name="connsiteY3804" fmla="*/ 1589901 h 3717758"/>
              <a:gd name="connsiteX3805" fmla="*/ 1614942 w 7869956"/>
              <a:gd name="connsiteY3805" fmla="*/ 1589767 h 3717758"/>
              <a:gd name="connsiteX3806" fmla="*/ 1711043 w 7869956"/>
              <a:gd name="connsiteY3806" fmla="*/ 1651259 h 3717758"/>
              <a:gd name="connsiteX3807" fmla="*/ 1722576 w 7869956"/>
              <a:gd name="connsiteY3807" fmla="*/ 1649559 h 3717758"/>
              <a:gd name="connsiteX3808" fmla="*/ 1724410 w 7869956"/>
              <a:gd name="connsiteY3808" fmla="*/ 1634438 h 3717758"/>
              <a:gd name="connsiteX3809" fmla="*/ 1719456 w 7869956"/>
              <a:gd name="connsiteY3809" fmla="*/ 1633854 h 3717758"/>
              <a:gd name="connsiteX3810" fmla="*/ 1716728 w 7869956"/>
              <a:gd name="connsiteY3810" fmla="*/ 1635145 h 3717758"/>
              <a:gd name="connsiteX3811" fmla="*/ 1712038 w 7869956"/>
              <a:gd name="connsiteY3811" fmla="*/ 1632980 h 3717758"/>
              <a:gd name="connsiteX3812" fmla="*/ 1711657 w 7869956"/>
              <a:gd name="connsiteY3812" fmla="*/ 1632935 h 3717758"/>
              <a:gd name="connsiteX3813" fmla="*/ 1711333 w 7869956"/>
              <a:gd name="connsiteY3813" fmla="*/ 1643417 h 3717758"/>
              <a:gd name="connsiteX3814" fmla="*/ 1708944 w 7869956"/>
              <a:gd name="connsiteY3814" fmla="*/ 1639286 h 3717758"/>
              <a:gd name="connsiteX3815" fmla="*/ 1709640 w 7869956"/>
              <a:gd name="connsiteY3815" fmla="*/ 1643303 h 3717758"/>
              <a:gd name="connsiteX3816" fmla="*/ 1711043 w 7869956"/>
              <a:gd name="connsiteY3816" fmla="*/ 1651259 h 3717758"/>
              <a:gd name="connsiteX3817" fmla="*/ 1730321 w 7869956"/>
              <a:gd name="connsiteY3817" fmla="*/ 1663163 h 3717758"/>
              <a:gd name="connsiteX3818" fmla="*/ 1735778 w 7869956"/>
              <a:gd name="connsiteY3818" fmla="*/ 1645199 h 3717758"/>
              <a:gd name="connsiteX3819" fmla="*/ 1741715 w 7869956"/>
              <a:gd name="connsiteY3819" fmla="*/ 1666704 h 3717758"/>
              <a:gd name="connsiteX3820" fmla="*/ 1748115 w 7869956"/>
              <a:gd name="connsiteY3820" fmla="*/ 1657144 h 3717758"/>
              <a:gd name="connsiteX3821" fmla="*/ 1748883 w 7869956"/>
              <a:gd name="connsiteY3821" fmla="*/ 1656057 h 3717758"/>
              <a:gd name="connsiteX3822" fmla="*/ 1747074 w 7869956"/>
              <a:gd name="connsiteY3822" fmla="*/ 1656666 h 3717758"/>
              <a:gd name="connsiteX3823" fmla="*/ 1745702 w 7869956"/>
              <a:gd name="connsiteY3823" fmla="*/ 1642340 h 3717758"/>
              <a:gd name="connsiteX3824" fmla="*/ 1740799 w 7869956"/>
              <a:gd name="connsiteY3824" fmla="*/ 1639147 h 3717758"/>
              <a:gd name="connsiteX3825" fmla="*/ 1729378 w 7869956"/>
              <a:gd name="connsiteY3825" fmla="*/ 1639479 h 3717758"/>
              <a:gd name="connsiteX3826" fmla="*/ 1730321 w 7869956"/>
              <a:gd name="connsiteY3826" fmla="*/ 1663163 h 3717758"/>
              <a:gd name="connsiteX3827" fmla="*/ 1629957 w 7869956"/>
              <a:gd name="connsiteY3827" fmla="*/ 1613337 h 3717758"/>
              <a:gd name="connsiteX3828" fmla="*/ 1633225 w 7869956"/>
              <a:gd name="connsiteY3828" fmla="*/ 1610920 h 3717758"/>
              <a:gd name="connsiteX3829" fmla="*/ 1629778 w 7869956"/>
              <a:gd name="connsiteY3829" fmla="*/ 1610729 h 3717758"/>
              <a:gd name="connsiteX3830" fmla="*/ 1760591 w 7869956"/>
              <a:gd name="connsiteY3830" fmla="*/ 1694423 h 3717758"/>
              <a:gd name="connsiteX3831" fmla="*/ 1767609 w 7869956"/>
              <a:gd name="connsiteY3831" fmla="*/ 1679179 h 3717758"/>
              <a:gd name="connsiteX3832" fmla="*/ 1751223 w 7869956"/>
              <a:gd name="connsiteY3832" fmla="*/ 1677943 h 3717758"/>
              <a:gd name="connsiteX3833" fmla="*/ 1747790 w 7869956"/>
              <a:gd name="connsiteY3833" fmla="*/ 1682889 h 3717758"/>
              <a:gd name="connsiteX3834" fmla="*/ 1760591 w 7869956"/>
              <a:gd name="connsiteY3834" fmla="*/ 1694423 h 3717758"/>
              <a:gd name="connsiteX3835" fmla="*/ 3815976 w 7869956"/>
              <a:gd name="connsiteY3835" fmla="*/ 2886547 h 3717758"/>
              <a:gd name="connsiteX3836" fmla="*/ 3820069 w 7869956"/>
              <a:gd name="connsiteY3836" fmla="*/ 2886935 h 3717758"/>
              <a:gd name="connsiteX3837" fmla="*/ 3825881 w 7869956"/>
              <a:gd name="connsiteY3837" fmla="*/ 2858490 h 3717758"/>
              <a:gd name="connsiteX3838" fmla="*/ 3811952 w 7869956"/>
              <a:gd name="connsiteY3838" fmla="*/ 2883689 h 3717758"/>
              <a:gd name="connsiteX3839" fmla="*/ 3815976 w 7869956"/>
              <a:gd name="connsiteY3839" fmla="*/ 2886547 h 3717758"/>
              <a:gd name="connsiteX3840" fmla="*/ 1728141 w 7869956"/>
              <a:gd name="connsiteY3840" fmla="*/ 1681406 h 3717758"/>
              <a:gd name="connsiteX3841" fmla="*/ 1744684 w 7869956"/>
              <a:gd name="connsiteY3841" fmla="*/ 1677402 h 3717758"/>
              <a:gd name="connsiteX3842" fmla="*/ 1728141 w 7869956"/>
              <a:gd name="connsiteY3842" fmla="*/ 1681406 h 3717758"/>
              <a:gd name="connsiteX3843" fmla="*/ 1708494 w 7869956"/>
              <a:gd name="connsiteY3843" fmla="*/ 1678780 h 3717758"/>
              <a:gd name="connsiteX3844" fmla="*/ 1715016 w 7869956"/>
              <a:gd name="connsiteY3844" fmla="*/ 1680354 h 3717758"/>
              <a:gd name="connsiteX3845" fmla="*/ 1713764 w 7869956"/>
              <a:gd name="connsiteY3845" fmla="*/ 1667183 h 3717758"/>
              <a:gd name="connsiteX3846" fmla="*/ 1702077 w 7869956"/>
              <a:gd name="connsiteY3846" fmla="*/ 1674109 h 3717758"/>
              <a:gd name="connsiteX3847" fmla="*/ 1708494 w 7869956"/>
              <a:gd name="connsiteY3847" fmla="*/ 1678780 h 3717758"/>
              <a:gd name="connsiteX3848" fmla="*/ 1599350 w 7869956"/>
              <a:gd name="connsiteY3848" fmla="*/ 1616957 h 3717758"/>
              <a:gd name="connsiteX3849" fmla="*/ 1593889 w 7869956"/>
              <a:gd name="connsiteY3849" fmla="*/ 1610540 h 3717758"/>
              <a:gd name="connsiteX3850" fmla="*/ 1609069 w 7869956"/>
              <a:gd name="connsiteY3850" fmla="*/ 1598603 h 3717758"/>
              <a:gd name="connsiteX3851" fmla="*/ 1599350 w 7869956"/>
              <a:gd name="connsiteY3851" fmla="*/ 1616957 h 3717758"/>
              <a:gd name="connsiteX3852" fmla="*/ 1590608 w 7869956"/>
              <a:gd name="connsiteY3852" fmla="*/ 1612978 h 3717758"/>
              <a:gd name="connsiteX3853" fmla="*/ 1581239 w 7869956"/>
              <a:gd name="connsiteY3853" fmla="*/ 1596513 h 3717758"/>
              <a:gd name="connsiteX3854" fmla="*/ 1588120 w 7869956"/>
              <a:gd name="connsiteY3854" fmla="*/ 1586541 h 3717758"/>
              <a:gd name="connsiteX3855" fmla="*/ 1590608 w 7869956"/>
              <a:gd name="connsiteY3855" fmla="*/ 1612978 h 3717758"/>
              <a:gd name="connsiteX3856" fmla="*/ 1564683 w 7869956"/>
              <a:gd name="connsiteY3856" fmla="*/ 1600485 h 3717758"/>
              <a:gd name="connsiteX3857" fmla="*/ 1558452 w 7869956"/>
              <a:gd name="connsiteY3857" fmla="*/ 1589510 h 3717758"/>
              <a:gd name="connsiteX3858" fmla="*/ 1574839 w 7869956"/>
              <a:gd name="connsiteY3858" fmla="*/ 1590778 h 3717758"/>
              <a:gd name="connsiteX3859" fmla="*/ 1564683 w 7869956"/>
              <a:gd name="connsiteY3859" fmla="*/ 1600485 h 3717758"/>
              <a:gd name="connsiteX3860" fmla="*/ 2158014 w 7869956"/>
              <a:gd name="connsiteY3860" fmla="*/ 1943212 h 3717758"/>
              <a:gd name="connsiteX3861" fmla="*/ 2162106 w 7869956"/>
              <a:gd name="connsiteY3861" fmla="*/ 1943600 h 3717758"/>
              <a:gd name="connsiteX3862" fmla="*/ 2167919 w 7869956"/>
              <a:gd name="connsiteY3862" fmla="*/ 1915155 h 3717758"/>
              <a:gd name="connsiteX3863" fmla="*/ 2153990 w 7869956"/>
              <a:gd name="connsiteY3863" fmla="*/ 1940354 h 3717758"/>
              <a:gd name="connsiteX3864" fmla="*/ 2158014 w 7869956"/>
              <a:gd name="connsiteY3864" fmla="*/ 1943212 h 3717758"/>
              <a:gd name="connsiteX3865" fmla="*/ 3857443 w 7869956"/>
              <a:gd name="connsiteY3865" fmla="*/ 2927742 h 3717758"/>
              <a:gd name="connsiteX3866" fmla="*/ 3865010 w 7869956"/>
              <a:gd name="connsiteY3866" fmla="*/ 2921936 h 3717758"/>
              <a:gd name="connsiteX3867" fmla="*/ 3850199 w 7869956"/>
              <a:gd name="connsiteY3867" fmla="*/ 2923404 h 3717758"/>
              <a:gd name="connsiteX3868" fmla="*/ 3857443 w 7869956"/>
              <a:gd name="connsiteY3868" fmla="*/ 2927742 h 3717758"/>
              <a:gd name="connsiteX3869" fmla="*/ 3796493 w 7869956"/>
              <a:gd name="connsiteY3869" fmla="*/ 2894813 h 3717758"/>
              <a:gd name="connsiteX3870" fmla="*/ 3807284 w 7869956"/>
              <a:gd name="connsiteY3870" fmla="*/ 2875449 h 3717758"/>
              <a:gd name="connsiteX3871" fmla="*/ 3792458 w 7869956"/>
              <a:gd name="connsiteY3871" fmla="*/ 2876887 h 3717758"/>
              <a:gd name="connsiteX3872" fmla="*/ 3790417 w 7869956"/>
              <a:gd name="connsiteY3872" fmla="*/ 2889873 h 3717758"/>
              <a:gd name="connsiteX3873" fmla="*/ 3796493 w 7869956"/>
              <a:gd name="connsiteY3873" fmla="*/ 2894813 h 3717758"/>
              <a:gd name="connsiteX3874" fmla="*/ 1670987 w 7869956"/>
              <a:gd name="connsiteY3874" fmla="*/ 1669085 h 3717758"/>
              <a:gd name="connsiteX3875" fmla="*/ 1700499 w 7869956"/>
              <a:gd name="connsiteY3875" fmla="*/ 1671341 h 3717758"/>
              <a:gd name="connsiteX3876" fmla="*/ 1676150 w 7869956"/>
              <a:gd name="connsiteY3876" fmla="*/ 1661571 h 3717758"/>
              <a:gd name="connsiteX3877" fmla="*/ 1670987 w 7869956"/>
              <a:gd name="connsiteY3877" fmla="*/ 1669085 h 3717758"/>
              <a:gd name="connsiteX3878" fmla="*/ 1527104 w 7869956"/>
              <a:gd name="connsiteY3878" fmla="*/ 1592235 h 3717758"/>
              <a:gd name="connsiteX3879" fmla="*/ 1546598 w 7869956"/>
              <a:gd name="connsiteY3879" fmla="*/ 1599006 h 3717758"/>
              <a:gd name="connsiteX3880" fmla="*/ 1527104 w 7869956"/>
              <a:gd name="connsiteY3880" fmla="*/ 1592235 h 3717758"/>
              <a:gd name="connsiteX3881" fmla="*/ 3761060 w 7869956"/>
              <a:gd name="connsiteY3881" fmla="*/ 2882375 h 3717758"/>
              <a:gd name="connsiteX3882" fmla="*/ 3769672 w 7869956"/>
              <a:gd name="connsiteY3882" fmla="*/ 2869867 h 3717758"/>
              <a:gd name="connsiteX3883" fmla="*/ 3772470 w 7869956"/>
              <a:gd name="connsiteY3883" fmla="*/ 2885869 h 3717758"/>
              <a:gd name="connsiteX3884" fmla="*/ 3789166 w 7869956"/>
              <a:gd name="connsiteY3884" fmla="*/ 2876686 h 3717758"/>
              <a:gd name="connsiteX3885" fmla="*/ 3797745 w 7869956"/>
              <a:gd name="connsiteY3885" fmla="*/ 2864178 h 3717758"/>
              <a:gd name="connsiteX3886" fmla="*/ 3791514 w 7869956"/>
              <a:gd name="connsiteY3886" fmla="*/ 2853202 h 3717758"/>
              <a:gd name="connsiteX3887" fmla="*/ 3773119 w 7869956"/>
              <a:gd name="connsiteY3887" fmla="*/ 2864951 h 3717758"/>
              <a:gd name="connsiteX3888" fmla="*/ 3748753 w 7869956"/>
              <a:gd name="connsiteY3888" fmla="*/ 2855135 h 3717758"/>
              <a:gd name="connsiteX3889" fmla="*/ 3761060 w 7869956"/>
              <a:gd name="connsiteY3889" fmla="*/ 2882375 h 3717758"/>
              <a:gd name="connsiteX3890" fmla="*/ 1655002 w 7869956"/>
              <a:gd name="connsiteY3890" fmla="*/ 1668664 h 3717758"/>
              <a:gd name="connsiteX3891" fmla="*/ 1664277 w 7869956"/>
              <a:gd name="connsiteY3891" fmla="*/ 1673831 h 3717758"/>
              <a:gd name="connsiteX3892" fmla="*/ 1667865 w 7869956"/>
              <a:gd name="connsiteY3892" fmla="*/ 1663565 h 3717758"/>
              <a:gd name="connsiteX3893" fmla="*/ 1649946 w 7869956"/>
              <a:gd name="connsiteY3893" fmla="*/ 1659578 h 3717758"/>
              <a:gd name="connsiteX3894" fmla="*/ 1655002 w 7869956"/>
              <a:gd name="connsiteY3894" fmla="*/ 1668664 h 3717758"/>
              <a:gd name="connsiteX3895" fmla="*/ 2199480 w 7869956"/>
              <a:gd name="connsiteY3895" fmla="*/ 1984407 h 3717758"/>
              <a:gd name="connsiteX3896" fmla="*/ 2207047 w 7869956"/>
              <a:gd name="connsiteY3896" fmla="*/ 1978601 h 3717758"/>
              <a:gd name="connsiteX3897" fmla="*/ 2192237 w 7869956"/>
              <a:gd name="connsiteY3897" fmla="*/ 1980069 h 3717758"/>
              <a:gd name="connsiteX3898" fmla="*/ 2199480 w 7869956"/>
              <a:gd name="connsiteY3898" fmla="*/ 1984407 h 3717758"/>
              <a:gd name="connsiteX3899" fmla="*/ 1590281 w 7869956"/>
              <a:gd name="connsiteY3899" fmla="*/ 1634016 h 3717758"/>
              <a:gd name="connsiteX3900" fmla="*/ 1591911 w 7869956"/>
              <a:gd name="connsiteY3900" fmla="*/ 1623664 h 3717758"/>
              <a:gd name="connsiteX3901" fmla="*/ 1593334 w 7869956"/>
              <a:gd name="connsiteY3901" fmla="*/ 1631687 h 3717758"/>
              <a:gd name="connsiteX3902" fmla="*/ 2138530 w 7869956"/>
              <a:gd name="connsiteY3902" fmla="*/ 1951478 h 3717758"/>
              <a:gd name="connsiteX3903" fmla="*/ 2149322 w 7869956"/>
              <a:gd name="connsiteY3903" fmla="*/ 1932114 h 3717758"/>
              <a:gd name="connsiteX3904" fmla="*/ 2134495 w 7869956"/>
              <a:gd name="connsiteY3904" fmla="*/ 1933552 h 3717758"/>
              <a:gd name="connsiteX3905" fmla="*/ 2132455 w 7869956"/>
              <a:gd name="connsiteY3905" fmla="*/ 1946538 h 3717758"/>
              <a:gd name="connsiteX3906" fmla="*/ 2138530 w 7869956"/>
              <a:gd name="connsiteY3906" fmla="*/ 1951478 h 3717758"/>
              <a:gd name="connsiteX3907" fmla="*/ 1633779 w 7869956"/>
              <a:gd name="connsiteY3907" fmla="*/ 1664064 h 3717758"/>
              <a:gd name="connsiteX3908" fmla="*/ 1644767 w 7869956"/>
              <a:gd name="connsiteY3908" fmla="*/ 1667013 h 3717758"/>
              <a:gd name="connsiteX3909" fmla="*/ 1640222 w 7869956"/>
              <a:gd name="connsiteY3909" fmla="*/ 1653562 h 3717758"/>
              <a:gd name="connsiteX3910" fmla="*/ 1652095 w 7869956"/>
              <a:gd name="connsiteY3910" fmla="*/ 1641365 h 3717758"/>
              <a:gd name="connsiteX3911" fmla="*/ 1627128 w 7869956"/>
              <a:gd name="connsiteY3911" fmla="*/ 1652513 h 3717758"/>
              <a:gd name="connsiteX3912" fmla="*/ 1633779 w 7869956"/>
              <a:gd name="connsiteY3912" fmla="*/ 1664064 h 3717758"/>
              <a:gd name="connsiteX3913" fmla="*/ 2103098 w 7869956"/>
              <a:gd name="connsiteY3913" fmla="*/ 1939040 h 3717758"/>
              <a:gd name="connsiteX3914" fmla="*/ 2111709 w 7869956"/>
              <a:gd name="connsiteY3914" fmla="*/ 1926532 h 3717758"/>
              <a:gd name="connsiteX3915" fmla="*/ 2114507 w 7869956"/>
              <a:gd name="connsiteY3915" fmla="*/ 1942534 h 3717758"/>
              <a:gd name="connsiteX3916" fmla="*/ 2131204 w 7869956"/>
              <a:gd name="connsiteY3916" fmla="*/ 1933351 h 3717758"/>
              <a:gd name="connsiteX3917" fmla="*/ 2139783 w 7869956"/>
              <a:gd name="connsiteY3917" fmla="*/ 1920843 h 3717758"/>
              <a:gd name="connsiteX3918" fmla="*/ 2133552 w 7869956"/>
              <a:gd name="connsiteY3918" fmla="*/ 1909867 h 3717758"/>
              <a:gd name="connsiteX3919" fmla="*/ 2115156 w 7869956"/>
              <a:gd name="connsiteY3919" fmla="*/ 1921616 h 3717758"/>
              <a:gd name="connsiteX3920" fmla="*/ 2090791 w 7869956"/>
              <a:gd name="connsiteY3920" fmla="*/ 1911800 h 3717758"/>
              <a:gd name="connsiteX3921" fmla="*/ 2103098 w 7869956"/>
              <a:gd name="connsiteY3921" fmla="*/ 1939040 h 3717758"/>
              <a:gd name="connsiteX3922" fmla="*/ 1605408 w 7869956"/>
              <a:gd name="connsiteY3922" fmla="*/ 1663999 h 3717758"/>
              <a:gd name="connsiteX3923" fmla="*/ 1615425 w 7869956"/>
              <a:gd name="connsiteY3923" fmla="*/ 1659516 h 3717758"/>
              <a:gd name="connsiteX3924" fmla="*/ 1622768 w 7869956"/>
              <a:gd name="connsiteY3924" fmla="*/ 1633821 h 3717758"/>
              <a:gd name="connsiteX3925" fmla="*/ 1602610 w 7869956"/>
              <a:gd name="connsiteY3925" fmla="*/ 1648028 h 3717758"/>
              <a:gd name="connsiteX3926" fmla="*/ 1605408 w 7869956"/>
              <a:gd name="connsiteY3926" fmla="*/ 1663999 h 3717758"/>
              <a:gd name="connsiteX3927" fmla="*/ 3692374 w 7869956"/>
              <a:gd name="connsiteY3927" fmla="*/ 2871769 h 3717758"/>
              <a:gd name="connsiteX3928" fmla="*/ 3707383 w 7869956"/>
              <a:gd name="connsiteY3928" fmla="*/ 2865060 h 3717758"/>
              <a:gd name="connsiteX3929" fmla="*/ 3692374 w 7869956"/>
              <a:gd name="connsiteY3929" fmla="*/ 2871769 h 3717758"/>
              <a:gd name="connsiteX3930" fmla="*/ 3758708 w 7869956"/>
              <a:gd name="connsiteY3930" fmla="*/ 2920453 h 3717758"/>
              <a:gd name="connsiteX3931" fmla="*/ 3766672 w 7869956"/>
              <a:gd name="connsiteY3931" fmla="*/ 2914298 h 3717758"/>
              <a:gd name="connsiteX3932" fmla="*/ 3755278 w 7869956"/>
              <a:gd name="connsiteY3932" fmla="*/ 2910758 h 3717758"/>
              <a:gd name="connsiteX3933" fmla="*/ 3758708 w 7869956"/>
              <a:gd name="connsiteY3933" fmla="*/ 2920453 h 3717758"/>
              <a:gd name="connsiteX3934" fmla="*/ 2034411 w 7869956"/>
              <a:gd name="connsiteY3934" fmla="*/ 1928434 h 3717758"/>
              <a:gd name="connsiteX3935" fmla="*/ 2049421 w 7869956"/>
              <a:gd name="connsiteY3935" fmla="*/ 1921725 h 3717758"/>
              <a:gd name="connsiteX3936" fmla="*/ 2034411 w 7869956"/>
              <a:gd name="connsiteY3936" fmla="*/ 1928434 h 3717758"/>
              <a:gd name="connsiteX3937" fmla="*/ 1411917 w 7869956"/>
              <a:gd name="connsiteY3937" fmla="*/ 1569887 h 3717758"/>
              <a:gd name="connsiteX3938" fmla="*/ 1405019 w 7869956"/>
              <a:gd name="connsiteY3938" fmla="*/ 1553864 h 3717758"/>
              <a:gd name="connsiteX3939" fmla="*/ 1452156 w 7869956"/>
              <a:gd name="connsiteY3939" fmla="*/ 1570684 h 3717758"/>
              <a:gd name="connsiteX3940" fmla="*/ 1411917 w 7869956"/>
              <a:gd name="connsiteY3940" fmla="*/ 1569887 h 3717758"/>
              <a:gd name="connsiteX3941" fmla="*/ 1648477 w 7869956"/>
              <a:gd name="connsiteY3941" fmla="*/ 1706729 h 3717758"/>
              <a:gd name="connsiteX3942" fmla="*/ 1660335 w 7869956"/>
              <a:gd name="connsiteY3942" fmla="*/ 1694515 h 3717758"/>
              <a:gd name="connsiteX3943" fmla="*/ 1648477 w 7869956"/>
              <a:gd name="connsiteY3943" fmla="*/ 1706729 h 3717758"/>
              <a:gd name="connsiteX3944" fmla="*/ 3654397 w 7869956"/>
              <a:gd name="connsiteY3944" fmla="*/ 2866743 h 3717758"/>
              <a:gd name="connsiteX3945" fmla="*/ 3664592 w 7869956"/>
              <a:gd name="connsiteY3945" fmla="*/ 2866993 h 3717758"/>
              <a:gd name="connsiteX3946" fmla="*/ 3673358 w 7869956"/>
              <a:gd name="connsiteY3946" fmla="*/ 2849261 h 3717758"/>
              <a:gd name="connsiteX3947" fmla="*/ 3651807 w 7869956"/>
              <a:gd name="connsiteY3947" fmla="*/ 2855490 h 3717758"/>
              <a:gd name="connsiteX3948" fmla="*/ 3654397 w 7869956"/>
              <a:gd name="connsiteY3948" fmla="*/ 2866743 h 3717758"/>
              <a:gd name="connsiteX3949" fmla="*/ 2100746 w 7869956"/>
              <a:gd name="connsiteY3949" fmla="*/ 1977118 h 3717758"/>
              <a:gd name="connsiteX3950" fmla="*/ 2108710 w 7869956"/>
              <a:gd name="connsiteY3950" fmla="*/ 1970963 h 3717758"/>
              <a:gd name="connsiteX3951" fmla="*/ 2097316 w 7869956"/>
              <a:gd name="connsiteY3951" fmla="*/ 1967423 h 3717758"/>
              <a:gd name="connsiteX3952" fmla="*/ 2100746 w 7869956"/>
              <a:gd name="connsiteY3952" fmla="*/ 1977118 h 3717758"/>
              <a:gd name="connsiteX3953" fmla="*/ 3363702 w 7869956"/>
              <a:gd name="connsiteY3953" fmla="*/ 2712305 h 3717758"/>
              <a:gd name="connsiteX3954" fmla="*/ 3383552 w 7869956"/>
              <a:gd name="connsiteY3954" fmla="*/ 2708578 h 3717758"/>
              <a:gd name="connsiteX3955" fmla="*/ 3363702 w 7869956"/>
              <a:gd name="connsiteY3955" fmla="*/ 2712305 h 3717758"/>
              <a:gd name="connsiteX3956" fmla="*/ 3572432 w 7869956"/>
              <a:gd name="connsiteY3956" fmla="*/ 2833264 h 3717758"/>
              <a:gd name="connsiteX3957" fmla="*/ 3603095 w 7869956"/>
              <a:gd name="connsiteY3957" fmla="*/ 2835950 h 3717758"/>
              <a:gd name="connsiteX3958" fmla="*/ 3569098 w 7869956"/>
              <a:gd name="connsiteY3958" fmla="*/ 2820181 h 3717758"/>
              <a:gd name="connsiteX3959" fmla="*/ 3572432 w 7869956"/>
              <a:gd name="connsiteY3959" fmla="*/ 2833264 h 3717758"/>
              <a:gd name="connsiteX3960" fmla="*/ 1996435 w 7869956"/>
              <a:gd name="connsiteY3960" fmla="*/ 1923408 h 3717758"/>
              <a:gd name="connsiteX3961" fmla="*/ 2006630 w 7869956"/>
              <a:gd name="connsiteY3961" fmla="*/ 1923658 h 3717758"/>
              <a:gd name="connsiteX3962" fmla="*/ 2015395 w 7869956"/>
              <a:gd name="connsiteY3962" fmla="*/ 1905926 h 3717758"/>
              <a:gd name="connsiteX3963" fmla="*/ 1993845 w 7869956"/>
              <a:gd name="connsiteY3963" fmla="*/ 1912155 h 3717758"/>
              <a:gd name="connsiteX3964" fmla="*/ 1996435 w 7869956"/>
              <a:gd name="connsiteY3964" fmla="*/ 1923408 h 3717758"/>
              <a:gd name="connsiteX3965" fmla="*/ 3641186 w 7869956"/>
              <a:gd name="connsiteY3965" fmla="*/ 2880906 h 3717758"/>
              <a:gd name="connsiteX3966" fmla="*/ 3675708 w 7869956"/>
              <a:gd name="connsiteY3966" fmla="*/ 2880953 h 3717758"/>
              <a:gd name="connsiteX3967" fmla="*/ 3648205 w 7869956"/>
              <a:gd name="connsiteY3967" fmla="*/ 2865725 h 3717758"/>
              <a:gd name="connsiteX3968" fmla="*/ 3641186 w 7869956"/>
              <a:gd name="connsiteY3968" fmla="*/ 2880906 h 3717758"/>
              <a:gd name="connsiteX3969" fmla="*/ 1705740 w 7869956"/>
              <a:gd name="connsiteY3969" fmla="*/ 1768970 h 3717758"/>
              <a:gd name="connsiteX3970" fmla="*/ 1725590 w 7869956"/>
              <a:gd name="connsiteY3970" fmla="*/ 1765243 h 3717758"/>
              <a:gd name="connsiteX3971" fmla="*/ 1705740 w 7869956"/>
              <a:gd name="connsiteY3971" fmla="*/ 1768970 h 3717758"/>
              <a:gd name="connsiteX3972" fmla="*/ 1914469 w 7869956"/>
              <a:gd name="connsiteY3972" fmla="*/ 1889929 h 3717758"/>
              <a:gd name="connsiteX3973" fmla="*/ 1945132 w 7869956"/>
              <a:gd name="connsiteY3973" fmla="*/ 1892615 h 3717758"/>
              <a:gd name="connsiteX3974" fmla="*/ 1911136 w 7869956"/>
              <a:gd name="connsiteY3974" fmla="*/ 1876846 h 3717758"/>
              <a:gd name="connsiteX3975" fmla="*/ 1914469 w 7869956"/>
              <a:gd name="connsiteY3975" fmla="*/ 1889929 h 3717758"/>
              <a:gd name="connsiteX3976" fmla="*/ 1478034 w 7869956"/>
              <a:gd name="connsiteY3976" fmla="*/ 1638352 h 3717758"/>
              <a:gd name="connsiteX3977" fmla="*/ 1476643 w 7869956"/>
              <a:gd name="connsiteY3977" fmla="*/ 1630313 h 3717758"/>
              <a:gd name="connsiteX3978" fmla="*/ 1489907 w 7869956"/>
              <a:gd name="connsiteY3978" fmla="*/ 1626169 h 3717758"/>
              <a:gd name="connsiteX3979" fmla="*/ 1486955 w 7869956"/>
              <a:gd name="connsiteY3979" fmla="*/ 1615425 h 3717758"/>
              <a:gd name="connsiteX3980" fmla="*/ 1532685 w 7869956"/>
              <a:gd name="connsiteY3980" fmla="*/ 1624175 h 3717758"/>
              <a:gd name="connsiteX3981" fmla="*/ 1478034 w 7869956"/>
              <a:gd name="connsiteY3981" fmla="*/ 1638352 h 3717758"/>
              <a:gd name="connsiteX3982" fmla="*/ 3528019 w 7869956"/>
              <a:gd name="connsiteY3982" fmla="*/ 2827313 h 3717758"/>
              <a:gd name="connsiteX3983" fmla="*/ 3552712 w 7869956"/>
              <a:gd name="connsiteY3983" fmla="*/ 2818866 h 3717758"/>
              <a:gd name="connsiteX3984" fmla="*/ 3526460 w 7869956"/>
              <a:gd name="connsiteY3984" fmla="*/ 2816857 h 3717758"/>
              <a:gd name="connsiteX3985" fmla="*/ 3528019 w 7869956"/>
              <a:gd name="connsiteY3985" fmla="*/ 2827313 h 3717758"/>
              <a:gd name="connsiteX3986" fmla="*/ 1983223 w 7869956"/>
              <a:gd name="connsiteY3986" fmla="*/ 1937570 h 3717758"/>
              <a:gd name="connsiteX3987" fmla="*/ 2017746 w 7869956"/>
              <a:gd name="connsiteY3987" fmla="*/ 1937618 h 3717758"/>
              <a:gd name="connsiteX3988" fmla="*/ 1990243 w 7869956"/>
              <a:gd name="connsiteY3988" fmla="*/ 1922390 h 3717758"/>
              <a:gd name="connsiteX3989" fmla="*/ 1983223 w 7869956"/>
              <a:gd name="connsiteY3989" fmla="*/ 1937570 h 3717758"/>
              <a:gd name="connsiteX3990" fmla="*/ 1421236 w 7869956"/>
              <a:gd name="connsiteY3990" fmla="*/ 1615563 h 3717758"/>
              <a:gd name="connsiteX3991" fmla="*/ 1436248 w 7869956"/>
              <a:gd name="connsiteY3991" fmla="*/ 1608838 h 3717758"/>
              <a:gd name="connsiteX3992" fmla="*/ 1431701 w 7869956"/>
              <a:gd name="connsiteY3992" fmla="*/ 1595357 h 3717758"/>
              <a:gd name="connsiteX3993" fmla="*/ 1462914 w 7869956"/>
              <a:gd name="connsiteY3993" fmla="*/ 1595186 h 3717758"/>
              <a:gd name="connsiteX3994" fmla="*/ 1484157 w 7869956"/>
              <a:gd name="connsiteY3994" fmla="*/ 1599406 h 3717758"/>
              <a:gd name="connsiteX3995" fmla="*/ 1485408 w 7869956"/>
              <a:gd name="connsiteY3995" fmla="*/ 1612656 h 3717758"/>
              <a:gd name="connsiteX3996" fmla="*/ 1447471 w 7869956"/>
              <a:gd name="connsiteY3996" fmla="*/ 1617588 h 3717758"/>
              <a:gd name="connsiteX3997" fmla="*/ 1421236 w 7869956"/>
              <a:gd name="connsiteY3997" fmla="*/ 1615563 h 3717758"/>
              <a:gd name="connsiteX3998" fmla="*/ 3587371 w 7869956"/>
              <a:gd name="connsiteY3998" fmla="*/ 2868811 h 3717758"/>
              <a:gd name="connsiteX3999" fmla="*/ 3600604 w 7869956"/>
              <a:gd name="connsiteY3999" fmla="*/ 2864626 h 3717758"/>
              <a:gd name="connsiteX4000" fmla="*/ 3587371 w 7869956"/>
              <a:gd name="connsiteY4000" fmla="*/ 2868811 h 3717758"/>
              <a:gd name="connsiteX4001" fmla="*/ 1403283 w 7869956"/>
              <a:gd name="connsiteY4001" fmla="*/ 1611512 h 3717758"/>
              <a:gd name="connsiteX4002" fmla="*/ 1380966 w 7869956"/>
              <a:gd name="connsiteY4002" fmla="*/ 1588772 h 3717758"/>
              <a:gd name="connsiteX4003" fmla="*/ 1400490 w 7869956"/>
              <a:gd name="connsiteY4003" fmla="*/ 1595528 h 3717758"/>
              <a:gd name="connsiteX4004" fmla="*/ 1426726 w 7869956"/>
              <a:gd name="connsiteY4004" fmla="*/ 1597583 h 3717758"/>
              <a:gd name="connsiteX4005" fmla="*/ 1403283 w 7869956"/>
              <a:gd name="connsiteY4005" fmla="*/ 1611512 h 3717758"/>
              <a:gd name="connsiteX4006" fmla="*/ 1870073 w 7869956"/>
              <a:gd name="connsiteY4006" fmla="*/ 1883950 h 3717758"/>
              <a:gd name="connsiteX4007" fmla="*/ 1894749 w 7869956"/>
              <a:gd name="connsiteY4007" fmla="*/ 1875531 h 3717758"/>
              <a:gd name="connsiteX4008" fmla="*/ 1868498 w 7869956"/>
              <a:gd name="connsiteY4008" fmla="*/ 1873522 h 3717758"/>
              <a:gd name="connsiteX4009" fmla="*/ 1870073 w 7869956"/>
              <a:gd name="connsiteY4009" fmla="*/ 1883950 h 3717758"/>
              <a:gd name="connsiteX4010" fmla="*/ 3645237 w 7869956"/>
              <a:gd name="connsiteY4010" fmla="*/ 2910056 h 3717758"/>
              <a:gd name="connsiteX4011" fmla="*/ 3658486 w 7869956"/>
              <a:gd name="connsiteY4011" fmla="*/ 2905889 h 3717758"/>
              <a:gd name="connsiteX4012" fmla="*/ 3645237 w 7869956"/>
              <a:gd name="connsiteY4012" fmla="*/ 2910056 h 3717758"/>
              <a:gd name="connsiteX4013" fmla="*/ 4756068 w 7869956"/>
              <a:gd name="connsiteY4013" fmla="*/ 3553128 h 3717758"/>
              <a:gd name="connsiteX4014" fmla="*/ 4770708 w 7869956"/>
              <a:gd name="connsiteY4014" fmla="*/ 3556854 h 3717758"/>
              <a:gd name="connsiteX4015" fmla="*/ 4779614 w 7869956"/>
              <a:gd name="connsiteY4015" fmla="*/ 3534010 h 3717758"/>
              <a:gd name="connsiteX4016" fmla="*/ 4756672 w 7869956"/>
              <a:gd name="connsiteY4016" fmla="*/ 3532249 h 3717758"/>
              <a:gd name="connsiteX4017" fmla="*/ 4756068 w 7869956"/>
              <a:gd name="connsiteY4017" fmla="*/ 3553128 h 3717758"/>
              <a:gd name="connsiteX4018" fmla="*/ 3509455 w 7869956"/>
              <a:gd name="connsiteY4018" fmla="*/ 2836438 h 3717758"/>
              <a:gd name="connsiteX4019" fmla="*/ 3514773 w 7869956"/>
              <a:gd name="connsiteY4019" fmla="*/ 2823860 h 3717758"/>
              <a:gd name="connsiteX4020" fmla="*/ 3497134 w 7869956"/>
              <a:gd name="connsiteY4020" fmla="*/ 2809313 h 3717758"/>
              <a:gd name="connsiteX4021" fmla="*/ 3506363 w 7869956"/>
              <a:gd name="connsiteY4021" fmla="*/ 2830966 h 3717758"/>
              <a:gd name="connsiteX4022" fmla="*/ 3509455 w 7869956"/>
              <a:gd name="connsiteY4022" fmla="*/ 2836438 h 3717758"/>
              <a:gd name="connsiteX4023" fmla="*/ 1929395 w 7869956"/>
              <a:gd name="connsiteY4023" fmla="*/ 1925500 h 3717758"/>
              <a:gd name="connsiteX4024" fmla="*/ 1942658 w 7869956"/>
              <a:gd name="connsiteY4024" fmla="*/ 1921264 h 3717758"/>
              <a:gd name="connsiteX4025" fmla="*/ 1929395 w 7869956"/>
              <a:gd name="connsiteY4025" fmla="*/ 1925500 h 3717758"/>
              <a:gd name="connsiteX4026" fmla="*/ 1987260 w 7869956"/>
              <a:gd name="connsiteY4026" fmla="*/ 1966746 h 3717758"/>
              <a:gd name="connsiteX4027" fmla="*/ 2000540 w 7869956"/>
              <a:gd name="connsiteY4027" fmla="*/ 1962527 h 3717758"/>
              <a:gd name="connsiteX4028" fmla="*/ 1987260 w 7869956"/>
              <a:gd name="connsiteY4028" fmla="*/ 1966746 h 3717758"/>
              <a:gd name="connsiteX4029" fmla="*/ 4732182 w 7869956"/>
              <a:gd name="connsiteY4029" fmla="*/ 3555719 h 3717758"/>
              <a:gd name="connsiteX4030" fmla="*/ 4738120 w 7869956"/>
              <a:gd name="connsiteY4030" fmla="*/ 3549109 h 3717758"/>
              <a:gd name="connsiteX4031" fmla="*/ 4726556 w 7869956"/>
              <a:gd name="connsiteY4031" fmla="*/ 3550841 h 3717758"/>
              <a:gd name="connsiteX4032" fmla="*/ 4732182 w 7869956"/>
              <a:gd name="connsiteY4032" fmla="*/ 3555719 h 3717758"/>
              <a:gd name="connsiteX4033" fmla="*/ 1851479 w 7869956"/>
              <a:gd name="connsiteY4033" fmla="*/ 1893128 h 3717758"/>
              <a:gd name="connsiteX4034" fmla="*/ 1856826 w 7869956"/>
              <a:gd name="connsiteY4034" fmla="*/ 1880497 h 3717758"/>
              <a:gd name="connsiteX4035" fmla="*/ 1839187 w 7869956"/>
              <a:gd name="connsiteY4035" fmla="*/ 1865950 h 3717758"/>
              <a:gd name="connsiteX4036" fmla="*/ 1848387 w 7869956"/>
              <a:gd name="connsiteY4036" fmla="*/ 1887655 h 3717758"/>
              <a:gd name="connsiteX4037" fmla="*/ 1851479 w 7869956"/>
              <a:gd name="connsiteY4037" fmla="*/ 1893128 h 3717758"/>
              <a:gd name="connsiteX4038" fmla="*/ 4718285 w 7869956"/>
              <a:gd name="connsiteY4038" fmla="*/ 3552819 h 3717758"/>
              <a:gd name="connsiteX4039" fmla="*/ 4723789 w 7869956"/>
              <a:gd name="connsiteY4039" fmla="*/ 3534886 h 3717758"/>
              <a:gd name="connsiteX4040" fmla="*/ 4718285 w 7869956"/>
              <a:gd name="connsiteY4040" fmla="*/ 3552819 h 3717758"/>
              <a:gd name="connsiteX4041" fmla="*/ 3502579 w 7869956"/>
              <a:gd name="connsiteY4041" fmla="*/ 2860696 h 3717758"/>
              <a:gd name="connsiteX4042" fmla="*/ 3520399 w 7869956"/>
              <a:gd name="connsiteY4042" fmla="*/ 2855763 h 3717758"/>
              <a:gd name="connsiteX4043" fmla="*/ 3494489 w 7869956"/>
              <a:gd name="connsiteY4043" fmla="*/ 2843240 h 3717758"/>
              <a:gd name="connsiteX4044" fmla="*/ 3489326 w 7869956"/>
              <a:gd name="connsiteY4044" fmla="*/ 2850754 h 3717758"/>
              <a:gd name="connsiteX4045" fmla="*/ 3502579 w 7869956"/>
              <a:gd name="connsiteY4045" fmla="*/ 2860696 h 3717758"/>
              <a:gd name="connsiteX4046" fmla="*/ 1548239 w 7869956"/>
              <a:gd name="connsiteY4046" fmla="*/ 1734894 h 3717758"/>
              <a:gd name="connsiteX4047" fmla="*/ 1554205 w 7869956"/>
              <a:gd name="connsiteY4047" fmla="*/ 1728236 h 3717758"/>
              <a:gd name="connsiteX4048" fmla="*/ 1542643 w 7869956"/>
              <a:gd name="connsiteY4048" fmla="*/ 1730015 h 3717758"/>
              <a:gd name="connsiteX4049" fmla="*/ 1548239 w 7869956"/>
              <a:gd name="connsiteY4049" fmla="*/ 1734894 h 3717758"/>
              <a:gd name="connsiteX4050" fmla="*/ 3382562 w 7869956"/>
              <a:gd name="connsiteY4050" fmla="*/ 2795115 h 3717758"/>
              <a:gd name="connsiteX4051" fmla="*/ 3397559 w 7869956"/>
              <a:gd name="connsiteY4051" fmla="*/ 2788390 h 3717758"/>
              <a:gd name="connsiteX4052" fmla="*/ 3376487 w 7869956"/>
              <a:gd name="connsiteY4052" fmla="*/ 2778882 h 3717758"/>
              <a:gd name="connsiteX4053" fmla="*/ 3382562 w 7869956"/>
              <a:gd name="connsiteY4053" fmla="*/ 2795115 h 3717758"/>
              <a:gd name="connsiteX4054" fmla="*/ 3445483 w 7869956"/>
              <a:gd name="connsiteY4054" fmla="*/ 2834180 h 3717758"/>
              <a:gd name="connsiteX4055" fmla="*/ 3444400 w 7869956"/>
              <a:gd name="connsiteY4055" fmla="*/ 2815707 h 3717758"/>
              <a:gd name="connsiteX4056" fmla="*/ 3484039 w 7869956"/>
              <a:gd name="connsiteY4056" fmla="*/ 2808287 h 3717758"/>
              <a:gd name="connsiteX4057" fmla="*/ 3438649 w 7869956"/>
              <a:gd name="connsiteY4057" fmla="*/ 2788947 h 3717758"/>
              <a:gd name="connsiteX4058" fmla="*/ 3429575 w 7869956"/>
              <a:gd name="connsiteY4058" fmla="*/ 2817190 h 3717758"/>
              <a:gd name="connsiteX4059" fmla="*/ 3445483 w 7869956"/>
              <a:gd name="connsiteY4059" fmla="*/ 2834180 h 3717758"/>
              <a:gd name="connsiteX4060" fmla="*/ 3416898 w 7869956"/>
              <a:gd name="connsiteY4060" fmla="*/ 2819324 h 3717758"/>
              <a:gd name="connsiteX4061" fmla="*/ 3426282 w 7869956"/>
              <a:gd name="connsiteY4061" fmla="*/ 2816882 h 3717758"/>
              <a:gd name="connsiteX4062" fmla="*/ 3415027 w 7869956"/>
              <a:gd name="connsiteY4062" fmla="*/ 2808133 h 3717758"/>
              <a:gd name="connsiteX4063" fmla="*/ 3416898 w 7869956"/>
              <a:gd name="connsiteY4063" fmla="*/ 2819324 h 3717758"/>
              <a:gd name="connsiteX4064" fmla="*/ 1844603 w 7869956"/>
              <a:gd name="connsiteY4064" fmla="*/ 1917386 h 3717758"/>
              <a:gd name="connsiteX4065" fmla="*/ 1862423 w 7869956"/>
              <a:gd name="connsiteY4065" fmla="*/ 1912452 h 3717758"/>
              <a:gd name="connsiteX4066" fmla="*/ 1836512 w 7869956"/>
              <a:gd name="connsiteY4066" fmla="*/ 1899930 h 3717758"/>
              <a:gd name="connsiteX4067" fmla="*/ 1831349 w 7869956"/>
              <a:gd name="connsiteY4067" fmla="*/ 1907443 h 3717758"/>
              <a:gd name="connsiteX4068" fmla="*/ 1844603 w 7869956"/>
              <a:gd name="connsiteY4068" fmla="*/ 1917386 h 3717758"/>
              <a:gd name="connsiteX4069" fmla="*/ 4686879 w 7869956"/>
              <a:gd name="connsiteY4069" fmla="*/ 3559709 h 3717758"/>
              <a:gd name="connsiteX4070" fmla="*/ 4691756 w 7869956"/>
              <a:gd name="connsiteY4070" fmla="*/ 3561276 h 3717758"/>
              <a:gd name="connsiteX4071" fmla="*/ 4692237 w 7869956"/>
              <a:gd name="connsiteY4071" fmla="*/ 3545490 h 3717758"/>
              <a:gd name="connsiteX4072" fmla="*/ 4696920 w 7869956"/>
              <a:gd name="connsiteY4072" fmla="*/ 3553793 h 3717758"/>
              <a:gd name="connsiteX4073" fmla="*/ 4702238 w 7869956"/>
              <a:gd name="connsiteY4073" fmla="*/ 3541039 h 3717758"/>
              <a:gd name="connsiteX4074" fmla="*/ 4690998 w 7869956"/>
              <a:gd name="connsiteY4074" fmla="*/ 3532335 h 3717758"/>
              <a:gd name="connsiteX4075" fmla="*/ 4682095 w 7869956"/>
              <a:gd name="connsiteY4075" fmla="*/ 3555245 h 3717758"/>
              <a:gd name="connsiteX4076" fmla="*/ 4686879 w 7869956"/>
              <a:gd name="connsiteY4076" fmla="*/ 3559709 h 3717758"/>
              <a:gd name="connsiteX4077" fmla="*/ 1724585 w 7869956"/>
              <a:gd name="connsiteY4077" fmla="*/ 1851805 h 3717758"/>
              <a:gd name="connsiteX4078" fmla="*/ 1739582 w 7869956"/>
              <a:gd name="connsiteY4078" fmla="*/ 1845080 h 3717758"/>
              <a:gd name="connsiteX4079" fmla="*/ 1718510 w 7869956"/>
              <a:gd name="connsiteY4079" fmla="*/ 1835571 h 3717758"/>
              <a:gd name="connsiteX4080" fmla="*/ 1724585 w 7869956"/>
              <a:gd name="connsiteY4080" fmla="*/ 1851805 h 3717758"/>
              <a:gd name="connsiteX4081" fmla="*/ 1469441 w 7869956"/>
              <a:gd name="connsiteY4081" fmla="*/ 1705943 h 3717758"/>
              <a:gd name="connsiteX4082" fmla="*/ 1482721 w 7869956"/>
              <a:gd name="connsiteY4082" fmla="*/ 1701707 h 3717758"/>
              <a:gd name="connsiteX4083" fmla="*/ 1469441 w 7869956"/>
              <a:gd name="connsiteY4083" fmla="*/ 1705943 h 3717758"/>
              <a:gd name="connsiteX4084" fmla="*/ 1787506 w 7869956"/>
              <a:gd name="connsiteY4084" fmla="*/ 1890870 h 3717758"/>
              <a:gd name="connsiteX4085" fmla="*/ 1786424 w 7869956"/>
              <a:gd name="connsiteY4085" fmla="*/ 1872397 h 3717758"/>
              <a:gd name="connsiteX4086" fmla="*/ 1826063 w 7869956"/>
              <a:gd name="connsiteY4086" fmla="*/ 1864976 h 3717758"/>
              <a:gd name="connsiteX4087" fmla="*/ 1780673 w 7869956"/>
              <a:gd name="connsiteY4087" fmla="*/ 1845636 h 3717758"/>
              <a:gd name="connsiteX4088" fmla="*/ 1771598 w 7869956"/>
              <a:gd name="connsiteY4088" fmla="*/ 1873880 h 3717758"/>
              <a:gd name="connsiteX4089" fmla="*/ 1787506 w 7869956"/>
              <a:gd name="connsiteY4089" fmla="*/ 1890870 h 3717758"/>
              <a:gd name="connsiteX4090" fmla="*/ 1758922 w 7869956"/>
              <a:gd name="connsiteY4090" fmla="*/ 1876014 h 3717758"/>
              <a:gd name="connsiteX4091" fmla="*/ 1768305 w 7869956"/>
              <a:gd name="connsiteY4091" fmla="*/ 1873571 h 3717758"/>
              <a:gd name="connsiteX4092" fmla="*/ 1757051 w 7869956"/>
              <a:gd name="connsiteY4092" fmla="*/ 1864822 h 3717758"/>
              <a:gd name="connsiteX4093" fmla="*/ 1758922 w 7869956"/>
              <a:gd name="connsiteY4093" fmla="*/ 1876014 h 3717758"/>
              <a:gd name="connsiteX4094" fmla="*/ 3309925 w 7869956"/>
              <a:gd name="connsiteY4094" fmla="*/ 2780501 h 3717758"/>
              <a:gd name="connsiteX4095" fmla="*/ 3327186 w 7869956"/>
              <a:gd name="connsiteY4095" fmla="*/ 2780336 h 3717758"/>
              <a:gd name="connsiteX4096" fmla="*/ 3322673 w 7869956"/>
              <a:gd name="connsiteY4096" fmla="*/ 2766869 h 3717758"/>
              <a:gd name="connsiteX4097" fmla="*/ 3304384 w 7869956"/>
              <a:gd name="connsiteY4097" fmla="*/ 2773301 h 3717758"/>
              <a:gd name="connsiteX4098" fmla="*/ 3309925 w 7869956"/>
              <a:gd name="connsiteY4098" fmla="*/ 2780501 h 3717758"/>
              <a:gd name="connsiteX4099" fmla="*/ 1446957 w 7869956"/>
              <a:gd name="connsiteY4099" fmla="*/ 1706353 h 3717758"/>
              <a:gd name="connsiteX4100" fmla="*/ 1467894 w 7869956"/>
              <a:gd name="connsiteY4100" fmla="*/ 1703206 h 3717758"/>
              <a:gd name="connsiteX4101" fmla="*/ 1443377 w 7869956"/>
              <a:gd name="connsiteY4101" fmla="*/ 1698692 h 3717758"/>
              <a:gd name="connsiteX4102" fmla="*/ 1446957 w 7869956"/>
              <a:gd name="connsiteY4102" fmla="*/ 1706353 h 3717758"/>
              <a:gd name="connsiteX4103" fmla="*/ 3489575 w 7869956"/>
              <a:gd name="connsiteY4103" fmla="*/ 2892542 h 3717758"/>
              <a:gd name="connsiteX4104" fmla="*/ 3509285 w 7869956"/>
              <a:gd name="connsiteY4104" fmla="*/ 2896885 h 3717758"/>
              <a:gd name="connsiteX4105" fmla="*/ 3486651 w 7869956"/>
              <a:gd name="connsiteY4105" fmla="*/ 2884611 h 3717758"/>
              <a:gd name="connsiteX4106" fmla="*/ 3489575 w 7869956"/>
              <a:gd name="connsiteY4106" fmla="*/ 2892542 h 3717758"/>
              <a:gd name="connsiteX4107" fmla="*/ 1426835 w 7869956"/>
              <a:gd name="connsiteY4107" fmla="*/ 1702666 h 3717758"/>
              <a:gd name="connsiteX4108" fmla="*/ 1443531 w 7869956"/>
              <a:gd name="connsiteY4108" fmla="*/ 1693405 h 3717758"/>
              <a:gd name="connsiteX4109" fmla="*/ 1426835 w 7869956"/>
              <a:gd name="connsiteY4109" fmla="*/ 1702666 h 3717758"/>
              <a:gd name="connsiteX4110" fmla="*/ 3351209 w 7869956"/>
              <a:gd name="connsiteY4110" fmla="*/ 2814142 h 3717758"/>
              <a:gd name="connsiteX4111" fmla="*/ 3372267 w 7869956"/>
              <a:gd name="connsiteY4111" fmla="*/ 2810063 h 3717758"/>
              <a:gd name="connsiteX4112" fmla="*/ 3378341 w 7869956"/>
              <a:gd name="connsiteY4112" fmla="*/ 2826312 h 3717758"/>
              <a:gd name="connsiteX4113" fmla="*/ 3394868 w 7869956"/>
              <a:gd name="connsiteY4113" fmla="*/ 2822385 h 3717758"/>
              <a:gd name="connsiteX4114" fmla="*/ 3406927 w 7869956"/>
              <a:gd name="connsiteY4114" fmla="*/ 2804915 h 3717758"/>
              <a:gd name="connsiteX4115" fmla="*/ 3396940 w 7869956"/>
              <a:gd name="connsiteY4115" fmla="*/ 2809369 h 3717758"/>
              <a:gd name="connsiteX4116" fmla="*/ 3386907 w 7869956"/>
              <a:gd name="connsiteY4116" fmla="*/ 2813851 h 3717758"/>
              <a:gd name="connsiteX4117" fmla="*/ 3385701 w 7869956"/>
              <a:gd name="connsiteY4117" fmla="*/ 2800650 h 3717758"/>
              <a:gd name="connsiteX4118" fmla="*/ 3377090 w 7869956"/>
              <a:gd name="connsiteY4118" fmla="*/ 2813125 h 3717758"/>
              <a:gd name="connsiteX4119" fmla="*/ 3374447 w 7869956"/>
              <a:gd name="connsiteY4119" fmla="*/ 2791853 h 3717758"/>
              <a:gd name="connsiteX4120" fmla="*/ 3334963 w 7869956"/>
              <a:gd name="connsiteY4120" fmla="*/ 2794094 h 3717758"/>
              <a:gd name="connsiteX4121" fmla="*/ 3351209 w 7869956"/>
              <a:gd name="connsiteY4121" fmla="*/ 2814142 h 3717758"/>
              <a:gd name="connsiteX4122" fmla="*/ 3276418 w 7869956"/>
              <a:gd name="connsiteY4122" fmla="*/ 2773749 h 3717758"/>
              <a:gd name="connsiteX4123" fmla="*/ 3297798 w 7869956"/>
              <a:gd name="connsiteY4123" fmla="*/ 2772790 h 3717758"/>
              <a:gd name="connsiteX4124" fmla="*/ 3288305 w 7869956"/>
              <a:gd name="connsiteY4124" fmla="*/ 2761552 h 3717758"/>
              <a:gd name="connsiteX4125" fmla="*/ 3276418 w 7869956"/>
              <a:gd name="connsiteY4125" fmla="*/ 2773749 h 3717758"/>
              <a:gd name="connsiteX4126" fmla="*/ 1651947 w 7869956"/>
              <a:gd name="connsiteY4126" fmla="*/ 1837192 h 3717758"/>
              <a:gd name="connsiteX4127" fmla="*/ 1669210 w 7869956"/>
              <a:gd name="connsiteY4127" fmla="*/ 1837026 h 3717758"/>
              <a:gd name="connsiteX4128" fmla="*/ 1664696 w 7869956"/>
              <a:gd name="connsiteY4128" fmla="*/ 1823559 h 3717758"/>
              <a:gd name="connsiteX4129" fmla="*/ 1646407 w 7869956"/>
              <a:gd name="connsiteY4129" fmla="*/ 1829991 h 3717758"/>
              <a:gd name="connsiteX4130" fmla="*/ 1651947 w 7869956"/>
              <a:gd name="connsiteY4130" fmla="*/ 1837192 h 3717758"/>
              <a:gd name="connsiteX4131" fmla="*/ 1395761 w 7869956"/>
              <a:gd name="connsiteY4131" fmla="*/ 1697595 h 3717758"/>
              <a:gd name="connsiteX4132" fmla="*/ 1420573 w 7869956"/>
              <a:gd name="connsiteY4132" fmla="*/ 1691644 h 3717758"/>
              <a:gd name="connsiteX4133" fmla="*/ 1406056 w 7869956"/>
              <a:gd name="connsiteY4133" fmla="*/ 1682645 h 3717758"/>
              <a:gd name="connsiteX4134" fmla="*/ 1395761 w 7869956"/>
              <a:gd name="connsiteY4134" fmla="*/ 1697595 h 3717758"/>
              <a:gd name="connsiteX4135" fmla="*/ 1831599 w 7869956"/>
              <a:gd name="connsiteY4135" fmla="*/ 1949231 h 3717758"/>
              <a:gd name="connsiteX4136" fmla="*/ 1851308 w 7869956"/>
              <a:gd name="connsiteY4136" fmla="*/ 1953576 h 3717758"/>
              <a:gd name="connsiteX4137" fmla="*/ 1828675 w 7869956"/>
              <a:gd name="connsiteY4137" fmla="*/ 1941300 h 3717758"/>
              <a:gd name="connsiteX4138" fmla="*/ 1831599 w 7869956"/>
              <a:gd name="connsiteY4138" fmla="*/ 1949231 h 3717758"/>
              <a:gd name="connsiteX4139" fmla="*/ 1693232 w 7869956"/>
              <a:gd name="connsiteY4139" fmla="*/ 1870833 h 3717758"/>
              <a:gd name="connsiteX4140" fmla="*/ 1714290 w 7869956"/>
              <a:gd name="connsiteY4140" fmla="*/ 1866753 h 3717758"/>
              <a:gd name="connsiteX4141" fmla="*/ 1720365 w 7869956"/>
              <a:gd name="connsiteY4141" fmla="*/ 1883002 h 3717758"/>
              <a:gd name="connsiteX4142" fmla="*/ 1736892 w 7869956"/>
              <a:gd name="connsiteY4142" fmla="*/ 1879076 h 3717758"/>
              <a:gd name="connsiteX4143" fmla="*/ 1748950 w 7869956"/>
              <a:gd name="connsiteY4143" fmla="*/ 1861605 h 3717758"/>
              <a:gd name="connsiteX4144" fmla="*/ 1738964 w 7869956"/>
              <a:gd name="connsiteY4144" fmla="*/ 1866058 h 3717758"/>
              <a:gd name="connsiteX4145" fmla="*/ 1728930 w 7869956"/>
              <a:gd name="connsiteY4145" fmla="*/ 1870542 h 3717758"/>
              <a:gd name="connsiteX4146" fmla="*/ 1727724 w 7869956"/>
              <a:gd name="connsiteY4146" fmla="*/ 1857340 h 3717758"/>
              <a:gd name="connsiteX4147" fmla="*/ 1719113 w 7869956"/>
              <a:gd name="connsiteY4147" fmla="*/ 1869815 h 3717758"/>
              <a:gd name="connsiteX4148" fmla="*/ 1716470 w 7869956"/>
              <a:gd name="connsiteY4148" fmla="*/ 1848543 h 3717758"/>
              <a:gd name="connsiteX4149" fmla="*/ 1676985 w 7869956"/>
              <a:gd name="connsiteY4149" fmla="*/ 1850784 h 3717758"/>
              <a:gd name="connsiteX4150" fmla="*/ 1693232 w 7869956"/>
              <a:gd name="connsiteY4150" fmla="*/ 1870833 h 3717758"/>
              <a:gd name="connsiteX4151" fmla="*/ 3227090 w 7869956"/>
              <a:gd name="connsiteY4151" fmla="*/ 2758363 h 3717758"/>
              <a:gd name="connsiteX4152" fmla="*/ 3240844 w 7869956"/>
              <a:gd name="connsiteY4152" fmla="*/ 2755277 h 3717758"/>
              <a:gd name="connsiteX4153" fmla="*/ 3226173 w 7869956"/>
              <a:gd name="connsiteY4153" fmla="*/ 2751489 h 3717758"/>
              <a:gd name="connsiteX4154" fmla="*/ 3227090 w 7869956"/>
              <a:gd name="connsiteY4154" fmla="*/ 2758363 h 3717758"/>
              <a:gd name="connsiteX4155" fmla="*/ 3306687 w 7869956"/>
              <a:gd name="connsiteY4155" fmla="*/ 2804963 h 3717758"/>
              <a:gd name="connsiteX4156" fmla="*/ 3320292 w 7869956"/>
              <a:gd name="connsiteY4156" fmla="*/ 2790306 h 3717758"/>
              <a:gd name="connsiteX4157" fmla="*/ 3307197 w 7869956"/>
              <a:gd name="connsiteY4157" fmla="*/ 2789302 h 3717758"/>
              <a:gd name="connsiteX4158" fmla="*/ 3306687 w 7869956"/>
              <a:gd name="connsiteY4158" fmla="*/ 2804963 h 3717758"/>
              <a:gd name="connsiteX4159" fmla="*/ 1618440 w 7869956"/>
              <a:gd name="connsiteY4159" fmla="*/ 1830440 h 3717758"/>
              <a:gd name="connsiteX4160" fmla="*/ 1639821 w 7869956"/>
              <a:gd name="connsiteY4160" fmla="*/ 1829480 h 3717758"/>
              <a:gd name="connsiteX4161" fmla="*/ 1630328 w 7869956"/>
              <a:gd name="connsiteY4161" fmla="*/ 1818242 h 3717758"/>
              <a:gd name="connsiteX4162" fmla="*/ 1618440 w 7869956"/>
              <a:gd name="connsiteY4162" fmla="*/ 1830440 h 3717758"/>
              <a:gd name="connsiteX4163" fmla="*/ 4617580 w 7869956"/>
              <a:gd name="connsiteY4163" fmla="*/ 3568620 h 3717758"/>
              <a:gd name="connsiteX4164" fmla="*/ 4611352 w 7869956"/>
              <a:gd name="connsiteY4164" fmla="*/ 3557658 h 3717758"/>
              <a:gd name="connsiteX4165" fmla="*/ 4617580 w 7869956"/>
              <a:gd name="connsiteY4165" fmla="*/ 3568620 h 3717758"/>
              <a:gd name="connsiteX4166" fmla="*/ 1569113 w 7869956"/>
              <a:gd name="connsiteY4166" fmla="*/ 1815052 h 3717758"/>
              <a:gd name="connsiteX4167" fmla="*/ 1582868 w 7869956"/>
              <a:gd name="connsiteY4167" fmla="*/ 1811966 h 3717758"/>
              <a:gd name="connsiteX4168" fmla="*/ 1568197 w 7869956"/>
              <a:gd name="connsiteY4168" fmla="*/ 1808177 h 3717758"/>
              <a:gd name="connsiteX4169" fmla="*/ 1569113 w 7869956"/>
              <a:gd name="connsiteY4169" fmla="*/ 1815052 h 3717758"/>
              <a:gd name="connsiteX4170" fmla="*/ 1648710 w 7869956"/>
              <a:gd name="connsiteY4170" fmla="*/ 1861652 h 3717758"/>
              <a:gd name="connsiteX4171" fmla="*/ 1662315 w 7869956"/>
              <a:gd name="connsiteY4171" fmla="*/ 1846996 h 3717758"/>
              <a:gd name="connsiteX4172" fmla="*/ 1649220 w 7869956"/>
              <a:gd name="connsiteY4172" fmla="*/ 1845991 h 3717758"/>
              <a:gd name="connsiteX4173" fmla="*/ 1648710 w 7869956"/>
              <a:gd name="connsiteY4173" fmla="*/ 1861652 h 3717758"/>
              <a:gd name="connsiteX4174" fmla="*/ 1324121 w 7869956"/>
              <a:gd name="connsiteY4174" fmla="*/ 1676261 h 3717758"/>
              <a:gd name="connsiteX4175" fmla="*/ 1337432 w 7869956"/>
              <a:gd name="connsiteY4175" fmla="*/ 1672024 h 3717758"/>
              <a:gd name="connsiteX4176" fmla="*/ 1326178 w 7869956"/>
              <a:gd name="connsiteY4176" fmla="*/ 1663321 h 3717758"/>
              <a:gd name="connsiteX4177" fmla="*/ 1324121 w 7869956"/>
              <a:gd name="connsiteY4177" fmla="*/ 1676261 h 3717758"/>
              <a:gd name="connsiteX4178" fmla="*/ 4583430 w 7869956"/>
              <a:gd name="connsiteY4178" fmla="*/ 3558091 h 3717758"/>
              <a:gd name="connsiteX4179" fmla="*/ 4588734 w 7869956"/>
              <a:gd name="connsiteY4179" fmla="*/ 3545384 h 3717758"/>
              <a:gd name="connsiteX4180" fmla="*/ 4572176 w 7869956"/>
              <a:gd name="connsiteY4180" fmla="*/ 3549357 h 3717758"/>
              <a:gd name="connsiteX4181" fmla="*/ 4583430 w 7869956"/>
              <a:gd name="connsiteY4181" fmla="*/ 3558091 h 3717758"/>
              <a:gd name="connsiteX4182" fmla="*/ 3160839 w 7869956"/>
              <a:gd name="connsiteY4182" fmla="*/ 2739013 h 3717758"/>
              <a:gd name="connsiteX4183" fmla="*/ 3165758 w 7869956"/>
              <a:gd name="connsiteY4183" fmla="*/ 2738904 h 3717758"/>
              <a:gd name="connsiteX4184" fmla="*/ 3156096 w 7869956"/>
              <a:gd name="connsiteY4184" fmla="*/ 2732905 h 3717758"/>
              <a:gd name="connsiteX4185" fmla="*/ 3160839 w 7869956"/>
              <a:gd name="connsiteY4185" fmla="*/ 2739013 h 3717758"/>
              <a:gd name="connsiteX4186" fmla="*/ 3182901 w 7869956"/>
              <a:gd name="connsiteY4186" fmla="*/ 2752785 h 3717758"/>
              <a:gd name="connsiteX4187" fmla="*/ 3196659 w 7869956"/>
              <a:gd name="connsiteY4187" fmla="*/ 2749171 h 3717758"/>
              <a:gd name="connsiteX4188" fmla="*/ 3181990 w 7869956"/>
              <a:gd name="connsiteY4188" fmla="*/ 2745443 h 3717758"/>
              <a:gd name="connsiteX4189" fmla="*/ 3182901 w 7869956"/>
              <a:gd name="connsiteY4189" fmla="*/ 2752785 h 3717758"/>
              <a:gd name="connsiteX4190" fmla="*/ 2917616 w 7869956"/>
              <a:gd name="connsiteY4190" fmla="*/ 2602766 h 3717758"/>
              <a:gd name="connsiteX4191" fmla="*/ 2922421 w 7869956"/>
              <a:gd name="connsiteY4191" fmla="*/ 2602629 h 3717758"/>
              <a:gd name="connsiteX4192" fmla="*/ 2929940 w 7869956"/>
              <a:gd name="connsiteY4192" fmla="*/ 2603984 h 3717758"/>
              <a:gd name="connsiteX4193" fmla="*/ 2929954 w 7869956"/>
              <a:gd name="connsiteY4193" fmla="*/ 2604000 h 3717758"/>
              <a:gd name="connsiteX4194" fmla="*/ 2930758 w 7869956"/>
              <a:gd name="connsiteY4194" fmla="*/ 2602072 h 3717758"/>
              <a:gd name="connsiteX4195" fmla="*/ 2922670 w 7869956"/>
              <a:gd name="connsiteY4195" fmla="*/ 2597914 h 3717758"/>
              <a:gd name="connsiteX4196" fmla="*/ 1222052 w 7869956"/>
              <a:gd name="connsiteY4196" fmla="*/ 1628962 h 3717758"/>
              <a:gd name="connsiteX4197" fmla="*/ 1217676 w 7869956"/>
              <a:gd name="connsiteY4197" fmla="*/ 1610242 h 3717758"/>
              <a:gd name="connsiteX4198" fmla="*/ 1224570 w 7869956"/>
              <a:gd name="connsiteY4198" fmla="*/ 1600270 h 3717758"/>
              <a:gd name="connsiteX4199" fmla="*/ 1230802 w 7869956"/>
              <a:gd name="connsiteY4199" fmla="*/ 1611261 h 3717758"/>
              <a:gd name="connsiteX4200" fmla="*/ 1227215 w 7869956"/>
              <a:gd name="connsiteY4200" fmla="*/ 1621527 h 3717758"/>
              <a:gd name="connsiteX4201" fmla="*/ 1222052 w 7869956"/>
              <a:gd name="connsiteY4201" fmla="*/ 1628962 h 3717758"/>
              <a:gd name="connsiteX4202" fmla="*/ 3332530 w 7869956"/>
              <a:gd name="connsiteY4202" fmla="*/ 2847628 h 3717758"/>
              <a:gd name="connsiteX4203" fmla="*/ 3338225 w 7869956"/>
              <a:gd name="connsiteY4203" fmla="*/ 2849471 h 3717758"/>
              <a:gd name="connsiteX4204" fmla="*/ 3345242 w 7869956"/>
              <a:gd name="connsiteY4204" fmla="*/ 2834261 h 3717758"/>
              <a:gd name="connsiteX4205" fmla="*/ 3345413 w 7869956"/>
              <a:gd name="connsiteY4205" fmla="*/ 2829049 h 3717758"/>
              <a:gd name="connsiteX4206" fmla="*/ 3348844 w 7869956"/>
              <a:gd name="connsiteY4206" fmla="*/ 2824024 h 3717758"/>
              <a:gd name="connsiteX4207" fmla="*/ 3340868 w 7869956"/>
              <a:gd name="connsiteY4207" fmla="*/ 2815538 h 3717758"/>
              <a:gd name="connsiteX4208" fmla="*/ 3326985 w 7869956"/>
              <a:gd name="connsiteY4208" fmla="*/ 2840767 h 3717758"/>
              <a:gd name="connsiteX4209" fmla="*/ 3332530 w 7869956"/>
              <a:gd name="connsiteY4209" fmla="*/ 2847628 h 3717758"/>
              <a:gd name="connsiteX4210" fmla="*/ 2925454 w 7869956"/>
              <a:gd name="connsiteY4210" fmla="*/ 2614781 h 3717758"/>
              <a:gd name="connsiteX4211" fmla="*/ 2926122 w 7869956"/>
              <a:gd name="connsiteY4211" fmla="*/ 2613180 h 3717758"/>
              <a:gd name="connsiteX4212" fmla="*/ 2926505 w 7869956"/>
              <a:gd name="connsiteY4212" fmla="*/ 2610017 h 3717758"/>
              <a:gd name="connsiteX4213" fmla="*/ 2921774 w 7869956"/>
              <a:gd name="connsiteY4213" fmla="*/ 2610229 h 3717758"/>
              <a:gd name="connsiteX4214" fmla="*/ 1502862 w 7869956"/>
              <a:gd name="connsiteY4214" fmla="*/ 1795703 h 3717758"/>
              <a:gd name="connsiteX4215" fmla="*/ 1507780 w 7869956"/>
              <a:gd name="connsiteY4215" fmla="*/ 1795594 h 3717758"/>
              <a:gd name="connsiteX4216" fmla="*/ 1498119 w 7869956"/>
              <a:gd name="connsiteY4216" fmla="*/ 1789595 h 3717758"/>
              <a:gd name="connsiteX4217" fmla="*/ 1502862 w 7869956"/>
              <a:gd name="connsiteY4217" fmla="*/ 1795703 h 3717758"/>
              <a:gd name="connsiteX4218" fmla="*/ 1524925 w 7869956"/>
              <a:gd name="connsiteY4218" fmla="*/ 1809474 h 3717758"/>
              <a:gd name="connsiteX4219" fmla="*/ 1538684 w 7869956"/>
              <a:gd name="connsiteY4219" fmla="*/ 1805858 h 3717758"/>
              <a:gd name="connsiteX4220" fmla="*/ 1524014 w 7869956"/>
              <a:gd name="connsiteY4220" fmla="*/ 1802133 h 3717758"/>
              <a:gd name="connsiteX4221" fmla="*/ 1524925 w 7869956"/>
              <a:gd name="connsiteY4221" fmla="*/ 1809474 h 3717758"/>
              <a:gd name="connsiteX4222" fmla="*/ 1674552 w 7869956"/>
              <a:gd name="connsiteY4222" fmla="*/ 1904318 h 3717758"/>
              <a:gd name="connsiteX4223" fmla="*/ 1680248 w 7869956"/>
              <a:gd name="connsiteY4223" fmla="*/ 1906162 h 3717758"/>
              <a:gd name="connsiteX4224" fmla="*/ 1687266 w 7869956"/>
              <a:gd name="connsiteY4224" fmla="*/ 1890949 h 3717758"/>
              <a:gd name="connsiteX4225" fmla="*/ 1687437 w 7869956"/>
              <a:gd name="connsiteY4225" fmla="*/ 1885738 h 3717758"/>
              <a:gd name="connsiteX4226" fmla="*/ 1690868 w 7869956"/>
              <a:gd name="connsiteY4226" fmla="*/ 1880713 h 3717758"/>
              <a:gd name="connsiteX4227" fmla="*/ 1682892 w 7869956"/>
              <a:gd name="connsiteY4227" fmla="*/ 1872226 h 3717758"/>
              <a:gd name="connsiteX4228" fmla="*/ 1669008 w 7869956"/>
              <a:gd name="connsiteY4228" fmla="*/ 1897457 h 3717758"/>
              <a:gd name="connsiteX4229" fmla="*/ 1674552 w 7869956"/>
              <a:gd name="connsiteY4229" fmla="*/ 1904318 h 3717758"/>
              <a:gd name="connsiteX4230" fmla="*/ 1250140 w 7869956"/>
              <a:gd name="connsiteY4230" fmla="*/ 1659728 h 3717758"/>
              <a:gd name="connsiteX4231" fmla="*/ 1278392 w 7869956"/>
              <a:gd name="connsiteY4231" fmla="*/ 1667481 h 3717758"/>
              <a:gd name="connsiteX4232" fmla="*/ 1244365 w 7869956"/>
              <a:gd name="connsiteY4232" fmla="*/ 1651695 h 3717758"/>
              <a:gd name="connsiteX4233" fmla="*/ 1250140 w 7869956"/>
              <a:gd name="connsiteY4233" fmla="*/ 1659728 h 3717758"/>
              <a:gd name="connsiteX4234" fmla="*/ 3121296 w 7869956"/>
              <a:gd name="connsiteY4234" fmla="*/ 2743325 h 3717758"/>
              <a:gd name="connsiteX4235" fmla="*/ 3128143 w 7869956"/>
              <a:gd name="connsiteY4235" fmla="*/ 2733385 h 3717758"/>
              <a:gd name="connsiteX4236" fmla="*/ 3116596 w 7869956"/>
              <a:gd name="connsiteY4236" fmla="*/ 2735068 h 3717758"/>
              <a:gd name="connsiteX4237" fmla="*/ 3121296 w 7869956"/>
              <a:gd name="connsiteY4237" fmla="*/ 2743325 h 3717758"/>
              <a:gd name="connsiteX4238" fmla="*/ 1101874 w 7869956"/>
              <a:gd name="connsiteY4238" fmla="*/ 1582839 h 3717758"/>
              <a:gd name="connsiteX4239" fmla="*/ 1126393 w 7869956"/>
              <a:gd name="connsiteY4239" fmla="*/ 1587369 h 3717758"/>
              <a:gd name="connsiteX4240" fmla="*/ 1101874 w 7869956"/>
              <a:gd name="connsiteY4240" fmla="*/ 1582839 h 3717758"/>
              <a:gd name="connsiteX4241" fmla="*/ 4510164 w 7869956"/>
              <a:gd name="connsiteY4241" fmla="*/ 3553184 h 3717758"/>
              <a:gd name="connsiteX4242" fmla="*/ 4531117 w 7869956"/>
              <a:gd name="connsiteY4242" fmla="*/ 3548800 h 3717758"/>
              <a:gd name="connsiteX4243" fmla="*/ 4506613 w 7869956"/>
              <a:gd name="connsiteY4243" fmla="*/ 3544285 h 3717758"/>
              <a:gd name="connsiteX4244" fmla="*/ 4510164 w 7869956"/>
              <a:gd name="connsiteY4244" fmla="*/ 3553184 h 3717758"/>
              <a:gd name="connsiteX4245" fmla="*/ 1226123 w 7869956"/>
              <a:gd name="connsiteY4245" fmla="*/ 1658157 h 3717758"/>
              <a:gd name="connsiteX4246" fmla="*/ 1241273 w 7869956"/>
              <a:gd name="connsiteY4246" fmla="*/ 1646193 h 3717758"/>
              <a:gd name="connsiteX4247" fmla="*/ 1233297 w 7869956"/>
              <a:gd name="connsiteY4247" fmla="*/ 1637706 h 3717758"/>
              <a:gd name="connsiteX4248" fmla="*/ 1211777 w 7869956"/>
              <a:gd name="connsiteY4248" fmla="*/ 1643935 h 3717758"/>
              <a:gd name="connsiteX4249" fmla="*/ 1226123 w 7869956"/>
              <a:gd name="connsiteY4249" fmla="*/ 1658157 h 3717758"/>
              <a:gd name="connsiteX4250" fmla="*/ 1264802 w 7869956"/>
              <a:gd name="connsiteY4250" fmla="*/ 1682181 h 3717758"/>
              <a:gd name="connsiteX4251" fmla="*/ 1268528 w 7869956"/>
              <a:gd name="connsiteY4251" fmla="*/ 1666707 h 3717758"/>
              <a:gd name="connsiteX4252" fmla="*/ 1256827 w 7869956"/>
              <a:gd name="connsiteY4252" fmla="*/ 1673679 h 3717758"/>
              <a:gd name="connsiteX4253" fmla="*/ 1264802 w 7869956"/>
              <a:gd name="connsiteY4253" fmla="*/ 1682181 h 3717758"/>
              <a:gd name="connsiteX4254" fmla="*/ 1463319 w 7869956"/>
              <a:gd name="connsiteY4254" fmla="*/ 1800015 h 3717758"/>
              <a:gd name="connsiteX4255" fmla="*/ 1470167 w 7869956"/>
              <a:gd name="connsiteY4255" fmla="*/ 1790074 h 3717758"/>
              <a:gd name="connsiteX4256" fmla="*/ 1458619 w 7869956"/>
              <a:gd name="connsiteY4256" fmla="*/ 1791758 h 3717758"/>
              <a:gd name="connsiteX4257" fmla="*/ 1463319 w 7869956"/>
              <a:gd name="connsiteY4257" fmla="*/ 1800015 h 3717758"/>
              <a:gd name="connsiteX4258" fmla="*/ 3170889 w 7869956"/>
              <a:gd name="connsiteY4258" fmla="*/ 2786582 h 3717758"/>
              <a:gd name="connsiteX4259" fmla="*/ 3179810 w 7869956"/>
              <a:gd name="connsiteY4259" fmla="*/ 2763640 h 3717758"/>
              <a:gd name="connsiteX4260" fmla="*/ 3157177 w 7869956"/>
              <a:gd name="connsiteY4260" fmla="*/ 2751364 h 3717758"/>
              <a:gd name="connsiteX4261" fmla="*/ 3153267 w 7869956"/>
              <a:gd name="connsiteY4261" fmla="*/ 2772109 h 3717758"/>
              <a:gd name="connsiteX4262" fmla="*/ 3168261 w 7869956"/>
              <a:gd name="connsiteY4262" fmla="*/ 2765386 h 3717758"/>
              <a:gd name="connsiteX4263" fmla="*/ 3170889 w 7869956"/>
              <a:gd name="connsiteY4263" fmla="*/ 2786582 h 3717758"/>
              <a:gd name="connsiteX4264" fmla="*/ 2860596 w 7869956"/>
              <a:gd name="connsiteY4264" fmla="*/ 2609200 h 3717758"/>
              <a:gd name="connsiteX4265" fmla="*/ 2860898 w 7869956"/>
              <a:gd name="connsiteY4265" fmla="*/ 2609071 h 3717758"/>
              <a:gd name="connsiteX4266" fmla="*/ 2861775 w 7869956"/>
              <a:gd name="connsiteY4266" fmla="*/ 2599172 h 3717758"/>
              <a:gd name="connsiteX4267" fmla="*/ 2858718 w 7869956"/>
              <a:gd name="connsiteY4267" fmla="*/ 2600491 h 3717758"/>
              <a:gd name="connsiteX4268" fmla="*/ 3188471 w 7869956"/>
              <a:gd name="connsiteY4268" fmla="*/ 2801664 h 3717758"/>
              <a:gd name="connsiteX4269" fmla="*/ 3196629 w 7869956"/>
              <a:gd name="connsiteY4269" fmla="*/ 2804392 h 3717758"/>
              <a:gd name="connsiteX4270" fmla="*/ 3207267 w 7869956"/>
              <a:gd name="connsiteY4270" fmla="*/ 2778944 h 3717758"/>
              <a:gd name="connsiteX4271" fmla="*/ 3244740 w 7869956"/>
              <a:gd name="connsiteY4271" fmla="*/ 2789704 h 3717758"/>
              <a:gd name="connsiteX4272" fmla="*/ 3253318 w 7869956"/>
              <a:gd name="connsiteY4272" fmla="*/ 2777231 h 3717758"/>
              <a:gd name="connsiteX4273" fmla="*/ 3277190 w 7869956"/>
              <a:gd name="connsiteY4273" fmla="*/ 2802721 h 3717758"/>
              <a:gd name="connsiteX4274" fmla="*/ 3269075 w 7869956"/>
              <a:gd name="connsiteY4274" fmla="*/ 2799490 h 3717758"/>
              <a:gd name="connsiteX4275" fmla="*/ 3289047 w 7869956"/>
              <a:gd name="connsiteY4275" fmla="*/ 2790494 h 3717758"/>
              <a:gd name="connsiteX4276" fmla="*/ 3266120 w 7869956"/>
              <a:gd name="connsiteY4276" fmla="*/ 2788747 h 3717758"/>
              <a:gd name="connsiteX4277" fmla="*/ 3280019 w 7869956"/>
              <a:gd name="connsiteY4277" fmla="*/ 2763530 h 3717758"/>
              <a:gd name="connsiteX4278" fmla="*/ 3258963 w 7869956"/>
              <a:gd name="connsiteY4278" fmla="*/ 2754038 h 3717758"/>
              <a:gd name="connsiteX4279" fmla="*/ 3263663 w 7869956"/>
              <a:gd name="connsiteY4279" fmla="*/ 2762280 h 3717758"/>
              <a:gd name="connsiteX4280" fmla="*/ 3245204 w 7869956"/>
              <a:gd name="connsiteY4280" fmla="*/ 2773982 h 3717758"/>
              <a:gd name="connsiteX4281" fmla="*/ 3252238 w 7869956"/>
              <a:gd name="connsiteY4281" fmla="*/ 2758769 h 3717758"/>
              <a:gd name="connsiteX4282" fmla="*/ 3209477 w 7869956"/>
              <a:gd name="connsiteY4282" fmla="*/ 2760703 h 3717758"/>
              <a:gd name="connsiteX4283" fmla="*/ 3183691 w 7869956"/>
              <a:gd name="connsiteY4283" fmla="*/ 2798130 h 3717758"/>
              <a:gd name="connsiteX4284" fmla="*/ 3188471 w 7869956"/>
              <a:gd name="connsiteY4284" fmla="*/ 2801664 h 3717758"/>
              <a:gd name="connsiteX4285" fmla="*/ 1148052 w 7869956"/>
              <a:gd name="connsiteY4285" fmla="*/ 1631106 h 3717758"/>
              <a:gd name="connsiteX4286" fmla="*/ 1174442 w 7869956"/>
              <a:gd name="connsiteY4286" fmla="*/ 1627889 h 3717758"/>
              <a:gd name="connsiteX4287" fmla="*/ 1161333 w 7869956"/>
              <a:gd name="connsiteY4287" fmla="*/ 1626883 h 3717758"/>
              <a:gd name="connsiteX4288" fmla="*/ 1163526 w 7869956"/>
              <a:gd name="connsiteY4288" fmla="*/ 1608642 h 3717758"/>
              <a:gd name="connsiteX4289" fmla="*/ 1148052 w 7869956"/>
              <a:gd name="connsiteY4289" fmla="*/ 1631106 h 3717758"/>
              <a:gd name="connsiteX4290" fmla="*/ 1512913 w 7869956"/>
              <a:gd name="connsiteY4290" fmla="*/ 1843272 h 3717758"/>
              <a:gd name="connsiteX4291" fmla="*/ 1521833 w 7869956"/>
              <a:gd name="connsiteY4291" fmla="*/ 1820330 h 3717758"/>
              <a:gd name="connsiteX4292" fmla="*/ 1499199 w 7869956"/>
              <a:gd name="connsiteY4292" fmla="*/ 1808055 h 3717758"/>
              <a:gd name="connsiteX4293" fmla="*/ 1495289 w 7869956"/>
              <a:gd name="connsiteY4293" fmla="*/ 1828802 h 3717758"/>
              <a:gd name="connsiteX4294" fmla="*/ 1510286 w 7869956"/>
              <a:gd name="connsiteY4294" fmla="*/ 1822075 h 3717758"/>
              <a:gd name="connsiteX4295" fmla="*/ 1512913 w 7869956"/>
              <a:gd name="connsiteY4295" fmla="*/ 1843272 h 3717758"/>
              <a:gd name="connsiteX4296" fmla="*/ 3122023 w 7869956"/>
              <a:gd name="connsiteY4296" fmla="*/ 2772297 h 3717758"/>
              <a:gd name="connsiteX4297" fmla="*/ 3127527 w 7869956"/>
              <a:gd name="connsiteY4297" fmla="*/ 2754347 h 3717758"/>
              <a:gd name="connsiteX4298" fmla="*/ 3122023 w 7869956"/>
              <a:gd name="connsiteY4298" fmla="*/ 2772297 h 3717758"/>
              <a:gd name="connsiteX4299" fmla="*/ 1202826 w 7869956"/>
              <a:gd name="connsiteY4299" fmla="*/ 1666845 h 3717758"/>
              <a:gd name="connsiteX4300" fmla="*/ 1205360 w 7869956"/>
              <a:gd name="connsiteY4300" fmla="*/ 1638215 h 3717758"/>
              <a:gd name="connsiteX4301" fmla="*/ 1202826 w 7869956"/>
              <a:gd name="connsiteY4301" fmla="*/ 1666845 h 3717758"/>
              <a:gd name="connsiteX4302" fmla="*/ 3162050 w 7869956"/>
              <a:gd name="connsiteY4302" fmla="*/ 2799237 h 3717758"/>
              <a:gd name="connsiteX4303" fmla="*/ 3172142 w 7869956"/>
              <a:gd name="connsiteY4303" fmla="*/ 2799816 h 3717758"/>
              <a:gd name="connsiteX4304" fmla="*/ 3156064 w 7869956"/>
              <a:gd name="connsiteY4304" fmla="*/ 2788051 h 3717758"/>
              <a:gd name="connsiteX4305" fmla="*/ 3162050 w 7869956"/>
              <a:gd name="connsiteY4305" fmla="*/ 2799237 h 3717758"/>
              <a:gd name="connsiteX4306" fmla="*/ 1530493 w 7869956"/>
              <a:gd name="connsiteY4306" fmla="*/ 1858356 h 3717758"/>
              <a:gd name="connsiteX4307" fmla="*/ 1538653 w 7869956"/>
              <a:gd name="connsiteY4307" fmla="*/ 1861081 h 3717758"/>
              <a:gd name="connsiteX4308" fmla="*/ 1549290 w 7869956"/>
              <a:gd name="connsiteY4308" fmla="*/ 1835633 h 3717758"/>
              <a:gd name="connsiteX4309" fmla="*/ 1586763 w 7869956"/>
              <a:gd name="connsiteY4309" fmla="*/ 1846394 h 3717758"/>
              <a:gd name="connsiteX4310" fmla="*/ 1595342 w 7869956"/>
              <a:gd name="connsiteY4310" fmla="*/ 1833918 h 3717758"/>
              <a:gd name="connsiteX4311" fmla="*/ 1619213 w 7869956"/>
              <a:gd name="connsiteY4311" fmla="*/ 1859411 h 3717758"/>
              <a:gd name="connsiteX4312" fmla="*/ 1611097 w 7869956"/>
              <a:gd name="connsiteY4312" fmla="*/ 1856180 h 3717758"/>
              <a:gd name="connsiteX4313" fmla="*/ 1631071 w 7869956"/>
              <a:gd name="connsiteY4313" fmla="*/ 1847182 h 3717758"/>
              <a:gd name="connsiteX4314" fmla="*/ 1608144 w 7869956"/>
              <a:gd name="connsiteY4314" fmla="*/ 1845435 h 3717758"/>
              <a:gd name="connsiteX4315" fmla="*/ 1622042 w 7869956"/>
              <a:gd name="connsiteY4315" fmla="*/ 1820221 h 3717758"/>
              <a:gd name="connsiteX4316" fmla="*/ 1600986 w 7869956"/>
              <a:gd name="connsiteY4316" fmla="*/ 1810729 h 3717758"/>
              <a:gd name="connsiteX4317" fmla="*/ 1605687 w 7869956"/>
              <a:gd name="connsiteY4317" fmla="*/ 1818969 h 3717758"/>
              <a:gd name="connsiteX4318" fmla="*/ 1587227 w 7869956"/>
              <a:gd name="connsiteY4318" fmla="*/ 1830672 h 3717758"/>
              <a:gd name="connsiteX4319" fmla="*/ 1594262 w 7869956"/>
              <a:gd name="connsiteY4319" fmla="*/ 1815459 h 3717758"/>
              <a:gd name="connsiteX4320" fmla="*/ 1551501 w 7869956"/>
              <a:gd name="connsiteY4320" fmla="*/ 1817391 h 3717758"/>
              <a:gd name="connsiteX4321" fmla="*/ 1525714 w 7869956"/>
              <a:gd name="connsiteY4321" fmla="*/ 1854820 h 3717758"/>
              <a:gd name="connsiteX4322" fmla="*/ 1530493 w 7869956"/>
              <a:gd name="connsiteY4322" fmla="*/ 1858356 h 3717758"/>
              <a:gd name="connsiteX4323" fmla="*/ 3116056 w 7869956"/>
              <a:gd name="connsiteY4323" fmla="*/ 2780141 h 3717758"/>
              <a:gd name="connsiteX4324" fmla="*/ 3121867 w 7869956"/>
              <a:gd name="connsiteY4324" fmla="*/ 2777523 h 3717758"/>
              <a:gd name="connsiteX4325" fmla="*/ 3119256 w 7869956"/>
              <a:gd name="connsiteY4325" fmla="*/ 2756325 h 3717758"/>
              <a:gd name="connsiteX4326" fmla="*/ 3110489 w 7869956"/>
              <a:gd name="connsiteY4326" fmla="*/ 2774029 h 3717758"/>
              <a:gd name="connsiteX4327" fmla="*/ 3116056 w 7869956"/>
              <a:gd name="connsiteY4327" fmla="*/ 2780141 h 3717758"/>
              <a:gd name="connsiteX4328" fmla="*/ 1464046 w 7869956"/>
              <a:gd name="connsiteY4328" fmla="*/ 1828987 h 3717758"/>
              <a:gd name="connsiteX4329" fmla="*/ 1469549 w 7869956"/>
              <a:gd name="connsiteY4329" fmla="*/ 1811038 h 3717758"/>
              <a:gd name="connsiteX4330" fmla="*/ 1464046 w 7869956"/>
              <a:gd name="connsiteY4330" fmla="*/ 1828987 h 3717758"/>
              <a:gd name="connsiteX4331" fmla="*/ 1504074 w 7869956"/>
              <a:gd name="connsiteY4331" fmla="*/ 1855927 h 3717758"/>
              <a:gd name="connsiteX4332" fmla="*/ 1514165 w 7869956"/>
              <a:gd name="connsiteY4332" fmla="*/ 1856505 h 3717758"/>
              <a:gd name="connsiteX4333" fmla="*/ 1498088 w 7869956"/>
              <a:gd name="connsiteY4333" fmla="*/ 1844740 h 3717758"/>
              <a:gd name="connsiteX4334" fmla="*/ 1504074 w 7869956"/>
              <a:gd name="connsiteY4334" fmla="*/ 1855927 h 3717758"/>
              <a:gd name="connsiteX4335" fmla="*/ 3170632 w 7869956"/>
              <a:gd name="connsiteY4335" fmla="*/ 2819648 h 3717758"/>
              <a:gd name="connsiteX4336" fmla="*/ 3183211 w 7869956"/>
              <a:gd name="connsiteY4336" fmla="*/ 2813823 h 3717758"/>
              <a:gd name="connsiteX4337" fmla="*/ 3176980 w 7869956"/>
              <a:gd name="connsiteY4337" fmla="*/ 2802831 h 3717758"/>
              <a:gd name="connsiteX4338" fmla="*/ 3170100 w 7869956"/>
              <a:gd name="connsiteY4338" fmla="*/ 2812832 h 3717758"/>
              <a:gd name="connsiteX4339" fmla="*/ 3170632 w 7869956"/>
              <a:gd name="connsiteY4339" fmla="*/ 2819648 h 3717758"/>
              <a:gd name="connsiteX4340" fmla="*/ 1458079 w 7869956"/>
              <a:gd name="connsiteY4340" fmla="*/ 1836831 h 3717758"/>
              <a:gd name="connsiteX4341" fmla="*/ 1463890 w 7869956"/>
              <a:gd name="connsiteY4341" fmla="*/ 1834212 h 3717758"/>
              <a:gd name="connsiteX4342" fmla="*/ 1461279 w 7869956"/>
              <a:gd name="connsiteY4342" fmla="*/ 1813017 h 3717758"/>
              <a:gd name="connsiteX4343" fmla="*/ 1452512 w 7869956"/>
              <a:gd name="connsiteY4343" fmla="*/ 1830718 h 3717758"/>
              <a:gd name="connsiteX4344" fmla="*/ 1458079 w 7869956"/>
              <a:gd name="connsiteY4344" fmla="*/ 1836831 h 3717758"/>
              <a:gd name="connsiteX4345" fmla="*/ 3108456 w 7869956"/>
              <a:gd name="connsiteY4345" fmla="*/ 2792111 h 3717758"/>
              <a:gd name="connsiteX4346" fmla="*/ 3126397 w 7869956"/>
              <a:gd name="connsiteY4346" fmla="*/ 2791004 h 3717758"/>
              <a:gd name="connsiteX4347" fmla="*/ 3108603 w 7869956"/>
              <a:gd name="connsiteY4347" fmla="*/ 2781789 h 3717758"/>
              <a:gd name="connsiteX4348" fmla="*/ 3108456 w 7869956"/>
              <a:gd name="connsiteY4348" fmla="*/ 2792111 h 3717758"/>
              <a:gd name="connsiteX4349" fmla="*/ 1512655 w 7869956"/>
              <a:gd name="connsiteY4349" fmla="*/ 1876337 h 3717758"/>
              <a:gd name="connsiteX4350" fmla="*/ 1525235 w 7869956"/>
              <a:gd name="connsiteY4350" fmla="*/ 1870513 h 3717758"/>
              <a:gd name="connsiteX4351" fmla="*/ 1519004 w 7869956"/>
              <a:gd name="connsiteY4351" fmla="*/ 1859520 h 3717758"/>
              <a:gd name="connsiteX4352" fmla="*/ 1512123 w 7869956"/>
              <a:gd name="connsiteY4352" fmla="*/ 1869522 h 3717758"/>
              <a:gd name="connsiteX4353" fmla="*/ 1512655 w 7869956"/>
              <a:gd name="connsiteY4353" fmla="*/ 1876337 h 3717758"/>
              <a:gd name="connsiteX4354" fmla="*/ 2776390 w 7869956"/>
              <a:gd name="connsiteY4354" fmla="*/ 2610425 h 3717758"/>
              <a:gd name="connsiteX4355" fmla="*/ 2777750 w 7869956"/>
              <a:gd name="connsiteY4355" fmla="*/ 2610263 h 3717758"/>
              <a:gd name="connsiteX4356" fmla="*/ 2784425 w 7869956"/>
              <a:gd name="connsiteY4356" fmla="*/ 2609570 h 3717758"/>
              <a:gd name="connsiteX4357" fmla="*/ 2780458 w 7869956"/>
              <a:gd name="connsiteY4357" fmla="*/ 2605053 h 3717758"/>
              <a:gd name="connsiteX4358" fmla="*/ 2773857 w 7869956"/>
              <a:gd name="connsiteY4358" fmla="*/ 2606045 h 3717758"/>
              <a:gd name="connsiteX4359" fmla="*/ 1103250 w 7869956"/>
              <a:gd name="connsiteY4359" fmla="*/ 1646021 h 3717758"/>
              <a:gd name="connsiteX4360" fmla="*/ 1106852 w 7869956"/>
              <a:gd name="connsiteY4360" fmla="*/ 1635759 h 3717758"/>
              <a:gd name="connsiteX4361" fmla="*/ 1093727 w 7869956"/>
              <a:gd name="connsiteY4361" fmla="*/ 1634754 h 3717758"/>
              <a:gd name="connsiteX4362" fmla="*/ 1103250 w 7869956"/>
              <a:gd name="connsiteY4362" fmla="*/ 1646021 h 3717758"/>
              <a:gd name="connsiteX4363" fmla="*/ 1229168 w 7869956"/>
              <a:gd name="connsiteY4363" fmla="*/ 1718821 h 3717758"/>
              <a:gd name="connsiteX4364" fmla="*/ 1231363 w 7869956"/>
              <a:gd name="connsiteY4364" fmla="*/ 1700581 h 3717758"/>
              <a:gd name="connsiteX4365" fmla="*/ 1222768 w 7869956"/>
              <a:gd name="connsiteY4365" fmla="*/ 1713086 h 3717758"/>
              <a:gd name="connsiteX4366" fmla="*/ 1229168 w 7869956"/>
              <a:gd name="connsiteY4366" fmla="*/ 1718821 h 3717758"/>
              <a:gd name="connsiteX4367" fmla="*/ 1164578 w 7869956"/>
              <a:gd name="connsiteY4367" fmla="*/ 1682260 h 3717758"/>
              <a:gd name="connsiteX4368" fmla="*/ 1173173 w 7869956"/>
              <a:gd name="connsiteY4368" fmla="*/ 1669815 h 3717758"/>
              <a:gd name="connsiteX4369" fmla="*/ 1164578 w 7869956"/>
              <a:gd name="connsiteY4369" fmla="*/ 1682260 h 3717758"/>
              <a:gd name="connsiteX4370" fmla="*/ 1450480 w 7869956"/>
              <a:gd name="connsiteY4370" fmla="*/ 1848798 h 3717758"/>
              <a:gd name="connsiteX4371" fmla="*/ 1468420 w 7869956"/>
              <a:gd name="connsiteY4371" fmla="*/ 1847693 h 3717758"/>
              <a:gd name="connsiteX4372" fmla="*/ 1450627 w 7869956"/>
              <a:gd name="connsiteY4372" fmla="*/ 1838479 h 3717758"/>
              <a:gd name="connsiteX4373" fmla="*/ 1450480 w 7869956"/>
              <a:gd name="connsiteY4373" fmla="*/ 1848798 h 3717758"/>
              <a:gd name="connsiteX4374" fmla="*/ 3211116 w 7869956"/>
              <a:gd name="connsiteY4374" fmla="*/ 2868501 h 3717758"/>
              <a:gd name="connsiteX4375" fmla="*/ 3218009 w 7869956"/>
              <a:gd name="connsiteY4375" fmla="*/ 2858516 h 3717758"/>
              <a:gd name="connsiteX4376" fmla="*/ 3206431 w 7869956"/>
              <a:gd name="connsiteY4376" fmla="*/ 2860262 h 3717758"/>
              <a:gd name="connsiteX4377" fmla="*/ 3211116 w 7869956"/>
              <a:gd name="connsiteY4377" fmla="*/ 2868501 h 3717758"/>
              <a:gd name="connsiteX4378" fmla="*/ 1018978 w 7869956"/>
              <a:gd name="connsiteY4378" fmla="*/ 1607947 h 3717758"/>
              <a:gd name="connsiteX4379" fmla="*/ 1004462 w 7869956"/>
              <a:gd name="connsiteY4379" fmla="*/ 1598950 h 3717758"/>
              <a:gd name="connsiteX4380" fmla="*/ 1018978 w 7869956"/>
              <a:gd name="connsiteY4380" fmla="*/ 1607947 h 3717758"/>
              <a:gd name="connsiteX4381" fmla="*/ 2996067 w 7869956"/>
              <a:gd name="connsiteY4381" fmla="*/ 2754637 h 3717758"/>
              <a:gd name="connsiteX4382" fmla="*/ 2999809 w 7869956"/>
              <a:gd name="connsiteY4382" fmla="*/ 2739158 h 3717758"/>
              <a:gd name="connsiteX4383" fmla="*/ 2998264 w 7869956"/>
              <a:gd name="connsiteY4383" fmla="*/ 2736407 h 3717758"/>
              <a:gd name="connsiteX4384" fmla="*/ 3003242 w 7869956"/>
              <a:gd name="connsiteY4384" fmla="*/ 2734181 h 3717758"/>
              <a:gd name="connsiteX4385" fmla="*/ 2996067 w 7869956"/>
              <a:gd name="connsiteY4385" fmla="*/ 2754637 h 3717758"/>
              <a:gd name="connsiteX4386" fmla="*/ 1122133 w 7869956"/>
              <a:gd name="connsiteY4386" fmla="*/ 1673549 h 3717758"/>
              <a:gd name="connsiteX4387" fmla="*/ 1128851 w 7869956"/>
              <a:gd name="connsiteY4387" fmla="*/ 1668994 h 3717758"/>
              <a:gd name="connsiteX4388" fmla="*/ 1115880 w 7869956"/>
              <a:gd name="connsiteY4388" fmla="*/ 1662735 h 3717758"/>
              <a:gd name="connsiteX4389" fmla="*/ 1122133 w 7869956"/>
              <a:gd name="connsiteY4389" fmla="*/ 1673549 h 3717758"/>
              <a:gd name="connsiteX4390" fmla="*/ 1553138 w 7869956"/>
              <a:gd name="connsiteY4390" fmla="*/ 1925193 h 3717758"/>
              <a:gd name="connsiteX4391" fmla="*/ 1560034 w 7869956"/>
              <a:gd name="connsiteY4391" fmla="*/ 1915204 h 3717758"/>
              <a:gd name="connsiteX4392" fmla="*/ 1548453 w 7869956"/>
              <a:gd name="connsiteY4392" fmla="*/ 1916956 h 3717758"/>
              <a:gd name="connsiteX4393" fmla="*/ 1553138 w 7869956"/>
              <a:gd name="connsiteY4393" fmla="*/ 1925193 h 3717758"/>
              <a:gd name="connsiteX4394" fmla="*/ 989620 w 7869956"/>
              <a:gd name="connsiteY4394" fmla="*/ 1600372 h 3717758"/>
              <a:gd name="connsiteX4395" fmla="*/ 1002917 w 7869956"/>
              <a:gd name="connsiteY4395" fmla="*/ 1596151 h 3717758"/>
              <a:gd name="connsiteX4396" fmla="*/ 993703 w 7869956"/>
              <a:gd name="connsiteY4396" fmla="*/ 1574477 h 3717758"/>
              <a:gd name="connsiteX4397" fmla="*/ 989620 w 7869956"/>
              <a:gd name="connsiteY4397" fmla="*/ 1600372 h 3717758"/>
              <a:gd name="connsiteX4398" fmla="*/ 3018562 w 7869956"/>
              <a:gd name="connsiteY4398" fmla="*/ 2772180 h 3717758"/>
              <a:gd name="connsiteX4399" fmla="*/ 3024036 w 7869956"/>
              <a:gd name="connsiteY4399" fmla="*/ 2754184 h 3717758"/>
              <a:gd name="connsiteX4400" fmla="*/ 3018562 w 7869956"/>
              <a:gd name="connsiteY4400" fmla="*/ 2772180 h 3717758"/>
              <a:gd name="connsiteX4401" fmla="*/ 3611101 w 7869956"/>
              <a:gd name="connsiteY4401" fmla="*/ 3114928 h 3717758"/>
              <a:gd name="connsiteX4402" fmla="*/ 3631569 w 7869956"/>
              <a:gd name="connsiteY4402" fmla="*/ 3090240 h 3717758"/>
              <a:gd name="connsiteX4403" fmla="*/ 3621706 w 7869956"/>
              <a:gd name="connsiteY4403" fmla="*/ 3089498 h 3717758"/>
              <a:gd name="connsiteX4404" fmla="*/ 3611101 w 7869956"/>
              <a:gd name="connsiteY4404" fmla="*/ 3114928 h 3717758"/>
              <a:gd name="connsiteX4405" fmla="*/ 1252740 w 7869956"/>
              <a:gd name="connsiteY4405" fmla="*/ 1754786 h 3717758"/>
              <a:gd name="connsiteX4406" fmla="*/ 1267721 w 7869956"/>
              <a:gd name="connsiteY4406" fmla="*/ 1748078 h 3717758"/>
              <a:gd name="connsiteX4407" fmla="*/ 1252740 w 7869956"/>
              <a:gd name="connsiteY4407" fmla="*/ 1754786 h 3717758"/>
              <a:gd name="connsiteX4408" fmla="*/ 1057428 w 7869956"/>
              <a:gd name="connsiteY4408" fmla="*/ 1646762 h 3717758"/>
              <a:gd name="connsiteX4409" fmla="*/ 1065296 w 7869956"/>
              <a:gd name="connsiteY4409" fmla="*/ 1650939 h 3717758"/>
              <a:gd name="connsiteX4410" fmla="*/ 1060920 w 7869956"/>
              <a:gd name="connsiteY4410" fmla="*/ 1632218 h 3717758"/>
              <a:gd name="connsiteX4411" fmla="*/ 1077170 w 7869956"/>
              <a:gd name="connsiteY4411" fmla="*/ 1638695 h 3717758"/>
              <a:gd name="connsiteX4412" fmla="*/ 1082349 w 7869956"/>
              <a:gd name="connsiteY4412" fmla="*/ 1631227 h 3717758"/>
              <a:gd name="connsiteX4413" fmla="*/ 1052633 w 7869956"/>
              <a:gd name="connsiteY4413" fmla="*/ 1634168 h 3717758"/>
              <a:gd name="connsiteX4414" fmla="*/ 1057428 w 7869956"/>
              <a:gd name="connsiteY4414" fmla="*/ 1646762 h 3717758"/>
              <a:gd name="connsiteX4415" fmla="*/ 1338091 w 7869956"/>
              <a:gd name="connsiteY4415" fmla="*/ 1811325 h 3717758"/>
              <a:gd name="connsiteX4416" fmla="*/ 1341832 w 7869956"/>
              <a:gd name="connsiteY4416" fmla="*/ 1795849 h 3717758"/>
              <a:gd name="connsiteX4417" fmla="*/ 1340288 w 7869956"/>
              <a:gd name="connsiteY4417" fmla="*/ 1793098 h 3717758"/>
              <a:gd name="connsiteX4418" fmla="*/ 1345265 w 7869956"/>
              <a:gd name="connsiteY4418" fmla="*/ 1790871 h 3717758"/>
              <a:gd name="connsiteX4419" fmla="*/ 1338091 w 7869956"/>
              <a:gd name="connsiteY4419" fmla="*/ 1811325 h 3717758"/>
              <a:gd name="connsiteX4420" fmla="*/ 976357 w 7869956"/>
              <a:gd name="connsiteY4420" fmla="*/ 1604670 h 3717758"/>
              <a:gd name="connsiteX4421" fmla="*/ 990256 w 7869956"/>
              <a:gd name="connsiteY4421" fmla="*/ 1579485 h 3717758"/>
              <a:gd name="connsiteX4422" fmla="*/ 963727 w 7869956"/>
              <a:gd name="connsiteY4422" fmla="*/ 1587911 h 3717758"/>
              <a:gd name="connsiteX4423" fmla="*/ 976357 w 7869956"/>
              <a:gd name="connsiteY4423" fmla="*/ 1604670 h 3717758"/>
              <a:gd name="connsiteX4424" fmla="*/ 1360586 w 7869956"/>
              <a:gd name="connsiteY4424" fmla="*/ 1828868 h 3717758"/>
              <a:gd name="connsiteX4425" fmla="*/ 1366058 w 7869956"/>
              <a:gd name="connsiteY4425" fmla="*/ 1810876 h 3717758"/>
              <a:gd name="connsiteX4426" fmla="*/ 1360586 w 7869956"/>
              <a:gd name="connsiteY4426" fmla="*/ 1828868 h 3717758"/>
              <a:gd name="connsiteX4427" fmla="*/ 1244299 w 7869956"/>
              <a:gd name="connsiteY4427" fmla="*/ 1762037 h 3717758"/>
              <a:gd name="connsiteX4428" fmla="*/ 1252894 w 7869956"/>
              <a:gd name="connsiteY4428" fmla="*/ 1749561 h 3717758"/>
              <a:gd name="connsiteX4429" fmla="*/ 1244299 w 7869956"/>
              <a:gd name="connsiteY4429" fmla="*/ 1762037 h 3717758"/>
              <a:gd name="connsiteX4430" fmla="*/ 1953125 w 7869956"/>
              <a:gd name="connsiteY4430" fmla="*/ 2171617 h 3717758"/>
              <a:gd name="connsiteX4431" fmla="*/ 1973594 w 7869956"/>
              <a:gd name="connsiteY4431" fmla="*/ 2146928 h 3717758"/>
              <a:gd name="connsiteX4432" fmla="*/ 1963730 w 7869956"/>
              <a:gd name="connsiteY4432" fmla="*/ 2146187 h 3717758"/>
              <a:gd name="connsiteX4433" fmla="*/ 1953125 w 7869956"/>
              <a:gd name="connsiteY4433" fmla="*/ 2171617 h 3717758"/>
              <a:gd name="connsiteX4434" fmla="*/ 4384033 w 7869956"/>
              <a:gd name="connsiteY4434" fmla="*/ 3576768 h 3717758"/>
              <a:gd name="connsiteX4435" fmla="*/ 4397158 w 7869956"/>
              <a:gd name="connsiteY4435" fmla="*/ 3577804 h 3717758"/>
              <a:gd name="connsiteX4436" fmla="*/ 4384033 w 7869956"/>
              <a:gd name="connsiteY4436" fmla="*/ 3576768 h 3717758"/>
              <a:gd name="connsiteX4437" fmla="*/ 850198 w 7869956"/>
              <a:gd name="connsiteY4437" fmla="*/ 1538913 h 3717758"/>
              <a:gd name="connsiteX4438" fmla="*/ 842135 w 7869956"/>
              <a:gd name="connsiteY4438" fmla="*/ 1533837 h 3717758"/>
              <a:gd name="connsiteX4439" fmla="*/ 858691 w 7869956"/>
              <a:gd name="connsiteY4439" fmla="*/ 1529833 h 3717758"/>
              <a:gd name="connsiteX4440" fmla="*/ 850198 w 7869956"/>
              <a:gd name="connsiteY4440" fmla="*/ 1538913 h 3717758"/>
              <a:gd name="connsiteX4441" fmla="*/ 3004316 w 7869956"/>
              <a:gd name="connsiteY4441" fmla="*/ 2783404 h 3717758"/>
              <a:gd name="connsiteX4442" fmla="*/ 3010566 w 7869956"/>
              <a:gd name="connsiteY4442" fmla="*/ 2777664 h 3717758"/>
              <a:gd name="connsiteX4443" fmla="*/ 3013248 w 7869956"/>
              <a:gd name="connsiteY4443" fmla="*/ 2784944 h 3717758"/>
              <a:gd name="connsiteX4444" fmla="*/ 3003429 w 7869956"/>
              <a:gd name="connsiteY4444" fmla="*/ 2784218 h 3717758"/>
              <a:gd name="connsiteX4445" fmla="*/ 3002565 w 7869956"/>
              <a:gd name="connsiteY4445" fmla="*/ 2783103 h 3717758"/>
              <a:gd name="connsiteX4446" fmla="*/ 3004316 w 7869956"/>
              <a:gd name="connsiteY4446" fmla="*/ 2783404 h 3717758"/>
              <a:gd name="connsiteX4447" fmla="*/ 2952007 w 7869956"/>
              <a:gd name="connsiteY4447" fmla="*/ 2761075 h 3717758"/>
              <a:gd name="connsiteX4448" fmla="*/ 2956572 w 7869956"/>
              <a:gd name="connsiteY4448" fmla="*/ 2756793 h 3717758"/>
              <a:gd name="connsiteX4449" fmla="*/ 2943773 w 7869956"/>
              <a:gd name="connsiteY4449" fmla="*/ 2745321 h 3717758"/>
              <a:gd name="connsiteX4450" fmla="*/ 2952007 w 7869956"/>
              <a:gd name="connsiteY4450" fmla="*/ 2761075 h 3717758"/>
              <a:gd name="connsiteX4451" fmla="*/ 2927277 w 7869956"/>
              <a:gd name="connsiteY4451" fmla="*/ 2749433 h 3717758"/>
              <a:gd name="connsiteX4452" fmla="*/ 2939750 w 7869956"/>
              <a:gd name="connsiteY4452" fmla="*/ 2739246 h 3717758"/>
              <a:gd name="connsiteX4453" fmla="*/ 2930266 w 7869956"/>
              <a:gd name="connsiteY4453" fmla="*/ 2740028 h 3717758"/>
              <a:gd name="connsiteX4454" fmla="*/ 2929535 w 7869956"/>
              <a:gd name="connsiteY4454" fmla="*/ 2741082 h 3717758"/>
              <a:gd name="connsiteX4455" fmla="*/ 2929207 w 7869956"/>
              <a:gd name="connsiteY4455" fmla="*/ 2740116 h 3717758"/>
              <a:gd name="connsiteX4456" fmla="*/ 2926417 w 7869956"/>
              <a:gd name="connsiteY4456" fmla="*/ 2740347 h 3717758"/>
              <a:gd name="connsiteX4457" fmla="*/ 2726057 w 7869956"/>
              <a:gd name="connsiteY4457" fmla="*/ 2633456 h 3717758"/>
              <a:gd name="connsiteX4458" fmla="*/ 2732596 w 7869956"/>
              <a:gd name="connsiteY4458" fmla="*/ 2635140 h 3717758"/>
              <a:gd name="connsiteX4459" fmla="*/ 2736847 w 7869956"/>
              <a:gd name="connsiteY4459" fmla="*/ 2634723 h 3717758"/>
              <a:gd name="connsiteX4460" fmla="*/ 2736857 w 7869956"/>
              <a:gd name="connsiteY4460" fmla="*/ 2634716 h 3717758"/>
              <a:gd name="connsiteX4461" fmla="*/ 2736858 w 7869956"/>
              <a:gd name="connsiteY4461" fmla="*/ 2634721 h 3717758"/>
              <a:gd name="connsiteX4462" fmla="*/ 2739181 w 7869956"/>
              <a:gd name="connsiteY4462" fmla="*/ 2634493 h 3717758"/>
              <a:gd name="connsiteX4463" fmla="*/ 2735167 w 7869956"/>
              <a:gd name="connsiteY4463" fmla="*/ 2624107 h 3717758"/>
              <a:gd name="connsiteX4464" fmla="*/ 2733633 w 7869956"/>
              <a:gd name="connsiteY4464" fmla="*/ 2623486 h 3717758"/>
              <a:gd name="connsiteX4465" fmla="*/ 2728767 w 7869956"/>
              <a:gd name="connsiteY4465" fmla="*/ 2624933 h 3717758"/>
              <a:gd name="connsiteX4466" fmla="*/ 2726057 w 7869956"/>
              <a:gd name="connsiteY4466" fmla="*/ 2633456 h 3717758"/>
              <a:gd name="connsiteX4467" fmla="*/ 993518 w 7869956"/>
              <a:gd name="connsiteY4467" fmla="*/ 1634908 h 3717758"/>
              <a:gd name="connsiteX4468" fmla="*/ 1010058 w 7869956"/>
              <a:gd name="connsiteY4468" fmla="*/ 1630918 h 3717758"/>
              <a:gd name="connsiteX4469" fmla="*/ 1008807 w 7869956"/>
              <a:gd name="connsiteY4469" fmla="*/ 1617670 h 3717758"/>
              <a:gd name="connsiteX4470" fmla="*/ 991027 w 7869956"/>
              <a:gd name="connsiteY4470" fmla="*/ 1608395 h 3717758"/>
              <a:gd name="connsiteX4471" fmla="*/ 1003813 w 7869956"/>
              <a:gd name="connsiteY4471" fmla="*/ 1619897 h 3717758"/>
              <a:gd name="connsiteX4472" fmla="*/ 993518 w 7869956"/>
              <a:gd name="connsiteY4472" fmla="*/ 1634908 h 3717758"/>
              <a:gd name="connsiteX4473" fmla="*/ 1346341 w 7869956"/>
              <a:gd name="connsiteY4473" fmla="*/ 1840091 h 3717758"/>
              <a:gd name="connsiteX4474" fmla="*/ 1352589 w 7869956"/>
              <a:gd name="connsiteY4474" fmla="*/ 1834354 h 3717758"/>
              <a:gd name="connsiteX4475" fmla="*/ 1355272 w 7869956"/>
              <a:gd name="connsiteY4475" fmla="*/ 1841633 h 3717758"/>
              <a:gd name="connsiteX4476" fmla="*/ 1345454 w 7869956"/>
              <a:gd name="connsiteY4476" fmla="*/ 1840905 h 3717758"/>
              <a:gd name="connsiteX4477" fmla="*/ 1344589 w 7869956"/>
              <a:gd name="connsiteY4477" fmla="*/ 1839789 h 3717758"/>
              <a:gd name="connsiteX4478" fmla="*/ 1346341 w 7869956"/>
              <a:gd name="connsiteY4478" fmla="*/ 1840091 h 3717758"/>
              <a:gd name="connsiteX4479" fmla="*/ 2711627 w 7869956"/>
              <a:gd name="connsiteY4479" fmla="*/ 2632832 h 3717758"/>
              <a:gd name="connsiteX4480" fmla="*/ 2712327 w 7869956"/>
              <a:gd name="connsiteY4480" fmla="*/ 2630036 h 3717758"/>
              <a:gd name="connsiteX4481" fmla="*/ 2705296 w 7869956"/>
              <a:gd name="connsiteY4481" fmla="*/ 2627645 h 3717758"/>
              <a:gd name="connsiteX4482" fmla="*/ 2705083 w 7869956"/>
              <a:gd name="connsiteY4482" fmla="*/ 2627715 h 3717758"/>
              <a:gd name="connsiteX4483" fmla="*/ 2706980 w 7869956"/>
              <a:gd name="connsiteY4483" fmla="*/ 2630013 h 3717758"/>
              <a:gd name="connsiteX4484" fmla="*/ 2711627 w 7869956"/>
              <a:gd name="connsiteY4484" fmla="*/ 2632832 h 3717758"/>
              <a:gd name="connsiteX4485" fmla="*/ 1135353 w 7869956"/>
              <a:gd name="connsiteY4485" fmla="*/ 1724673 h 3717758"/>
              <a:gd name="connsiteX4486" fmla="*/ 1140811 w 7869956"/>
              <a:gd name="connsiteY4486" fmla="*/ 1706708 h 3717758"/>
              <a:gd name="connsiteX4487" fmla="*/ 1148958 w 7869956"/>
              <a:gd name="connsiteY4487" fmla="*/ 1709955 h 3717758"/>
              <a:gd name="connsiteX4488" fmla="*/ 1135353 w 7869956"/>
              <a:gd name="connsiteY4488" fmla="*/ 1724673 h 3717758"/>
              <a:gd name="connsiteX4489" fmla="*/ 1294031 w 7869956"/>
              <a:gd name="connsiteY4489" fmla="*/ 1817764 h 3717758"/>
              <a:gd name="connsiteX4490" fmla="*/ 1298596 w 7869956"/>
              <a:gd name="connsiteY4490" fmla="*/ 1813482 h 3717758"/>
              <a:gd name="connsiteX4491" fmla="*/ 1285796 w 7869956"/>
              <a:gd name="connsiteY4491" fmla="*/ 1802011 h 3717758"/>
              <a:gd name="connsiteX4492" fmla="*/ 1294031 w 7869956"/>
              <a:gd name="connsiteY4492" fmla="*/ 1817764 h 3717758"/>
              <a:gd name="connsiteX4493" fmla="*/ 1094944 w 7869956"/>
              <a:gd name="connsiteY4493" fmla="*/ 1703166 h 3717758"/>
              <a:gd name="connsiteX4494" fmla="*/ 1119757 w 7869956"/>
              <a:gd name="connsiteY4494" fmla="*/ 1697170 h 3717758"/>
              <a:gd name="connsiteX4495" fmla="*/ 1094944 w 7869956"/>
              <a:gd name="connsiteY4495" fmla="*/ 1703166 h 3717758"/>
              <a:gd name="connsiteX4496" fmla="*/ 2716954 w 7869956"/>
              <a:gd name="connsiteY4496" fmla="*/ 2640482 h 3717758"/>
              <a:gd name="connsiteX4497" fmla="*/ 2717632 w 7869956"/>
              <a:gd name="connsiteY4497" fmla="*/ 2640660 h 3717758"/>
              <a:gd name="connsiteX4498" fmla="*/ 2716629 w 7869956"/>
              <a:gd name="connsiteY4498" fmla="*/ 2638345 h 3717758"/>
              <a:gd name="connsiteX4499" fmla="*/ 1210649 w 7869956"/>
              <a:gd name="connsiteY4499" fmla="*/ 1775370 h 3717758"/>
              <a:gd name="connsiteX4500" fmla="*/ 1209690 w 7869956"/>
              <a:gd name="connsiteY4500" fmla="*/ 1767348 h 3717758"/>
              <a:gd name="connsiteX4501" fmla="*/ 1211065 w 7869956"/>
              <a:gd name="connsiteY4501" fmla="*/ 1775326 h 3717758"/>
              <a:gd name="connsiteX4502" fmla="*/ 946041 w 7869956"/>
              <a:gd name="connsiteY4502" fmla="*/ 1628537 h 3717758"/>
              <a:gd name="connsiteX4503" fmla="*/ 964500 w 7869956"/>
              <a:gd name="connsiteY4503" fmla="*/ 1616852 h 3717758"/>
              <a:gd name="connsiteX4504" fmla="*/ 946041 w 7869956"/>
              <a:gd name="connsiteY4504" fmla="*/ 1628537 h 3717758"/>
              <a:gd name="connsiteX4505" fmla="*/ 2685059 w 7869956"/>
              <a:gd name="connsiteY4505" fmla="*/ 2632914 h 3717758"/>
              <a:gd name="connsiteX4506" fmla="*/ 2686690 w 7869956"/>
              <a:gd name="connsiteY4506" fmla="*/ 2623319 h 3717758"/>
              <a:gd name="connsiteX4507" fmla="*/ 2686273 w 7869956"/>
              <a:gd name="connsiteY4507" fmla="*/ 2622872 h 3717758"/>
              <a:gd name="connsiteX4508" fmla="*/ 2686835 w 7869956"/>
              <a:gd name="connsiteY4508" fmla="*/ 2622480 h 3717758"/>
              <a:gd name="connsiteX4509" fmla="*/ 2688985 w 7869956"/>
              <a:gd name="connsiteY4509" fmla="*/ 2612168 h 3717758"/>
              <a:gd name="connsiteX4510" fmla="*/ 2708664 w 7869956"/>
              <a:gd name="connsiteY4510" fmla="*/ 2613698 h 3717758"/>
              <a:gd name="connsiteX4511" fmla="*/ 2703486 w 7869956"/>
              <a:gd name="connsiteY4511" fmla="*/ 2621198 h 3717758"/>
              <a:gd name="connsiteX4512" fmla="*/ 2710620 w 7869956"/>
              <a:gd name="connsiteY4512" fmla="*/ 2617993 h 3717758"/>
              <a:gd name="connsiteX4513" fmla="*/ 2712524 w 7869956"/>
              <a:gd name="connsiteY4513" fmla="*/ 2614368 h 3717758"/>
              <a:gd name="connsiteX4514" fmla="*/ 2704860 w 7869956"/>
              <a:gd name="connsiteY4514" fmla="*/ 2606093 h 3717758"/>
              <a:gd name="connsiteX4515" fmla="*/ 2709992 w 7869956"/>
              <a:gd name="connsiteY4515" fmla="*/ 2598626 h 3717758"/>
              <a:gd name="connsiteX4516" fmla="*/ 2709939 w 7869956"/>
              <a:gd name="connsiteY4516" fmla="*/ 2598399 h 3717758"/>
              <a:gd name="connsiteX4517" fmla="*/ 2701797 w 7869956"/>
              <a:gd name="connsiteY4517" fmla="*/ 2598598 h 3717758"/>
              <a:gd name="connsiteX4518" fmla="*/ 2701737 w 7869956"/>
              <a:gd name="connsiteY4518" fmla="*/ 2600559 h 3717758"/>
              <a:gd name="connsiteX4519" fmla="*/ 2673647 w 7869956"/>
              <a:gd name="connsiteY4519" fmla="*/ 2606279 h 3717758"/>
              <a:gd name="connsiteX4520" fmla="*/ 2679538 w 7869956"/>
              <a:gd name="connsiteY4520" fmla="*/ 2627750 h 3717758"/>
              <a:gd name="connsiteX4521" fmla="*/ 2679504 w 7869956"/>
              <a:gd name="connsiteY4521" fmla="*/ 2627739 h 3717758"/>
              <a:gd name="connsiteX4522" fmla="*/ 2883376 w 7869956"/>
              <a:gd name="connsiteY4522" fmla="*/ 2747416 h 3717758"/>
              <a:gd name="connsiteX4523" fmla="*/ 2887932 w 7869956"/>
              <a:gd name="connsiteY4523" fmla="*/ 2746388 h 3717758"/>
              <a:gd name="connsiteX4524" fmla="*/ 2886264 w 7869956"/>
              <a:gd name="connsiteY4524" fmla="*/ 2743660 h 3717758"/>
              <a:gd name="connsiteX4525" fmla="*/ 2880664 w 7869956"/>
              <a:gd name="connsiteY4525" fmla="*/ 2744121 h 3717758"/>
              <a:gd name="connsiteX4526" fmla="*/ 3511662 w 7869956"/>
              <a:gd name="connsiteY4526" fmla="*/ 3110400 h 3717758"/>
              <a:gd name="connsiteX4527" fmla="*/ 3521497 w 7869956"/>
              <a:gd name="connsiteY4527" fmla="*/ 3089621 h 3717758"/>
              <a:gd name="connsiteX4528" fmla="*/ 3505262 w 7869956"/>
              <a:gd name="connsiteY4528" fmla="*/ 3083099 h 3717758"/>
              <a:gd name="connsiteX4529" fmla="*/ 3506192 w 7869956"/>
              <a:gd name="connsiteY4529" fmla="*/ 3106781 h 3717758"/>
              <a:gd name="connsiteX4530" fmla="*/ 3511662 w 7869956"/>
              <a:gd name="connsiteY4530" fmla="*/ 3110400 h 3717758"/>
              <a:gd name="connsiteX4531" fmla="*/ 4365142 w 7869956"/>
              <a:gd name="connsiteY4531" fmla="*/ 3604189 h 3717758"/>
              <a:gd name="connsiteX4532" fmla="*/ 4375607 w 7869956"/>
              <a:gd name="connsiteY4532" fmla="*/ 3583973 h 3717758"/>
              <a:gd name="connsiteX4533" fmla="*/ 4346264 w 7869956"/>
              <a:gd name="connsiteY4533" fmla="*/ 3576505 h 3717758"/>
              <a:gd name="connsiteX4534" fmla="*/ 4361106 w 7869956"/>
              <a:gd name="connsiteY4534" fmla="*/ 3574973 h 3717758"/>
              <a:gd name="connsiteX4535" fmla="*/ 4365142 w 7869956"/>
              <a:gd name="connsiteY4535" fmla="*/ 3604189 h 3717758"/>
              <a:gd name="connsiteX4536" fmla="*/ 2950652 w 7869956"/>
              <a:gd name="connsiteY4536" fmla="*/ 2790601 h 3717758"/>
              <a:gd name="connsiteX4537" fmla="*/ 3018241 w 7869956"/>
              <a:gd name="connsiteY4537" fmla="*/ 2782702 h 3717758"/>
              <a:gd name="connsiteX4538" fmla="*/ 3024316 w 7869956"/>
              <a:gd name="connsiteY4538" fmla="*/ 2798936 h 3717758"/>
              <a:gd name="connsiteX4539" fmla="*/ 3044120 w 7869956"/>
              <a:gd name="connsiteY4539" fmla="*/ 2795225 h 3717758"/>
              <a:gd name="connsiteX4540" fmla="*/ 3051140 w 7869956"/>
              <a:gd name="connsiteY4540" fmla="*/ 2780045 h 3717758"/>
              <a:gd name="connsiteX4541" fmla="*/ 3034751 w 7869956"/>
              <a:gd name="connsiteY4541" fmla="*/ 2778778 h 3717758"/>
              <a:gd name="connsiteX4542" fmla="*/ 3037735 w 7869956"/>
              <a:gd name="connsiteY4542" fmla="*/ 2789489 h 3717758"/>
              <a:gd name="connsiteX4543" fmla="*/ 3024779 w 7869956"/>
              <a:gd name="connsiteY4543" fmla="*/ 2783291 h 3717758"/>
              <a:gd name="connsiteX4544" fmla="*/ 3028986 w 7869956"/>
              <a:gd name="connsiteY4544" fmla="*/ 2752060 h 3717758"/>
              <a:gd name="connsiteX4545" fmla="*/ 3035094 w 7869956"/>
              <a:gd name="connsiteY4545" fmla="*/ 2768262 h 3717758"/>
              <a:gd name="connsiteX4546" fmla="*/ 3060059 w 7869956"/>
              <a:gd name="connsiteY4546" fmla="*/ 2757054 h 3717758"/>
              <a:gd name="connsiteX4547" fmla="*/ 3068330 w 7869956"/>
              <a:gd name="connsiteY4547" fmla="*/ 2755076 h 3717758"/>
              <a:gd name="connsiteX4548" fmla="*/ 3076153 w 7869956"/>
              <a:gd name="connsiteY4548" fmla="*/ 2768804 h 3717758"/>
              <a:gd name="connsiteX4549" fmla="*/ 3076463 w 7869956"/>
              <a:gd name="connsiteY4549" fmla="*/ 2758322 h 3717758"/>
              <a:gd name="connsiteX4550" fmla="*/ 3099235 w 7869956"/>
              <a:gd name="connsiteY4550" fmla="*/ 2765370 h 3717758"/>
              <a:gd name="connsiteX4551" fmla="*/ 3102867 w 7869956"/>
              <a:gd name="connsiteY4551" fmla="*/ 2755106 h 3717758"/>
              <a:gd name="connsiteX4552" fmla="*/ 3081764 w 7869956"/>
              <a:gd name="connsiteY4552" fmla="*/ 2745629 h 3717758"/>
              <a:gd name="connsiteX4553" fmla="*/ 3106609 w 7869956"/>
              <a:gd name="connsiteY4553" fmla="*/ 2739660 h 3717758"/>
              <a:gd name="connsiteX4554" fmla="*/ 3106129 w 7869956"/>
              <a:gd name="connsiteY4554" fmla="*/ 2755385 h 3717758"/>
              <a:gd name="connsiteX4555" fmla="*/ 3112840 w 7869956"/>
              <a:gd name="connsiteY4555" fmla="*/ 2750653 h 3717758"/>
              <a:gd name="connsiteX4556" fmla="*/ 3113489 w 7869956"/>
              <a:gd name="connsiteY4556" fmla="*/ 2729721 h 3717758"/>
              <a:gd name="connsiteX4557" fmla="*/ 3091954 w 7869956"/>
              <a:gd name="connsiteY4557" fmla="*/ 2735888 h 3717758"/>
              <a:gd name="connsiteX4558" fmla="*/ 3087265 w 7869956"/>
              <a:gd name="connsiteY4558" fmla="*/ 2726335 h 3717758"/>
              <a:gd name="connsiteX4559" fmla="*/ 3086951 w 7869956"/>
              <a:gd name="connsiteY4559" fmla="*/ 2725333 h 3717758"/>
              <a:gd name="connsiteX4560" fmla="*/ 3072071 w 7869956"/>
              <a:gd name="connsiteY4560" fmla="*/ 2726853 h 3717758"/>
              <a:gd name="connsiteX4561" fmla="*/ 3067597 w 7869956"/>
              <a:gd name="connsiteY4561" fmla="*/ 2730483 h 3717758"/>
              <a:gd name="connsiteX4562" fmla="*/ 3060215 w 7869956"/>
              <a:gd name="connsiteY4562" fmla="*/ 2732732 h 3717758"/>
              <a:gd name="connsiteX4563" fmla="*/ 3055427 w 7869956"/>
              <a:gd name="connsiteY4563" fmla="*/ 2728555 h 3717758"/>
              <a:gd name="connsiteX4564" fmla="*/ 2997237 w 7869956"/>
              <a:gd name="connsiteY4564" fmla="*/ 2734501 h 3717758"/>
              <a:gd name="connsiteX4565" fmla="*/ 2960825 w 7869956"/>
              <a:gd name="connsiteY4565" fmla="*/ 2737508 h 3717758"/>
              <a:gd name="connsiteX4566" fmla="*/ 2962697 w 7869956"/>
              <a:gd name="connsiteY4566" fmla="*/ 2745584 h 3717758"/>
              <a:gd name="connsiteX4567" fmla="*/ 2964875 w 7869956"/>
              <a:gd name="connsiteY4567" fmla="*/ 2754937 h 3717758"/>
              <a:gd name="connsiteX4568" fmla="*/ 2979870 w 7869956"/>
              <a:gd name="connsiteY4568" fmla="*/ 2748258 h 3717758"/>
              <a:gd name="connsiteX4569" fmla="*/ 2982512 w 7869956"/>
              <a:gd name="connsiteY4569" fmla="*/ 2769410 h 3717758"/>
              <a:gd name="connsiteX4570" fmla="*/ 2999056 w 7869956"/>
              <a:gd name="connsiteY4570" fmla="*/ 2765497 h 3717758"/>
              <a:gd name="connsiteX4571" fmla="*/ 2996751 w 7869956"/>
              <a:gd name="connsiteY4571" fmla="*/ 2775587 h 3717758"/>
              <a:gd name="connsiteX4572" fmla="*/ 3002565 w 7869956"/>
              <a:gd name="connsiteY4572" fmla="*/ 2783103 h 3717758"/>
              <a:gd name="connsiteX4573" fmla="*/ 2983824 w 7869956"/>
              <a:gd name="connsiteY4573" fmla="*/ 2779866 h 3717758"/>
              <a:gd name="connsiteX4574" fmla="*/ 2954563 w 7869956"/>
              <a:gd name="connsiteY4574" fmla="*/ 2769870 h 3717758"/>
              <a:gd name="connsiteX4575" fmla="*/ 2950652 w 7869956"/>
              <a:gd name="connsiteY4575" fmla="*/ 2790601 h 3717758"/>
              <a:gd name="connsiteX4576" fmla="*/ 1118644 w 7869956"/>
              <a:gd name="connsiteY4576" fmla="*/ 1733868 h 3717758"/>
              <a:gd name="connsiteX4577" fmla="*/ 1118969 w 7869956"/>
              <a:gd name="connsiteY4577" fmla="*/ 1723387 h 3717758"/>
              <a:gd name="connsiteX4578" fmla="*/ 1135185 w 7869956"/>
              <a:gd name="connsiteY4578" fmla="*/ 1729895 h 3717758"/>
              <a:gd name="connsiteX4579" fmla="*/ 1118644 w 7869956"/>
              <a:gd name="connsiteY4579" fmla="*/ 1733868 h 3717758"/>
              <a:gd name="connsiteX4580" fmla="*/ 2689737 w 7869956"/>
              <a:gd name="connsiteY4580" fmla="*/ 2640949 h 3717758"/>
              <a:gd name="connsiteX4581" fmla="*/ 2693560 w 7869956"/>
              <a:gd name="connsiteY4581" fmla="*/ 2642618 h 3717758"/>
              <a:gd name="connsiteX4582" fmla="*/ 2701485 w 7869956"/>
              <a:gd name="connsiteY4582" fmla="*/ 2633545 h 3717758"/>
              <a:gd name="connsiteX4583" fmla="*/ 2694443 w 7869956"/>
              <a:gd name="connsiteY4583" fmla="*/ 2631185 h 3717758"/>
              <a:gd name="connsiteX4584" fmla="*/ 2688289 w 7869956"/>
              <a:gd name="connsiteY4584" fmla="*/ 2633193 h 3717758"/>
              <a:gd name="connsiteX4585" fmla="*/ 2689737 w 7869956"/>
              <a:gd name="connsiteY4585" fmla="*/ 2640949 h 3717758"/>
              <a:gd name="connsiteX4586" fmla="*/ 2942521 w 7869956"/>
              <a:gd name="connsiteY4586" fmla="*/ 2787263 h 3717758"/>
              <a:gd name="connsiteX4587" fmla="*/ 2951100 w 7869956"/>
              <a:gd name="connsiteY4587" fmla="*/ 2774804 h 3717758"/>
              <a:gd name="connsiteX4588" fmla="*/ 2939537 w 7869956"/>
              <a:gd name="connsiteY4588" fmla="*/ 2776534 h 3717758"/>
              <a:gd name="connsiteX4589" fmla="*/ 2942521 w 7869956"/>
              <a:gd name="connsiteY4589" fmla="*/ 2787263 h 3717758"/>
              <a:gd name="connsiteX4590" fmla="*/ 1070115 w 7869956"/>
              <a:gd name="connsiteY4590" fmla="*/ 1709089 h 3717758"/>
              <a:gd name="connsiteX4591" fmla="*/ 1068862 w 7869956"/>
              <a:gd name="connsiteY4591" fmla="*/ 1695857 h 3717758"/>
              <a:gd name="connsiteX4592" fmla="*/ 1065740 w 7869956"/>
              <a:gd name="connsiteY4592" fmla="*/ 1690353 h 3717758"/>
              <a:gd name="connsiteX4593" fmla="*/ 1078882 w 7869956"/>
              <a:gd name="connsiteY4593" fmla="*/ 1691405 h 3717758"/>
              <a:gd name="connsiteX4594" fmla="*/ 1083379 w 7869956"/>
              <a:gd name="connsiteY4594" fmla="*/ 1704885 h 3717758"/>
              <a:gd name="connsiteX4595" fmla="*/ 1078232 w 7869956"/>
              <a:gd name="connsiteY4595" fmla="*/ 1712382 h 3717758"/>
              <a:gd name="connsiteX4596" fmla="*/ 1070115 w 7869956"/>
              <a:gd name="connsiteY4596" fmla="*/ 1709089 h 3717758"/>
              <a:gd name="connsiteX4597" fmla="*/ 1107111 w 7869956"/>
              <a:gd name="connsiteY4597" fmla="*/ 1735646 h 3717758"/>
              <a:gd name="connsiteX4598" fmla="*/ 1111023 w 7869956"/>
              <a:gd name="connsiteY4598" fmla="*/ 1714930 h 3717758"/>
              <a:gd name="connsiteX4599" fmla="*/ 1107111 w 7869956"/>
              <a:gd name="connsiteY4599" fmla="*/ 1735646 h 3717758"/>
              <a:gd name="connsiteX4600" fmla="*/ 4324406 w 7869956"/>
              <a:gd name="connsiteY4600" fmla="*/ 3593154 h 3717758"/>
              <a:gd name="connsiteX4601" fmla="*/ 4334562 w 7869956"/>
              <a:gd name="connsiteY4601" fmla="*/ 3583429 h 3717758"/>
              <a:gd name="connsiteX4602" fmla="*/ 4319907 w 7869956"/>
              <a:gd name="connsiteY4602" fmla="*/ 3579704 h 3717758"/>
              <a:gd name="connsiteX4603" fmla="*/ 4324406 w 7869956"/>
              <a:gd name="connsiteY4603" fmla="*/ 3593154 h 3717758"/>
              <a:gd name="connsiteX4604" fmla="*/ 1853686 w 7869956"/>
              <a:gd name="connsiteY4604" fmla="*/ 2167089 h 3717758"/>
              <a:gd name="connsiteX4605" fmla="*/ 1863521 w 7869956"/>
              <a:gd name="connsiteY4605" fmla="*/ 2146310 h 3717758"/>
              <a:gd name="connsiteX4606" fmla="*/ 1847288 w 7869956"/>
              <a:gd name="connsiteY4606" fmla="*/ 2139784 h 3717758"/>
              <a:gd name="connsiteX4607" fmla="*/ 1848216 w 7869956"/>
              <a:gd name="connsiteY4607" fmla="*/ 2163470 h 3717758"/>
              <a:gd name="connsiteX4608" fmla="*/ 1853686 w 7869956"/>
              <a:gd name="connsiteY4608" fmla="*/ 2167089 h 3717758"/>
              <a:gd name="connsiteX4609" fmla="*/ 2898662 w 7869956"/>
              <a:gd name="connsiteY4609" fmla="*/ 2770705 h 3717758"/>
              <a:gd name="connsiteX4610" fmla="*/ 2912574 w 7869956"/>
              <a:gd name="connsiteY4610" fmla="*/ 2745522 h 3717758"/>
              <a:gd name="connsiteX4611" fmla="*/ 2916966 w 7869956"/>
              <a:gd name="connsiteY4611" fmla="*/ 2764228 h 3717758"/>
              <a:gd name="connsiteX4612" fmla="*/ 2922268 w 7869956"/>
              <a:gd name="connsiteY4612" fmla="*/ 2751537 h 3717758"/>
              <a:gd name="connsiteX4613" fmla="*/ 2915004 w 7869956"/>
              <a:gd name="connsiteY4613" fmla="*/ 2741288 h 3717758"/>
              <a:gd name="connsiteX4614" fmla="*/ 2902301 w 7869956"/>
              <a:gd name="connsiteY4614" fmla="*/ 2742337 h 3717758"/>
              <a:gd name="connsiteX4615" fmla="*/ 2906035 w 7869956"/>
              <a:gd name="connsiteY4615" fmla="*/ 2745044 h 3717758"/>
              <a:gd name="connsiteX4616" fmla="*/ 2892603 w 7869956"/>
              <a:gd name="connsiteY4616" fmla="*/ 2754456 h 3717758"/>
              <a:gd name="connsiteX4617" fmla="*/ 2898662 w 7869956"/>
              <a:gd name="connsiteY4617" fmla="*/ 2770705 h 3717758"/>
              <a:gd name="connsiteX4618" fmla="*/ 847099 w 7869956"/>
              <a:gd name="connsiteY4618" fmla="*/ 1586750 h 3717758"/>
              <a:gd name="connsiteX4619" fmla="*/ 834471 w 7869956"/>
              <a:gd name="connsiteY4619" fmla="*/ 1569976 h 3717758"/>
              <a:gd name="connsiteX4620" fmla="*/ 847099 w 7869956"/>
              <a:gd name="connsiteY4620" fmla="*/ 1586750 h 3717758"/>
              <a:gd name="connsiteX4621" fmla="*/ 2707164 w 7869956"/>
              <a:gd name="connsiteY4621" fmla="*/ 2660881 h 3717758"/>
              <a:gd name="connsiteX4622" fmla="*/ 2709212 w 7869956"/>
              <a:gd name="connsiteY4622" fmla="*/ 2649105 h 3717758"/>
              <a:gd name="connsiteX4623" fmla="*/ 2705614 w 7869956"/>
              <a:gd name="connsiteY4623" fmla="*/ 2634930 h 3717758"/>
              <a:gd name="connsiteX4624" fmla="*/ 2703142 w 7869956"/>
              <a:gd name="connsiteY4624" fmla="*/ 2634101 h 3717758"/>
              <a:gd name="connsiteX4625" fmla="*/ 2703201 w 7869956"/>
              <a:gd name="connsiteY4625" fmla="*/ 2646143 h 3717758"/>
              <a:gd name="connsiteX4626" fmla="*/ 2707164 w 7869956"/>
              <a:gd name="connsiteY4626" fmla="*/ 2660881 h 3717758"/>
              <a:gd name="connsiteX4627" fmla="*/ 812257 w 7869956"/>
              <a:gd name="connsiteY4627" fmla="*/ 1570533 h 3717758"/>
              <a:gd name="connsiteX4628" fmla="*/ 822907 w 7869956"/>
              <a:gd name="connsiteY4628" fmla="*/ 1571740 h 3717758"/>
              <a:gd name="connsiteX4629" fmla="*/ 801851 w 7869956"/>
              <a:gd name="connsiteY4629" fmla="*/ 1562216 h 3717758"/>
              <a:gd name="connsiteX4630" fmla="*/ 812257 w 7869956"/>
              <a:gd name="connsiteY4630" fmla="*/ 1570533 h 3717758"/>
              <a:gd name="connsiteX4631" fmla="*/ 1284544 w 7869956"/>
              <a:gd name="connsiteY4631" fmla="*/ 1843952 h 3717758"/>
              <a:gd name="connsiteX4632" fmla="*/ 1293125 w 7869956"/>
              <a:gd name="connsiteY4632" fmla="*/ 1831490 h 3717758"/>
              <a:gd name="connsiteX4633" fmla="*/ 1281561 w 7869956"/>
              <a:gd name="connsiteY4633" fmla="*/ 1833223 h 3717758"/>
              <a:gd name="connsiteX4634" fmla="*/ 1284544 w 7869956"/>
              <a:gd name="connsiteY4634" fmla="*/ 1843952 h 3717758"/>
              <a:gd name="connsiteX4635" fmla="*/ 2903330 w 7869956"/>
              <a:gd name="connsiteY4635" fmla="*/ 2778962 h 3717758"/>
              <a:gd name="connsiteX4636" fmla="*/ 2936290 w 7869956"/>
              <a:gd name="connsiteY4636" fmla="*/ 2776255 h 3717758"/>
              <a:gd name="connsiteX4637" fmla="*/ 2903330 w 7869956"/>
              <a:gd name="connsiteY4637" fmla="*/ 2778962 h 3717758"/>
              <a:gd name="connsiteX4638" fmla="*/ 2878981 w 7869956"/>
              <a:gd name="connsiteY4638" fmla="*/ 2769160 h 3717758"/>
              <a:gd name="connsiteX4639" fmla="*/ 2892247 w 7869956"/>
              <a:gd name="connsiteY4639" fmla="*/ 2765000 h 3717758"/>
              <a:gd name="connsiteX4640" fmla="*/ 2878981 w 7869956"/>
              <a:gd name="connsiteY4640" fmla="*/ 2769160 h 3717758"/>
              <a:gd name="connsiteX4641" fmla="*/ 1024416 w 7869956"/>
              <a:gd name="connsiteY4641" fmla="*/ 1699218 h 3717758"/>
              <a:gd name="connsiteX4642" fmla="*/ 1017986 w 7869956"/>
              <a:gd name="connsiteY4642" fmla="*/ 1694570 h 3717758"/>
              <a:gd name="connsiteX4643" fmla="*/ 1030926 w 7869956"/>
              <a:gd name="connsiteY4643" fmla="*/ 1700816 h 3717758"/>
              <a:gd name="connsiteX4644" fmla="*/ 1024416 w 7869956"/>
              <a:gd name="connsiteY4644" fmla="*/ 1699218 h 3717758"/>
              <a:gd name="connsiteX4645" fmla="*/ 2666429 w 7869956"/>
              <a:gd name="connsiteY4645" fmla="*/ 2649843 h 3717758"/>
              <a:gd name="connsiteX4646" fmla="*/ 2676586 w 7869956"/>
              <a:gd name="connsiteY4646" fmla="*/ 2640118 h 3717758"/>
              <a:gd name="connsiteX4647" fmla="*/ 2676322 w 7869956"/>
              <a:gd name="connsiteY4647" fmla="*/ 2638138 h 3717758"/>
              <a:gd name="connsiteX4648" fmla="*/ 2675964 w 7869956"/>
              <a:gd name="connsiteY4648" fmla="*/ 2637879 h 3717758"/>
              <a:gd name="connsiteX4649" fmla="*/ 2676271 w 7869956"/>
              <a:gd name="connsiteY4649" fmla="*/ 2637750 h 3717758"/>
              <a:gd name="connsiteX4650" fmla="*/ 2675666 w 7869956"/>
              <a:gd name="connsiteY4650" fmla="*/ 2633220 h 3717758"/>
              <a:gd name="connsiteX4651" fmla="*/ 2661930 w 7869956"/>
              <a:gd name="connsiteY4651" fmla="*/ 2636394 h 3717758"/>
              <a:gd name="connsiteX4652" fmla="*/ 2666429 w 7869956"/>
              <a:gd name="connsiteY4652" fmla="*/ 2649843 h 3717758"/>
              <a:gd name="connsiteX4653" fmla="*/ 1063081 w 7869956"/>
              <a:gd name="connsiteY4653" fmla="*/ 1724287 h 3717758"/>
              <a:gd name="connsiteX4654" fmla="*/ 1047638 w 7869956"/>
              <a:gd name="connsiteY4654" fmla="*/ 1691618 h 3717758"/>
              <a:gd name="connsiteX4655" fmla="*/ 1028298 w 7869956"/>
              <a:gd name="connsiteY4655" fmla="*/ 1679561 h 3717758"/>
              <a:gd name="connsiteX4656" fmla="*/ 1035023 w 7869956"/>
              <a:gd name="connsiteY4656" fmla="*/ 1674861 h 3717758"/>
              <a:gd name="connsiteX4657" fmla="*/ 1056247 w 7869956"/>
              <a:gd name="connsiteY4657" fmla="*/ 1679145 h 3717758"/>
              <a:gd name="connsiteX4658" fmla="*/ 1063081 w 7869956"/>
              <a:gd name="connsiteY4658" fmla="*/ 1724287 h 3717758"/>
              <a:gd name="connsiteX4659" fmla="*/ 1240685 w 7869956"/>
              <a:gd name="connsiteY4659" fmla="*/ 1827396 h 3717758"/>
              <a:gd name="connsiteX4660" fmla="*/ 1254600 w 7869956"/>
              <a:gd name="connsiteY4660" fmla="*/ 1802210 h 3717758"/>
              <a:gd name="connsiteX4661" fmla="*/ 1258989 w 7869956"/>
              <a:gd name="connsiteY4661" fmla="*/ 1820917 h 3717758"/>
              <a:gd name="connsiteX4662" fmla="*/ 1264292 w 7869956"/>
              <a:gd name="connsiteY4662" fmla="*/ 1808225 h 3717758"/>
              <a:gd name="connsiteX4663" fmla="*/ 1243360 w 7869956"/>
              <a:gd name="connsiteY4663" fmla="*/ 1793490 h 3717758"/>
              <a:gd name="connsiteX4664" fmla="*/ 1248060 w 7869956"/>
              <a:gd name="connsiteY4664" fmla="*/ 1801732 h 3717758"/>
              <a:gd name="connsiteX4665" fmla="*/ 1234626 w 7869956"/>
              <a:gd name="connsiteY4665" fmla="*/ 1811147 h 3717758"/>
              <a:gd name="connsiteX4666" fmla="*/ 1240685 w 7869956"/>
              <a:gd name="connsiteY4666" fmla="*/ 1827396 h 3717758"/>
              <a:gd name="connsiteX4667" fmla="*/ 1091718 w 7869956"/>
              <a:gd name="connsiteY4667" fmla="*/ 1742010 h 3717758"/>
              <a:gd name="connsiteX4668" fmla="*/ 1080874 w 7869956"/>
              <a:gd name="connsiteY4668" fmla="*/ 1733593 h 3717758"/>
              <a:gd name="connsiteX4669" fmla="*/ 1100693 w 7869956"/>
              <a:gd name="connsiteY4669" fmla="*/ 1729881 h 3717758"/>
              <a:gd name="connsiteX4670" fmla="*/ 1106768 w 7869956"/>
              <a:gd name="connsiteY4670" fmla="*/ 1746114 h 3717758"/>
              <a:gd name="connsiteX4671" fmla="*/ 1091718 w 7869956"/>
              <a:gd name="connsiteY4671" fmla="*/ 1742010 h 3717758"/>
              <a:gd name="connsiteX4672" fmla="*/ 2858238 w 7869956"/>
              <a:gd name="connsiteY4672" fmla="*/ 2762715 h 3717758"/>
              <a:gd name="connsiteX4673" fmla="*/ 2869629 w 7869956"/>
              <a:gd name="connsiteY4673" fmla="*/ 2752677 h 3717758"/>
              <a:gd name="connsiteX4674" fmla="*/ 2854634 w 7869956"/>
              <a:gd name="connsiteY4674" fmla="*/ 2759402 h 3717758"/>
              <a:gd name="connsiteX4675" fmla="*/ 2858238 w 7869956"/>
              <a:gd name="connsiteY4675" fmla="*/ 2762715 h 3717758"/>
              <a:gd name="connsiteX4676" fmla="*/ 1245354 w 7869956"/>
              <a:gd name="connsiteY4676" fmla="*/ 1835650 h 3717758"/>
              <a:gd name="connsiteX4677" fmla="*/ 1278314 w 7869956"/>
              <a:gd name="connsiteY4677" fmla="*/ 1832944 h 3717758"/>
              <a:gd name="connsiteX4678" fmla="*/ 1245354 w 7869956"/>
              <a:gd name="connsiteY4678" fmla="*/ 1835650 h 3717758"/>
              <a:gd name="connsiteX4679" fmla="*/ 2842294 w 7869956"/>
              <a:gd name="connsiteY4679" fmla="*/ 2760447 h 3717758"/>
              <a:gd name="connsiteX4680" fmla="*/ 2846502 w 7869956"/>
              <a:gd name="connsiteY4680" fmla="*/ 2756141 h 3717758"/>
              <a:gd name="connsiteX4681" fmla="*/ 2839257 w 7869956"/>
              <a:gd name="connsiteY4681" fmla="*/ 2747538 h 3717758"/>
              <a:gd name="connsiteX4682" fmla="*/ 2836892 w 7869956"/>
              <a:gd name="connsiteY4682" fmla="*/ 2747734 h 3717758"/>
              <a:gd name="connsiteX4683" fmla="*/ 2836558 w 7869956"/>
              <a:gd name="connsiteY4683" fmla="*/ 2754939 h 3717758"/>
              <a:gd name="connsiteX4684" fmla="*/ 2842294 w 7869956"/>
              <a:gd name="connsiteY4684" fmla="*/ 2760447 h 3717758"/>
              <a:gd name="connsiteX4685" fmla="*/ 1145156 w 7869956"/>
              <a:gd name="connsiteY4685" fmla="*/ 1780635 h 3717758"/>
              <a:gd name="connsiteX4686" fmla="*/ 1154077 w 7869956"/>
              <a:gd name="connsiteY4686" fmla="*/ 1757660 h 3717758"/>
              <a:gd name="connsiteX4687" fmla="*/ 1145156 w 7869956"/>
              <a:gd name="connsiteY4687" fmla="*/ 1780635 h 3717758"/>
              <a:gd name="connsiteX4688" fmla="*/ 1221005 w 7869956"/>
              <a:gd name="connsiteY4688" fmla="*/ 1825849 h 3717758"/>
              <a:gd name="connsiteX4689" fmla="*/ 1234270 w 7869956"/>
              <a:gd name="connsiteY4689" fmla="*/ 1821690 h 3717758"/>
              <a:gd name="connsiteX4690" fmla="*/ 1221005 w 7869956"/>
              <a:gd name="connsiteY4690" fmla="*/ 1825849 h 3717758"/>
              <a:gd name="connsiteX4691" fmla="*/ 2965757 w 7869956"/>
              <a:gd name="connsiteY4691" fmla="*/ 2833702 h 3717758"/>
              <a:gd name="connsiteX4692" fmla="*/ 2948442 w 7869956"/>
              <a:gd name="connsiteY4692" fmla="*/ 2808720 h 3717758"/>
              <a:gd name="connsiteX4693" fmla="*/ 2965757 w 7869956"/>
              <a:gd name="connsiteY4693" fmla="*/ 2833702 h 3717758"/>
              <a:gd name="connsiteX4694" fmla="*/ 2600829 w 7869956"/>
              <a:gd name="connsiteY4694" fmla="*/ 2623096 h 3717758"/>
              <a:gd name="connsiteX4695" fmla="*/ 2592746 w 7869956"/>
              <a:gd name="connsiteY4695" fmla="*/ 2618261 h 3717758"/>
              <a:gd name="connsiteX4696" fmla="*/ 2609135 w 7869956"/>
              <a:gd name="connsiteY4696" fmla="*/ 2619558 h 3717758"/>
              <a:gd name="connsiteX4697" fmla="*/ 2600829 w 7869956"/>
              <a:gd name="connsiteY4697" fmla="*/ 2623096 h 3717758"/>
              <a:gd name="connsiteX4698" fmla="*/ 2826433 w 7869956"/>
              <a:gd name="connsiteY4698" fmla="*/ 2754842 h 3717758"/>
              <a:gd name="connsiteX4699" fmla="*/ 2831118 w 7869956"/>
              <a:gd name="connsiteY4699" fmla="*/ 2749509 h 3717758"/>
              <a:gd name="connsiteX4700" fmla="*/ 2832009 w 7869956"/>
              <a:gd name="connsiteY4700" fmla="*/ 2748136 h 3717758"/>
              <a:gd name="connsiteX4701" fmla="*/ 2823022 w 7869956"/>
              <a:gd name="connsiteY4701" fmla="*/ 2748879 h 3717758"/>
              <a:gd name="connsiteX4702" fmla="*/ 2822015 w 7869956"/>
              <a:gd name="connsiteY4702" fmla="*/ 2751735 h 3717758"/>
              <a:gd name="connsiteX4703" fmla="*/ 2826433 w 7869956"/>
              <a:gd name="connsiteY4703" fmla="*/ 2754842 h 3717758"/>
              <a:gd name="connsiteX4704" fmla="*/ 1200260 w 7869956"/>
              <a:gd name="connsiteY4704" fmla="*/ 1819407 h 3717758"/>
              <a:gd name="connsiteX4705" fmla="*/ 1211652 w 7869956"/>
              <a:gd name="connsiteY4705" fmla="*/ 1809368 h 3717758"/>
              <a:gd name="connsiteX4706" fmla="*/ 1196656 w 7869956"/>
              <a:gd name="connsiteY4706" fmla="*/ 1816094 h 3717758"/>
              <a:gd name="connsiteX4707" fmla="*/ 1200260 w 7869956"/>
              <a:gd name="connsiteY4707" fmla="*/ 1819407 h 3717758"/>
              <a:gd name="connsiteX4708" fmla="*/ 993158 w 7869956"/>
              <a:gd name="connsiteY4708" fmla="*/ 1700494 h 3717758"/>
              <a:gd name="connsiteX4709" fmla="*/ 1000023 w 7869956"/>
              <a:gd name="connsiteY4709" fmla="*/ 1690520 h 3717758"/>
              <a:gd name="connsiteX4710" fmla="*/ 1004536 w 7869956"/>
              <a:gd name="connsiteY4710" fmla="*/ 1704001 h 3717758"/>
              <a:gd name="connsiteX4711" fmla="*/ 993158 w 7869956"/>
              <a:gd name="connsiteY4711" fmla="*/ 1700494 h 3717758"/>
              <a:gd name="connsiteX4712" fmla="*/ 2808904 w 7869956"/>
              <a:gd name="connsiteY4712" fmla="*/ 2750776 h 3717758"/>
              <a:gd name="connsiteX4713" fmla="*/ 2809653 w 7869956"/>
              <a:gd name="connsiteY4713" fmla="*/ 2749982 h 3717758"/>
              <a:gd name="connsiteX4714" fmla="*/ 2808927 w 7869956"/>
              <a:gd name="connsiteY4714" fmla="*/ 2750041 h 3717758"/>
              <a:gd name="connsiteX4715" fmla="*/ 3417501 w 7869956"/>
              <a:gd name="connsiteY4715" fmla="*/ 3105172 h 3717758"/>
              <a:gd name="connsiteX4716" fmla="*/ 3431259 w 7869956"/>
              <a:gd name="connsiteY4716" fmla="*/ 3085231 h 3717758"/>
              <a:gd name="connsiteX4717" fmla="*/ 3412847 w 7869956"/>
              <a:gd name="connsiteY4717" fmla="*/ 3096902 h 3717758"/>
              <a:gd name="connsiteX4718" fmla="*/ 3417501 w 7869956"/>
              <a:gd name="connsiteY4718" fmla="*/ 3105172 h 3717758"/>
              <a:gd name="connsiteX4719" fmla="*/ 1184317 w 7869956"/>
              <a:gd name="connsiteY4719" fmla="*/ 1817138 h 3717758"/>
              <a:gd name="connsiteX4720" fmla="*/ 1188524 w 7869956"/>
              <a:gd name="connsiteY4720" fmla="*/ 1812833 h 3717758"/>
              <a:gd name="connsiteX4721" fmla="*/ 1179048 w 7869956"/>
              <a:gd name="connsiteY4721" fmla="*/ 1801577 h 3717758"/>
              <a:gd name="connsiteX4722" fmla="*/ 1184317 w 7869956"/>
              <a:gd name="connsiteY4722" fmla="*/ 1817138 h 3717758"/>
              <a:gd name="connsiteX4723" fmla="*/ 1307780 w 7869956"/>
              <a:gd name="connsiteY4723" fmla="*/ 1890393 h 3717758"/>
              <a:gd name="connsiteX4724" fmla="*/ 1290465 w 7869956"/>
              <a:gd name="connsiteY4724" fmla="*/ 1865411 h 3717758"/>
              <a:gd name="connsiteX4725" fmla="*/ 1307780 w 7869956"/>
              <a:gd name="connsiteY4725" fmla="*/ 1890393 h 3717758"/>
              <a:gd name="connsiteX4726" fmla="*/ 942852 w 7869956"/>
              <a:gd name="connsiteY4726" fmla="*/ 1679787 h 3717758"/>
              <a:gd name="connsiteX4727" fmla="*/ 934769 w 7869956"/>
              <a:gd name="connsiteY4727" fmla="*/ 1674952 h 3717758"/>
              <a:gd name="connsiteX4728" fmla="*/ 951156 w 7869956"/>
              <a:gd name="connsiteY4728" fmla="*/ 1676251 h 3717758"/>
              <a:gd name="connsiteX4729" fmla="*/ 942852 w 7869956"/>
              <a:gd name="connsiteY4729" fmla="*/ 1679787 h 3717758"/>
              <a:gd name="connsiteX4730" fmla="*/ 2903949 w 7869956"/>
              <a:gd name="connsiteY4730" fmla="*/ 2813157 h 3717758"/>
              <a:gd name="connsiteX4731" fmla="*/ 2915822 w 7869956"/>
              <a:gd name="connsiteY4731" fmla="*/ 2800928 h 3717758"/>
              <a:gd name="connsiteX4732" fmla="*/ 2899404 w 7869956"/>
              <a:gd name="connsiteY4732" fmla="*/ 2799644 h 3717758"/>
              <a:gd name="connsiteX4733" fmla="*/ 2903949 w 7869956"/>
              <a:gd name="connsiteY4733" fmla="*/ 2813157 h 3717758"/>
              <a:gd name="connsiteX4734" fmla="*/ 3404422 w 7869956"/>
              <a:gd name="connsiteY4734" fmla="*/ 3104152 h 3717758"/>
              <a:gd name="connsiteX4735" fmla="*/ 3413172 w 7869956"/>
              <a:gd name="connsiteY4735" fmla="*/ 3086466 h 3717758"/>
              <a:gd name="connsiteX4736" fmla="*/ 3404422 w 7869956"/>
              <a:gd name="connsiteY4736" fmla="*/ 3104152 h 3717758"/>
              <a:gd name="connsiteX4737" fmla="*/ 865165 w 7869956"/>
              <a:gd name="connsiteY4737" fmla="*/ 1638746 h 3717758"/>
              <a:gd name="connsiteX4738" fmla="*/ 854084 w 7869956"/>
              <a:gd name="connsiteY4738" fmla="*/ 1626657 h 3717758"/>
              <a:gd name="connsiteX4739" fmla="*/ 877058 w 7869956"/>
              <a:gd name="connsiteY4739" fmla="*/ 1628480 h 3717758"/>
              <a:gd name="connsiteX4740" fmla="*/ 865165 w 7869956"/>
              <a:gd name="connsiteY4740" fmla="*/ 1638746 h 3717758"/>
              <a:gd name="connsiteX4741" fmla="*/ 2887305 w 7869956"/>
              <a:gd name="connsiteY4741" fmla="*/ 2806764 h 3717758"/>
              <a:gd name="connsiteX4742" fmla="*/ 2899374 w 7869956"/>
              <a:gd name="connsiteY4742" fmla="*/ 2799661 h 3717758"/>
              <a:gd name="connsiteX4743" fmla="*/ 2879910 w 7869956"/>
              <a:gd name="connsiteY4743" fmla="*/ 2792903 h 3717758"/>
              <a:gd name="connsiteX4744" fmla="*/ 2887305 w 7869956"/>
              <a:gd name="connsiteY4744" fmla="*/ 2806764 h 3717758"/>
              <a:gd name="connsiteX4745" fmla="*/ 1107409 w 7869956"/>
              <a:gd name="connsiteY4745" fmla="*/ 1779196 h 3717758"/>
              <a:gd name="connsiteX4746" fmla="*/ 1113962 w 7869956"/>
              <a:gd name="connsiteY4746" fmla="*/ 1780785 h 3717758"/>
              <a:gd name="connsiteX4747" fmla="*/ 1100993 w 7869956"/>
              <a:gd name="connsiteY4747" fmla="*/ 1774523 h 3717758"/>
              <a:gd name="connsiteX4748" fmla="*/ 1107409 w 7869956"/>
              <a:gd name="connsiteY4748" fmla="*/ 1779196 h 3717758"/>
              <a:gd name="connsiteX4749" fmla="*/ 1759524 w 7869956"/>
              <a:gd name="connsiteY4749" fmla="*/ 2161863 h 3717758"/>
              <a:gd name="connsiteX4750" fmla="*/ 1773282 w 7869956"/>
              <a:gd name="connsiteY4750" fmla="*/ 2141920 h 3717758"/>
              <a:gd name="connsiteX4751" fmla="*/ 1754871 w 7869956"/>
              <a:gd name="connsiteY4751" fmla="*/ 2153590 h 3717758"/>
              <a:gd name="connsiteX4752" fmla="*/ 1759524 w 7869956"/>
              <a:gd name="connsiteY4752" fmla="*/ 2161863 h 3717758"/>
              <a:gd name="connsiteX4753" fmla="*/ 692273 w 7869956"/>
              <a:gd name="connsiteY4753" fmla="*/ 1545831 h 3717758"/>
              <a:gd name="connsiteX4754" fmla="*/ 708644 w 7869956"/>
              <a:gd name="connsiteY4754" fmla="*/ 1547098 h 3717758"/>
              <a:gd name="connsiteX4755" fmla="*/ 707593 w 7869956"/>
              <a:gd name="connsiteY4755" fmla="*/ 1528639 h 3717758"/>
              <a:gd name="connsiteX4756" fmla="*/ 702584 w 7869956"/>
              <a:gd name="connsiteY4756" fmla="*/ 1530849 h 3717758"/>
              <a:gd name="connsiteX4757" fmla="*/ 692273 w 7869956"/>
              <a:gd name="connsiteY4757" fmla="*/ 1545831 h 3717758"/>
              <a:gd name="connsiteX4758" fmla="*/ 1094267 w 7869956"/>
              <a:gd name="connsiteY4758" fmla="*/ 1779300 h 3717758"/>
              <a:gd name="connsiteX4759" fmla="*/ 1096478 w 7869956"/>
              <a:gd name="connsiteY4759" fmla="*/ 1761058 h 3717758"/>
              <a:gd name="connsiteX4760" fmla="*/ 1094267 w 7869956"/>
              <a:gd name="connsiteY4760" fmla="*/ 1779300 h 3717758"/>
              <a:gd name="connsiteX4761" fmla="*/ 1245972 w 7869956"/>
              <a:gd name="connsiteY4761" fmla="*/ 1869847 h 3717758"/>
              <a:gd name="connsiteX4762" fmla="*/ 1257845 w 7869956"/>
              <a:gd name="connsiteY4762" fmla="*/ 1857619 h 3717758"/>
              <a:gd name="connsiteX4763" fmla="*/ 1241427 w 7869956"/>
              <a:gd name="connsiteY4763" fmla="*/ 1856335 h 3717758"/>
              <a:gd name="connsiteX4764" fmla="*/ 1245972 w 7869956"/>
              <a:gd name="connsiteY4764" fmla="*/ 1869847 h 3717758"/>
              <a:gd name="connsiteX4765" fmla="*/ 1746445 w 7869956"/>
              <a:gd name="connsiteY4765" fmla="*/ 2160843 h 3717758"/>
              <a:gd name="connsiteX4766" fmla="*/ 1755195 w 7869956"/>
              <a:gd name="connsiteY4766" fmla="*/ 2143157 h 3717758"/>
              <a:gd name="connsiteX4767" fmla="*/ 1746445 w 7869956"/>
              <a:gd name="connsiteY4767" fmla="*/ 2160843 h 3717758"/>
              <a:gd name="connsiteX4768" fmla="*/ 1229327 w 7869956"/>
              <a:gd name="connsiteY4768" fmla="*/ 1863455 h 3717758"/>
              <a:gd name="connsiteX4769" fmla="*/ 1241398 w 7869956"/>
              <a:gd name="connsiteY4769" fmla="*/ 1856350 h 3717758"/>
              <a:gd name="connsiteX4770" fmla="*/ 1221933 w 7869956"/>
              <a:gd name="connsiteY4770" fmla="*/ 1849594 h 3717758"/>
              <a:gd name="connsiteX4771" fmla="*/ 1229327 w 7869956"/>
              <a:gd name="connsiteY4771" fmla="*/ 1863455 h 3717758"/>
              <a:gd name="connsiteX4772" fmla="*/ 771784 w 7869956"/>
              <a:gd name="connsiteY4772" fmla="*/ 1607393 h 3717758"/>
              <a:gd name="connsiteX4773" fmla="*/ 761388 w 7869956"/>
              <a:gd name="connsiteY4773" fmla="*/ 1595817 h 3717758"/>
              <a:gd name="connsiteX4774" fmla="*/ 781052 w 7869956"/>
              <a:gd name="connsiteY4774" fmla="*/ 1597364 h 3717758"/>
              <a:gd name="connsiteX4775" fmla="*/ 790715 w 7869956"/>
              <a:gd name="connsiteY4775" fmla="*/ 1603408 h 3717758"/>
              <a:gd name="connsiteX4776" fmla="*/ 771784 w 7869956"/>
              <a:gd name="connsiteY4776" fmla="*/ 1607393 h 3717758"/>
              <a:gd name="connsiteX4777" fmla="*/ 856802 w 7869956"/>
              <a:gd name="connsiteY4777" fmla="*/ 1657970 h 3717758"/>
              <a:gd name="connsiteX4778" fmla="*/ 843771 w 7869956"/>
              <a:gd name="connsiteY4778" fmla="*/ 1641654 h 3717758"/>
              <a:gd name="connsiteX4779" fmla="*/ 847542 w 7869956"/>
              <a:gd name="connsiteY4779" fmla="*/ 1626195 h 3717758"/>
              <a:gd name="connsiteX4780" fmla="*/ 863111 w 7869956"/>
              <a:gd name="connsiteY4780" fmla="*/ 1653682 h 3717758"/>
              <a:gd name="connsiteX4781" fmla="*/ 856802 w 7869956"/>
              <a:gd name="connsiteY4781" fmla="*/ 1657970 h 3717758"/>
              <a:gd name="connsiteX4782" fmla="*/ 636708 w 7869956"/>
              <a:gd name="connsiteY4782" fmla="*/ 1536264 h 3717758"/>
              <a:gd name="connsiteX4783" fmla="*/ 656698 w 7869956"/>
              <a:gd name="connsiteY4783" fmla="*/ 1527282 h 3717758"/>
              <a:gd name="connsiteX4784" fmla="*/ 636708 w 7869956"/>
              <a:gd name="connsiteY4784" fmla="*/ 1536264 h 3717758"/>
              <a:gd name="connsiteX4785" fmla="*/ 1042707 w 7869956"/>
              <a:gd name="connsiteY4785" fmla="*/ 1773007 h 3717758"/>
              <a:gd name="connsiteX4786" fmla="*/ 1051969 w 7869956"/>
              <a:gd name="connsiteY4786" fmla="*/ 1765466 h 3717758"/>
              <a:gd name="connsiteX4787" fmla="*/ 1033850 w 7869956"/>
              <a:gd name="connsiteY4787" fmla="*/ 1766717 h 3717758"/>
              <a:gd name="connsiteX4788" fmla="*/ 1042707 w 7869956"/>
              <a:gd name="connsiteY4788" fmla="*/ 1773007 h 3717758"/>
              <a:gd name="connsiteX4789" fmla="*/ 609065 w 7869956"/>
              <a:gd name="connsiteY4789" fmla="*/ 1526235 h 3717758"/>
              <a:gd name="connsiteX4790" fmla="*/ 606113 w 7869956"/>
              <a:gd name="connsiteY4790" fmla="*/ 1515536 h 3717758"/>
              <a:gd name="connsiteX4791" fmla="*/ 604565 w 7869956"/>
              <a:gd name="connsiteY4791" fmla="*/ 1512754 h 3717758"/>
              <a:gd name="connsiteX4792" fmla="*/ 617506 w 7869956"/>
              <a:gd name="connsiteY4792" fmla="*/ 1519031 h 3717758"/>
              <a:gd name="connsiteX4793" fmla="*/ 609065 w 7869956"/>
              <a:gd name="connsiteY4793" fmla="*/ 1526235 h 3717758"/>
              <a:gd name="connsiteX4794" fmla="*/ 3341980 w 7869956"/>
              <a:gd name="connsiteY4794" fmla="*/ 3104586 h 3717758"/>
              <a:gd name="connsiteX4795" fmla="*/ 3344160 w 7869956"/>
              <a:gd name="connsiteY4795" fmla="*/ 3086327 h 3717758"/>
              <a:gd name="connsiteX4796" fmla="*/ 3350251 w 7869956"/>
              <a:gd name="connsiteY4796" fmla="*/ 3102607 h 3717758"/>
              <a:gd name="connsiteX4797" fmla="*/ 3360408 w 7869956"/>
              <a:gd name="connsiteY4797" fmla="*/ 3092837 h 3717758"/>
              <a:gd name="connsiteX4798" fmla="*/ 3347607 w 7869956"/>
              <a:gd name="connsiteY4798" fmla="*/ 3081397 h 3717758"/>
              <a:gd name="connsiteX4799" fmla="*/ 3369158 w 7869956"/>
              <a:gd name="connsiteY4799" fmla="*/ 3075166 h 3717758"/>
              <a:gd name="connsiteX4800" fmla="*/ 3380073 w 7869956"/>
              <a:gd name="connsiteY4800" fmla="*/ 3094396 h 3717758"/>
              <a:gd name="connsiteX4801" fmla="*/ 3375543 w 7869956"/>
              <a:gd name="connsiteY4801" fmla="*/ 3080902 h 3717758"/>
              <a:gd name="connsiteX4802" fmla="*/ 3395379 w 7869956"/>
              <a:gd name="connsiteY4802" fmla="*/ 3077222 h 3717758"/>
              <a:gd name="connsiteX4803" fmla="*/ 3326690 w 7869956"/>
              <a:gd name="connsiteY4803" fmla="*/ 3066618 h 3717758"/>
              <a:gd name="connsiteX4804" fmla="*/ 3337930 w 7869956"/>
              <a:gd name="connsiteY4804" fmla="*/ 3075367 h 3717758"/>
              <a:gd name="connsiteX4805" fmla="*/ 3332286 w 7869956"/>
              <a:gd name="connsiteY4805" fmla="*/ 3098557 h 3717758"/>
              <a:gd name="connsiteX4806" fmla="*/ 3341980 w 7869956"/>
              <a:gd name="connsiteY4806" fmla="*/ 3104586 h 3717758"/>
              <a:gd name="connsiteX4807" fmla="*/ 2792933 w 7869956"/>
              <a:gd name="connsiteY4807" fmla="*/ 2788779 h 3717758"/>
              <a:gd name="connsiteX4808" fmla="*/ 2804358 w 7869956"/>
              <a:gd name="connsiteY4808" fmla="*/ 2792319 h 3717758"/>
              <a:gd name="connsiteX4809" fmla="*/ 2814669 w 7869956"/>
              <a:gd name="connsiteY4809" fmla="*/ 2777369 h 3717758"/>
              <a:gd name="connsiteX4810" fmla="*/ 2801853 w 7869956"/>
              <a:gd name="connsiteY4810" fmla="*/ 2765836 h 3717758"/>
              <a:gd name="connsiteX4811" fmla="*/ 2788450 w 7869956"/>
              <a:gd name="connsiteY4811" fmla="*/ 2775283 h 3717758"/>
              <a:gd name="connsiteX4812" fmla="*/ 2792933 w 7869956"/>
              <a:gd name="connsiteY4812" fmla="*/ 2788779 h 3717758"/>
              <a:gd name="connsiteX4813" fmla="*/ 1684002 w 7869956"/>
              <a:gd name="connsiteY4813" fmla="*/ 2161277 h 3717758"/>
              <a:gd name="connsiteX4814" fmla="*/ 1686183 w 7869956"/>
              <a:gd name="connsiteY4814" fmla="*/ 2143018 h 3717758"/>
              <a:gd name="connsiteX4815" fmla="*/ 1692274 w 7869956"/>
              <a:gd name="connsiteY4815" fmla="*/ 2159298 h 3717758"/>
              <a:gd name="connsiteX4816" fmla="*/ 1702431 w 7869956"/>
              <a:gd name="connsiteY4816" fmla="*/ 2149527 h 3717758"/>
              <a:gd name="connsiteX4817" fmla="*/ 1689630 w 7869956"/>
              <a:gd name="connsiteY4817" fmla="*/ 2138087 h 3717758"/>
              <a:gd name="connsiteX4818" fmla="*/ 1711181 w 7869956"/>
              <a:gd name="connsiteY4818" fmla="*/ 2131856 h 3717758"/>
              <a:gd name="connsiteX4819" fmla="*/ 1722096 w 7869956"/>
              <a:gd name="connsiteY4819" fmla="*/ 2151088 h 3717758"/>
              <a:gd name="connsiteX4820" fmla="*/ 1717566 w 7869956"/>
              <a:gd name="connsiteY4820" fmla="*/ 2137592 h 3717758"/>
              <a:gd name="connsiteX4821" fmla="*/ 1737401 w 7869956"/>
              <a:gd name="connsiteY4821" fmla="*/ 2133913 h 3717758"/>
              <a:gd name="connsiteX4822" fmla="*/ 1668714 w 7869956"/>
              <a:gd name="connsiteY4822" fmla="*/ 2123307 h 3717758"/>
              <a:gd name="connsiteX4823" fmla="*/ 1679954 w 7869956"/>
              <a:gd name="connsiteY4823" fmla="*/ 2132057 h 3717758"/>
              <a:gd name="connsiteX4824" fmla="*/ 1674310 w 7869956"/>
              <a:gd name="connsiteY4824" fmla="*/ 2155246 h 3717758"/>
              <a:gd name="connsiteX4825" fmla="*/ 1684002 w 7869956"/>
              <a:gd name="connsiteY4825" fmla="*/ 2161277 h 3717758"/>
              <a:gd name="connsiteX4826" fmla="*/ 1134956 w 7869956"/>
              <a:gd name="connsiteY4826" fmla="*/ 1845468 h 3717758"/>
              <a:gd name="connsiteX4827" fmla="*/ 1146382 w 7869956"/>
              <a:gd name="connsiteY4827" fmla="*/ 1849009 h 3717758"/>
              <a:gd name="connsiteX4828" fmla="*/ 1156693 w 7869956"/>
              <a:gd name="connsiteY4828" fmla="*/ 1834059 h 3717758"/>
              <a:gd name="connsiteX4829" fmla="*/ 1143877 w 7869956"/>
              <a:gd name="connsiteY4829" fmla="*/ 1822525 h 3717758"/>
              <a:gd name="connsiteX4830" fmla="*/ 1130474 w 7869956"/>
              <a:gd name="connsiteY4830" fmla="*/ 1831972 h 3717758"/>
              <a:gd name="connsiteX4831" fmla="*/ 1134956 w 7869956"/>
              <a:gd name="connsiteY4831" fmla="*/ 1845468 h 3717758"/>
              <a:gd name="connsiteX4832" fmla="*/ 2747380 w 7869956"/>
              <a:gd name="connsiteY4832" fmla="*/ 2777433 h 3717758"/>
              <a:gd name="connsiteX4833" fmla="*/ 2749089 w 7869956"/>
              <a:gd name="connsiteY4833" fmla="*/ 2772222 h 3717758"/>
              <a:gd name="connsiteX4834" fmla="*/ 2777365 w 7869956"/>
              <a:gd name="connsiteY4834" fmla="*/ 2761337 h 3717758"/>
              <a:gd name="connsiteX4835" fmla="*/ 2751130 w 7869956"/>
              <a:gd name="connsiteY4835" fmla="*/ 2759312 h 3717758"/>
              <a:gd name="connsiteX4836" fmla="*/ 2744094 w 7869956"/>
              <a:gd name="connsiteY4836" fmla="*/ 2774481 h 3717758"/>
              <a:gd name="connsiteX4837" fmla="*/ 2747380 w 7869956"/>
              <a:gd name="connsiteY4837" fmla="*/ 2777433 h 3717758"/>
              <a:gd name="connsiteX4838" fmla="*/ 779600 w 7869956"/>
              <a:gd name="connsiteY4838" fmla="*/ 1644528 h 3717758"/>
              <a:gd name="connsiteX4839" fmla="*/ 758698 w 7869956"/>
              <a:gd name="connsiteY4839" fmla="*/ 1629780 h 3717758"/>
              <a:gd name="connsiteX4840" fmla="*/ 778827 w 7869956"/>
              <a:gd name="connsiteY4840" fmla="*/ 1615586 h 3717758"/>
              <a:gd name="connsiteX4841" fmla="*/ 790235 w 7869956"/>
              <a:gd name="connsiteY4841" fmla="*/ 1619096 h 3717758"/>
              <a:gd name="connsiteX4842" fmla="*/ 778533 w 7869956"/>
              <a:gd name="connsiteY4842" fmla="*/ 1626069 h 3717758"/>
              <a:gd name="connsiteX4843" fmla="*/ 779600 w 7869956"/>
              <a:gd name="connsiteY4843" fmla="*/ 1644528 h 3717758"/>
              <a:gd name="connsiteX4844" fmla="*/ 2461356 w 7869956"/>
              <a:gd name="connsiteY4844" fmla="*/ 2618740 h 3717758"/>
              <a:gd name="connsiteX4845" fmla="*/ 2471342 w 7869956"/>
              <a:gd name="connsiteY4845" fmla="*/ 2614243 h 3717758"/>
              <a:gd name="connsiteX4846" fmla="*/ 2479148 w 7869956"/>
              <a:gd name="connsiteY4846" fmla="*/ 2628002 h 3717758"/>
              <a:gd name="connsiteX4847" fmla="*/ 2485935 w 7869956"/>
              <a:gd name="connsiteY4847" fmla="*/ 2626775 h 3717758"/>
              <a:gd name="connsiteX4848" fmla="*/ 2487708 w 7869956"/>
              <a:gd name="connsiteY4848" fmla="*/ 2625916 h 3717758"/>
              <a:gd name="connsiteX4849" fmla="*/ 2491120 w 7869956"/>
              <a:gd name="connsiteY4849" fmla="*/ 2625837 h 3717758"/>
              <a:gd name="connsiteX4850" fmla="*/ 2493209 w 7869956"/>
              <a:gd name="connsiteY4850" fmla="*/ 2625460 h 3717758"/>
              <a:gd name="connsiteX4851" fmla="*/ 2493800 w 7869956"/>
              <a:gd name="connsiteY4851" fmla="*/ 2625775 h 3717758"/>
              <a:gd name="connsiteX4852" fmla="*/ 2510566 w 7869956"/>
              <a:gd name="connsiteY4852" fmla="*/ 2625392 h 3717758"/>
              <a:gd name="connsiteX4853" fmla="*/ 2558923 w 7869956"/>
              <a:gd name="connsiteY4853" fmla="*/ 2620470 h 3717758"/>
              <a:gd name="connsiteX4854" fmla="*/ 2560346 w 7869956"/>
              <a:gd name="connsiteY4854" fmla="*/ 2628448 h 3717758"/>
              <a:gd name="connsiteX4855" fmla="*/ 2616231 w 7869956"/>
              <a:gd name="connsiteY4855" fmla="*/ 2627565 h 3717758"/>
              <a:gd name="connsiteX4856" fmla="*/ 2652976 w 7869956"/>
              <a:gd name="connsiteY4856" fmla="*/ 2615456 h 3717758"/>
              <a:gd name="connsiteX4857" fmla="*/ 2662183 w 7869956"/>
              <a:gd name="connsiteY4857" fmla="*/ 2617440 h 3717758"/>
              <a:gd name="connsiteX4858" fmla="*/ 2662331 w 7869956"/>
              <a:gd name="connsiteY4858" fmla="*/ 2615867 h 3717758"/>
              <a:gd name="connsiteX4859" fmla="*/ 2662052 w 7869956"/>
              <a:gd name="connsiteY4859" fmla="*/ 2607994 h 3717758"/>
              <a:gd name="connsiteX4860" fmla="*/ 2678146 w 7869956"/>
              <a:gd name="connsiteY4860" fmla="*/ 2619743 h 3717758"/>
              <a:gd name="connsiteX4861" fmla="*/ 2672054 w 7869956"/>
              <a:gd name="connsiteY4861" fmla="*/ 2603527 h 3717758"/>
              <a:gd name="connsiteX4862" fmla="*/ 2660673 w 7869956"/>
              <a:gd name="connsiteY4862" fmla="*/ 2599592 h 3717758"/>
              <a:gd name="connsiteX4863" fmla="*/ 2446640 w 7869956"/>
              <a:gd name="connsiteY4863" fmla="*/ 2604778 h 3717758"/>
              <a:gd name="connsiteX4864" fmla="*/ 2451062 w 7869956"/>
              <a:gd name="connsiteY4864" fmla="*/ 2605774 h 3717758"/>
              <a:gd name="connsiteX4865" fmla="*/ 2461356 w 7869956"/>
              <a:gd name="connsiteY4865" fmla="*/ 2618740 h 3717758"/>
              <a:gd name="connsiteX4866" fmla="*/ 3278284 w 7869956"/>
              <a:gd name="connsiteY4866" fmla="*/ 3091695 h 3717758"/>
              <a:gd name="connsiteX4867" fmla="*/ 3285306 w 7869956"/>
              <a:gd name="connsiteY4867" fmla="*/ 3076512 h 3717758"/>
              <a:gd name="connsiteX4868" fmla="*/ 3278284 w 7869956"/>
              <a:gd name="connsiteY4868" fmla="*/ 3091695 h 3717758"/>
              <a:gd name="connsiteX4869" fmla="*/ 1089406 w 7869956"/>
              <a:gd name="connsiteY4869" fmla="*/ 1834119 h 3717758"/>
              <a:gd name="connsiteX4870" fmla="*/ 1091114 w 7869956"/>
              <a:gd name="connsiteY4870" fmla="*/ 1828909 h 3717758"/>
              <a:gd name="connsiteX4871" fmla="*/ 1119389 w 7869956"/>
              <a:gd name="connsiteY4871" fmla="*/ 1818026 h 3717758"/>
              <a:gd name="connsiteX4872" fmla="*/ 1093154 w 7869956"/>
              <a:gd name="connsiteY4872" fmla="*/ 1816002 h 3717758"/>
              <a:gd name="connsiteX4873" fmla="*/ 1086120 w 7869956"/>
              <a:gd name="connsiteY4873" fmla="*/ 1831167 h 3717758"/>
              <a:gd name="connsiteX4874" fmla="*/ 1089406 w 7869956"/>
              <a:gd name="connsiteY4874" fmla="*/ 1834119 h 3717758"/>
              <a:gd name="connsiteX4875" fmla="*/ 977826 w 7869956"/>
              <a:gd name="connsiteY4875" fmla="*/ 1772869 h 3717758"/>
              <a:gd name="connsiteX4876" fmla="*/ 996238 w 7869956"/>
              <a:gd name="connsiteY4876" fmla="*/ 1761136 h 3717758"/>
              <a:gd name="connsiteX4877" fmla="*/ 980330 w 7869956"/>
              <a:gd name="connsiteY4877" fmla="*/ 1744115 h 3717758"/>
              <a:gd name="connsiteX4878" fmla="*/ 968318 w 7869956"/>
              <a:gd name="connsiteY4878" fmla="*/ 1761598 h 3717758"/>
              <a:gd name="connsiteX4879" fmla="*/ 977826 w 7869956"/>
              <a:gd name="connsiteY4879" fmla="*/ 1772869 h 3717758"/>
              <a:gd name="connsiteX4880" fmla="*/ 1620309 w 7869956"/>
              <a:gd name="connsiteY4880" fmla="*/ 2148382 h 3717758"/>
              <a:gd name="connsiteX4881" fmla="*/ 1627328 w 7869956"/>
              <a:gd name="connsiteY4881" fmla="*/ 2133203 h 3717758"/>
              <a:gd name="connsiteX4882" fmla="*/ 1620309 w 7869956"/>
              <a:gd name="connsiteY4882" fmla="*/ 2148382 h 3717758"/>
              <a:gd name="connsiteX4883" fmla="*/ 942518 w 7869956"/>
              <a:gd name="connsiteY4883" fmla="*/ 1758507 h 3717758"/>
              <a:gd name="connsiteX4884" fmla="*/ 957065 w 7869956"/>
              <a:gd name="connsiteY4884" fmla="*/ 1752879 h 3717758"/>
              <a:gd name="connsiteX4885" fmla="*/ 932715 w 7869956"/>
              <a:gd name="connsiteY4885" fmla="*/ 1743078 h 3717758"/>
              <a:gd name="connsiteX4886" fmla="*/ 942518 w 7869956"/>
              <a:gd name="connsiteY4886" fmla="*/ 1758507 h 3717758"/>
              <a:gd name="connsiteX4887" fmla="*/ 2750218 w 7869956"/>
              <a:gd name="connsiteY4887" fmla="*/ 2816175 h 3717758"/>
              <a:gd name="connsiteX4888" fmla="*/ 2756092 w 7869956"/>
              <a:gd name="connsiteY4888" fmla="*/ 2812201 h 3717758"/>
              <a:gd name="connsiteX4889" fmla="*/ 2744699 w 7869956"/>
              <a:gd name="connsiteY4889" fmla="*/ 2808676 h 3717758"/>
              <a:gd name="connsiteX4890" fmla="*/ 2750218 w 7869956"/>
              <a:gd name="connsiteY4890" fmla="*/ 2816175 h 3717758"/>
              <a:gd name="connsiteX4891" fmla="*/ 3178521 w 7869956"/>
              <a:gd name="connsiteY4891" fmla="*/ 3076102 h 3717758"/>
              <a:gd name="connsiteX4892" fmla="*/ 3178862 w 7869956"/>
              <a:gd name="connsiteY4892" fmla="*/ 3065604 h 3717758"/>
              <a:gd name="connsiteX4893" fmla="*/ 3195078 w 7869956"/>
              <a:gd name="connsiteY4893" fmla="*/ 3072142 h 3717758"/>
              <a:gd name="connsiteX4894" fmla="*/ 3180252 w 7869956"/>
              <a:gd name="connsiteY4894" fmla="*/ 3073643 h 3717758"/>
              <a:gd name="connsiteX4895" fmla="*/ 3178521 w 7869956"/>
              <a:gd name="connsiteY4895" fmla="*/ 3076102 h 3717758"/>
              <a:gd name="connsiteX4896" fmla="*/ 1092241 w 7869956"/>
              <a:gd name="connsiteY4896" fmla="*/ 1872865 h 3717758"/>
              <a:gd name="connsiteX4897" fmla="*/ 1098117 w 7869956"/>
              <a:gd name="connsiteY4897" fmla="*/ 1868889 h 3717758"/>
              <a:gd name="connsiteX4898" fmla="*/ 1086723 w 7869956"/>
              <a:gd name="connsiteY4898" fmla="*/ 1865364 h 3717758"/>
              <a:gd name="connsiteX4899" fmla="*/ 1092241 w 7869956"/>
              <a:gd name="connsiteY4899" fmla="*/ 1872865 h 3717758"/>
              <a:gd name="connsiteX4900" fmla="*/ 3170252 w 7869956"/>
              <a:gd name="connsiteY4900" fmla="*/ 3078095 h 3717758"/>
              <a:gd name="connsiteX4901" fmla="*/ 3164021 w 7869956"/>
              <a:gd name="connsiteY4901" fmla="*/ 3067149 h 3717758"/>
              <a:gd name="connsiteX4902" fmla="*/ 3175587 w 7869956"/>
              <a:gd name="connsiteY4902" fmla="*/ 3065385 h 3717758"/>
              <a:gd name="connsiteX4903" fmla="*/ 3170252 w 7869956"/>
              <a:gd name="connsiteY4903" fmla="*/ 3078095 h 3717758"/>
              <a:gd name="connsiteX4904" fmla="*/ 697707 w 7869956"/>
              <a:gd name="connsiteY4904" fmla="*/ 1654907 h 3717758"/>
              <a:gd name="connsiteX4905" fmla="*/ 702027 w 7869956"/>
              <a:gd name="connsiteY4905" fmla="*/ 1656921 h 3717758"/>
              <a:gd name="connsiteX4906" fmla="*/ 702506 w 7869956"/>
              <a:gd name="connsiteY4906" fmla="*/ 1641184 h 3717758"/>
              <a:gd name="connsiteX4907" fmla="*/ 697707 w 7869956"/>
              <a:gd name="connsiteY4907" fmla="*/ 1654907 h 3717758"/>
              <a:gd name="connsiteX4908" fmla="*/ 1520544 w 7869956"/>
              <a:gd name="connsiteY4908" fmla="*/ 2132791 h 3717758"/>
              <a:gd name="connsiteX4909" fmla="*/ 1520885 w 7869956"/>
              <a:gd name="connsiteY4909" fmla="*/ 2122292 h 3717758"/>
              <a:gd name="connsiteX4910" fmla="*/ 1537101 w 7869956"/>
              <a:gd name="connsiteY4910" fmla="*/ 2128832 h 3717758"/>
              <a:gd name="connsiteX4911" fmla="*/ 1522277 w 7869956"/>
              <a:gd name="connsiteY4911" fmla="*/ 2130332 h 3717758"/>
              <a:gd name="connsiteX4912" fmla="*/ 1520544 w 7869956"/>
              <a:gd name="connsiteY4912" fmla="*/ 2132791 h 3717758"/>
              <a:gd name="connsiteX4913" fmla="*/ 2343322 w 7869956"/>
              <a:gd name="connsiteY4913" fmla="*/ 2609572 h 3717758"/>
              <a:gd name="connsiteX4914" fmla="*/ 2343735 w 7869956"/>
              <a:gd name="connsiteY4914" fmla="*/ 2605000 h 3717758"/>
              <a:gd name="connsiteX4915" fmla="*/ 2335912 w 7869956"/>
              <a:gd name="connsiteY4915" fmla="*/ 2604976 h 3717758"/>
              <a:gd name="connsiteX4916" fmla="*/ 1512276 w 7869956"/>
              <a:gd name="connsiteY4916" fmla="*/ 2134783 h 3717758"/>
              <a:gd name="connsiteX4917" fmla="*/ 1506045 w 7869956"/>
              <a:gd name="connsiteY4917" fmla="*/ 2123837 h 3717758"/>
              <a:gd name="connsiteX4918" fmla="*/ 1517609 w 7869956"/>
              <a:gd name="connsiteY4918" fmla="*/ 2122076 h 3717758"/>
              <a:gd name="connsiteX4919" fmla="*/ 1512276 w 7869956"/>
              <a:gd name="connsiteY4919" fmla="*/ 2134783 h 3717758"/>
              <a:gd name="connsiteX4920" fmla="*/ 723204 w 7869956"/>
              <a:gd name="connsiteY4920" fmla="*/ 1689884 h 3717758"/>
              <a:gd name="connsiteX4921" fmla="*/ 717608 w 7869956"/>
              <a:gd name="connsiteY4921" fmla="*/ 1684350 h 3717758"/>
              <a:gd name="connsiteX4922" fmla="*/ 726080 w 7869956"/>
              <a:gd name="connsiteY4922" fmla="*/ 1677177 h 3717758"/>
              <a:gd name="connsiteX4923" fmla="*/ 728847 w 7869956"/>
              <a:gd name="connsiteY4923" fmla="*/ 1693100 h 3717758"/>
              <a:gd name="connsiteX4924" fmla="*/ 723204 w 7869956"/>
              <a:gd name="connsiteY4924" fmla="*/ 1689884 h 3717758"/>
              <a:gd name="connsiteX4925" fmla="*/ 2354481 w 7869956"/>
              <a:gd name="connsiteY4925" fmla="*/ 2633341 h 3717758"/>
              <a:gd name="connsiteX4926" fmla="*/ 2356435 w 7869956"/>
              <a:gd name="connsiteY4926" fmla="*/ 2633501 h 3717758"/>
              <a:gd name="connsiteX4927" fmla="*/ 2361613 w 7869956"/>
              <a:gd name="connsiteY4927" fmla="*/ 2626206 h 3717758"/>
              <a:gd name="connsiteX4928" fmla="*/ 2379492 w 7869956"/>
              <a:gd name="connsiteY4928" fmla="*/ 2631529 h 3717758"/>
              <a:gd name="connsiteX4929" fmla="*/ 2375584 w 7869956"/>
              <a:gd name="connsiteY4929" fmla="*/ 2627662 h 3717758"/>
              <a:gd name="connsiteX4930" fmla="*/ 2384055 w 7869956"/>
              <a:gd name="connsiteY4930" fmla="*/ 2620490 h 3717758"/>
              <a:gd name="connsiteX4931" fmla="*/ 2385451 w 7869956"/>
              <a:gd name="connsiteY4931" fmla="*/ 2628427 h 3717758"/>
              <a:gd name="connsiteX4932" fmla="*/ 2386334 w 7869956"/>
              <a:gd name="connsiteY4932" fmla="*/ 2633564 h 3717758"/>
              <a:gd name="connsiteX4933" fmla="*/ 2388872 w 7869956"/>
              <a:gd name="connsiteY4933" fmla="*/ 2634320 h 3717758"/>
              <a:gd name="connsiteX4934" fmla="*/ 2392401 w 7869956"/>
              <a:gd name="connsiteY4934" fmla="*/ 2633971 h 3717758"/>
              <a:gd name="connsiteX4935" fmla="*/ 2388711 w 7869956"/>
              <a:gd name="connsiteY4935" fmla="*/ 2628696 h 3717758"/>
              <a:gd name="connsiteX4936" fmla="*/ 2400274 w 7869956"/>
              <a:gd name="connsiteY4936" fmla="*/ 2626963 h 3717758"/>
              <a:gd name="connsiteX4937" fmla="*/ 2397308 w 7869956"/>
              <a:gd name="connsiteY4937" fmla="*/ 2616248 h 3717758"/>
              <a:gd name="connsiteX4938" fmla="*/ 2381059 w 7869956"/>
              <a:gd name="connsiteY4938" fmla="*/ 2609695 h 3717758"/>
              <a:gd name="connsiteX4939" fmla="*/ 2382181 w 7869956"/>
              <a:gd name="connsiteY4939" fmla="*/ 2606042 h 3717758"/>
              <a:gd name="connsiteX4940" fmla="*/ 2383142 w 7869956"/>
              <a:gd name="connsiteY4940" fmla="*/ 2605128 h 3717758"/>
              <a:gd name="connsiteX4941" fmla="*/ 2368038 w 7869956"/>
              <a:gd name="connsiteY4941" fmla="*/ 2605079 h 3717758"/>
              <a:gd name="connsiteX4942" fmla="*/ 2366403 w 7869956"/>
              <a:gd name="connsiteY4942" fmla="*/ 2605969 h 3717758"/>
              <a:gd name="connsiteX4943" fmla="*/ 2370917 w 7869956"/>
              <a:gd name="connsiteY4943" fmla="*/ 2619449 h 3717758"/>
              <a:gd name="connsiteX4944" fmla="*/ 2362816 w 7869956"/>
              <a:gd name="connsiteY4944" fmla="*/ 2616204 h 3717758"/>
              <a:gd name="connsiteX4945" fmla="*/ 2361762 w 7869956"/>
              <a:gd name="connsiteY4945" fmla="*/ 2605059 h 3717758"/>
              <a:gd name="connsiteX4946" fmla="*/ 2360865 w 7869956"/>
              <a:gd name="connsiteY4946" fmla="*/ 2605057 h 3717758"/>
              <a:gd name="connsiteX4947" fmla="*/ 2352927 w 7869956"/>
              <a:gd name="connsiteY4947" fmla="*/ 2628736 h 3717758"/>
              <a:gd name="connsiteX4948" fmla="*/ 756167 w 7869956"/>
              <a:gd name="connsiteY4948" fmla="*/ 1713627 h 3717758"/>
              <a:gd name="connsiteX4949" fmla="*/ 751822 w 7869956"/>
              <a:gd name="connsiteY4949" fmla="*/ 1694922 h 3717758"/>
              <a:gd name="connsiteX4950" fmla="*/ 756167 w 7869956"/>
              <a:gd name="connsiteY4950" fmla="*/ 1713627 h 3717758"/>
              <a:gd name="connsiteX4951" fmla="*/ 2962185 w 7869956"/>
              <a:gd name="connsiteY4951" fmla="*/ 3004145 h 3717758"/>
              <a:gd name="connsiteX4952" fmla="*/ 2980628 w 7869956"/>
              <a:gd name="connsiteY4952" fmla="*/ 2992474 h 3717758"/>
              <a:gd name="connsiteX4953" fmla="*/ 2959402 w 7869956"/>
              <a:gd name="connsiteY4953" fmla="*/ 2988190 h 3717758"/>
              <a:gd name="connsiteX4954" fmla="*/ 2962185 w 7869956"/>
              <a:gd name="connsiteY4954" fmla="*/ 3004145 h 3717758"/>
              <a:gd name="connsiteX4955" fmla="*/ 3087975 w 7869956"/>
              <a:gd name="connsiteY4955" fmla="*/ 3082236 h 3717758"/>
              <a:gd name="connsiteX4956" fmla="*/ 3093619 w 7869956"/>
              <a:gd name="connsiteY4956" fmla="*/ 3059017 h 3717758"/>
              <a:gd name="connsiteX4957" fmla="*/ 3090017 w 7869956"/>
              <a:gd name="connsiteY4957" fmla="*/ 3069251 h 3717758"/>
              <a:gd name="connsiteX4958" fmla="*/ 3126393 w 7869956"/>
              <a:gd name="connsiteY4958" fmla="*/ 3061536 h 3717758"/>
              <a:gd name="connsiteX4959" fmla="*/ 3087975 w 7869956"/>
              <a:gd name="connsiteY4959" fmla="*/ 3082236 h 3717758"/>
              <a:gd name="connsiteX4960" fmla="*/ 702151 w 7869956"/>
              <a:gd name="connsiteY4960" fmla="*/ 1706763 h 3717758"/>
              <a:gd name="connsiteX4961" fmla="*/ 700900 w 7869956"/>
              <a:gd name="connsiteY4961" fmla="*/ 1693576 h 3717758"/>
              <a:gd name="connsiteX4962" fmla="*/ 716807 w 7869956"/>
              <a:gd name="connsiteY4962" fmla="*/ 1710566 h 3717758"/>
              <a:gd name="connsiteX4963" fmla="*/ 736641 w 7869956"/>
              <a:gd name="connsiteY4963" fmla="*/ 1706886 h 3717758"/>
              <a:gd name="connsiteX4964" fmla="*/ 744464 w 7869956"/>
              <a:gd name="connsiteY4964" fmla="*/ 1720647 h 3717758"/>
              <a:gd name="connsiteX4965" fmla="*/ 746660 w 7869956"/>
              <a:gd name="connsiteY4965" fmla="*/ 1702404 h 3717758"/>
              <a:gd name="connsiteX4966" fmla="*/ 730736 w 7869956"/>
              <a:gd name="connsiteY4966" fmla="*/ 1685383 h 3717758"/>
              <a:gd name="connsiteX4967" fmla="*/ 742299 w 7869956"/>
              <a:gd name="connsiteY4967" fmla="*/ 1683651 h 3717758"/>
              <a:gd name="connsiteX4968" fmla="*/ 739332 w 7869956"/>
              <a:gd name="connsiteY4968" fmla="*/ 1672937 h 3717758"/>
              <a:gd name="connsiteX4969" fmla="*/ 723083 w 7869956"/>
              <a:gd name="connsiteY4969" fmla="*/ 1666383 h 3717758"/>
              <a:gd name="connsiteX4970" fmla="*/ 728262 w 7869956"/>
              <a:gd name="connsiteY4970" fmla="*/ 1658871 h 3717758"/>
              <a:gd name="connsiteX4971" fmla="*/ 717008 w 7869956"/>
              <a:gd name="connsiteY4971" fmla="*/ 1650198 h 3717758"/>
              <a:gd name="connsiteX4972" fmla="*/ 708427 w 7869956"/>
              <a:gd name="connsiteY4972" fmla="*/ 1662657 h 3717758"/>
              <a:gd name="connsiteX4973" fmla="*/ 712941 w 7869956"/>
              <a:gd name="connsiteY4973" fmla="*/ 1676138 h 3717758"/>
              <a:gd name="connsiteX4974" fmla="*/ 704841 w 7869956"/>
              <a:gd name="connsiteY4974" fmla="*/ 1672892 h 3717758"/>
              <a:gd name="connsiteX4975" fmla="*/ 703590 w 7869956"/>
              <a:gd name="connsiteY4975" fmla="*/ 1659657 h 3717758"/>
              <a:gd name="connsiteX4976" fmla="*/ 702151 w 7869956"/>
              <a:gd name="connsiteY4976" fmla="*/ 1706763 h 3717758"/>
              <a:gd name="connsiteX4977" fmla="*/ 2285411 w 7869956"/>
              <a:gd name="connsiteY4977" fmla="*/ 2623485 h 3717758"/>
              <a:gd name="connsiteX4978" fmla="*/ 2291098 w 7869956"/>
              <a:gd name="connsiteY4978" fmla="*/ 2618325 h 3717758"/>
              <a:gd name="connsiteX4979" fmla="*/ 2298313 w 7869956"/>
              <a:gd name="connsiteY4979" fmla="*/ 2629892 h 3717758"/>
              <a:gd name="connsiteX4980" fmla="*/ 2300460 w 7869956"/>
              <a:gd name="connsiteY4980" fmla="*/ 2631923 h 3717758"/>
              <a:gd name="connsiteX4981" fmla="*/ 2308883 w 7869956"/>
              <a:gd name="connsiteY4981" fmla="*/ 2623061 h 3717758"/>
              <a:gd name="connsiteX4982" fmla="*/ 2312110 w 7869956"/>
              <a:gd name="connsiteY4982" fmla="*/ 2609755 h 3717758"/>
              <a:gd name="connsiteX4983" fmla="*/ 2318506 w 7869956"/>
              <a:gd name="connsiteY4983" fmla="*/ 2623411 h 3717758"/>
              <a:gd name="connsiteX4984" fmla="*/ 2318167 w 7869956"/>
              <a:gd name="connsiteY4984" fmla="*/ 2630442 h 3717758"/>
              <a:gd name="connsiteX4985" fmla="*/ 2330370 w 7869956"/>
              <a:gd name="connsiteY4985" fmla="*/ 2626390 h 3717758"/>
              <a:gd name="connsiteX4986" fmla="*/ 2335569 w 7869956"/>
              <a:gd name="connsiteY4986" fmla="*/ 2628285 h 3717758"/>
              <a:gd name="connsiteX4987" fmla="*/ 2338005 w 7869956"/>
              <a:gd name="connsiteY4987" fmla="*/ 2622310 h 3717758"/>
              <a:gd name="connsiteX4988" fmla="*/ 2342526 w 7869956"/>
              <a:gd name="connsiteY4988" fmla="*/ 2630820 h 3717758"/>
              <a:gd name="connsiteX4989" fmla="*/ 2347268 w 7869956"/>
              <a:gd name="connsiteY4989" fmla="*/ 2632548 h 3717758"/>
              <a:gd name="connsiteX4990" fmla="*/ 2343701 w 7869956"/>
              <a:gd name="connsiteY4990" fmla="*/ 2618833 h 3717758"/>
              <a:gd name="connsiteX4991" fmla="*/ 2323840 w 7869956"/>
              <a:gd name="connsiteY4991" fmla="*/ 2606561 h 3717758"/>
              <a:gd name="connsiteX4992" fmla="*/ 2323202 w 7869956"/>
              <a:gd name="connsiteY4992" fmla="*/ 2604935 h 3717758"/>
              <a:gd name="connsiteX4993" fmla="*/ 2276006 w 7869956"/>
              <a:gd name="connsiteY4993" fmla="*/ 2604782 h 3717758"/>
              <a:gd name="connsiteX4994" fmla="*/ 2276058 w 7869956"/>
              <a:gd name="connsiteY4994" fmla="*/ 2607003 h 3717758"/>
              <a:gd name="connsiteX4995" fmla="*/ 2285411 w 7869956"/>
              <a:gd name="connsiteY4995" fmla="*/ 2623485 h 3717758"/>
              <a:gd name="connsiteX4996" fmla="*/ 1304209 w 7869956"/>
              <a:gd name="connsiteY4996" fmla="*/ 2060834 h 3717758"/>
              <a:gd name="connsiteX4997" fmla="*/ 1322652 w 7869956"/>
              <a:gd name="connsiteY4997" fmla="*/ 2049162 h 3717758"/>
              <a:gd name="connsiteX4998" fmla="*/ 1301426 w 7869956"/>
              <a:gd name="connsiteY4998" fmla="*/ 2044879 h 3717758"/>
              <a:gd name="connsiteX4999" fmla="*/ 1304209 w 7869956"/>
              <a:gd name="connsiteY4999" fmla="*/ 2060834 h 3717758"/>
              <a:gd name="connsiteX5000" fmla="*/ 2861543 w 7869956"/>
              <a:gd name="connsiteY5000" fmla="*/ 2964862 h 3717758"/>
              <a:gd name="connsiteX5001" fmla="*/ 2886355 w 7869956"/>
              <a:gd name="connsiteY5001" fmla="*/ 2958927 h 3717758"/>
              <a:gd name="connsiteX5002" fmla="*/ 2861543 w 7869956"/>
              <a:gd name="connsiteY5002" fmla="*/ 2964862 h 3717758"/>
              <a:gd name="connsiteX5003" fmla="*/ 1429999 w 7869956"/>
              <a:gd name="connsiteY5003" fmla="*/ 2138925 h 3717758"/>
              <a:gd name="connsiteX5004" fmla="*/ 1435642 w 7869956"/>
              <a:gd name="connsiteY5004" fmla="*/ 2115705 h 3717758"/>
              <a:gd name="connsiteX5005" fmla="*/ 1432041 w 7869956"/>
              <a:gd name="connsiteY5005" fmla="*/ 2125939 h 3717758"/>
              <a:gd name="connsiteX5006" fmla="*/ 1468417 w 7869956"/>
              <a:gd name="connsiteY5006" fmla="*/ 2118224 h 3717758"/>
              <a:gd name="connsiteX5007" fmla="*/ 1429999 w 7869956"/>
              <a:gd name="connsiteY5007" fmla="*/ 2138925 h 3717758"/>
              <a:gd name="connsiteX5008" fmla="*/ 3016398 w 7869956"/>
              <a:gd name="connsiteY5008" fmla="*/ 3058851 h 3717758"/>
              <a:gd name="connsiteX5009" fmla="*/ 3008390 w 7869956"/>
              <a:gd name="connsiteY5009" fmla="*/ 3052432 h 3717758"/>
              <a:gd name="connsiteX5010" fmla="*/ 3024778 w 7869956"/>
              <a:gd name="connsiteY5010" fmla="*/ 3053697 h 3717758"/>
              <a:gd name="connsiteX5011" fmla="*/ 3016398 w 7869956"/>
              <a:gd name="connsiteY5011" fmla="*/ 3058851 h 3717758"/>
              <a:gd name="connsiteX5012" fmla="*/ 2932391 w 7869956"/>
              <a:gd name="connsiteY5012" fmla="*/ 3012344 h 3717758"/>
              <a:gd name="connsiteX5013" fmla="*/ 2929454 w 7869956"/>
              <a:gd name="connsiteY5013" fmla="*/ 3001630 h 3717758"/>
              <a:gd name="connsiteX5014" fmla="*/ 2922883 w 7869956"/>
              <a:gd name="connsiteY5014" fmla="*/ 3001121 h 3717758"/>
              <a:gd name="connsiteX5015" fmla="*/ 2933041 w 7869956"/>
              <a:gd name="connsiteY5015" fmla="*/ 2991381 h 3717758"/>
              <a:gd name="connsiteX5016" fmla="*/ 2940817 w 7869956"/>
              <a:gd name="connsiteY5016" fmla="*/ 3005108 h 3717758"/>
              <a:gd name="connsiteX5017" fmla="*/ 2932391 w 7869956"/>
              <a:gd name="connsiteY5017" fmla="*/ 3012344 h 3717758"/>
              <a:gd name="connsiteX5018" fmla="*/ 2261833 w 7869956"/>
              <a:gd name="connsiteY5018" fmla="*/ 2628158 h 3717758"/>
              <a:gd name="connsiteX5019" fmla="*/ 2274625 w 7869956"/>
              <a:gd name="connsiteY5019" fmla="*/ 2635350 h 3717758"/>
              <a:gd name="connsiteX5020" fmla="*/ 2275378 w 7869956"/>
              <a:gd name="connsiteY5020" fmla="*/ 2627765 h 3717758"/>
              <a:gd name="connsiteX5021" fmla="*/ 2262253 w 7869956"/>
              <a:gd name="connsiteY5021" fmla="*/ 2626776 h 3717758"/>
              <a:gd name="connsiteX5022" fmla="*/ 1203567 w 7869956"/>
              <a:gd name="connsiteY5022" fmla="*/ 2021551 h 3717758"/>
              <a:gd name="connsiteX5023" fmla="*/ 1228379 w 7869956"/>
              <a:gd name="connsiteY5023" fmla="*/ 2015615 h 3717758"/>
              <a:gd name="connsiteX5024" fmla="*/ 1203567 w 7869956"/>
              <a:gd name="connsiteY5024" fmla="*/ 2021551 h 3717758"/>
              <a:gd name="connsiteX5025" fmla="*/ 1358423 w 7869956"/>
              <a:gd name="connsiteY5025" fmla="*/ 2115538 h 3717758"/>
              <a:gd name="connsiteX5026" fmla="*/ 1350415 w 7869956"/>
              <a:gd name="connsiteY5026" fmla="*/ 2109119 h 3717758"/>
              <a:gd name="connsiteX5027" fmla="*/ 1366800 w 7869956"/>
              <a:gd name="connsiteY5027" fmla="*/ 2110387 h 3717758"/>
              <a:gd name="connsiteX5028" fmla="*/ 1358423 w 7869956"/>
              <a:gd name="connsiteY5028" fmla="*/ 2115538 h 3717758"/>
              <a:gd name="connsiteX5029" fmla="*/ 1274415 w 7869956"/>
              <a:gd name="connsiteY5029" fmla="*/ 2069032 h 3717758"/>
              <a:gd name="connsiteX5030" fmla="*/ 1271477 w 7869956"/>
              <a:gd name="connsiteY5030" fmla="*/ 2058319 h 3717758"/>
              <a:gd name="connsiteX5031" fmla="*/ 1264907 w 7869956"/>
              <a:gd name="connsiteY5031" fmla="*/ 2057809 h 3717758"/>
              <a:gd name="connsiteX5032" fmla="*/ 1275065 w 7869956"/>
              <a:gd name="connsiteY5032" fmla="*/ 2048070 h 3717758"/>
              <a:gd name="connsiteX5033" fmla="*/ 1282841 w 7869956"/>
              <a:gd name="connsiteY5033" fmla="*/ 2061797 h 3717758"/>
              <a:gd name="connsiteX5034" fmla="*/ 1274415 w 7869956"/>
              <a:gd name="connsiteY5034" fmla="*/ 2069032 h 3717758"/>
              <a:gd name="connsiteX5035" fmla="*/ 2910842 w 7869956"/>
              <a:gd name="connsiteY5035" fmla="*/ 3018556 h 3717758"/>
              <a:gd name="connsiteX5036" fmla="*/ 2907686 w 7869956"/>
              <a:gd name="connsiteY5036" fmla="*/ 3013687 h 3717758"/>
              <a:gd name="connsiteX5037" fmla="*/ 2904591 w 7869956"/>
              <a:gd name="connsiteY5037" fmla="*/ 3012832 h 3717758"/>
              <a:gd name="connsiteX5038" fmla="*/ 2905233 w 7869956"/>
              <a:gd name="connsiteY5038" fmla="*/ 3002290 h 3717758"/>
              <a:gd name="connsiteX5039" fmla="*/ 2916468 w 7869956"/>
              <a:gd name="connsiteY5039" fmla="*/ 2995353 h 3717758"/>
              <a:gd name="connsiteX5040" fmla="*/ 2919437 w 7869956"/>
              <a:gd name="connsiteY5040" fmla="*/ 3006081 h 3717758"/>
              <a:gd name="connsiteX5041" fmla="*/ 2910842 w 7869956"/>
              <a:gd name="connsiteY5041" fmla="*/ 3018556 h 3717758"/>
              <a:gd name="connsiteX5042" fmla="*/ 2904271 w 7869956"/>
              <a:gd name="connsiteY5042" fmla="*/ 3018063 h 3717758"/>
              <a:gd name="connsiteX5043" fmla="*/ 2904440 w 7869956"/>
              <a:gd name="connsiteY5043" fmla="*/ 3012791 h 3717758"/>
              <a:gd name="connsiteX5044" fmla="*/ 2904591 w 7869956"/>
              <a:gd name="connsiteY5044" fmla="*/ 3012832 h 3717758"/>
              <a:gd name="connsiteX5045" fmla="*/ 2221254 w 7869956"/>
              <a:gd name="connsiteY5045" fmla="*/ 2626360 h 3717758"/>
              <a:gd name="connsiteX5046" fmla="*/ 2234363 w 7869956"/>
              <a:gd name="connsiteY5046" fmla="*/ 2627395 h 3717758"/>
              <a:gd name="connsiteX5047" fmla="*/ 2228289 w 7869956"/>
              <a:gd name="connsiteY5047" fmla="*/ 2611163 h 3717758"/>
              <a:gd name="connsiteX5048" fmla="*/ 2237981 w 7869956"/>
              <a:gd name="connsiteY5048" fmla="*/ 2617177 h 3717758"/>
              <a:gd name="connsiteX5049" fmla="*/ 2242006 w 7869956"/>
              <a:gd name="connsiteY5049" fmla="*/ 2605015 h 3717758"/>
              <a:gd name="connsiteX5050" fmla="*/ 2242526 w 7869956"/>
              <a:gd name="connsiteY5050" fmla="*/ 2604674 h 3717758"/>
              <a:gd name="connsiteX5051" fmla="*/ 2214300 w 7869956"/>
              <a:gd name="connsiteY5051" fmla="*/ 2604582 h 3717758"/>
              <a:gd name="connsiteX5052" fmla="*/ 2215620 w 7869956"/>
              <a:gd name="connsiteY5052" fmla="*/ 2610750 h 3717758"/>
              <a:gd name="connsiteX5053" fmla="*/ 2221903 w 7869956"/>
              <a:gd name="connsiteY5053" fmla="*/ 2605442 h 3717758"/>
              <a:gd name="connsiteX5054" fmla="*/ 2221254 w 7869956"/>
              <a:gd name="connsiteY5054" fmla="*/ 2626360 h 3717758"/>
              <a:gd name="connsiteX5055" fmla="*/ 2194717 w 7869956"/>
              <a:gd name="connsiteY5055" fmla="*/ 2611473 h 3717758"/>
              <a:gd name="connsiteX5056" fmla="*/ 2205000 w 7869956"/>
              <a:gd name="connsiteY5056" fmla="*/ 2611554 h 3717758"/>
              <a:gd name="connsiteX5057" fmla="*/ 2211544 w 7869956"/>
              <a:gd name="connsiteY5057" fmla="*/ 2604574 h 3717758"/>
              <a:gd name="connsiteX5058" fmla="*/ 2187286 w 7869956"/>
              <a:gd name="connsiteY5058" fmla="*/ 2604495 h 3717758"/>
              <a:gd name="connsiteX5059" fmla="*/ 2959058 w 7869956"/>
              <a:gd name="connsiteY5059" fmla="*/ 3053837 h 3717758"/>
              <a:gd name="connsiteX5060" fmla="*/ 2972337 w 7869956"/>
              <a:gd name="connsiteY5060" fmla="*/ 3049617 h 3717758"/>
              <a:gd name="connsiteX5061" fmla="*/ 2959058 w 7869956"/>
              <a:gd name="connsiteY5061" fmla="*/ 3053837 h 3717758"/>
              <a:gd name="connsiteX5062" fmla="*/ 1252865 w 7869956"/>
              <a:gd name="connsiteY5062" fmla="*/ 2075246 h 3717758"/>
              <a:gd name="connsiteX5063" fmla="*/ 1249711 w 7869956"/>
              <a:gd name="connsiteY5063" fmla="*/ 2070374 h 3717758"/>
              <a:gd name="connsiteX5064" fmla="*/ 1246614 w 7869956"/>
              <a:gd name="connsiteY5064" fmla="*/ 2069521 h 3717758"/>
              <a:gd name="connsiteX5065" fmla="*/ 1247257 w 7869956"/>
              <a:gd name="connsiteY5065" fmla="*/ 2058979 h 3717758"/>
              <a:gd name="connsiteX5066" fmla="*/ 1258492 w 7869956"/>
              <a:gd name="connsiteY5066" fmla="*/ 2052042 h 3717758"/>
              <a:gd name="connsiteX5067" fmla="*/ 1261461 w 7869956"/>
              <a:gd name="connsiteY5067" fmla="*/ 2062770 h 3717758"/>
              <a:gd name="connsiteX5068" fmla="*/ 1252865 w 7869956"/>
              <a:gd name="connsiteY5068" fmla="*/ 2075246 h 3717758"/>
              <a:gd name="connsiteX5069" fmla="*/ 1246295 w 7869956"/>
              <a:gd name="connsiteY5069" fmla="*/ 2074751 h 3717758"/>
              <a:gd name="connsiteX5070" fmla="*/ 1246464 w 7869956"/>
              <a:gd name="connsiteY5070" fmla="*/ 2069479 h 3717758"/>
              <a:gd name="connsiteX5071" fmla="*/ 1246614 w 7869956"/>
              <a:gd name="connsiteY5071" fmla="*/ 2069521 h 3717758"/>
              <a:gd name="connsiteX5072" fmla="*/ 3883126 w 7869956"/>
              <a:gd name="connsiteY5072" fmla="*/ 3597510 h 3717758"/>
              <a:gd name="connsiteX5073" fmla="*/ 3895557 w 7869956"/>
              <a:gd name="connsiteY5073" fmla="*/ 3594068 h 3717758"/>
              <a:gd name="connsiteX5074" fmla="*/ 3879169 w 7869956"/>
              <a:gd name="connsiteY5074" fmla="*/ 3592798 h 3717758"/>
              <a:gd name="connsiteX5075" fmla="*/ 3883126 w 7869956"/>
              <a:gd name="connsiteY5075" fmla="*/ 3597510 h 3717758"/>
              <a:gd name="connsiteX5076" fmla="*/ 669825 w 7869956"/>
              <a:gd name="connsiteY5076" fmla="*/ 1743712 h 3717758"/>
              <a:gd name="connsiteX5077" fmla="*/ 678420 w 7869956"/>
              <a:gd name="connsiteY5077" fmla="*/ 1731266 h 3717758"/>
              <a:gd name="connsiteX5078" fmla="*/ 670784 w 7869956"/>
              <a:gd name="connsiteY5078" fmla="*/ 1712267 h 3717758"/>
              <a:gd name="connsiteX5079" fmla="*/ 673428 w 7869956"/>
              <a:gd name="connsiteY5079" fmla="*/ 1733508 h 3717758"/>
              <a:gd name="connsiteX5080" fmla="*/ 662049 w 7869956"/>
              <a:gd name="connsiteY5080" fmla="*/ 1729984 h 3717758"/>
              <a:gd name="connsiteX5081" fmla="*/ 669825 w 7869956"/>
              <a:gd name="connsiteY5081" fmla="*/ 1743712 h 3717758"/>
              <a:gd name="connsiteX5082" fmla="*/ 802144 w 7869956"/>
              <a:gd name="connsiteY5082" fmla="*/ 1822277 h 3717758"/>
              <a:gd name="connsiteX5083" fmla="*/ 815889 w 7869956"/>
              <a:gd name="connsiteY5083" fmla="*/ 1802288 h 3717758"/>
              <a:gd name="connsiteX5084" fmla="*/ 795743 w 7869956"/>
              <a:gd name="connsiteY5084" fmla="*/ 1816511 h 3717758"/>
              <a:gd name="connsiteX5085" fmla="*/ 802144 w 7869956"/>
              <a:gd name="connsiteY5085" fmla="*/ 1822277 h 3717758"/>
              <a:gd name="connsiteX5086" fmla="*/ 1301082 w 7869956"/>
              <a:gd name="connsiteY5086" fmla="*/ 2110525 h 3717758"/>
              <a:gd name="connsiteX5087" fmla="*/ 1314362 w 7869956"/>
              <a:gd name="connsiteY5087" fmla="*/ 2106305 h 3717758"/>
              <a:gd name="connsiteX5088" fmla="*/ 1301082 w 7869956"/>
              <a:gd name="connsiteY5088" fmla="*/ 2110525 h 3717758"/>
              <a:gd name="connsiteX5089" fmla="*/ 2986023 w 7869956"/>
              <a:gd name="connsiteY5089" fmla="*/ 3084845 h 3717758"/>
              <a:gd name="connsiteX5090" fmla="*/ 3005719 w 7869956"/>
              <a:gd name="connsiteY5090" fmla="*/ 3086329 h 3717758"/>
              <a:gd name="connsiteX5091" fmla="*/ 2986023 w 7869956"/>
              <a:gd name="connsiteY5091" fmla="*/ 3084845 h 3717758"/>
              <a:gd name="connsiteX5092" fmla="*/ 779388 w 7869956"/>
              <a:gd name="connsiteY5092" fmla="*/ 1815257 h 3717758"/>
              <a:gd name="connsiteX5093" fmla="*/ 803443 w 7869956"/>
              <a:gd name="connsiteY5093" fmla="*/ 1780321 h 3717758"/>
              <a:gd name="connsiteX5094" fmla="*/ 824669 w 7869956"/>
              <a:gd name="connsiteY5094" fmla="*/ 1784602 h 3717758"/>
              <a:gd name="connsiteX5095" fmla="*/ 815301 w 7869956"/>
              <a:gd name="connsiteY5095" fmla="*/ 1768154 h 3717758"/>
              <a:gd name="connsiteX5096" fmla="*/ 795960 w 7869956"/>
              <a:gd name="connsiteY5096" fmla="*/ 1756141 h 3717758"/>
              <a:gd name="connsiteX5097" fmla="*/ 785804 w 7869956"/>
              <a:gd name="connsiteY5097" fmla="*/ 1765835 h 3717758"/>
              <a:gd name="connsiteX5098" fmla="*/ 779388 w 7869956"/>
              <a:gd name="connsiteY5098" fmla="*/ 1815257 h 3717758"/>
              <a:gd name="connsiteX5099" fmla="*/ 592980 w 7869956"/>
              <a:gd name="connsiteY5099" fmla="*/ 1714253 h 3717758"/>
              <a:gd name="connsiteX5100" fmla="*/ 622998 w 7869956"/>
              <a:gd name="connsiteY5100" fmla="*/ 1716425 h 3717758"/>
              <a:gd name="connsiteX5101" fmla="*/ 630822 w 7869956"/>
              <a:gd name="connsiteY5101" fmla="*/ 1730169 h 3717758"/>
              <a:gd name="connsiteX5102" fmla="*/ 629568 w 7869956"/>
              <a:gd name="connsiteY5102" fmla="*/ 1716934 h 3717758"/>
              <a:gd name="connsiteX5103" fmla="*/ 662359 w 7869956"/>
              <a:gd name="connsiteY5103" fmla="*/ 1719486 h 3717758"/>
              <a:gd name="connsiteX5104" fmla="*/ 638489 w 7869956"/>
              <a:gd name="connsiteY5104" fmla="*/ 1694009 h 3717758"/>
              <a:gd name="connsiteX5105" fmla="*/ 615068 w 7869956"/>
              <a:gd name="connsiteY5105" fmla="*/ 1707953 h 3717758"/>
              <a:gd name="connsiteX5106" fmla="*/ 617402 w 7869956"/>
              <a:gd name="connsiteY5106" fmla="*/ 1684454 h 3717758"/>
              <a:gd name="connsiteX5107" fmla="*/ 604276 w 7869956"/>
              <a:gd name="connsiteY5107" fmla="*/ 1683466 h 3717758"/>
              <a:gd name="connsiteX5108" fmla="*/ 598820 w 7869956"/>
              <a:gd name="connsiteY5108" fmla="*/ 1701430 h 3717758"/>
              <a:gd name="connsiteX5109" fmla="*/ 585710 w 7869956"/>
              <a:gd name="connsiteY5109" fmla="*/ 1700378 h 3717758"/>
              <a:gd name="connsiteX5110" fmla="*/ 592980 w 7869956"/>
              <a:gd name="connsiteY5110" fmla="*/ 1714253 h 3717758"/>
              <a:gd name="connsiteX5111" fmla="*/ 1328047 w 7869956"/>
              <a:gd name="connsiteY5111" fmla="*/ 2141533 h 3717758"/>
              <a:gd name="connsiteX5112" fmla="*/ 1347743 w 7869956"/>
              <a:gd name="connsiteY5112" fmla="*/ 2143016 h 3717758"/>
              <a:gd name="connsiteX5113" fmla="*/ 1328047 w 7869956"/>
              <a:gd name="connsiteY5113" fmla="*/ 2141533 h 3717758"/>
              <a:gd name="connsiteX5114" fmla="*/ 2187059 w 7869956"/>
              <a:gd name="connsiteY5114" fmla="*/ 2638929 h 3717758"/>
              <a:gd name="connsiteX5115" fmla="*/ 2193195 w 7869956"/>
              <a:gd name="connsiteY5115" fmla="*/ 2637936 h 3717758"/>
              <a:gd name="connsiteX5116" fmla="*/ 2186625 w 7869956"/>
              <a:gd name="connsiteY5116" fmla="*/ 2632537 h 3717758"/>
              <a:gd name="connsiteX5117" fmla="*/ 652248 w 7869956"/>
              <a:gd name="connsiteY5117" fmla="*/ 1754645 h 3717758"/>
              <a:gd name="connsiteX5118" fmla="*/ 658092 w 7869956"/>
              <a:gd name="connsiteY5118" fmla="*/ 1750668 h 3717758"/>
              <a:gd name="connsiteX5119" fmla="*/ 653592 w 7869956"/>
              <a:gd name="connsiteY5119" fmla="*/ 1737187 h 3717758"/>
              <a:gd name="connsiteX5120" fmla="*/ 646729 w 7869956"/>
              <a:gd name="connsiteY5120" fmla="*/ 1747143 h 3717758"/>
              <a:gd name="connsiteX5121" fmla="*/ 652248 w 7869956"/>
              <a:gd name="connsiteY5121" fmla="*/ 1754645 h 3717758"/>
              <a:gd name="connsiteX5122" fmla="*/ 686860 w 7869956"/>
              <a:gd name="connsiteY5122" fmla="*/ 1777759 h 3717758"/>
              <a:gd name="connsiteX5123" fmla="*/ 706821 w 7869956"/>
              <a:gd name="connsiteY5123" fmla="*/ 1770240 h 3717758"/>
              <a:gd name="connsiteX5124" fmla="*/ 680755 w 7869956"/>
              <a:gd name="connsiteY5124" fmla="*/ 1762912 h 3717758"/>
              <a:gd name="connsiteX5125" fmla="*/ 680430 w 7869956"/>
              <a:gd name="connsiteY5125" fmla="*/ 1773455 h 3717758"/>
              <a:gd name="connsiteX5126" fmla="*/ 686860 w 7869956"/>
              <a:gd name="connsiteY5126" fmla="*/ 1777759 h 3717758"/>
              <a:gd name="connsiteX5127" fmla="*/ 2814705 w 7869956"/>
              <a:gd name="connsiteY5127" fmla="*/ 3007105 h 3717758"/>
              <a:gd name="connsiteX5128" fmla="*/ 2812810 w 7869956"/>
              <a:gd name="connsiteY5128" fmla="*/ 3000473 h 3717758"/>
              <a:gd name="connsiteX5129" fmla="*/ 2817850 w 7869956"/>
              <a:gd name="connsiteY5129" fmla="*/ 2998247 h 3717758"/>
              <a:gd name="connsiteX5130" fmla="*/ 2822982 w 7869956"/>
              <a:gd name="connsiteY5130" fmla="*/ 2990765 h 3717758"/>
              <a:gd name="connsiteX5131" fmla="*/ 2826105 w 7869956"/>
              <a:gd name="connsiteY5131" fmla="*/ 2996237 h 3717758"/>
              <a:gd name="connsiteX5132" fmla="*/ 2825951 w 7869956"/>
              <a:gd name="connsiteY5132" fmla="*/ 3001492 h 3717758"/>
              <a:gd name="connsiteX5133" fmla="*/ 2820788 w 7869956"/>
              <a:gd name="connsiteY5133" fmla="*/ 3008960 h 3717758"/>
              <a:gd name="connsiteX5134" fmla="*/ 2814705 w 7869956"/>
              <a:gd name="connsiteY5134" fmla="*/ 3007105 h 3717758"/>
              <a:gd name="connsiteX5135" fmla="*/ 2666472 w 7869956"/>
              <a:gd name="connsiteY5135" fmla="*/ 2922620 h 3717758"/>
              <a:gd name="connsiteX5136" fmla="*/ 2672349 w 7869956"/>
              <a:gd name="connsiteY5136" fmla="*/ 2918638 h 3717758"/>
              <a:gd name="connsiteX5137" fmla="*/ 2660955 w 7869956"/>
              <a:gd name="connsiteY5137" fmla="*/ 2915146 h 3717758"/>
              <a:gd name="connsiteX5138" fmla="*/ 2666472 w 7869956"/>
              <a:gd name="connsiteY5138" fmla="*/ 2922620 h 3717758"/>
              <a:gd name="connsiteX5139" fmla="*/ 2702789 w 7869956"/>
              <a:gd name="connsiteY5139" fmla="*/ 2944642 h 3717758"/>
              <a:gd name="connsiteX5140" fmla="*/ 2724153 w 7869956"/>
              <a:gd name="connsiteY5140" fmla="*/ 2943698 h 3717758"/>
              <a:gd name="connsiteX5141" fmla="*/ 2699835 w 7869956"/>
              <a:gd name="connsiteY5141" fmla="*/ 2933899 h 3717758"/>
              <a:gd name="connsiteX5142" fmla="*/ 2702789 w 7869956"/>
              <a:gd name="connsiteY5142" fmla="*/ 2944642 h 3717758"/>
              <a:gd name="connsiteX5143" fmla="*/ 622639 w 7869956"/>
              <a:gd name="connsiteY5143" fmla="*/ 1746654 h 3717758"/>
              <a:gd name="connsiteX5144" fmla="*/ 632058 w 7869956"/>
              <a:gd name="connsiteY5144" fmla="*/ 1743417 h 3717758"/>
              <a:gd name="connsiteX5145" fmla="*/ 620804 w 7869956"/>
              <a:gd name="connsiteY5145" fmla="*/ 1734668 h 3717758"/>
              <a:gd name="connsiteX5146" fmla="*/ 622639 w 7869956"/>
              <a:gd name="connsiteY5146" fmla="*/ 1746654 h 3717758"/>
              <a:gd name="connsiteX5147" fmla="*/ 2402224 w 7869956"/>
              <a:gd name="connsiteY5147" fmla="*/ 2779487 h 3717758"/>
              <a:gd name="connsiteX5148" fmla="*/ 2420311 w 7869956"/>
              <a:gd name="connsiteY5148" fmla="*/ 2778251 h 3717758"/>
              <a:gd name="connsiteX5149" fmla="*/ 2402224 w 7869956"/>
              <a:gd name="connsiteY5149" fmla="*/ 2779487 h 3717758"/>
              <a:gd name="connsiteX5150" fmla="*/ 2145111 w 7869956"/>
              <a:gd name="connsiteY5150" fmla="*/ 2632276 h 3717758"/>
              <a:gd name="connsiteX5151" fmla="*/ 2147515 w 7869956"/>
              <a:gd name="connsiteY5151" fmla="*/ 2632537 h 3717758"/>
              <a:gd name="connsiteX5152" fmla="*/ 2150904 w 7869956"/>
              <a:gd name="connsiteY5152" fmla="*/ 2633043 h 3717758"/>
              <a:gd name="connsiteX5153" fmla="*/ 2153567 w 7869956"/>
              <a:gd name="connsiteY5153" fmla="*/ 2629015 h 3717758"/>
              <a:gd name="connsiteX5154" fmla="*/ 2160745 w 7869956"/>
              <a:gd name="connsiteY5154" fmla="*/ 2619064 h 3717758"/>
              <a:gd name="connsiteX5155" fmla="*/ 2170376 w 7869956"/>
              <a:gd name="connsiteY5155" fmla="*/ 2625077 h 3717758"/>
              <a:gd name="connsiteX5156" fmla="*/ 2168351 w 7869956"/>
              <a:gd name="connsiteY5156" fmla="*/ 2638032 h 3717758"/>
              <a:gd name="connsiteX5157" fmla="*/ 2172582 w 7869956"/>
              <a:gd name="connsiteY5157" fmla="*/ 2634235 h 3717758"/>
              <a:gd name="connsiteX5158" fmla="*/ 2176458 w 7869956"/>
              <a:gd name="connsiteY5158" fmla="*/ 2631113 h 3717758"/>
              <a:gd name="connsiteX5159" fmla="*/ 2177537 w 7869956"/>
              <a:gd name="connsiteY5159" fmla="*/ 2627674 h 3717758"/>
              <a:gd name="connsiteX5160" fmla="*/ 2181813 w 7869956"/>
              <a:gd name="connsiteY5160" fmla="*/ 2628581 h 3717758"/>
              <a:gd name="connsiteX5161" fmla="*/ 2181800 w 7869956"/>
              <a:gd name="connsiteY5161" fmla="*/ 2628571 h 3717758"/>
              <a:gd name="connsiteX5162" fmla="*/ 2207463 w 7869956"/>
              <a:gd name="connsiteY5162" fmla="*/ 2635460 h 3717758"/>
              <a:gd name="connsiteX5163" fmla="*/ 2213780 w 7869956"/>
              <a:gd name="connsiteY5163" fmla="*/ 2634295 h 3717758"/>
              <a:gd name="connsiteX5164" fmla="*/ 2215283 w 7869956"/>
              <a:gd name="connsiteY5164" fmla="*/ 2633220 h 3717758"/>
              <a:gd name="connsiteX5165" fmla="*/ 2196030 w 7869956"/>
              <a:gd name="connsiteY5165" fmla="*/ 2619099 h 3717758"/>
              <a:gd name="connsiteX5166" fmla="*/ 2175709 w 7869956"/>
              <a:gd name="connsiteY5166" fmla="*/ 2612353 h 3717758"/>
              <a:gd name="connsiteX5167" fmla="*/ 2176931 w 7869956"/>
              <a:gd name="connsiteY5167" fmla="*/ 2625572 h 3717758"/>
              <a:gd name="connsiteX5168" fmla="*/ 2167578 w 7869956"/>
              <a:gd name="connsiteY5168" fmla="*/ 2609076 h 3717758"/>
              <a:gd name="connsiteX5169" fmla="*/ 2168993 w 7869956"/>
              <a:gd name="connsiteY5169" fmla="*/ 2604436 h 3717758"/>
              <a:gd name="connsiteX5170" fmla="*/ 2121699 w 7869956"/>
              <a:gd name="connsiteY5170" fmla="*/ 2604283 h 3717758"/>
              <a:gd name="connsiteX5171" fmla="*/ 2127650 w 7869956"/>
              <a:gd name="connsiteY5171" fmla="*/ 2612366 h 3717758"/>
              <a:gd name="connsiteX5172" fmla="*/ 2141204 w 7869956"/>
              <a:gd name="connsiteY5172" fmla="*/ 2612293 h 3717758"/>
              <a:gd name="connsiteX5173" fmla="*/ 2143264 w 7869956"/>
              <a:gd name="connsiteY5173" fmla="*/ 2625606 h 3717758"/>
              <a:gd name="connsiteX5174" fmla="*/ 1156730 w 7869956"/>
              <a:gd name="connsiteY5174" fmla="*/ 2063792 h 3717758"/>
              <a:gd name="connsiteX5175" fmla="*/ 1154835 w 7869956"/>
              <a:gd name="connsiteY5175" fmla="*/ 2057161 h 3717758"/>
              <a:gd name="connsiteX5176" fmla="*/ 1159875 w 7869956"/>
              <a:gd name="connsiteY5176" fmla="*/ 2054934 h 3717758"/>
              <a:gd name="connsiteX5177" fmla="*/ 1165006 w 7869956"/>
              <a:gd name="connsiteY5177" fmla="*/ 2047452 h 3717758"/>
              <a:gd name="connsiteX5178" fmla="*/ 1168129 w 7869956"/>
              <a:gd name="connsiteY5178" fmla="*/ 2052925 h 3717758"/>
              <a:gd name="connsiteX5179" fmla="*/ 1167975 w 7869956"/>
              <a:gd name="connsiteY5179" fmla="*/ 2058180 h 3717758"/>
              <a:gd name="connsiteX5180" fmla="*/ 1162813 w 7869956"/>
              <a:gd name="connsiteY5180" fmla="*/ 2065648 h 3717758"/>
              <a:gd name="connsiteX5181" fmla="*/ 1156730 w 7869956"/>
              <a:gd name="connsiteY5181" fmla="*/ 2063792 h 3717758"/>
              <a:gd name="connsiteX5182" fmla="*/ 1008498 w 7869956"/>
              <a:gd name="connsiteY5182" fmla="*/ 1979307 h 3717758"/>
              <a:gd name="connsiteX5183" fmla="*/ 1014374 w 7869956"/>
              <a:gd name="connsiteY5183" fmla="*/ 1975326 h 3717758"/>
              <a:gd name="connsiteX5184" fmla="*/ 1002980 w 7869956"/>
              <a:gd name="connsiteY5184" fmla="*/ 1971832 h 3717758"/>
              <a:gd name="connsiteX5185" fmla="*/ 1008498 w 7869956"/>
              <a:gd name="connsiteY5185" fmla="*/ 1979307 h 3717758"/>
              <a:gd name="connsiteX5186" fmla="*/ 2387537 w 7869956"/>
              <a:gd name="connsiteY5186" fmla="*/ 2775746 h 3717758"/>
              <a:gd name="connsiteX5187" fmla="*/ 2385635 w 7869956"/>
              <a:gd name="connsiteY5187" fmla="*/ 2767538 h 3717758"/>
              <a:gd name="connsiteX5188" fmla="*/ 2377520 w 7869956"/>
              <a:gd name="connsiteY5188" fmla="*/ 2767919 h 3717758"/>
              <a:gd name="connsiteX5189" fmla="*/ 2381919 w 7869956"/>
              <a:gd name="connsiteY5189" fmla="*/ 2771340 h 3717758"/>
              <a:gd name="connsiteX5190" fmla="*/ 2387537 w 7869956"/>
              <a:gd name="connsiteY5190" fmla="*/ 2775746 h 3717758"/>
              <a:gd name="connsiteX5191" fmla="*/ 1044813 w 7869956"/>
              <a:gd name="connsiteY5191" fmla="*/ 2001328 h 3717758"/>
              <a:gd name="connsiteX5192" fmla="*/ 1066178 w 7869956"/>
              <a:gd name="connsiteY5192" fmla="*/ 2000386 h 3717758"/>
              <a:gd name="connsiteX5193" fmla="*/ 1041860 w 7869956"/>
              <a:gd name="connsiteY5193" fmla="*/ 1990585 h 3717758"/>
              <a:gd name="connsiteX5194" fmla="*/ 1044813 w 7869956"/>
              <a:gd name="connsiteY5194" fmla="*/ 2001328 h 3717758"/>
              <a:gd name="connsiteX5195" fmla="*/ 658881 w 7869956"/>
              <a:gd name="connsiteY5195" fmla="*/ 1779149 h 3717758"/>
              <a:gd name="connsiteX5196" fmla="*/ 665575 w 7869956"/>
              <a:gd name="connsiteY5196" fmla="*/ 1774877 h 3717758"/>
              <a:gd name="connsiteX5197" fmla="*/ 662776 w 7869956"/>
              <a:gd name="connsiteY5197" fmla="*/ 1758923 h 3717758"/>
              <a:gd name="connsiteX5198" fmla="*/ 652466 w 7869956"/>
              <a:gd name="connsiteY5198" fmla="*/ 1773889 h 3717758"/>
              <a:gd name="connsiteX5199" fmla="*/ 658881 w 7869956"/>
              <a:gd name="connsiteY5199" fmla="*/ 1779149 h 3717758"/>
              <a:gd name="connsiteX5200" fmla="*/ 744249 w 7869956"/>
              <a:gd name="connsiteY5200" fmla="*/ 1836175 h 3717758"/>
              <a:gd name="connsiteX5201" fmla="*/ 762336 w 7869956"/>
              <a:gd name="connsiteY5201" fmla="*/ 1834938 h 3717758"/>
              <a:gd name="connsiteX5202" fmla="*/ 744249 w 7869956"/>
              <a:gd name="connsiteY5202" fmla="*/ 1836175 h 3717758"/>
              <a:gd name="connsiteX5203" fmla="*/ 729562 w 7869956"/>
              <a:gd name="connsiteY5203" fmla="*/ 1832433 h 3717758"/>
              <a:gd name="connsiteX5204" fmla="*/ 725217 w 7869956"/>
              <a:gd name="connsiteY5204" fmla="*/ 1813681 h 3717758"/>
              <a:gd name="connsiteX5205" fmla="*/ 718339 w 7869956"/>
              <a:gd name="connsiteY5205" fmla="*/ 1823667 h 3717758"/>
              <a:gd name="connsiteX5206" fmla="*/ 729562 w 7869956"/>
              <a:gd name="connsiteY5206" fmla="*/ 1832433 h 3717758"/>
              <a:gd name="connsiteX5207" fmla="*/ 2458944 w 7869956"/>
              <a:gd name="connsiteY5207" fmla="*/ 2832089 h 3717758"/>
              <a:gd name="connsiteX5208" fmla="*/ 2467911 w 7869956"/>
              <a:gd name="connsiteY5208" fmla="*/ 2834476 h 3717758"/>
              <a:gd name="connsiteX5209" fmla="*/ 2450103 w 7869956"/>
              <a:gd name="connsiteY5209" fmla="*/ 2825216 h 3717758"/>
              <a:gd name="connsiteX5210" fmla="*/ 2458944 w 7869956"/>
              <a:gd name="connsiteY5210" fmla="*/ 2832089 h 3717758"/>
              <a:gd name="connsiteX5211" fmla="*/ 2124634 w 7869956"/>
              <a:gd name="connsiteY5211" fmla="*/ 2639299 h 3717758"/>
              <a:gd name="connsiteX5212" fmla="*/ 2128708 w 7869956"/>
              <a:gd name="connsiteY5212" fmla="*/ 2636568 h 3717758"/>
              <a:gd name="connsiteX5213" fmla="*/ 2127880 w 7869956"/>
              <a:gd name="connsiteY5213" fmla="*/ 2634716 h 3717758"/>
              <a:gd name="connsiteX5214" fmla="*/ 2123689 w 7869956"/>
              <a:gd name="connsiteY5214" fmla="*/ 2629466 h 3717758"/>
              <a:gd name="connsiteX5215" fmla="*/ 625358 w 7869956"/>
              <a:gd name="connsiteY5215" fmla="*/ 1773851 h 3717758"/>
              <a:gd name="connsiteX5216" fmla="*/ 632661 w 7869956"/>
              <a:gd name="connsiteY5216" fmla="*/ 1777566 h 3717758"/>
              <a:gd name="connsiteX5217" fmla="*/ 618113 w 7869956"/>
              <a:gd name="connsiteY5217" fmla="*/ 1768616 h 3717758"/>
              <a:gd name="connsiteX5218" fmla="*/ 625358 w 7869956"/>
              <a:gd name="connsiteY5218" fmla="*/ 1773851 h 3717758"/>
              <a:gd name="connsiteX5219" fmla="*/ 600197 w 7869956"/>
              <a:gd name="connsiteY5219" fmla="*/ 1764581 h 3717758"/>
              <a:gd name="connsiteX5220" fmla="*/ 621762 w 7869956"/>
              <a:gd name="connsiteY5220" fmla="*/ 1758351 h 3717758"/>
              <a:gd name="connsiteX5221" fmla="*/ 597243 w 7869956"/>
              <a:gd name="connsiteY5221" fmla="*/ 1753837 h 3717758"/>
              <a:gd name="connsiteX5222" fmla="*/ 600197 w 7869956"/>
              <a:gd name="connsiteY5222" fmla="*/ 1764581 h 3717758"/>
              <a:gd name="connsiteX5223" fmla="*/ 2068699 w 7869956"/>
              <a:gd name="connsiteY5223" fmla="*/ 2617005 h 3717758"/>
              <a:gd name="connsiteX5224" fmla="*/ 2081654 w 7869956"/>
              <a:gd name="connsiteY5224" fmla="*/ 2623237 h 3717758"/>
              <a:gd name="connsiteX5225" fmla="*/ 2068699 w 7869956"/>
              <a:gd name="connsiteY5225" fmla="*/ 2617005 h 3717758"/>
              <a:gd name="connsiteX5226" fmla="*/ 3785053 w 7869956"/>
              <a:gd name="connsiteY5226" fmla="*/ 3609123 h 3717758"/>
              <a:gd name="connsiteX5227" fmla="*/ 3788947 w 7869956"/>
              <a:gd name="connsiteY5227" fmla="*/ 3588393 h 3717758"/>
              <a:gd name="connsiteX5228" fmla="*/ 3778653 w 7869956"/>
              <a:gd name="connsiteY5228" fmla="*/ 3603388 h 3717758"/>
              <a:gd name="connsiteX5229" fmla="*/ 3785053 w 7869956"/>
              <a:gd name="connsiteY5229" fmla="*/ 3609123 h 3717758"/>
              <a:gd name="connsiteX5230" fmla="*/ 800967 w 7869956"/>
              <a:gd name="connsiteY5230" fmla="*/ 1888777 h 3717758"/>
              <a:gd name="connsiteX5231" fmla="*/ 809935 w 7869956"/>
              <a:gd name="connsiteY5231" fmla="*/ 1891163 h 3717758"/>
              <a:gd name="connsiteX5232" fmla="*/ 792127 w 7869956"/>
              <a:gd name="connsiteY5232" fmla="*/ 1881904 h 3717758"/>
              <a:gd name="connsiteX5233" fmla="*/ 800967 w 7869956"/>
              <a:gd name="connsiteY5233" fmla="*/ 1888777 h 3717758"/>
              <a:gd name="connsiteX5234" fmla="*/ 2123488 w 7869956"/>
              <a:gd name="connsiteY5234" fmla="*/ 2652780 h 3717758"/>
              <a:gd name="connsiteX5235" fmla="*/ 2130919 w 7869956"/>
              <a:gd name="connsiteY5235" fmla="*/ 2650970 h 3717758"/>
              <a:gd name="connsiteX5236" fmla="*/ 2132436 w 7869956"/>
              <a:gd name="connsiteY5236" fmla="*/ 2652398 h 3717758"/>
              <a:gd name="connsiteX5237" fmla="*/ 2130972 w 7869956"/>
              <a:gd name="connsiteY5237" fmla="*/ 2645081 h 3717758"/>
              <a:gd name="connsiteX5238" fmla="*/ 2124213 w 7869956"/>
              <a:gd name="connsiteY5238" fmla="*/ 2649761 h 3717758"/>
              <a:gd name="connsiteX5239" fmla="*/ 2123374 w 7869956"/>
              <a:gd name="connsiteY5239" fmla="*/ 2652209 h 3717758"/>
              <a:gd name="connsiteX5240" fmla="*/ 572331 w 7869956"/>
              <a:gd name="connsiteY5240" fmla="*/ 1758278 h 3717758"/>
              <a:gd name="connsiteX5241" fmla="*/ 592065 w 7869956"/>
              <a:gd name="connsiteY5241" fmla="*/ 1761272 h 3717758"/>
              <a:gd name="connsiteX5242" fmla="*/ 584581 w 7869956"/>
              <a:gd name="connsiteY5242" fmla="*/ 1737078 h 3717758"/>
              <a:gd name="connsiteX5243" fmla="*/ 574919 w 7869956"/>
              <a:gd name="connsiteY5243" fmla="*/ 1731064 h 3717758"/>
              <a:gd name="connsiteX5244" fmla="*/ 572570 w 7869956"/>
              <a:gd name="connsiteY5244" fmla="*/ 1754501 h 3717758"/>
              <a:gd name="connsiteX5245" fmla="*/ 569432 w 7869956"/>
              <a:gd name="connsiteY5245" fmla="*/ 1749044 h 3717758"/>
              <a:gd name="connsiteX5246" fmla="*/ 572331 w 7869956"/>
              <a:gd name="connsiteY5246" fmla="*/ 1758278 h 3717758"/>
              <a:gd name="connsiteX5247" fmla="*/ 2055668 w 7869956"/>
              <a:gd name="connsiteY5247" fmla="*/ 2616155 h 3717758"/>
              <a:gd name="connsiteX5248" fmla="*/ 2061756 w 7869956"/>
              <a:gd name="connsiteY5248" fmla="*/ 2604088 h 3717758"/>
              <a:gd name="connsiteX5249" fmla="*/ 2053544 w 7869956"/>
              <a:gd name="connsiteY5249" fmla="*/ 2604061 h 3717758"/>
              <a:gd name="connsiteX5250" fmla="*/ 2054262 w 7869956"/>
              <a:gd name="connsiteY5250" fmla="*/ 2608178 h 3717758"/>
              <a:gd name="connsiteX5251" fmla="*/ 2055668 w 7869956"/>
              <a:gd name="connsiteY5251" fmla="*/ 2616155 h 3717758"/>
              <a:gd name="connsiteX5252" fmla="*/ 2674637 w 7869956"/>
              <a:gd name="connsiteY5252" fmla="*/ 2978981 h 3717758"/>
              <a:gd name="connsiteX5253" fmla="*/ 2670615 w 7869956"/>
              <a:gd name="connsiteY5253" fmla="*/ 2976257 h 3717758"/>
              <a:gd name="connsiteX5254" fmla="*/ 2674372 w 7869956"/>
              <a:gd name="connsiteY5254" fmla="*/ 2960783 h 3717758"/>
              <a:gd name="connsiteX5255" fmla="*/ 2678716 w 7869956"/>
              <a:gd name="connsiteY5255" fmla="*/ 2979581 h 3717758"/>
              <a:gd name="connsiteX5256" fmla="*/ 2674637 w 7869956"/>
              <a:gd name="connsiteY5256" fmla="*/ 2978981 h 3717758"/>
              <a:gd name="connsiteX5257" fmla="*/ 410723 w 7869956"/>
              <a:gd name="connsiteY5257" fmla="*/ 1673693 h 3717758"/>
              <a:gd name="connsiteX5258" fmla="*/ 423678 w 7869956"/>
              <a:gd name="connsiteY5258" fmla="*/ 1679924 h 3717758"/>
              <a:gd name="connsiteX5259" fmla="*/ 410723 w 7869956"/>
              <a:gd name="connsiteY5259" fmla="*/ 1673693 h 3717758"/>
              <a:gd name="connsiteX5260" fmla="*/ 2029603 w 7869956"/>
              <a:gd name="connsiteY5260" fmla="*/ 2608888 h 3717758"/>
              <a:gd name="connsiteX5261" fmla="*/ 2033823 w 7869956"/>
              <a:gd name="connsiteY5261" fmla="*/ 2605182 h 3717758"/>
              <a:gd name="connsiteX5262" fmla="*/ 2034410 w 7869956"/>
              <a:gd name="connsiteY5262" fmla="*/ 2604000 h 3717758"/>
              <a:gd name="connsiteX5263" fmla="*/ 2030374 w 7869956"/>
              <a:gd name="connsiteY5263" fmla="*/ 2603987 h 3717758"/>
              <a:gd name="connsiteX5264" fmla="*/ 2045628 w 7869956"/>
              <a:gd name="connsiteY5264" fmla="*/ 2619138 h 3717758"/>
              <a:gd name="connsiteX5265" fmla="*/ 2052497 w 7869956"/>
              <a:gd name="connsiteY5265" fmla="*/ 2610497 h 3717758"/>
              <a:gd name="connsiteX5266" fmla="*/ 2048486 w 7869956"/>
              <a:gd name="connsiteY5266" fmla="*/ 2606433 h 3717758"/>
              <a:gd name="connsiteX5267" fmla="*/ 2046361 w 7869956"/>
              <a:gd name="connsiteY5267" fmla="*/ 2604039 h 3717758"/>
              <a:gd name="connsiteX5268" fmla="*/ 2043655 w 7869956"/>
              <a:gd name="connsiteY5268" fmla="*/ 2604030 h 3717758"/>
              <a:gd name="connsiteX5269" fmla="*/ 2039188 w 7869956"/>
              <a:gd name="connsiteY5269" fmla="*/ 2614702 h 3717758"/>
              <a:gd name="connsiteX5270" fmla="*/ 2045628 w 7869956"/>
              <a:gd name="connsiteY5270" fmla="*/ 2619138 h 3717758"/>
              <a:gd name="connsiteX5271" fmla="*/ 2865842 w 7869956"/>
              <a:gd name="connsiteY5271" fmla="*/ 3093902 h 3717758"/>
              <a:gd name="connsiteX5272" fmla="*/ 2864914 w 7869956"/>
              <a:gd name="connsiteY5272" fmla="*/ 3070125 h 3717758"/>
              <a:gd name="connsiteX5273" fmla="*/ 2851465 w 7869956"/>
              <a:gd name="connsiteY5273" fmla="*/ 3079617 h 3717758"/>
              <a:gd name="connsiteX5274" fmla="*/ 2865842 w 7869956"/>
              <a:gd name="connsiteY5274" fmla="*/ 3093902 h 3717758"/>
              <a:gd name="connsiteX5275" fmla="*/ 2559032 w 7869956"/>
              <a:gd name="connsiteY5275" fmla="*/ 2917740 h 3717758"/>
              <a:gd name="connsiteX5276" fmla="*/ 2570904 w 7869956"/>
              <a:gd name="connsiteY5276" fmla="*/ 2905496 h 3717758"/>
              <a:gd name="connsiteX5277" fmla="*/ 2559032 w 7869956"/>
              <a:gd name="connsiteY5277" fmla="*/ 2917740 h 3717758"/>
              <a:gd name="connsiteX5278" fmla="*/ 465513 w 7869956"/>
              <a:gd name="connsiteY5278" fmla="*/ 1709467 h 3717758"/>
              <a:gd name="connsiteX5279" fmla="*/ 480338 w 7869956"/>
              <a:gd name="connsiteY5279" fmla="*/ 1707983 h 3717758"/>
              <a:gd name="connsiteX5280" fmla="*/ 457860 w 7869956"/>
              <a:gd name="connsiteY5280" fmla="*/ 1690499 h 3717758"/>
              <a:gd name="connsiteX5281" fmla="*/ 465513 w 7869956"/>
              <a:gd name="connsiteY5281" fmla="*/ 1709467 h 3717758"/>
              <a:gd name="connsiteX5282" fmla="*/ 2324788 w 7869956"/>
              <a:gd name="connsiteY5282" fmla="*/ 2786612 h 3717758"/>
              <a:gd name="connsiteX5283" fmla="*/ 2339937 w 7869956"/>
              <a:gd name="connsiteY5283" fmla="*/ 2774677 h 3717758"/>
              <a:gd name="connsiteX5284" fmla="*/ 2324788 w 7869956"/>
              <a:gd name="connsiteY5284" fmla="*/ 2786612 h 3717758"/>
              <a:gd name="connsiteX5285" fmla="*/ 562274 w 7869956"/>
              <a:gd name="connsiteY5285" fmla="*/ 1769526 h 3717758"/>
              <a:gd name="connsiteX5286" fmla="*/ 569122 w 7869956"/>
              <a:gd name="connsiteY5286" fmla="*/ 1759509 h 3717758"/>
              <a:gd name="connsiteX5287" fmla="*/ 559291 w 7869956"/>
              <a:gd name="connsiteY5287" fmla="*/ 1758783 h 3717758"/>
              <a:gd name="connsiteX5288" fmla="*/ 562274 w 7869956"/>
              <a:gd name="connsiteY5288" fmla="*/ 1769526 h 3717758"/>
              <a:gd name="connsiteX5289" fmla="*/ 3027055 w 7869956"/>
              <a:gd name="connsiteY5289" fmla="*/ 3195703 h 3717758"/>
              <a:gd name="connsiteX5290" fmla="*/ 3039066 w 7869956"/>
              <a:gd name="connsiteY5290" fmla="*/ 3178235 h 3717758"/>
              <a:gd name="connsiteX5291" fmla="*/ 3020623 w 7869956"/>
              <a:gd name="connsiteY5291" fmla="*/ 3189937 h 3717758"/>
              <a:gd name="connsiteX5292" fmla="*/ 3023916 w 7869956"/>
              <a:gd name="connsiteY5292" fmla="*/ 3190214 h 3717758"/>
              <a:gd name="connsiteX5293" fmla="*/ 3027055 w 7869956"/>
              <a:gd name="connsiteY5293" fmla="*/ 3195703 h 3717758"/>
              <a:gd name="connsiteX5294" fmla="*/ 1016661 w 7869956"/>
              <a:gd name="connsiteY5294" fmla="*/ 2035669 h 3717758"/>
              <a:gd name="connsiteX5295" fmla="*/ 1012639 w 7869956"/>
              <a:gd name="connsiteY5295" fmla="*/ 2032946 h 3717758"/>
              <a:gd name="connsiteX5296" fmla="*/ 1016397 w 7869956"/>
              <a:gd name="connsiteY5296" fmla="*/ 2017472 h 3717758"/>
              <a:gd name="connsiteX5297" fmla="*/ 1020741 w 7869956"/>
              <a:gd name="connsiteY5297" fmla="*/ 2036269 h 3717758"/>
              <a:gd name="connsiteX5298" fmla="*/ 1016661 w 7869956"/>
              <a:gd name="connsiteY5298" fmla="*/ 2035669 h 3717758"/>
              <a:gd name="connsiteX5299" fmla="*/ 387653 w 7869956"/>
              <a:gd name="connsiteY5299" fmla="*/ 1675827 h 3717758"/>
              <a:gd name="connsiteX5300" fmla="*/ 394522 w 7869956"/>
              <a:gd name="connsiteY5300" fmla="*/ 1667185 h 3717758"/>
              <a:gd name="connsiteX5301" fmla="*/ 386545 w 7869956"/>
              <a:gd name="connsiteY5301" fmla="*/ 1658651 h 3717758"/>
              <a:gd name="connsiteX5302" fmla="*/ 381212 w 7869956"/>
              <a:gd name="connsiteY5302" fmla="*/ 1671390 h 3717758"/>
              <a:gd name="connsiteX5303" fmla="*/ 387653 w 7869956"/>
              <a:gd name="connsiteY5303" fmla="*/ 1675827 h 3717758"/>
              <a:gd name="connsiteX5304" fmla="*/ 1207866 w 7869956"/>
              <a:gd name="connsiteY5304" fmla="*/ 2150589 h 3717758"/>
              <a:gd name="connsiteX5305" fmla="*/ 1206937 w 7869956"/>
              <a:gd name="connsiteY5305" fmla="*/ 2126814 h 3717758"/>
              <a:gd name="connsiteX5306" fmla="*/ 1193489 w 7869956"/>
              <a:gd name="connsiteY5306" fmla="*/ 2136305 h 3717758"/>
              <a:gd name="connsiteX5307" fmla="*/ 1207866 w 7869956"/>
              <a:gd name="connsiteY5307" fmla="*/ 2150589 h 3717758"/>
              <a:gd name="connsiteX5308" fmla="*/ 901056 w 7869956"/>
              <a:gd name="connsiteY5308" fmla="*/ 1974428 h 3717758"/>
              <a:gd name="connsiteX5309" fmla="*/ 912928 w 7869956"/>
              <a:gd name="connsiteY5309" fmla="*/ 1962184 h 3717758"/>
              <a:gd name="connsiteX5310" fmla="*/ 901056 w 7869956"/>
              <a:gd name="connsiteY5310" fmla="*/ 1974428 h 3717758"/>
              <a:gd name="connsiteX5311" fmla="*/ 666812 w 7869956"/>
              <a:gd name="connsiteY5311" fmla="*/ 1843300 h 3717758"/>
              <a:gd name="connsiteX5312" fmla="*/ 681961 w 7869956"/>
              <a:gd name="connsiteY5312" fmla="*/ 1831365 h 3717758"/>
              <a:gd name="connsiteX5313" fmla="*/ 666812 w 7869956"/>
              <a:gd name="connsiteY5313" fmla="*/ 1843300 h 3717758"/>
              <a:gd name="connsiteX5314" fmla="*/ 1369079 w 7869956"/>
              <a:gd name="connsiteY5314" fmla="*/ 2252390 h 3717758"/>
              <a:gd name="connsiteX5315" fmla="*/ 1381091 w 7869956"/>
              <a:gd name="connsiteY5315" fmla="*/ 2234922 h 3717758"/>
              <a:gd name="connsiteX5316" fmla="*/ 1362648 w 7869956"/>
              <a:gd name="connsiteY5316" fmla="*/ 2246625 h 3717758"/>
              <a:gd name="connsiteX5317" fmla="*/ 1365940 w 7869956"/>
              <a:gd name="connsiteY5317" fmla="*/ 2246903 h 3717758"/>
              <a:gd name="connsiteX5318" fmla="*/ 1369079 w 7869956"/>
              <a:gd name="connsiteY5318" fmla="*/ 2252390 h 3717758"/>
              <a:gd name="connsiteX5319" fmla="*/ 509944 w 7869956"/>
              <a:gd name="connsiteY5319" fmla="*/ 1760205 h 3717758"/>
              <a:gd name="connsiteX5320" fmla="*/ 519945 w 7869956"/>
              <a:gd name="connsiteY5320" fmla="*/ 1755691 h 3717758"/>
              <a:gd name="connsiteX5321" fmla="*/ 528711 w 7869956"/>
              <a:gd name="connsiteY5321" fmla="*/ 1737974 h 3717758"/>
              <a:gd name="connsiteX5322" fmla="*/ 509944 w 7869956"/>
              <a:gd name="connsiteY5322" fmla="*/ 1760205 h 3717758"/>
              <a:gd name="connsiteX5323" fmla="*/ 2298229 w 7869956"/>
              <a:gd name="connsiteY5323" fmla="*/ 2795020 h 3717758"/>
              <a:gd name="connsiteX5324" fmla="*/ 2316022 w 7869956"/>
              <a:gd name="connsiteY5324" fmla="*/ 2804265 h 3717758"/>
              <a:gd name="connsiteX5325" fmla="*/ 2298229 w 7869956"/>
              <a:gd name="connsiteY5325" fmla="*/ 2795020 h 3717758"/>
              <a:gd name="connsiteX5326" fmla="*/ 2021773 w 7869956"/>
              <a:gd name="connsiteY5326" fmla="*/ 2637282 h 3717758"/>
              <a:gd name="connsiteX5327" fmla="*/ 2022383 w 7869956"/>
              <a:gd name="connsiteY5327" fmla="*/ 2629372 h 3717758"/>
              <a:gd name="connsiteX5328" fmla="*/ 2009289 w 7869956"/>
              <a:gd name="connsiteY5328" fmla="*/ 2620815 h 3717758"/>
              <a:gd name="connsiteX5329" fmla="*/ 2009290 w 7869956"/>
              <a:gd name="connsiteY5329" fmla="*/ 2626947 h 3717758"/>
              <a:gd name="connsiteX5330" fmla="*/ 2280296 w 7869956"/>
              <a:gd name="connsiteY5330" fmla="*/ 2791016 h 3717758"/>
              <a:gd name="connsiteX5331" fmla="*/ 2288875 w 7869956"/>
              <a:gd name="connsiteY5331" fmla="*/ 2778573 h 3717758"/>
              <a:gd name="connsiteX5332" fmla="*/ 2288020 w 7869956"/>
              <a:gd name="connsiteY5332" fmla="*/ 2769521 h 3717758"/>
              <a:gd name="connsiteX5333" fmla="*/ 2281148 w 7869956"/>
              <a:gd name="connsiteY5333" fmla="*/ 2769188 h 3717758"/>
              <a:gd name="connsiteX5334" fmla="*/ 2276761 w 7869956"/>
              <a:gd name="connsiteY5334" fmla="*/ 2771805 h 3717758"/>
              <a:gd name="connsiteX5335" fmla="*/ 2265933 w 7869956"/>
              <a:gd name="connsiteY5335" fmla="*/ 2776779 h 3717758"/>
              <a:gd name="connsiteX5336" fmla="*/ 2280296 w 7869956"/>
              <a:gd name="connsiteY5336" fmla="*/ 2791016 h 3717758"/>
              <a:gd name="connsiteX5337" fmla="*/ 2758152 w 7869956"/>
              <a:gd name="connsiteY5337" fmla="*/ 3069768 h 3717758"/>
              <a:gd name="connsiteX5338" fmla="*/ 2792487 w 7869956"/>
              <a:gd name="connsiteY5338" fmla="*/ 3075055 h 3717758"/>
              <a:gd name="connsiteX5339" fmla="*/ 2758152 w 7869956"/>
              <a:gd name="connsiteY5339" fmla="*/ 3069768 h 3717758"/>
              <a:gd name="connsiteX5340" fmla="*/ 1993270 w 7869956"/>
              <a:gd name="connsiteY5340" fmla="*/ 2631779 h 3717758"/>
              <a:gd name="connsiteX5341" fmla="*/ 1995052 w 7869956"/>
              <a:gd name="connsiteY5341" fmla="*/ 2631892 h 3717758"/>
              <a:gd name="connsiteX5342" fmla="*/ 2007839 w 7869956"/>
              <a:gd name="connsiteY5342" fmla="*/ 2626000 h 3717758"/>
              <a:gd name="connsiteX5343" fmla="*/ 2004626 w 7869956"/>
              <a:gd name="connsiteY5343" fmla="*/ 2620825 h 3717758"/>
              <a:gd name="connsiteX5344" fmla="*/ 2004914 w 7869956"/>
              <a:gd name="connsiteY5344" fmla="*/ 2609614 h 3717758"/>
              <a:gd name="connsiteX5345" fmla="*/ 1993551 w 7869956"/>
              <a:gd name="connsiteY5345" fmla="*/ 2606120 h 3717758"/>
              <a:gd name="connsiteX5346" fmla="*/ 2001357 w 7869956"/>
              <a:gd name="connsiteY5346" fmla="*/ 2619819 h 3717758"/>
              <a:gd name="connsiteX5347" fmla="*/ 1998635 w 7869956"/>
              <a:gd name="connsiteY5347" fmla="*/ 2626186 h 3717758"/>
              <a:gd name="connsiteX5348" fmla="*/ 640252 w 7869956"/>
              <a:gd name="connsiteY5348" fmla="*/ 1851709 h 3717758"/>
              <a:gd name="connsiteX5349" fmla="*/ 658047 w 7869956"/>
              <a:gd name="connsiteY5349" fmla="*/ 1860954 h 3717758"/>
              <a:gd name="connsiteX5350" fmla="*/ 640252 w 7869956"/>
              <a:gd name="connsiteY5350" fmla="*/ 1851709 h 3717758"/>
              <a:gd name="connsiteX5351" fmla="*/ 280072 w 7869956"/>
              <a:gd name="connsiteY5351" fmla="*/ 1647801 h 3717758"/>
              <a:gd name="connsiteX5352" fmla="*/ 301917 w 7869956"/>
              <a:gd name="connsiteY5352" fmla="*/ 1631135 h 3717758"/>
              <a:gd name="connsiteX5353" fmla="*/ 280072 w 7869956"/>
              <a:gd name="connsiteY5353" fmla="*/ 1647801 h 3717758"/>
              <a:gd name="connsiteX5354" fmla="*/ 1983244 w 7869956"/>
              <a:gd name="connsiteY5354" fmla="*/ 2631145 h 3717758"/>
              <a:gd name="connsiteX5355" fmla="*/ 1992322 w 7869956"/>
              <a:gd name="connsiteY5355" fmla="*/ 2631720 h 3717758"/>
              <a:gd name="connsiteX5356" fmla="*/ 1988030 w 7869956"/>
              <a:gd name="connsiteY5356" fmla="*/ 2625625 h 3717758"/>
              <a:gd name="connsiteX5357" fmla="*/ 622320 w 7869956"/>
              <a:gd name="connsiteY5357" fmla="*/ 1847705 h 3717758"/>
              <a:gd name="connsiteX5358" fmla="*/ 630899 w 7869956"/>
              <a:gd name="connsiteY5358" fmla="*/ 1835261 h 3717758"/>
              <a:gd name="connsiteX5359" fmla="*/ 629648 w 7869956"/>
              <a:gd name="connsiteY5359" fmla="*/ 1822012 h 3717758"/>
              <a:gd name="connsiteX5360" fmla="*/ 607957 w 7869956"/>
              <a:gd name="connsiteY5360" fmla="*/ 1833467 h 3717758"/>
              <a:gd name="connsiteX5361" fmla="*/ 622320 w 7869956"/>
              <a:gd name="connsiteY5361" fmla="*/ 1847705 h 3717758"/>
              <a:gd name="connsiteX5362" fmla="*/ 1100175 w 7869956"/>
              <a:gd name="connsiteY5362" fmla="*/ 2126457 h 3717758"/>
              <a:gd name="connsiteX5363" fmla="*/ 1134511 w 7869956"/>
              <a:gd name="connsiteY5363" fmla="*/ 2131743 h 3717758"/>
              <a:gd name="connsiteX5364" fmla="*/ 1100175 w 7869956"/>
              <a:gd name="connsiteY5364" fmla="*/ 2126457 h 3717758"/>
              <a:gd name="connsiteX5365" fmla="*/ 2445211 w 7869956"/>
              <a:gd name="connsiteY5365" fmla="*/ 2905377 h 3717758"/>
              <a:gd name="connsiteX5366" fmla="*/ 2456009 w 7869956"/>
              <a:gd name="connsiteY5366" fmla="*/ 2901832 h 3717758"/>
              <a:gd name="connsiteX5367" fmla="*/ 2451479 w 7869956"/>
              <a:gd name="connsiteY5367" fmla="*/ 2888381 h 3717758"/>
              <a:gd name="connsiteX5368" fmla="*/ 2434783 w 7869956"/>
              <a:gd name="connsiteY5368" fmla="*/ 2897595 h 3717758"/>
              <a:gd name="connsiteX5369" fmla="*/ 2445211 w 7869956"/>
              <a:gd name="connsiteY5369" fmla="*/ 2905377 h 3717758"/>
              <a:gd name="connsiteX5370" fmla="*/ 2323196 w 7869956"/>
              <a:gd name="connsiteY5370" fmla="*/ 2838987 h 3717758"/>
              <a:gd name="connsiteX5371" fmla="*/ 2330245 w 7869956"/>
              <a:gd name="connsiteY5371" fmla="*/ 2823776 h 3717758"/>
              <a:gd name="connsiteX5372" fmla="*/ 2329920 w 7869956"/>
              <a:gd name="connsiteY5372" fmla="*/ 2834241 h 3717758"/>
              <a:gd name="connsiteX5373" fmla="*/ 2341608 w 7869956"/>
              <a:gd name="connsiteY5373" fmla="*/ 2827316 h 3717758"/>
              <a:gd name="connsiteX5374" fmla="*/ 2343679 w 7869956"/>
              <a:gd name="connsiteY5374" fmla="*/ 2814330 h 3717758"/>
              <a:gd name="connsiteX5375" fmla="*/ 2337402 w 7869956"/>
              <a:gd name="connsiteY5375" fmla="*/ 2803322 h 3717758"/>
              <a:gd name="connsiteX5376" fmla="*/ 2335208 w 7869956"/>
              <a:gd name="connsiteY5376" fmla="*/ 2821580 h 3717758"/>
              <a:gd name="connsiteX5377" fmla="*/ 2328977 w 7869956"/>
              <a:gd name="connsiteY5377" fmla="*/ 2810574 h 3717758"/>
              <a:gd name="connsiteX5378" fmla="*/ 2323196 w 7869956"/>
              <a:gd name="connsiteY5378" fmla="*/ 2838987 h 3717758"/>
              <a:gd name="connsiteX5379" fmla="*/ 258675 w 7869956"/>
              <a:gd name="connsiteY5379" fmla="*/ 1648777 h 3717758"/>
              <a:gd name="connsiteX5380" fmla="*/ 268986 w 7869956"/>
              <a:gd name="connsiteY5380" fmla="*/ 1633796 h 3717758"/>
              <a:gd name="connsiteX5381" fmla="*/ 273671 w 7869956"/>
              <a:gd name="connsiteY5381" fmla="*/ 1642052 h 3717758"/>
              <a:gd name="connsiteX5382" fmla="*/ 258675 w 7869956"/>
              <a:gd name="connsiteY5382" fmla="*/ 1648777 h 3717758"/>
              <a:gd name="connsiteX5383" fmla="*/ 787235 w 7869956"/>
              <a:gd name="connsiteY5383" fmla="*/ 1962066 h 3717758"/>
              <a:gd name="connsiteX5384" fmla="*/ 798033 w 7869956"/>
              <a:gd name="connsiteY5384" fmla="*/ 1958520 h 3717758"/>
              <a:gd name="connsiteX5385" fmla="*/ 793503 w 7869956"/>
              <a:gd name="connsiteY5385" fmla="*/ 1945070 h 3717758"/>
              <a:gd name="connsiteX5386" fmla="*/ 776806 w 7869956"/>
              <a:gd name="connsiteY5386" fmla="*/ 1954284 h 3717758"/>
              <a:gd name="connsiteX5387" fmla="*/ 787235 w 7869956"/>
              <a:gd name="connsiteY5387" fmla="*/ 1962066 h 3717758"/>
              <a:gd name="connsiteX5388" fmla="*/ 2213093 w 7869956"/>
              <a:gd name="connsiteY5388" fmla="*/ 2788589 h 3717758"/>
              <a:gd name="connsiteX5389" fmla="*/ 2226712 w 7869956"/>
              <a:gd name="connsiteY5389" fmla="*/ 2773903 h 3717758"/>
              <a:gd name="connsiteX5390" fmla="*/ 2224961 w 7869956"/>
              <a:gd name="connsiteY5390" fmla="*/ 2773434 h 3717758"/>
              <a:gd name="connsiteX5391" fmla="*/ 2217508 w 7869956"/>
              <a:gd name="connsiteY5391" fmla="*/ 2774414 h 3717758"/>
              <a:gd name="connsiteX5392" fmla="*/ 2203277 w 7869956"/>
              <a:gd name="connsiteY5392" fmla="*/ 2771934 h 3717758"/>
              <a:gd name="connsiteX5393" fmla="*/ 2203404 w 7869956"/>
              <a:gd name="connsiteY5393" fmla="*/ 2772467 h 3717758"/>
              <a:gd name="connsiteX5394" fmla="*/ 2213093 w 7869956"/>
              <a:gd name="connsiteY5394" fmla="*/ 2788589 h 3717758"/>
              <a:gd name="connsiteX5395" fmla="*/ 665220 w 7869956"/>
              <a:gd name="connsiteY5395" fmla="*/ 1895676 h 3717758"/>
              <a:gd name="connsiteX5396" fmla="*/ 672269 w 7869956"/>
              <a:gd name="connsiteY5396" fmla="*/ 1880465 h 3717758"/>
              <a:gd name="connsiteX5397" fmla="*/ 671945 w 7869956"/>
              <a:gd name="connsiteY5397" fmla="*/ 1890930 h 3717758"/>
              <a:gd name="connsiteX5398" fmla="*/ 683632 w 7869956"/>
              <a:gd name="connsiteY5398" fmla="*/ 1884004 h 3717758"/>
              <a:gd name="connsiteX5399" fmla="*/ 685703 w 7869956"/>
              <a:gd name="connsiteY5399" fmla="*/ 1871018 h 3717758"/>
              <a:gd name="connsiteX5400" fmla="*/ 679427 w 7869956"/>
              <a:gd name="connsiteY5400" fmla="*/ 1860011 h 3717758"/>
              <a:gd name="connsiteX5401" fmla="*/ 677232 w 7869956"/>
              <a:gd name="connsiteY5401" fmla="*/ 1878268 h 3717758"/>
              <a:gd name="connsiteX5402" fmla="*/ 671001 w 7869956"/>
              <a:gd name="connsiteY5402" fmla="*/ 1867262 h 3717758"/>
              <a:gd name="connsiteX5403" fmla="*/ 665220 w 7869956"/>
              <a:gd name="connsiteY5403" fmla="*/ 1895676 h 3717758"/>
              <a:gd name="connsiteX5404" fmla="*/ 513358 w 7869956"/>
              <a:gd name="connsiteY5404" fmla="*/ 1810388 h 3717758"/>
              <a:gd name="connsiteX5405" fmla="*/ 525385 w 7869956"/>
              <a:gd name="connsiteY5405" fmla="*/ 1792950 h 3717758"/>
              <a:gd name="connsiteX5406" fmla="*/ 513358 w 7869956"/>
              <a:gd name="connsiteY5406" fmla="*/ 1810388 h 3717758"/>
              <a:gd name="connsiteX5407" fmla="*/ 2469550 w 7869956"/>
              <a:gd name="connsiteY5407" fmla="*/ 2942308 h 3717758"/>
              <a:gd name="connsiteX5408" fmla="*/ 2491101 w 7869956"/>
              <a:gd name="connsiteY5408" fmla="*/ 2936078 h 3717758"/>
              <a:gd name="connsiteX5409" fmla="*/ 2469550 w 7869956"/>
              <a:gd name="connsiteY5409" fmla="*/ 2942308 h 3717758"/>
              <a:gd name="connsiteX5410" fmla="*/ 2643858 w 7869956"/>
              <a:gd name="connsiteY5410" fmla="*/ 3045097 h 3717758"/>
              <a:gd name="connsiteX5411" fmla="*/ 2637657 w 7869956"/>
              <a:gd name="connsiteY5411" fmla="*/ 3034137 h 3717758"/>
              <a:gd name="connsiteX5412" fmla="*/ 2647289 w 7869956"/>
              <a:gd name="connsiteY5412" fmla="*/ 3040165 h 3717758"/>
              <a:gd name="connsiteX5413" fmla="*/ 2643858 w 7869956"/>
              <a:gd name="connsiteY5413" fmla="*/ 3045097 h 3717758"/>
              <a:gd name="connsiteX5414" fmla="*/ 2672086 w 7869956"/>
              <a:gd name="connsiteY5414" fmla="*/ 3063181 h 3717758"/>
              <a:gd name="connsiteX5415" fmla="*/ 2684472 w 7869956"/>
              <a:gd name="connsiteY5415" fmla="*/ 3061450 h 3717758"/>
              <a:gd name="connsiteX5416" fmla="*/ 2668069 w 7869956"/>
              <a:gd name="connsiteY5416" fmla="*/ 3060152 h 3717758"/>
              <a:gd name="connsiteX5417" fmla="*/ 2672086 w 7869956"/>
              <a:gd name="connsiteY5417" fmla="*/ 3063181 h 3717758"/>
              <a:gd name="connsiteX5418" fmla="*/ 2241724 w 7869956"/>
              <a:gd name="connsiteY5418" fmla="*/ 2816942 h 3717758"/>
              <a:gd name="connsiteX5419" fmla="*/ 2252345 w 7869956"/>
              <a:gd name="connsiteY5419" fmla="*/ 2791496 h 3717758"/>
              <a:gd name="connsiteX5420" fmla="*/ 2242683 w 7869956"/>
              <a:gd name="connsiteY5420" fmla="*/ 2785467 h 3717758"/>
              <a:gd name="connsiteX5421" fmla="*/ 2242188 w 7869956"/>
              <a:gd name="connsiteY5421" fmla="*/ 2801204 h 3717758"/>
              <a:gd name="connsiteX5422" fmla="*/ 2237026 w 7869956"/>
              <a:gd name="connsiteY5422" fmla="*/ 2808687 h 3717758"/>
              <a:gd name="connsiteX5423" fmla="*/ 2241724 w 7869956"/>
              <a:gd name="connsiteY5423" fmla="*/ 2816942 h 3717758"/>
              <a:gd name="connsiteX5424" fmla="*/ 2361938 w 7869956"/>
              <a:gd name="connsiteY5424" fmla="*/ 2889066 h 3717758"/>
              <a:gd name="connsiteX5425" fmla="*/ 2372806 w 7869956"/>
              <a:gd name="connsiteY5425" fmla="*/ 2882275 h 3717758"/>
              <a:gd name="connsiteX5426" fmla="*/ 2351580 w 7869956"/>
              <a:gd name="connsiteY5426" fmla="*/ 2877992 h 3717758"/>
              <a:gd name="connsiteX5427" fmla="*/ 2361938 w 7869956"/>
              <a:gd name="connsiteY5427" fmla="*/ 2889066 h 3717758"/>
              <a:gd name="connsiteX5428" fmla="*/ 2177057 w 7869956"/>
              <a:gd name="connsiteY5428" fmla="*/ 2785805 h 3717758"/>
              <a:gd name="connsiteX5429" fmla="*/ 2188915 w 7869956"/>
              <a:gd name="connsiteY5429" fmla="*/ 2773625 h 3717758"/>
              <a:gd name="connsiteX5430" fmla="*/ 2198283 w 7869956"/>
              <a:gd name="connsiteY5430" fmla="*/ 2790058 h 3717758"/>
              <a:gd name="connsiteX5431" fmla="*/ 2195436 w 7869956"/>
              <a:gd name="connsiteY5431" fmla="*/ 2775408 h 3717758"/>
              <a:gd name="connsiteX5432" fmla="*/ 2197170 w 7869956"/>
              <a:gd name="connsiteY5432" fmla="*/ 2770869 h 3717758"/>
              <a:gd name="connsiteX5433" fmla="*/ 2171740 w 7869956"/>
              <a:gd name="connsiteY5433" fmla="*/ 2766436 h 3717758"/>
              <a:gd name="connsiteX5434" fmla="*/ 2163395 w 7869956"/>
              <a:gd name="connsiteY5434" fmla="*/ 2770883 h 3717758"/>
              <a:gd name="connsiteX5435" fmla="*/ 2162949 w 7869956"/>
              <a:gd name="connsiteY5435" fmla="*/ 2770812 h 3717758"/>
              <a:gd name="connsiteX5436" fmla="*/ 2165097 w 7869956"/>
              <a:gd name="connsiteY5436" fmla="*/ 2773850 h 3717758"/>
              <a:gd name="connsiteX5437" fmla="*/ 2170982 w 7869956"/>
              <a:gd name="connsiteY5437" fmla="*/ 2769573 h 3717758"/>
              <a:gd name="connsiteX5438" fmla="*/ 2177057 w 7869956"/>
              <a:gd name="connsiteY5438" fmla="*/ 2785805 h 3717758"/>
              <a:gd name="connsiteX5439" fmla="*/ 811574 w 7869956"/>
              <a:gd name="connsiteY5439" fmla="*/ 1998998 h 3717758"/>
              <a:gd name="connsiteX5440" fmla="*/ 833124 w 7869956"/>
              <a:gd name="connsiteY5440" fmla="*/ 1992767 h 3717758"/>
              <a:gd name="connsiteX5441" fmla="*/ 811574 w 7869956"/>
              <a:gd name="connsiteY5441" fmla="*/ 1998998 h 3717758"/>
              <a:gd name="connsiteX5442" fmla="*/ 375568 w 7869956"/>
              <a:gd name="connsiteY5442" fmla="*/ 1749301 h 3717758"/>
              <a:gd name="connsiteX5443" fmla="*/ 366028 w 7869956"/>
              <a:gd name="connsiteY5443" fmla="*/ 1738517 h 3717758"/>
              <a:gd name="connsiteX5444" fmla="*/ 385537 w 7869956"/>
              <a:gd name="connsiteY5444" fmla="*/ 1745289 h 3717758"/>
              <a:gd name="connsiteX5445" fmla="*/ 375568 w 7869956"/>
              <a:gd name="connsiteY5445" fmla="*/ 1749301 h 3717758"/>
              <a:gd name="connsiteX5446" fmla="*/ 985881 w 7869956"/>
              <a:gd name="connsiteY5446" fmla="*/ 2101787 h 3717758"/>
              <a:gd name="connsiteX5447" fmla="*/ 979681 w 7869956"/>
              <a:gd name="connsiteY5447" fmla="*/ 2090827 h 3717758"/>
              <a:gd name="connsiteX5448" fmla="*/ 989312 w 7869956"/>
              <a:gd name="connsiteY5448" fmla="*/ 2096855 h 3717758"/>
              <a:gd name="connsiteX5449" fmla="*/ 985881 w 7869956"/>
              <a:gd name="connsiteY5449" fmla="*/ 2101787 h 3717758"/>
              <a:gd name="connsiteX5450" fmla="*/ 1014109 w 7869956"/>
              <a:gd name="connsiteY5450" fmla="*/ 2119870 h 3717758"/>
              <a:gd name="connsiteX5451" fmla="*/ 1026496 w 7869956"/>
              <a:gd name="connsiteY5451" fmla="*/ 2118139 h 3717758"/>
              <a:gd name="connsiteX5452" fmla="*/ 1010093 w 7869956"/>
              <a:gd name="connsiteY5452" fmla="*/ 2116841 h 3717758"/>
              <a:gd name="connsiteX5453" fmla="*/ 1014109 w 7869956"/>
              <a:gd name="connsiteY5453" fmla="*/ 2119870 h 3717758"/>
              <a:gd name="connsiteX5454" fmla="*/ 433600 w 7869956"/>
              <a:gd name="connsiteY5454" fmla="*/ 1785780 h 3717758"/>
              <a:gd name="connsiteX5455" fmla="*/ 422530 w 7869956"/>
              <a:gd name="connsiteY5455" fmla="*/ 1771788 h 3717758"/>
              <a:gd name="connsiteX5456" fmla="*/ 442350 w 7869956"/>
              <a:gd name="connsiteY5456" fmla="*/ 1768078 h 3717758"/>
              <a:gd name="connsiteX5457" fmla="*/ 432209 w 7869956"/>
              <a:gd name="connsiteY5457" fmla="*/ 1777802 h 3717758"/>
              <a:gd name="connsiteX5458" fmla="*/ 433600 w 7869956"/>
              <a:gd name="connsiteY5458" fmla="*/ 1785780 h 3717758"/>
              <a:gd name="connsiteX5459" fmla="*/ 2215475 w 7869956"/>
              <a:gd name="connsiteY5459" fmla="*/ 2814916 h 3717758"/>
              <a:gd name="connsiteX5460" fmla="*/ 2230470 w 7869956"/>
              <a:gd name="connsiteY5460" fmla="*/ 2808223 h 3717758"/>
              <a:gd name="connsiteX5461" fmla="*/ 2215475 w 7869956"/>
              <a:gd name="connsiteY5461" fmla="*/ 2814916 h 3717758"/>
              <a:gd name="connsiteX5462" fmla="*/ 583748 w 7869956"/>
              <a:gd name="connsiteY5462" fmla="*/ 1873631 h 3717758"/>
              <a:gd name="connsiteX5463" fmla="*/ 594369 w 7869956"/>
              <a:gd name="connsiteY5463" fmla="*/ 1848185 h 3717758"/>
              <a:gd name="connsiteX5464" fmla="*/ 584707 w 7869956"/>
              <a:gd name="connsiteY5464" fmla="*/ 1842156 h 3717758"/>
              <a:gd name="connsiteX5465" fmla="*/ 584212 w 7869956"/>
              <a:gd name="connsiteY5465" fmla="*/ 1857893 h 3717758"/>
              <a:gd name="connsiteX5466" fmla="*/ 579049 w 7869956"/>
              <a:gd name="connsiteY5466" fmla="*/ 1865376 h 3717758"/>
              <a:gd name="connsiteX5467" fmla="*/ 583748 w 7869956"/>
              <a:gd name="connsiteY5467" fmla="*/ 1873631 h 3717758"/>
              <a:gd name="connsiteX5468" fmla="*/ 2140872 w 7869956"/>
              <a:gd name="connsiteY5468" fmla="*/ 2772908 h 3717758"/>
              <a:gd name="connsiteX5469" fmla="*/ 2147956 w 7869956"/>
              <a:gd name="connsiteY5469" fmla="*/ 2770072 h 3717758"/>
              <a:gd name="connsiteX5470" fmla="*/ 2150727 w 7869956"/>
              <a:gd name="connsiteY5470" fmla="*/ 2769108 h 3717758"/>
              <a:gd name="connsiteX5471" fmla="*/ 2147046 w 7869956"/>
              <a:gd name="connsiteY5471" fmla="*/ 2768715 h 3717758"/>
              <a:gd name="connsiteX5472" fmla="*/ 703961 w 7869956"/>
              <a:gd name="connsiteY5472" fmla="*/ 1945755 h 3717758"/>
              <a:gd name="connsiteX5473" fmla="*/ 714830 w 7869956"/>
              <a:gd name="connsiteY5473" fmla="*/ 1938964 h 3717758"/>
              <a:gd name="connsiteX5474" fmla="*/ 693604 w 7869956"/>
              <a:gd name="connsiteY5474" fmla="*/ 1934681 h 3717758"/>
              <a:gd name="connsiteX5475" fmla="*/ 703961 w 7869956"/>
              <a:gd name="connsiteY5475" fmla="*/ 1945755 h 3717758"/>
              <a:gd name="connsiteX5476" fmla="*/ 2136306 w 7869956"/>
              <a:gd name="connsiteY5476" fmla="*/ 2774737 h 3717758"/>
              <a:gd name="connsiteX5477" fmla="*/ 2137932 w 7869956"/>
              <a:gd name="connsiteY5477" fmla="*/ 2774086 h 3717758"/>
              <a:gd name="connsiteX5478" fmla="*/ 2135955 w 7869956"/>
              <a:gd name="connsiteY5478" fmla="*/ 2773193 h 3717758"/>
              <a:gd name="connsiteX5479" fmla="*/ 2169883 w 7869956"/>
              <a:gd name="connsiteY5479" fmla="*/ 2800847 h 3717758"/>
              <a:gd name="connsiteX5480" fmla="*/ 2176780 w 7869956"/>
              <a:gd name="connsiteY5480" fmla="*/ 2790877 h 3717758"/>
              <a:gd name="connsiteX5481" fmla="*/ 2165230 w 7869956"/>
              <a:gd name="connsiteY5481" fmla="*/ 2792640 h 3717758"/>
              <a:gd name="connsiteX5482" fmla="*/ 2169883 w 7869956"/>
              <a:gd name="connsiteY5482" fmla="*/ 2800847 h 3717758"/>
              <a:gd name="connsiteX5483" fmla="*/ 557498 w 7869956"/>
              <a:gd name="connsiteY5483" fmla="*/ 1871605 h 3717758"/>
              <a:gd name="connsiteX5484" fmla="*/ 572494 w 7869956"/>
              <a:gd name="connsiteY5484" fmla="*/ 1864912 h 3717758"/>
              <a:gd name="connsiteX5485" fmla="*/ 557498 w 7869956"/>
              <a:gd name="connsiteY5485" fmla="*/ 1871605 h 3717758"/>
              <a:gd name="connsiteX5486" fmla="*/ 2808512 w 7869956"/>
              <a:gd name="connsiteY5486" fmla="*/ 3172863 h 3717758"/>
              <a:gd name="connsiteX5487" fmla="*/ 2811348 w 7869956"/>
              <a:gd name="connsiteY5487" fmla="*/ 3157948 h 3717758"/>
              <a:gd name="connsiteX5488" fmla="*/ 2804439 w 7869956"/>
              <a:gd name="connsiteY5488" fmla="*/ 3167934 h 3717758"/>
              <a:gd name="connsiteX5489" fmla="*/ 2808512 w 7869956"/>
              <a:gd name="connsiteY5489" fmla="*/ 3172863 h 3717758"/>
              <a:gd name="connsiteX5490" fmla="*/ 2111632 w 7869956"/>
              <a:gd name="connsiteY5490" fmla="*/ 2775494 h 3717758"/>
              <a:gd name="connsiteX5491" fmla="*/ 2116657 w 7869956"/>
              <a:gd name="connsiteY5491" fmla="*/ 2773238 h 3717758"/>
              <a:gd name="connsiteX5492" fmla="*/ 2118027 w 7869956"/>
              <a:gd name="connsiteY5492" fmla="*/ 2768968 h 3717758"/>
              <a:gd name="connsiteX5493" fmla="*/ 2110870 w 7869956"/>
              <a:gd name="connsiteY5493" fmla="*/ 2769782 h 3717758"/>
              <a:gd name="connsiteX5494" fmla="*/ 2110523 w 7869956"/>
              <a:gd name="connsiteY5494" fmla="*/ 2769819 h 3717758"/>
              <a:gd name="connsiteX5495" fmla="*/ 511907 w 7869956"/>
              <a:gd name="connsiteY5495" fmla="*/ 1857537 h 3717758"/>
              <a:gd name="connsiteX5496" fmla="*/ 518803 w 7869956"/>
              <a:gd name="connsiteY5496" fmla="*/ 1847566 h 3717758"/>
              <a:gd name="connsiteX5497" fmla="*/ 507254 w 7869956"/>
              <a:gd name="connsiteY5497" fmla="*/ 1849329 h 3717758"/>
              <a:gd name="connsiteX5498" fmla="*/ 511907 w 7869956"/>
              <a:gd name="connsiteY5498" fmla="*/ 1857537 h 3717758"/>
              <a:gd name="connsiteX5499" fmla="*/ 2083914 w 7869956"/>
              <a:gd name="connsiteY5499" fmla="*/ 2765274 h 3717758"/>
              <a:gd name="connsiteX5500" fmla="*/ 2083919 w 7869956"/>
              <a:gd name="connsiteY5500" fmla="*/ 2765246 h 3717758"/>
              <a:gd name="connsiteX5501" fmla="*/ 2083783 w 7869956"/>
              <a:gd name="connsiteY5501" fmla="*/ 2765182 h 3717758"/>
              <a:gd name="connsiteX5502" fmla="*/ 1150535 w 7869956"/>
              <a:gd name="connsiteY5502" fmla="*/ 2229553 h 3717758"/>
              <a:gd name="connsiteX5503" fmla="*/ 1153371 w 7869956"/>
              <a:gd name="connsiteY5503" fmla="*/ 2214637 h 3717758"/>
              <a:gd name="connsiteX5504" fmla="*/ 1146462 w 7869956"/>
              <a:gd name="connsiteY5504" fmla="*/ 2224624 h 3717758"/>
              <a:gd name="connsiteX5505" fmla="*/ 1150535 w 7869956"/>
              <a:gd name="connsiteY5505" fmla="*/ 2229553 h 3717758"/>
              <a:gd name="connsiteX5506" fmla="*/ 2325962 w 7869956"/>
              <a:gd name="connsiteY5506" fmla="*/ 2910120 h 3717758"/>
              <a:gd name="connsiteX5507" fmla="*/ 2319732 w 7869956"/>
              <a:gd name="connsiteY5507" fmla="*/ 2899159 h 3717758"/>
              <a:gd name="connsiteX5508" fmla="*/ 2328157 w 7869956"/>
              <a:gd name="connsiteY5508" fmla="*/ 2891955 h 3717758"/>
              <a:gd name="connsiteX5509" fmla="*/ 2325962 w 7869956"/>
              <a:gd name="connsiteY5509" fmla="*/ 2910120 h 3717758"/>
              <a:gd name="connsiteX5510" fmla="*/ 2095014 w 7869956"/>
              <a:gd name="connsiteY5510" fmla="*/ 2779265 h 3717758"/>
              <a:gd name="connsiteX5511" fmla="*/ 2108107 w 7869956"/>
              <a:gd name="connsiteY5511" fmla="*/ 2780286 h 3717758"/>
              <a:gd name="connsiteX5512" fmla="*/ 2107232 w 7869956"/>
              <a:gd name="connsiteY5512" fmla="*/ 2773658 h 3717758"/>
              <a:gd name="connsiteX5513" fmla="*/ 2107035 w 7869956"/>
              <a:gd name="connsiteY5513" fmla="*/ 2770198 h 3717758"/>
              <a:gd name="connsiteX5514" fmla="*/ 2096857 w 7869956"/>
              <a:gd name="connsiteY5514" fmla="*/ 2771303 h 3717758"/>
              <a:gd name="connsiteX5515" fmla="*/ 2091269 w 7869956"/>
              <a:gd name="connsiteY5515" fmla="*/ 2768687 h 3717758"/>
              <a:gd name="connsiteX5516" fmla="*/ 2090299 w 7869956"/>
              <a:gd name="connsiteY5516" fmla="*/ 2770996 h 3717758"/>
              <a:gd name="connsiteX5517" fmla="*/ 2095014 w 7869956"/>
              <a:gd name="connsiteY5517" fmla="*/ 2779265 h 3717758"/>
              <a:gd name="connsiteX5518" fmla="*/ 2679431 w 7869956"/>
              <a:gd name="connsiteY5518" fmla="*/ 3118788 h 3717758"/>
              <a:gd name="connsiteX5519" fmla="*/ 2695973 w 7869956"/>
              <a:gd name="connsiteY5519" fmla="*/ 3114831 h 3717758"/>
              <a:gd name="connsiteX5520" fmla="*/ 2687688 w 7869956"/>
              <a:gd name="connsiteY5520" fmla="*/ 3116857 h 3717758"/>
              <a:gd name="connsiteX5521" fmla="*/ 2687858 w 7869956"/>
              <a:gd name="connsiteY5521" fmla="*/ 3111599 h 3717758"/>
              <a:gd name="connsiteX5522" fmla="*/ 2679431 w 7869956"/>
              <a:gd name="connsiteY5522" fmla="*/ 3118788 h 3717758"/>
              <a:gd name="connsiteX5523" fmla="*/ 2117384 w 7869956"/>
              <a:gd name="connsiteY5523" fmla="*/ 2798853 h 3717758"/>
              <a:gd name="connsiteX5524" fmla="*/ 2125716 w 7869956"/>
              <a:gd name="connsiteY5524" fmla="*/ 2794802 h 3717758"/>
              <a:gd name="connsiteX5525" fmla="*/ 2109329 w 7869956"/>
              <a:gd name="connsiteY5525" fmla="*/ 2793535 h 3717758"/>
              <a:gd name="connsiteX5526" fmla="*/ 2117384 w 7869956"/>
              <a:gd name="connsiteY5526" fmla="*/ 2798853 h 3717758"/>
              <a:gd name="connsiteX5527" fmla="*/ 416170 w 7869956"/>
              <a:gd name="connsiteY5527" fmla="*/ 1817258 h 3717758"/>
              <a:gd name="connsiteX5528" fmla="*/ 425937 w 7869956"/>
              <a:gd name="connsiteY5528" fmla="*/ 1821964 h 3717758"/>
              <a:gd name="connsiteX5529" fmla="*/ 416413 w 7869956"/>
              <a:gd name="connsiteY5529" fmla="*/ 1810726 h 3717758"/>
              <a:gd name="connsiteX5530" fmla="*/ 416170 w 7869956"/>
              <a:gd name="connsiteY5530" fmla="*/ 1817258 h 3717758"/>
              <a:gd name="connsiteX5531" fmla="*/ 667986 w 7869956"/>
              <a:gd name="connsiteY5531" fmla="*/ 1966811 h 3717758"/>
              <a:gd name="connsiteX5532" fmla="*/ 661754 w 7869956"/>
              <a:gd name="connsiteY5532" fmla="*/ 1955850 h 3717758"/>
              <a:gd name="connsiteX5533" fmla="*/ 670180 w 7869956"/>
              <a:gd name="connsiteY5533" fmla="*/ 1948645 h 3717758"/>
              <a:gd name="connsiteX5534" fmla="*/ 667986 w 7869956"/>
              <a:gd name="connsiteY5534" fmla="*/ 1966811 h 3717758"/>
              <a:gd name="connsiteX5535" fmla="*/ 437037 w 7869956"/>
              <a:gd name="connsiteY5535" fmla="*/ 1835955 h 3717758"/>
              <a:gd name="connsiteX5536" fmla="*/ 450130 w 7869956"/>
              <a:gd name="connsiteY5536" fmla="*/ 1836976 h 3717758"/>
              <a:gd name="connsiteX5537" fmla="*/ 448879 w 7869956"/>
              <a:gd name="connsiteY5537" fmla="*/ 1823743 h 3717758"/>
              <a:gd name="connsiteX5538" fmla="*/ 437655 w 7869956"/>
              <a:gd name="connsiteY5538" fmla="*/ 1814993 h 3717758"/>
              <a:gd name="connsiteX5539" fmla="*/ 432322 w 7869956"/>
              <a:gd name="connsiteY5539" fmla="*/ 1827686 h 3717758"/>
              <a:gd name="connsiteX5540" fmla="*/ 437037 w 7869956"/>
              <a:gd name="connsiteY5540" fmla="*/ 1835955 h 3717758"/>
              <a:gd name="connsiteX5541" fmla="*/ 2270553 w 7869956"/>
              <a:gd name="connsiteY5541" fmla="*/ 2895358 h 3717758"/>
              <a:gd name="connsiteX5542" fmla="*/ 2293959 w 7869956"/>
              <a:gd name="connsiteY5542" fmla="*/ 2881414 h 3717758"/>
              <a:gd name="connsiteX5543" fmla="*/ 2286771 w 7869956"/>
              <a:gd name="connsiteY5543" fmla="*/ 2901836 h 3717758"/>
              <a:gd name="connsiteX5544" fmla="*/ 2270553 w 7869956"/>
              <a:gd name="connsiteY5544" fmla="*/ 2895358 h 3717758"/>
              <a:gd name="connsiteX5545" fmla="*/ 1021454 w 7869956"/>
              <a:gd name="connsiteY5545" fmla="*/ 2175478 h 3717758"/>
              <a:gd name="connsiteX5546" fmla="*/ 1037997 w 7869956"/>
              <a:gd name="connsiteY5546" fmla="*/ 2171521 h 3717758"/>
              <a:gd name="connsiteX5547" fmla="*/ 1029711 w 7869956"/>
              <a:gd name="connsiteY5547" fmla="*/ 2173547 h 3717758"/>
              <a:gd name="connsiteX5548" fmla="*/ 1029881 w 7869956"/>
              <a:gd name="connsiteY5548" fmla="*/ 2168290 h 3717758"/>
              <a:gd name="connsiteX5549" fmla="*/ 1021454 w 7869956"/>
              <a:gd name="connsiteY5549" fmla="*/ 2175478 h 3717758"/>
              <a:gd name="connsiteX5550" fmla="*/ 459407 w 7869956"/>
              <a:gd name="connsiteY5550" fmla="*/ 1855544 h 3717758"/>
              <a:gd name="connsiteX5551" fmla="*/ 467739 w 7869956"/>
              <a:gd name="connsiteY5551" fmla="*/ 1851493 h 3717758"/>
              <a:gd name="connsiteX5552" fmla="*/ 451352 w 7869956"/>
              <a:gd name="connsiteY5552" fmla="*/ 1850225 h 3717758"/>
              <a:gd name="connsiteX5553" fmla="*/ 459407 w 7869956"/>
              <a:gd name="connsiteY5553" fmla="*/ 1855544 h 3717758"/>
              <a:gd name="connsiteX5554" fmla="*/ 2677189 w 7869956"/>
              <a:gd name="connsiteY5554" fmla="*/ 3138489 h 3717758"/>
              <a:gd name="connsiteX5555" fmla="*/ 2682061 w 7869956"/>
              <a:gd name="connsiteY5555" fmla="*/ 3140030 h 3717758"/>
              <a:gd name="connsiteX5556" fmla="*/ 2677545 w 7869956"/>
              <a:gd name="connsiteY5556" fmla="*/ 3126504 h 3717758"/>
              <a:gd name="connsiteX5557" fmla="*/ 2672399 w 7869956"/>
              <a:gd name="connsiteY5557" fmla="*/ 3134017 h 3717758"/>
              <a:gd name="connsiteX5558" fmla="*/ 2677189 w 7869956"/>
              <a:gd name="connsiteY5558" fmla="*/ 3138489 h 3717758"/>
              <a:gd name="connsiteX5559" fmla="*/ 2649595 w 7869956"/>
              <a:gd name="connsiteY5559" fmla="*/ 3126997 h 3717758"/>
              <a:gd name="connsiteX5560" fmla="*/ 2664590 w 7869956"/>
              <a:gd name="connsiteY5560" fmla="*/ 3120287 h 3717758"/>
              <a:gd name="connsiteX5561" fmla="*/ 2649595 w 7869956"/>
              <a:gd name="connsiteY5561" fmla="*/ 3126997 h 3717758"/>
              <a:gd name="connsiteX5562" fmla="*/ 612575 w 7869956"/>
              <a:gd name="connsiteY5562" fmla="*/ 1952051 h 3717758"/>
              <a:gd name="connsiteX5563" fmla="*/ 635981 w 7869956"/>
              <a:gd name="connsiteY5563" fmla="*/ 1938105 h 3717758"/>
              <a:gd name="connsiteX5564" fmla="*/ 628792 w 7869956"/>
              <a:gd name="connsiteY5564" fmla="*/ 1958528 h 3717758"/>
              <a:gd name="connsiteX5565" fmla="*/ 612575 w 7869956"/>
              <a:gd name="connsiteY5565" fmla="*/ 1952051 h 3717758"/>
              <a:gd name="connsiteX5566" fmla="*/ 1019211 w 7869956"/>
              <a:gd name="connsiteY5566" fmla="*/ 2195180 h 3717758"/>
              <a:gd name="connsiteX5567" fmla="*/ 1024084 w 7869956"/>
              <a:gd name="connsiteY5567" fmla="*/ 2196721 h 3717758"/>
              <a:gd name="connsiteX5568" fmla="*/ 1019568 w 7869956"/>
              <a:gd name="connsiteY5568" fmla="*/ 2183194 h 3717758"/>
              <a:gd name="connsiteX5569" fmla="*/ 1014421 w 7869956"/>
              <a:gd name="connsiteY5569" fmla="*/ 2190707 h 3717758"/>
              <a:gd name="connsiteX5570" fmla="*/ 1019211 w 7869956"/>
              <a:gd name="connsiteY5570" fmla="*/ 2195180 h 3717758"/>
              <a:gd name="connsiteX5571" fmla="*/ 991618 w 7869956"/>
              <a:gd name="connsiteY5571" fmla="*/ 2183688 h 3717758"/>
              <a:gd name="connsiteX5572" fmla="*/ 1006613 w 7869956"/>
              <a:gd name="connsiteY5572" fmla="*/ 2176978 h 3717758"/>
              <a:gd name="connsiteX5573" fmla="*/ 991618 w 7869956"/>
              <a:gd name="connsiteY5573" fmla="*/ 2183688 h 3717758"/>
              <a:gd name="connsiteX5574" fmla="*/ 2096608 w 7869956"/>
              <a:gd name="connsiteY5574" fmla="*/ 2822293 h 3717758"/>
              <a:gd name="connsiteX5575" fmla="*/ 2115250 w 7869956"/>
              <a:gd name="connsiteY5575" fmla="*/ 2814976 h 3717758"/>
              <a:gd name="connsiteX5576" fmla="*/ 2082477 w 7869956"/>
              <a:gd name="connsiteY5576" fmla="*/ 2812426 h 3717758"/>
              <a:gd name="connsiteX5577" fmla="*/ 2096608 w 7869956"/>
              <a:gd name="connsiteY5577" fmla="*/ 2822293 h 3717758"/>
              <a:gd name="connsiteX5578" fmla="*/ 2632423 w 7869956"/>
              <a:gd name="connsiteY5578" fmla="*/ 3132048 h 3717758"/>
              <a:gd name="connsiteX5579" fmla="*/ 2648033 w 7869956"/>
              <a:gd name="connsiteY5579" fmla="*/ 3124246 h 3717758"/>
              <a:gd name="connsiteX5580" fmla="*/ 2625277 w 7869956"/>
              <a:gd name="connsiteY5580" fmla="*/ 3117195 h 3717758"/>
              <a:gd name="connsiteX5581" fmla="*/ 2632423 w 7869956"/>
              <a:gd name="connsiteY5581" fmla="*/ 3132048 h 3717758"/>
              <a:gd name="connsiteX5582" fmla="*/ 2165760 w 7869956"/>
              <a:gd name="connsiteY5582" fmla="*/ 2870356 h 3717758"/>
              <a:gd name="connsiteX5583" fmla="*/ 2163018 w 7869956"/>
              <a:gd name="connsiteY5583" fmla="*/ 2865965 h 3717758"/>
              <a:gd name="connsiteX5584" fmla="*/ 2168320 w 7869956"/>
              <a:gd name="connsiteY5584" fmla="*/ 2853225 h 3717758"/>
              <a:gd name="connsiteX5585" fmla="*/ 2174720 w 7869956"/>
              <a:gd name="connsiteY5585" fmla="*/ 2858993 h 3717758"/>
              <a:gd name="connsiteX5586" fmla="*/ 2165760 w 7869956"/>
              <a:gd name="connsiteY5586" fmla="*/ 2870356 h 3717758"/>
              <a:gd name="connsiteX5587" fmla="*/ 316738 w 7869956"/>
              <a:gd name="connsiteY5587" fmla="*/ 1807714 h 3717758"/>
              <a:gd name="connsiteX5588" fmla="*/ 313250 w 7869956"/>
              <a:gd name="connsiteY5588" fmla="*/ 1800077 h 3717758"/>
              <a:gd name="connsiteX5589" fmla="*/ 324642 w 7869956"/>
              <a:gd name="connsiteY5589" fmla="*/ 1803617 h 3717758"/>
              <a:gd name="connsiteX5590" fmla="*/ 316738 w 7869956"/>
              <a:gd name="connsiteY5590" fmla="*/ 1807714 h 3717758"/>
              <a:gd name="connsiteX5591" fmla="*/ 438630 w 7869956"/>
              <a:gd name="connsiteY5591" fmla="*/ 1878984 h 3717758"/>
              <a:gd name="connsiteX5592" fmla="*/ 457273 w 7869956"/>
              <a:gd name="connsiteY5592" fmla="*/ 1871668 h 3717758"/>
              <a:gd name="connsiteX5593" fmla="*/ 424499 w 7869956"/>
              <a:gd name="connsiteY5593" fmla="*/ 1869117 h 3717758"/>
              <a:gd name="connsiteX5594" fmla="*/ 438630 w 7869956"/>
              <a:gd name="connsiteY5594" fmla="*/ 1878984 h 3717758"/>
              <a:gd name="connsiteX5595" fmla="*/ 974445 w 7869956"/>
              <a:gd name="connsiteY5595" fmla="*/ 2188739 h 3717758"/>
              <a:gd name="connsiteX5596" fmla="*/ 990056 w 7869956"/>
              <a:gd name="connsiteY5596" fmla="*/ 2180937 h 3717758"/>
              <a:gd name="connsiteX5597" fmla="*/ 967300 w 7869956"/>
              <a:gd name="connsiteY5597" fmla="*/ 2173886 h 3717758"/>
              <a:gd name="connsiteX5598" fmla="*/ 974445 w 7869956"/>
              <a:gd name="connsiteY5598" fmla="*/ 2188739 h 3717758"/>
              <a:gd name="connsiteX5599" fmla="*/ 2465047 w 7869956"/>
              <a:gd name="connsiteY5599" fmla="*/ 3051546 h 3717758"/>
              <a:gd name="connsiteX5600" fmla="*/ 2476078 w 7869956"/>
              <a:gd name="connsiteY5600" fmla="*/ 3053116 h 3717758"/>
              <a:gd name="connsiteX5601" fmla="*/ 2458283 w 7869956"/>
              <a:gd name="connsiteY5601" fmla="*/ 3043809 h 3717758"/>
              <a:gd name="connsiteX5602" fmla="*/ 2465047 w 7869956"/>
              <a:gd name="connsiteY5602" fmla="*/ 3051546 h 3717758"/>
              <a:gd name="connsiteX5603" fmla="*/ 335542 w 7869956"/>
              <a:gd name="connsiteY5603" fmla="*/ 1822818 h 3717758"/>
              <a:gd name="connsiteX5604" fmla="*/ 332898 w 7869956"/>
              <a:gd name="connsiteY5604" fmla="*/ 1801592 h 3717758"/>
              <a:gd name="connsiteX5605" fmla="*/ 341015 w 7869956"/>
              <a:gd name="connsiteY5605" fmla="*/ 1804869 h 3717758"/>
              <a:gd name="connsiteX5606" fmla="*/ 335542 w 7869956"/>
              <a:gd name="connsiteY5606" fmla="*/ 1822818 h 3717758"/>
              <a:gd name="connsiteX5607" fmla="*/ 2574354 w 7869956"/>
              <a:gd name="connsiteY5607" fmla="*/ 3115927 h 3717758"/>
              <a:gd name="connsiteX5608" fmla="*/ 2589195 w 7869956"/>
              <a:gd name="connsiteY5608" fmla="*/ 3114413 h 3717758"/>
              <a:gd name="connsiteX5609" fmla="*/ 2574354 w 7869956"/>
              <a:gd name="connsiteY5609" fmla="*/ 3115927 h 3717758"/>
              <a:gd name="connsiteX5610" fmla="*/ 507782 w 7869956"/>
              <a:gd name="connsiteY5610" fmla="*/ 1927048 h 3717758"/>
              <a:gd name="connsiteX5611" fmla="*/ 505040 w 7869956"/>
              <a:gd name="connsiteY5611" fmla="*/ 1922657 h 3717758"/>
              <a:gd name="connsiteX5612" fmla="*/ 510343 w 7869956"/>
              <a:gd name="connsiteY5612" fmla="*/ 1909917 h 3717758"/>
              <a:gd name="connsiteX5613" fmla="*/ 516742 w 7869956"/>
              <a:gd name="connsiteY5613" fmla="*/ 1915684 h 3717758"/>
              <a:gd name="connsiteX5614" fmla="*/ 507782 w 7869956"/>
              <a:gd name="connsiteY5614" fmla="*/ 1927048 h 3717758"/>
              <a:gd name="connsiteX5615" fmla="*/ 807070 w 7869956"/>
              <a:gd name="connsiteY5615" fmla="*/ 2108238 h 3717758"/>
              <a:gd name="connsiteX5616" fmla="*/ 818101 w 7869956"/>
              <a:gd name="connsiteY5616" fmla="*/ 2109806 h 3717758"/>
              <a:gd name="connsiteX5617" fmla="*/ 800305 w 7869956"/>
              <a:gd name="connsiteY5617" fmla="*/ 2100500 h 3717758"/>
              <a:gd name="connsiteX5618" fmla="*/ 807070 w 7869956"/>
              <a:gd name="connsiteY5618" fmla="*/ 2108238 h 3717758"/>
              <a:gd name="connsiteX5619" fmla="*/ 322226 w 7869956"/>
              <a:gd name="connsiteY5619" fmla="*/ 1828799 h 3717758"/>
              <a:gd name="connsiteX5620" fmla="*/ 314315 w 7869956"/>
              <a:gd name="connsiteY5620" fmla="*/ 1818597 h 3717758"/>
              <a:gd name="connsiteX5621" fmla="*/ 330564 w 7869956"/>
              <a:gd name="connsiteY5621" fmla="*/ 1825074 h 3717758"/>
              <a:gd name="connsiteX5622" fmla="*/ 322226 w 7869956"/>
              <a:gd name="connsiteY5622" fmla="*/ 1828799 h 3717758"/>
              <a:gd name="connsiteX5623" fmla="*/ 916376 w 7869956"/>
              <a:gd name="connsiteY5623" fmla="*/ 2172618 h 3717758"/>
              <a:gd name="connsiteX5624" fmla="*/ 931217 w 7869956"/>
              <a:gd name="connsiteY5624" fmla="*/ 2171104 h 3717758"/>
              <a:gd name="connsiteX5625" fmla="*/ 916376 w 7869956"/>
              <a:gd name="connsiteY5625" fmla="*/ 2172618 h 3717758"/>
              <a:gd name="connsiteX5626" fmla="*/ 2096954 w 7869956"/>
              <a:gd name="connsiteY5626" fmla="*/ 2854680 h 3717758"/>
              <a:gd name="connsiteX5627" fmla="*/ 2091209 w 7869956"/>
              <a:gd name="connsiteY5627" fmla="*/ 2849886 h 3717758"/>
              <a:gd name="connsiteX5628" fmla="*/ 2106360 w 7869956"/>
              <a:gd name="connsiteY5628" fmla="*/ 2837920 h 3717758"/>
              <a:gd name="connsiteX5629" fmla="*/ 2096954 w 7869956"/>
              <a:gd name="connsiteY5629" fmla="*/ 2854680 h 3717758"/>
              <a:gd name="connsiteX5630" fmla="*/ 2525134 w 7869956"/>
              <a:gd name="connsiteY5630" fmla="*/ 3113904 h 3717758"/>
              <a:gd name="connsiteX5631" fmla="*/ 2533463 w 7869956"/>
              <a:gd name="connsiteY5631" fmla="*/ 3110115 h 3717758"/>
              <a:gd name="connsiteX5632" fmla="*/ 2517247 w 7869956"/>
              <a:gd name="connsiteY5632" fmla="*/ 3103559 h 3717758"/>
              <a:gd name="connsiteX5633" fmla="*/ 2525134 w 7869956"/>
              <a:gd name="connsiteY5633" fmla="*/ 3113904 h 3717758"/>
              <a:gd name="connsiteX5634" fmla="*/ 438976 w 7869956"/>
              <a:gd name="connsiteY5634" fmla="*/ 1911372 h 3717758"/>
              <a:gd name="connsiteX5635" fmla="*/ 433230 w 7869956"/>
              <a:gd name="connsiteY5635" fmla="*/ 1906578 h 3717758"/>
              <a:gd name="connsiteX5636" fmla="*/ 448381 w 7869956"/>
              <a:gd name="connsiteY5636" fmla="*/ 1894613 h 3717758"/>
              <a:gd name="connsiteX5637" fmla="*/ 438976 w 7869956"/>
              <a:gd name="connsiteY5637" fmla="*/ 1911372 h 3717758"/>
              <a:gd name="connsiteX5638" fmla="*/ 2486004 w 7869956"/>
              <a:gd name="connsiteY5638" fmla="*/ 3103776 h 3717758"/>
              <a:gd name="connsiteX5639" fmla="*/ 2499113 w 7869956"/>
              <a:gd name="connsiteY5639" fmla="*/ 3104812 h 3717758"/>
              <a:gd name="connsiteX5640" fmla="*/ 2506022 w 7869956"/>
              <a:gd name="connsiteY5640" fmla="*/ 3094871 h 3717758"/>
              <a:gd name="connsiteX5641" fmla="*/ 2481334 w 7869956"/>
              <a:gd name="connsiteY5641" fmla="*/ 3095597 h 3717758"/>
              <a:gd name="connsiteX5642" fmla="*/ 2486004 w 7869956"/>
              <a:gd name="connsiteY5642" fmla="*/ 3103776 h 3717758"/>
              <a:gd name="connsiteX5643" fmla="*/ 867156 w 7869956"/>
              <a:gd name="connsiteY5643" fmla="*/ 2170595 h 3717758"/>
              <a:gd name="connsiteX5644" fmla="*/ 875485 w 7869956"/>
              <a:gd name="connsiteY5644" fmla="*/ 2166806 h 3717758"/>
              <a:gd name="connsiteX5645" fmla="*/ 859269 w 7869956"/>
              <a:gd name="connsiteY5645" fmla="*/ 2160251 h 3717758"/>
              <a:gd name="connsiteX5646" fmla="*/ 867156 w 7869956"/>
              <a:gd name="connsiteY5646" fmla="*/ 2170595 h 3717758"/>
              <a:gd name="connsiteX5647" fmla="*/ 2544037 w 7869956"/>
              <a:gd name="connsiteY5647" fmla="*/ 3139827 h 3717758"/>
              <a:gd name="connsiteX5648" fmla="*/ 2548135 w 7869956"/>
              <a:gd name="connsiteY5648" fmla="*/ 3113856 h 3717758"/>
              <a:gd name="connsiteX5649" fmla="*/ 2567798 w 7869956"/>
              <a:gd name="connsiteY5649" fmla="*/ 3115370 h 3717758"/>
              <a:gd name="connsiteX5650" fmla="*/ 2571539 w 7869956"/>
              <a:gd name="connsiteY5650" fmla="*/ 3099928 h 3717758"/>
              <a:gd name="connsiteX5651" fmla="*/ 2545013 w 7869956"/>
              <a:gd name="connsiteY5651" fmla="*/ 3108337 h 3717758"/>
              <a:gd name="connsiteX5652" fmla="*/ 2537234 w 7869956"/>
              <a:gd name="connsiteY5652" fmla="*/ 3094655 h 3717758"/>
              <a:gd name="connsiteX5653" fmla="*/ 2528949 w 7869956"/>
              <a:gd name="connsiteY5653" fmla="*/ 3096619 h 3717758"/>
              <a:gd name="connsiteX5654" fmla="*/ 2544842 w 7869956"/>
              <a:gd name="connsiteY5654" fmla="*/ 3113593 h 3717758"/>
              <a:gd name="connsiteX5655" fmla="*/ 2529691 w 7869956"/>
              <a:gd name="connsiteY5655" fmla="*/ 3125574 h 3717758"/>
              <a:gd name="connsiteX5656" fmla="*/ 2544037 w 7869956"/>
              <a:gd name="connsiteY5656" fmla="*/ 3139827 h 3717758"/>
              <a:gd name="connsiteX5657" fmla="*/ 828025 w 7869956"/>
              <a:gd name="connsiteY5657" fmla="*/ 2160468 h 3717758"/>
              <a:gd name="connsiteX5658" fmla="*/ 841135 w 7869956"/>
              <a:gd name="connsiteY5658" fmla="*/ 2161504 h 3717758"/>
              <a:gd name="connsiteX5659" fmla="*/ 848044 w 7869956"/>
              <a:gd name="connsiteY5659" fmla="*/ 2151563 h 3717758"/>
              <a:gd name="connsiteX5660" fmla="*/ 823356 w 7869956"/>
              <a:gd name="connsiteY5660" fmla="*/ 2152290 h 3717758"/>
              <a:gd name="connsiteX5661" fmla="*/ 828025 w 7869956"/>
              <a:gd name="connsiteY5661" fmla="*/ 2160468 h 3717758"/>
              <a:gd name="connsiteX5662" fmla="*/ 886059 w 7869956"/>
              <a:gd name="connsiteY5662" fmla="*/ 2196519 h 3717758"/>
              <a:gd name="connsiteX5663" fmla="*/ 890158 w 7869956"/>
              <a:gd name="connsiteY5663" fmla="*/ 2170548 h 3717758"/>
              <a:gd name="connsiteX5664" fmla="*/ 909821 w 7869956"/>
              <a:gd name="connsiteY5664" fmla="*/ 2172062 h 3717758"/>
              <a:gd name="connsiteX5665" fmla="*/ 913562 w 7869956"/>
              <a:gd name="connsiteY5665" fmla="*/ 2156619 h 3717758"/>
              <a:gd name="connsiteX5666" fmla="*/ 887035 w 7869956"/>
              <a:gd name="connsiteY5666" fmla="*/ 2165029 h 3717758"/>
              <a:gd name="connsiteX5667" fmla="*/ 879257 w 7869956"/>
              <a:gd name="connsiteY5667" fmla="*/ 2151347 h 3717758"/>
              <a:gd name="connsiteX5668" fmla="*/ 870971 w 7869956"/>
              <a:gd name="connsiteY5668" fmla="*/ 2153310 h 3717758"/>
              <a:gd name="connsiteX5669" fmla="*/ 886864 w 7869956"/>
              <a:gd name="connsiteY5669" fmla="*/ 2170285 h 3717758"/>
              <a:gd name="connsiteX5670" fmla="*/ 871713 w 7869956"/>
              <a:gd name="connsiteY5670" fmla="*/ 2182266 h 3717758"/>
              <a:gd name="connsiteX5671" fmla="*/ 886059 w 7869956"/>
              <a:gd name="connsiteY5671" fmla="*/ 2196519 h 3717758"/>
              <a:gd name="connsiteX5672" fmla="*/ 2420621 w 7869956"/>
              <a:gd name="connsiteY5672" fmla="*/ 3093484 h 3717758"/>
              <a:gd name="connsiteX5673" fmla="*/ 2439049 w 7869956"/>
              <a:gd name="connsiteY5673" fmla="*/ 3081749 h 3717758"/>
              <a:gd name="connsiteX5674" fmla="*/ 2420621 w 7869956"/>
              <a:gd name="connsiteY5674" fmla="*/ 3093484 h 3717758"/>
              <a:gd name="connsiteX5675" fmla="*/ 2307470 w 7869956"/>
              <a:gd name="connsiteY5675" fmla="*/ 3036101 h 3717758"/>
              <a:gd name="connsiteX5676" fmla="*/ 2314340 w 7869956"/>
              <a:gd name="connsiteY5676" fmla="*/ 3022164 h 3717758"/>
              <a:gd name="connsiteX5677" fmla="*/ 2304213 w 7869956"/>
              <a:gd name="connsiteY5677" fmla="*/ 3031920 h 3717758"/>
              <a:gd name="connsiteX5678" fmla="*/ 2307470 w 7869956"/>
              <a:gd name="connsiteY5678" fmla="*/ 3036101 h 3717758"/>
              <a:gd name="connsiteX5679" fmla="*/ 2325099 w 7869956"/>
              <a:gd name="connsiteY5679" fmla="*/ 3046653 h 3717758"/>
              <a:gd name="connsiteX5680" fmla="*/ 2335087 w 7869956"/>
              <a:gd name="connsiteY5680" fmla="*/ 3042184 h 3717758"/>
              <a:gd name="connsiteX5681" fmla="*/ 2328840 w 7869956"/>
              <a:gd name="connsiteY5681" fmla="*/ 3031224 h 3717758"/>
              <a:gd name="connsiteX5682" fmla="*/ 2325099 w 7869956"/>
              <a:gd name="connsiteY5682" fmla="*/ 3046653 h 3717758"/>
              <a:gd name="connsiteX5683" fmla="*/ 3241317 w 7869956"/>
              <a:gd name="connsiteY5683" fmla="*/ 3577989 h 3717758"/>
              <a:gd name="connsiteX5684" fmla="*/ 3248825 w 7869956"/>
              <a:gd name="connsiteY5684" fmla="*/ 3575386 h 3717758"/>
              <a:gd name="connsiteX5685" fmla="*/ 3240848 w 7869956"/>
              <a:gd name="connsiteY5685" fmla="*/ 3566852 h 3717758"/>
              <a:gd name="connsiteX5686" fmla="*/ 3241317 w 7869956"/>
              <a:gd name="connsiteY5686" fmla="*/ 3577989 h 3717758"/>
              <a:gd name="connsiteX5687" fmla="*/ 762642 w 7869956"/>
              <a:gd name="connsiteY5687" fmla="*/ 2150177 h 3717758"/>
              <a:gd name="connsiteX5688" fmla="*/ 781071 w 7869956"/>
              <a:gd name="connsiteY5688" fmla="*/ 2138442 h 3717758"/>
              <a:gd name="connsiteX5689" fmla="*/ 762642 w 7869956"/>
              <a:gd name="connsiteY5689" fmla="*/ 2150177 h 3717758"/>
              <a:gd name="connsiteX5690" fmla="*/ 649492 w 7869956"/>
              <a:gd name="connsiteY5690" fmla="*/ 2092795 h 3717758"/>
              <a:gd name="connsiteX5691" fmla="*/ 656361 w 7869956"/>
              <a:gd name="connsiteY5691" fmla="*/ 2078857 h 3717758"/>
              <a:gd name="connsiteX5692" fmla="*/ 646235 w 7869956"/>
              <a:gd name="connsiteY5692" fmla="*/ 2088612 h 3717758"/>
              <a:gd name="connsiteX5693" fmla="*/ 649492 w 7869956"/>
              <a:gd name="connsiteY5693" fmla="*/ 2092795 h 3717758"/>
              <a:gd name="connsiteX5694" fmla="*/ 667121 w 7869956"/>
              <a:gd name="connsiteY5694" fmla="*/ 2103345 h 3717758"/>
              <a:gd name="connsiteX5695" fmla="*/ 677109 w 7869956"/>
              <a:gd name="connsiteY5695" fmla="*/ 2098877 h 3717758"/>
              <a:gd name="connsiteX5696" fmla="*/ 670861 w 7869956"/>
              <a:gd name="connsiteY5696" fmla="*/ 2087917 h 3717758"/>
              <a:gd name="connsiteX5697" fmla="*/ 667121 w 7869956"/>
              <a:gd name="connsiteY5697" fmla="*/ 2103345 h 3717758"/>
              <a:gd name="connsiteX5698" fmla="*/ 1583339 w 7869956"/>
              <a:gd name="connsiteY5698" fmla="*/ 2634682 h 3717758"/>
              <a:gd name="connsiteX5699" fmla="*/ 1590847 w 7869956"/>
              <a:gd name="connsiteY5699" fmla="*/ 2632079 h 3717758"/>
              <a:gd name="connsiteX5700" fmla="*/ 1582869 w 7869956"/>
              <a:gd name="connsiteY5700" fmla="*/ 2623545 h 3717758"/>
              <a:gd name="connsiteX5701" fmla="*/ 1583339 w 7869956"/>
              <a:gd name="connsiteY5701" fmla="*/ 2634682 h 3717758"/>
              <a:gd name="connsiteX5702" fmla="*/ 2413297 w 7869956"/>
              <a:gd name="connsiteY5702" fmla="*/ 3119174 h 3717758"/>
              <a:gd name="connsiteX5703" fmla="*/ 2447926 w 7869956"/>
              <a:gd name="connsiteY5703" fmla="*/ 3114009 h 3717758"/>
              <a:gd name="connsiteX5704" fmla="*/ 2454172 w 7869956"/>
              <a:gd name="connsiteY5704" fmla="*/ 3124939 h 3717758"/>
              <a:gd name="connsiteX5705" fmla="*/ 2464159 w 7869956"/>
              <a:gd name="connsiteY5705" fmla="*/ 3120456 h 3717758"/>
              <a:gd name="connsiteX5706" fmla="*/ 2479479 w 7869956"/>
              <a:gd name="connsiteY5706" fmla="*/ 3103312 h 3717758"/>
              <a:gd name="connsiteX5707" fmla="*/ 2454466 w 7869956"/>
              <a:gd name="connsiteY5707" fmla="*/ 3114457 h 3717758"/>
              <a:gd name="connsiteX5708" fmla="*/ 2438403 w 7869956"/>
              <a:gd name="connsiteY5708" fmla="*/ 3102724 h 3717758"/>
              <a:gd name="connsiteX5709" fmla="*/ 2441835 w 7869956"/>
              <a:gd name="connsiteY5709" fmla="*/ 3097761 h 3717758"/>
              <a:gd name="connsiteX5710" fmla="*/ 2468564 w 7869956"/>
              <a:gd name="connsiteY5710" fmla="*/ 3084081 h 3717758"/>
              <a:gd name="connsiteX5711" fmla="*/ 2448730 w 7869956"/>
              <a:gd name="connsiteY5711" fmla="*/ 3087790 h 3717758"/>
              <a:gd name="connsiteX5712" fmla="*/ 2440954 w 7869956"/>
              <a:gd name="connsiteY5712" fmla="*/ 3074032 h 3717758"/>
              <a:gd name="connsiteX5713" fmla="*/ 2408905 w 7869956"/>
              <a:gd name="connsiteY5713" fmla="*/ 3100421 h 3717758"/>
              <a:gd name="connsiteX5714" fmla="*/ 2409230 w 7869956"/>
              <a:gd name="connsiteY5714" fmla="*/ 3089954 h 3717758"/>
              <a:gd name="connsiteX5715" fmla="*/ 2405320 w 7869956"/>
              <a:gd name="connsiteY5715" fmla="*/ 3110640 h 3717758"/>
              <a:gd name="connsiteX5716" fmla="*/ 2413297 w 7869956"/>
              <a:gd name="connsiteY5716" fmla="*/ 3119174 h 3717758"/>
              <a:gd name="connsiteX5717" fmla="*/ 755319 w 7869956"/>
              <a:gd name="connsiteY5717" fmla="*/ 2175866 h 3717758"/>
              <a:gd name="connsiteX5718" fmla="*/ 789948 w 7869956"/>
              <a:gd name="connsiteY5718" fmla="*/ 2170702 h 3717758"/>
              <a:gd name="connsiteX5719" fmla="*/ 796194 w 7869956"/>
              <a:gd name="connsiteY5719" fmla="*/ 2181631 h 3717758"/>
              <a:gd name="connsiteX5720" fmla="*/ 806180 w 7869956"/>
              <a:gd name="connsiteY5720" fmla="*/ 2177149 h 3717758"/>
              <a:gd name="connsiteX5721" fmla="*/ 821500 w 7869956"/>
              <a:gd name="connsiteY5721" fmla="*/ 2160004 h 3717758"/>
              <a:gd name="connsiteX5722" fmla="*/ 796487 w 7869956"/>
              <a:gd name="connsiteY5722" fmla="*/ 2171150 h 3717758"/>
              <a:gd name="connsiteX5723" fmla="*/ 780424 w 7869956"/>
              <a:gd name="connsiteY5723" fmla="*/ 2159417 h 3717758"/>
              <a:gd name="connsiteX5724" fmla="*/ 783857 w 7869956"/>
              <a:gd name="connsiteY5724" fmla="*/ 2154454 h 3717758"/>
              <a:gd name="connsiteX5725" fmla="*/ 810586 w 7869956"/>
              <a:gd name="connsiteY5725" fmla="*/ 2140773 h 3717758"/>
              <a:gd name="connsiteX5726" fmla="*/ 790752 w 7869956"/>
              <a:gd name="connsiteY5726" fmla="*/ 2144483 h 3717758"/>
              <a:gd name="connsiteX5727" fmla="*/ 782976 w 7869956"/>
              <a:gd name="connsiteY5727" fmla="*/ 2130724 h 3717758"/>
              <a:gd name="connsiteX5728" fmla="*/ 750927 w 7869956"/>
              <a:gd name="connsiteY5728" fmla="*/ 2157115 h 3717758"/>
              <a:gd name="connsiteX5729" fmla="*/ 751251 w 7869956"/>
              <a:gd name="connsiteY5729" fmla="*/ 2146647 h 3717758"/>
              <a:gd name="connsiteX5730" fmla="*/ 747342 w 7869956"/>
              <a:gd name="connsiteY5730" fmla="*/ 2167332 h 3717758"/>
              <a:gd name="connsiteX5731" fmla="*/ 755319 w 7869956"/>
              <a:gd name="connsiteY5731" fmla="*/ 2175866 h 3717758"/>
              <a:gd name="connsiteX5732" fmla="*/ 2349267 w 7869956"/>
              <a:gd name="connsiteY5732" fmla="*/ 3098850 h 3717758"/>
              <a:gd name="connsiteX5733" fmla="*/ 2373024 w 7869956"/>
              <a:gd name="connsiteY5733" fmla="*/ 3092397 h 3717758"/>
              <a:gd name="connsiteX5734" fmla="*/ 2382361 w 7869956"/>
              <a:gd name="connsiteY5734" fmla="*/ 3108862 h 3717758"/>
              <a:gd name="connsiteX5735" fmla="*/ 2411256 w 7869956"/>
              <a:gd name="connsiteY5735" fmla="*/ 3076983 h 3717758"/>
              <a:gd name="connsiteX5736" fmla="*/ 2392968 w 7869956"/>
              <a:gd name="connsiteY5736" fmla="*/ 3083445 h 3717758"/>
              <a:gd name="connsiteX5737" fmla="*/ 2363810 w 7869956"/>
              <a:gd name="connsiteY5737" fmla="*/ 3070661 h 3717758"/>
              <a:gd name="connsiteX5738" fmla="*/ 2357920 w 7869956"/>
              <a:gd name="connsiteY5738" fmla="*/ 3081818 h 3717758"/>
              <a:gd name="connsiteX5739" fmla="*/ 2349509 w 7869956"/>
              <a:gd name="connsiteY5739" fmla="*/ 3087208 h 3717758"/>
              <a:gd name="connsiteX5740" fmla="*/ 2347580 w 7869956"/>
              <a:gd name="connsiteY5740" fmla="*/ 3086435 h 3717758"/>
              <a:gd name="connsiteX5741" fmla="*/ 2342211 w 7869956"/>
              <a:gd name="connsiteY5741" fmla="*/ 3078194 h 3717758"/>
              <a:gd name="connsiteX5742" fmla="*/ 2335535 w 7869956"/>
              <a:gd name="connsiteY5742" fmla="*/ 3081590 h 3717758"/>
              <a:gd name="connsiteX5743" fmla="*/ 2347580 w 7869956"/>
              <a:gd name="connsiteY5743" fmla="*/ 3086435 h 3717758"/>
              <a:gd name="connsiteX5744" fmla="*/ 2348505 w 7869956"/>
              <a:gd name="connsiteY5744" fmla="*/ 3087852 h 3717758"/>
              <a:gd name="connsiteX5745" fmla="*/ 2349509 w 7869956"/>
              <a:gd name="connsiteY5745" fmla="*/ 3087208 h 3717758"/>
              <a:gd name="connsiteX5746" fmla="*/ 2351798 w 7869956"/>
              <a:gd name="connsiteY5746" fmla="*/ 3088129 h 3717758"/>
              <a:gd name="connsiteX5747" fmla="*/ 2345074 w 7869956"/>
              <a:gd name="connsiteY5747" fmla="*/ 3092877 h 3717758"/>
              <a:gd name="connsiteX5748" fmla="*/ 2349267 w 7869956"/>
              <a:gd name="connsiteY5748" fmla="*/ 3098850 h 3717758"/>
              <a:gd name="connsiteX5749" fmla="*/ 2323663 w 7869956"/>
              <a:gd name="connsiteY5749" fmla="*/ 3093803 h 3717758"/>
              <a:gd name="connsiteX5750" fmla="*/ 2337560 w 7869956"/>
              <a:gd name="connsiteY5750" fmla="*/ 3068621 h 3717758"/>
              <a:gd name="connsiteX5751" fmla="*/ 2327588 w 7869956"/>
              <a:gd name="connsiteY5751" fmla="*/ 3073121 h 3717758"/>
              <a:gd name="connsiteX5752" fmla="*/ 2323663 w 7869956"/>
              <a:gd name="connsiteY5752" fmla="*/ 3093803 h 3717758"/>
              <a:gd name="connsiteX5753" fmla="*/ 691289 w 7869956"/>
              <a:gd name="connsiteY5753" fmla="*/ 2155542 h 3717758"/>
              <a:gd name="connsiteX5754" fmla="*/ 715046 w 7869956"/>
              <a:gd name="connsiteY5754" fmla="*/ 2149090 h 3717758"/>
              <a:gd name="connsiteX5755" fmla="*/ 724383 w 7869956"/>
              <a:gd name="connsiteY5755" fmla="*/ 2165554 h 3717758"/>
              <a:gd name="connsiteX5756" fmla="*/ 753277 w 7869956"/>
              <a:gd name="connsiteY5756" fmla="*/ 2133676 h 3717758"/>
              <a:gd name="connsiteX5757" fmla="*/ 734989 w 7869956"/>
              <a:gd name="connsiteY5757" fmla="*/ 2140138 h 3717758"/>
              <a:gd name="connsiteX5758" fmla="*/ 705832 w 7869956"/>
              <a:gd name="connsiteY5758" fmla="*/ 2127354 h 3717758"/>
              <a:gd name="connsiteX5759" fmla="*/ 699942 w 7869956"/>
              <a:gd name="connsiteY5759" fmla="*/ 2138512 h 3717758"/>
              <a:gd name="connsiteX5760" fmla="*/ 691530 w 7869956"/>
              <a:gd name="connsiteY5760" fmla="*/ 2143902 h 3717758"/>
              <a:gd name="connsiteX5761" fmla="*/ 689603 w 7869956"/>
              <a:gd name="connsiteY5761" fmla="*/ 2143127 h 3717758"/>
              <a:gd name="connsiteX5762" fmla="*/ 684233 w 7869956"/>
              <a:gd name="connsiteY5762" fmla="*/ 2134886 h 3717758"/>
              <a:gd name="connsiteX5763" fmla="*/ 677557 w 7869956"/>
              <a:gd name="connsiteY5763" fmla="*/ 2138283 h 3717758"/>
              <a:gd name="connsiteX5764" fmla="*/ 689603 w 7869956"/>
              <a:gd name="connsiteY5764" fmla="*/ 2143127 h 3717758"/>
              <a:gd name="connsiteX5765" fmla="*/ 690526 w 7869956"/>
              <a:gd name="connsiteY5765" fmla="*/ 2144545 h 3717758"/>
              <a:gd name="connsiteX5766" fmla="*/ 691530 w 7869956"/>
              <a:gd name="connsiteY5766" fmla="*/ 2143902 h 3717758"/>
              <a:gd name="connsiteX5767" fmla="*/ 693820 w 7869956"/>
              <a:gd name="connsiteY5767" fmla="*/ 2144822 h 3717758"/>
              <a:gd name="connsiteX5768" fmla="*/ 687096 w 7869956"/>
              <a:gd name="connsiteY5768" fmla="*/ 2149570 h 3717758"/>
              <a:gd name="connsiteX5769" fmla="*/ 691289 w 7869956"/>
              <a:gd name="connsiteY5769" fmla="*/ 2155542 h 3717758"/>
              <a:gd name="connsiteX5770" fmla="*/ 2209956 w 7869956"/>
              <a:gd name="connsiteY5770" fmla="*/ 3037814 h 3717758"/>
              <a:gd name="connsiteX5771" fmla="*/ 2200833 w 7869956"/>
              <a:gd name="connsiteY5771" fmla="*/ 3026495 h 3717758"/>
              <a:gd name="connsiteX5772" fmla="*/ 2224115 w 7869956"/>
              <a:gd name="connsiteY5772" fmla="*/ 3017809 h 3717758"/>
              <a:gd name="connsiteX5773" fmla="*/ 2223775 w 7869956"/>
              <a:gd name="connsiteY5773" fmla="*/ 3028320 h 3717758"/>
              <a:gd name="connsiteX5774" fmla="*/ 2209956 w 7869956"/>
              <a:gd name="connsiteY5774" fmla="*/ 3037814 h 3717758"/>
              <a:gd name="connsiteX5775" fmla="*/ 665684 w 7869956"/>
              <a:gd name="connsiteY5775" fmla="*/ 2150497 h 3717758"/>
              <a:gd name="connsiteX5776" fmla="*/ 679582 w 7869956"/>
              <a:gd name="connsiteY5776" fmla="*/ 2125313 h 3717758"/>
              <a:gd name="connsiteX5777" fmla="*/ 669611 w 7869956"/>
              <a:gd name="connsiteY5777" fmla="*/ 2129812 h 3717758"/>
              <a:gd name="connsiteX5778" fmla="*/ 665684 w 7869956"/>
              <a:gd name="connsiteY5778" fmla="*/ 2150497 h 3717758"/>
              <a:gd name="connsiteX5779" fmla="*/ 551977 w 7869956"/>
              <a:gd name="connsiteY5779" fmla="*/ 2094508 h 3717758"/>
              <a:gd name="connsiteX5780" fmla="*/ 542854 w 7869956"/>
              <a:gd name="connsiteY5780" fmla="*/ 2083189 h 3717758"/>
              <a:gd name="connsiteX5781" fmla="*/ 566136 w 7869956"/>
              <a:gd name="connsiteY5781" fmla="*/ 2074501 h 3717758"/>
              <a:gd name="connsiteX5782" fmla="*/ 565796 w 7869956"/>
              <a:gd name="connsiteY5782" fmla="*/ 2085013 h 3717758"/>
              <a:gd name="connsiteX5783" fmla="*/ 551977 w 7869956"/>
              <a:gd name="connsiteY5783" fmla="*/ 2094508 h 3717758"/>
              <a:gd name="connsiteX5784" fmla="*/ 2177596 w 7869956"/>
              <a:gd name="connsiteY5784" fmla="*/ 3035233 h 3717758"/>
              <a:gd name="connsiteX5785" fmla="*/ 2195853 w 7869956"/>
              <a:gd name="connsiteY5785" fmla="*/ 3028756 h 3717758"/>
              <a:gd name="connsiteX5786" fmla="*/ 2177596 w 7869956"/>
              <a:gd name="connsiteY5786" fmla="*/ 3035233 h 3717758"/>
              <a:gd name="connsiteX5787" fmla="*/ 3095194 w 7869956"/>
              <a:gd name="connsiteY5787" fmla="*/ 3574976 h 3717758"/>
              <a:gd name="connsiteX5788" fmla="*/ 3105963 w 7869956"/>
              <a:gd name="connsiteY5788" fmla="*/ 3572198 h 3717758"/>
              <a:gd name="connsiteX5789" fmla="*/ 3084737 w 7869956"/>
              <a:gd name="connsiteY5789" fmla="*/ 3567931 h 3717758"/>
              <a:gd name="connsiteX5790" fmla="*/ 3095194 w 7869956"/>
              <a:gd name="connsiteY5790" fmla="*/ 3574976 h 3717758"/>
              <a:gd name="connsiteX5791" fmla="*/ 519616 w 7869956"/>
              <a:gd name="connsiteY5791" fmla="*/ 2091927 h 3717758"/>
              <a:gd name="connsiteX5792" fmla="*/ 537873 w 7869956"/>
              <a:gd name="connsiteY5792" fmla="*/ 2085450 h 3717758"/>
              <a:gd name="connsiteX5793" fmla="*/ 519616 w 7869956"/>
              <a:gd name="connsiteY5793" fmla="*/ 2091927 h 3717758"/>
              <a:gd name="connsiteX5794" fmla="*/ 2134989 w 7869956"/>
              <a:gd name="connsiteY5794" fmla="*/ 3031893 h 3717758"/>
              <a:gd name="connsiteX5795" fmla="*/ 2153881 w 7869956"/>
              <a:gd name="connsiteY5795" fmla="*/ 3004454 h 3717758"/>
              <a:gd name="connsiteX5796" fmla="*/ 2171504 w 7869956"/>
              <a:gd name="connsiteY5796" fmla="*/ 3018953 h 3717758"/>
              <a:gd name="connsiteX5797" fmla="*/ 2183208 w 7869956"/>
              <a:gd name="connsiteY5797" fmla="*/ 3012014 h 3717758"/>
              <a:gd name="connsiteX5798" fmla="*/ 2187892 w 7869956"/>
              <a:gd name="connsiteY5798" fmla="*/ 3020268 h 3717758"/>
              <a:gd name="connsiteX5799" fmla="*/ 2134989 w 7869956"/>
              <a:gd name="connsiteY5799" fmla="*/ 3031893 h 3717758"/>
              <a:gd name="connsiteX5800" fmla="*/ 1437215 w 7869956"/>
              <a:gd name="connsiteY5800" fmla="*/ 2631669 h 3717758"/>
              <a:gd name="connsiteX5801" fmla="*/ 1447984 w 7869956"/>
              <a:gd name="connsiteY5801" fmla="*/ 2628892 h 3717758"/>
              <a:gd name="connsiteX5802" fmla="*/ 1426758 w 7869956"/>
              <a:gd name="connsiteY5802" fmla="*/ 2624625 h 3717758"/>
              <a:gd name="connsiteX5803" fmla="*/ 1437215 w 7869956"/>
              <a:gd name="connsiteY5803" fmla="*/ 2631669 h 3717758"/>
              <a:gd name="connsiteX5804" fmla="*/ 2079880 w 7869956"/>
              <a:gd name="connsiteY5804" fmla="*/ 3006613 h 3717758"/>
              <a:gd name="connsiteX5805" fmla="*/ 2083652 w 7869956"/>
              <a:gd name="connsiteY5805" fmla="*/ 2991138 h 3717758"/>
              <a:gd name="connsiteX5806" fmla="*/ 2094737 w 7869956"/>
              <a:gd name="connsiteY5806" fmla="*/ 3005113 h 3717758"/>
              <a:gd name="connsiteX5807" fmla="*/ 2110040 w 7869956"/>
              <a:gd name="connsiteY5807" fmla="*/ 2987954 h 3717758"/>
              <a:gd name="connsiteX5808" fmla="*/ 2117816 w 7869956"/>
              <a:gd name="connsiteY5808" fmla="*/ 3001667 h 3717758"/>
              <a:gd name="connsiteX5809" fmla="*/ 2129520 w 7869956"/>
              <a:gd name="connsiteY5809" fmla="*/ 2994725 h 3717758"/>
              <a:gd name="connsiteX5810" fmla="*/ 2122193 w 7869956"/>
              <a:gd name="connsiteY5810" fmla="*/ 3020419 h 3717758"/>
              <a:gd name="connsiteX5811" fmla="*/ 2083173 w 7869956"/>
              <a:gd name="connsiteY5811" fmla="*/ 3006890 h 3717758"/>
              <a:gd name="connsiteX5812" fmla="*/ 2079880 w 7869956"/>
              <a:gd name="connsiteY5812" fmla="*/ 3006613 h 3717758"/>
              <a:gd name="connsiteX5813" fmla="*/ 477009 w 7869956"/>
              <a:gd name="connsiteY5813" fmla="*/ 2088589 h 3717758"/>
              <a:gd name="connsiteX5814" fmla="*/ 495901 w 7869956"/>
              <a:gd name="connsiteY5814" fmla="*/ 2061148 h 3717758"/>
              <a:gd name="connsiteX5815" fmla="*/ 513524 w 7869956"/>
              <a:gd name="connsiteY5815" fmla="*/ 2075648 h 3717758"/>
              <a:gd name="connsiteX5816" fmla="*/ 525228 w 7869956"/>
              <a:gd name="connsiteY5816" fmla="*/ 2068708 h 3717758"/>
              <a:gd name="connsiteX5817" fmla="*/ 529912 w 7869956"/>
              <a:gd name="connsiteY5817" fmla="*/ 2076963 h 3717758"/>
              <a:gd name="connsiteX5818" fmla="*/ 477009 w 7869956"/>
              <a:gd name="connsiteY5818" fmla="*/ 2088589 h 3717758"/>
              <a:gd name="connsiteX5819" fmla="*/ 2073136 w 7869956"/>
              <a:gd name="connsiteY5819" fmla="*/ 3011346 h 3717758"/>
              <a:gd name="connsiteX5820" fmla="*/ 2063814 w 7869956"/>
              <a:gd name="connsiteY5820" fmla="*/ 2994834 h 3717758"/>
              <a:gd name="connsiteX5821" fmla="*/ 2075331 w 7869956"/>
              <a:gd name="connsiteY5821" fmla="*/ 2993103 h 3717758"/>
              <a:gd name="connsiteX5822" fmla="*/ 2073136 w 7869956"/>
              <a:gd name="connsiteY5822" fmla="*/ 3011346 h 3717758"/>
              <a:gd name="connsiteX5823" fmla="*/ 3016120 w 7869956"/>
              <a:gd name="connsiteY5823" fmla="*/ 3555919 h 3717758"/>
              <a:gd name="connsiteX5824" fmla="*/ 3022792 w 7869956"/>
              <a:gd name="connsiteY5824" fmla="*/ 3552579 h 3717758"/>
              <a:gd name="connsiteX5825" fmla="*/ 3009681 w 7869956"/>
              <a:gd name="connsiteY5825" fmla="*/ 3551606 h 3717758"/>
              <a:gd name="connsiteX5826" fmla="*/ 3016120 w 7869956"/>
              <a:gd name="connsiteY5826" fmla="*/ 3555919 h 3717758"/>
              <a:gd name="connsiteX5827" fmla="*/ 421900 w 7869956"/>
              <a:gd name="connsiteY5827" fmla="*/ 2063308 h 3717758"/>
              <a:gd name="connsiteX5828" fmla="*/ 425672 w 7869956"/>
              <a:gd name="connsiteY5828" fmla="*/ 2047832 h 3717758"/>
              <a:gd name="connsiteX5829" fmla="*/ 436757 w 7869956"/>
              <a:gd name="connsiteY5829" fmla="*/ 2061808 h 3717758"/>
              <a:gd name="connsiteX5830" fmla="*/ 452061 w 7869956"/>
              <a:gd name="connsiteY5830" fmla="*/ 2044648 h 3717758"/>
              <a:gd name="connsiteX5831" fmla="*/ 459837 w 7869956"/>
              <a:gd name="connsiteY5831" fmla="*/ 2058361 h 3717758"/>
              <a:gd name="connsiteX5832" fmla="*/ 471541 w 7869956"/>
              <a:gd name="connsiteY5832" fmla="*/ 2051419 h 3717758"/>
              <a:gd name="connsiteX5833" fmla="*/ 464213 w 7869956"/>
              <a:gd name="connsiteY5833" fmla="*/ 2077114 h 3717758"/>
              <a:gd name="connsiteX5834" fmla="*/ 425193 w 7869956"/>
              <a:gd name="connsiteY5834" fmla="*/ 2063586 h 3717758"/>
              <a:gd name="connsiteX5835" fmla="*/ 421900 w 7869956"/>
              <a:gd name="connsiteY5835" fmla="*/ 2063308 h 3717758"/>
              <a:gd name="connsiteX5836" fmla="*/ 2055221 w 7869956"/>
              <a:gd name="connsiteY5836" fmla="*/ 3007307 h 3717758"/>
              <a:gd name="connsiteX5837" fmla="*/ 2045698 w 7869956"/>
              <a:gd name="connsiteY5837" fmla="*/ 2996069 h 3717758"/>
              <a:gd name="connsiteX5838" fmla="*/ 2052578 w 7869956"/>
              <a:gd name="connsiteY5838" fmla="*/ 2986065 h 3717758"/>
              <a:gd name="connsiteX5839" fmla="*/ 2055221 w 7869956"/>
              <a:gd name="connsiteY5839" fmla="*/ 3007307 h 3717758"/>
              <a:gd name="connsiteX5840" fmla="*/ 415155 w 7869956"/>
              <a:gd name="connsiteY5840" fmla="*/ 2068042 h 3717758"/>
              <a:gd name="connsiteX5841" fmla="*/ 405834 w 7869956"/>
              <a:gd name="connsiteY5841" fmla="*/ 2051531 h 3717758"/>
              <a:gd name="connsiteX5842" fmla="*/ 417351 w 7869956"/>
              <a:gd name="connsiteY5842" fmla="*/ 2049798 h 3717758"/>
              <a:gd name="connsiteX5843" fmla="*/ 415155 w 7869956"/>
              <a:gd name="connsiteY5843" fmla="*/ 2068042 h 3717758"/>
              <a:gd name="connsiteX5844" fmla="*/ 1358140 w 7869956"/>
              <a:gd name="connsiteY5844" fmla="*/ 2612614 h 3717758"/>
              <a:gd name="connsiteX5845" fmla="*/ 1364812 w 7869956"/>
              <a:gd name="connsiteY5845" fmla="*/ 2609275 h 3717758"/>
              <a:gd name="connsiteX5846" fmla="*/ 1351701 w 7869956"/>
              <a:gd name="connsiteY5846" fmla="*/ 2608301 h 3717758"/>
              <a:gd name="connsiteX5847" fmla="*/ 1358140 w 7869956"/>
              <a:gd name="connsiteY5847" fmla="*/ 2612614 h 3717758"/>
              <a:gd name="connsiteX5848" fmla="*/ 397240 w 7869956"/>
              <a:gd name="connsiteY5848" fmla="*/ 2064002 h 3717758"/>
              <a:gd name="connsiteX5849" fmla="*/ 387718 w 7869956"/>
              <a:gd name="connsiteY5849" fmla="*/ 2052764 h 3717758"/>
              <a:gd name="connsiteX5850" fmla="*/ 394599 w 7869956"/>
              <a:gd name="connsiteY5850" fmla="*/ 2042761 h 3717758"/>
              <a:gd name="connsiteX5851" fmla="*/ 397240 w 7869956"/>
              <a:gd name="connsiteY5851" fmla="*/ 2064002 h 3717758"/>
              <a:gd name="connsiteX5852" fmla="*/ 2930838 w 7869956"/>
              <a:gd name="connsiteY5852" fmla="*/ 3550664 h 3717758"/>
              <a:gd name="connsiteX5853" fmla="*/ 2958618 w 7869956"/>
              <a:gd name="connsiteY5853" fmla="*/ 3555487 h 3717758"/>
              <a:gd name="connsiteX5854" fmla="*/ 2967384 w 7869956"/>
              <a:gd name="connsiteY5854" fmla="*/ 3537739 h 3717758"/>
              <a:gd name="connsiteX5855" fmla="*/ 2949574 w 7869956"/>
              <a:gd name="connsiteY5855" fmla="*/ 3528495 h 3717758"/>
              <a:gd name="connsiteX5856" fmla="*/ 2949249 w 7869956"/>
              <a:gd name="connsiteY5856" fmla="*/ 3538992 h 3717758"/>
              <a:gd name="connsiteX5857" fmla="*/ 2941320 w 7869956"/>
              <a:gd name="connsiteY5857" fmla="*/ 3530472 h 3717758"/>
              <a:gd name="connsiteX5858" fmla="*/ 2930838 w 7869956"/>
              <a:gd name="connsiteY5858" fmla="*/ 3550664 h 3717758"/>
              <a:gd name="connsiteX5859" fmla="*/ 2317217 w 7869956"/>
              <a:gd name="connsiteY5859" fmla="*/ 3198371 h 3717758"/>
              <a:gd name="connsiteX5860" fmla="*/ 2333603 w 7869956"/>
              <a:gd name="connsiteY5860" fmla="*/ 3199638 h 3717758"/>
              <a:gd name="connsiteX5861" fmla="*/ 2317217 w 7869956"/>
              <a:gd name="connsiteY5861" fmla="*/ 3198371 h 3717758"/>
              <a:gd name="connsiteX5862" fmla="*/ 2141174 w 7869956"/>
              <a:gd name="connsiteY5862" fmla="*/ 3098060 h 3717758"/>
              <a:gd name="connsiteX5863" fmla="*/ 2148191 w 7869956"/>
              <a:gd name="connsiteY5863" fmla="*/ 3082847 h 3717758"/>
              <a:gd name="connsiteX5864" fmla="*/ 2149444 w 7869956"/>
              <a:gd name="connsiteY5864" fmla="*/ 3096049 h 3717758"/>
              <a:gd name="connsiteX5865" fmla="*/ 2151006 w 7869956"/>
              <a:gd name="connsiteY5865" fmla="*/ 3098802 h 3717758"/>
              <a:gd name="connsiteX5866" fmla="*/ 2141174 w 7869956"/>
              <a:gd name="connsiteY5866" fmla="*/ 3098060 h 3717758"/>
              <a:gd name="connsiteX5867" fmla="*/ 2094266 w 7869956"/>
              <a:gd name="connsiteY5867" fmla="*/ 3074055 h 3717758"/>
              <a:gd name="connsiteX5868" fmla="*/ 2087964 w 7869956"/>
              <a:gd name="connsiteY5868" fmla="*/ 3065033 h 3717758"/>
              <a:gd name="connsiteX5869" fmla="*/ 2100766 w 7869956"/>
              <a:gd name="connsiteY5869" fmla="*/ 3076505 h 3717758"/>
              <a:gd name="connsiteX5870" fmla="*/ 2094266 w 7869956"/>
              <a:gd name="connsiteY5870" fmla="*/ 3074055 h 3717758"/>
              <a:gd name="connsiteX5871" fmla="*/ 1272859 w 7869956"/>
              <a:gd name="connsiteY5871" fmla="*/ 2607358 h 3717758"/>
              <a:gd name="connsiteX5872" fmla="*/ 1300639 w 7869956"/>
              <a:gd name="connsiteY5872" fmla="*/ 2612182 h 3717758"/>
              <a:gd name="connsiteX5873" fmla="*/ 1309404 w 7869956"/>
              <a:gd name="connsiteY5873" fmla="*/ 2594434 h 3717758"/>
              <a:gd name="connsiteX5874" fmla="*/ 1291594 w 7869956"/>
              <a:gd name="connsiteY5874" fmla="*/ 2585189 h 3717758"/>
              <a:gd name="connsiteX5875" fmla="*/ 1291270 w 7869956"/>
              <a:gd name="connsiteY5875" fmla="*/ 2595687 h 3717758"/>
              <a:gd name="connsiteX5876" fmla="*/ 1283340 w 7869956"/>
              <a:gd name="connsiteY5876" fmla="*/ 2587168 h 3717758"/>
              <a:gd name="connsiteX5877" fmla="*/ 1272859 w 7869956"/>
              <a:gd name="connsiteY5877" fmla="*/ 2607358 h 3717758"/>
              <a:gd name="connsiteX5878" fmla="*/ 659237 w 7869956"/>
              <a:gd name="connsiteY5878" fmla="*/ 2255065 h 3717758"/>
              <a:gd name="connsiteX5879" fmla="*/ 675623 w 7869956"/>
              <a:gd name="connsiteY5879" fmla="*/ 2256333 h 3717758"/>
              <a:gd name="connsiteX5880" fmla="*/ 659237 w 7869956"/>
              <a:gd name="connsiteY5880" fmla="*/ 2255065 h 3717758"/>
              <a:gd name="connsiteX5881" fmla="*/ 483194 w 7869956"/>
              <a:gd name="connsiteY5881" fmla="*/ 2154756 h 3717758"/>
              <a:gd name="connsiteX5882" fmla="*/ 490211 w 7869956"/>
              <a:gd name="connsiteY5882" fmla="*/ 2139543 h 3717758"/>
              <a:gd name="connsiteX5883" fmla="*/ 491465 w 7869956"/>
              <a:gd name="connsiteY5883" fmla="*/ 2152745 h 3717758"/>
              <a:gd name="connsiteX5884" fmla="*/ 493025 w 7869956"/>
              <a:gd name="connsiteY5884" fmla="*/ 2155498 h 3717758"/>
              <a:gd name="connsiteX5885" fmla="*/ 483194 w 7869956"/>
              <a:gd name="connsiteY5885" fmla="*/ 2154756 h 3717758"/>
              <a:gd name="connsiteX5886" fmla="*/ 436287 w 7869956"/>
              <a:gd name="connsiteY5886" fmla="*/ 2130752 h 3717758"/>
              <a:gd name="connsiteX5887" fmla="*/ 429984 w 7869956"/>
              <a:gd name="connsiteY5887" fmla="*/ 2121728 h 3717758"/>
              <a:gd name="connsiteX5888" fmla="*/ 442786 w 7869956"/>
              <a:gd name="connsiteY5888" fmla="*/ 2133200 h 3717758"/>
              <a:gd name="connsiteX5889" fmla="*/ 436287 w 7869956"/>
              <a:gd name="connsiteY5889" fmla="*/ 2130752 h 3717758"/>
              <a:gd name="connsiteX5890" fmla="*/ 2690936 w 7869956"/>
              <a:gd name="connsiteY5890" fmla="*/ 3442785 h 3717758"/>
              <a:gd name="connsiteX5891" fmla="*/ 2717171 w 7869956"/>
              <a:gd name="connsiteY5891" fmla="*/ 3444797 h 3717758"/>
              <a:gd name="connsiteX5892" fmla="*/ 2690936 w 7869956"/>
              <a:gd name="connsiteY5892" fmla="*/ 3442785 h 3717758"/>
              <a:gd name="connsiteX5893" fmla="*/ 2908839 w 7869956"/>
              <a:gd name="connsiteY5893" fmla="*/ 3572631 h 3717758"/>
              <a:gd name="connsiteX5894" fmla="*/ 2926478 w 7869956"/>
              <a:gd name="connsiteY5894" fmla="*/ 3531989 h 3717758"/>
              <a:gd name="connsiteX5895" fmla="*/ 2918501 w 7869956"/>
              <a:gd name="connsiteY5895" fmla="*/ 3523486 h 3717758"/>
              <a:gd name="connsiteX5896" fmla="*/ 2909612 w 7869956"/>
              <a:gd name="connsiteY5896" fmla="*/ 3546443 h 3717758"/>
              <a:gd name="connsiteX5897" fmla="*/ 2911822 w 7869956"/>
              <a:gd name="connsiteY5897" fmla="*/ 3528217 h 3717758"/>
              <a:gd name="connsiteX5898" fmla="*/ 2883377 w 7869956"/>
              <a:gd name="connsiteY5898" fmla="*/ 3544387 h 3717758"/>
              <a:gd name="connsiteX5899" fmla="*/ 2908839 w 7869956"/>
              <a:gd name="connsiteY5899" fmla="*/ 3572631 h 3717758"/>
              <a:gd name="connsiteX5900" fmla="*/ 2849697 w 7869956"/>
              <a:gd name="connsiteY5900" fmla="*/ 3544835 h 3717758"/>
              <a:gd name="connsiteX5901" fmla="*/ 2855597 w 7869956"/>
              <a:gd name="connsiteY5901" fmla="*/ 3539608 h 3717758"/>
              <a:gd name="connsiteX5902" fmla="*/ 2844063 w 7869956"/>
              <a:gd name="connsiteY5902" fmla="*/ 3541356 h 3717758"/>
              <a:gd name="connsiteX5903" fmla="*/ 2849697 w 7869956"/>
              <a:gd name="connsiteY5903" fmla="*/ 3544835 h 3717758"/>
              <a:gd name="connsiteX5904" fmla="*/ 1032957 w 7869956"/>
              <a:gd name="connsiteY5904" fmla="*/ 2499481 h 3717758"/>
              <a:gd name="connsiteX5905" fmla="*/ 1059191 w 7869956"/>
              <a:gd name="connsiteY5905" fmla="*/ 2501491 h 3717758"/>
              <a:gd name="connsiteX5906" fmla="*/ 1032957 w 7869956"/>
              <a:gd name="connsiteY5906" fmla="*/ 2499481 h 3717758"/>
              <a:gd name="connsiteX5907" fmla="*/ 1250859 w 7869956"/>
              <a:gd name="connsiteY5907" fmla="*/ 2629327 h 3717758"/>
              <a:gd name="connsiteX5908" fmla="*/ 1268499 w 7869956"/>
              <a:gd name="connsiteY5908" fmla="*/ 2588684 h 3717758"/>
              <a:gd name="connsiteX5909" fmla="*/ 1260522 w 7869956"/>
              <a:gd name="connsiteY5909" fmla="*/ 2580181 h 3717758"/>
              <a:gd name="connsiteX5910" fmla="*/ 1251632 w 7869956"/>
              <a:gd name="connsiteY5910" fmla="*/ 2603138 h 3717758"/>
              <a:gd name="connsiteX5911" fmla="*/ 1253842 w 7869956"/>
              <a:gd name="connsiteY5911" fmla="*/ 2584912 h 3717758"/>
              <a:gd name="connsiteX5912" fmla="*/ 1225397 w 7869956"/>
              <a:gd name="connsiteY5912" fmla="*/ 2601082 h 3717758"/>
              <a:gd name="connsiteX5913" fmla="*/ 1250859 w 7869956"/>
              <a:gd name="connsiteY5913" fmla="*/ 2629327 h 3717758"/>
              <a:gd name="connsiteX5914" fmla="*/ 2624248 w 7869956"/>
              <a:gd name="connsiteY5914" fmla="*/ 3426232 h 3717758"/>
              <a:gd name="connsiteX5915" fmla="*/ 2635699 w 7869956"/>
              <a:gd name="connsiteY5915" fmla="*/ 3422733 h 3717758"/>
              <a:gd name="connsiteX5916" fmla="*/ 2621028 w 7869956"/>
              <a:gd name="connsiteY5916" fmla="*/ 3418947 h 3717758"/>
              <a:gd name="connsiteX5917" fmla="*/ 2624248 w 7869956"/>
              <a:gd name="connsiteY5917" fmla="*/ 3426232 h 3717758"/>
              <a:gd name="connsiteX5918" fmla="*/ 1191716 w 7869956"/>
              <a:gd name="connsiteY5918" fmla="*/ 2601531 h 3717758"/>
              <a:gd name="connsiteX5919" fmla="*/ 1197616 w 7869956"/>
              <a:gd name="connsiteY5919" fmla="*/ 2596304 h 3717758"/>
              <a:gd name="connsiteX5920" fmla="*/ 1186083 w 7869956"/>
              <a:gd name="connsiteY5920" fmla="*/ 2598052 h 3717758"/>
              <a:gd name="connsiteX5921" fmla="*/ 1191716 w 7869956"/>
              <a:gd name="connsiteY5921" fmla="*/ 2601531 h 3717758"/>
              <a:gd name="connsiteX5922" fmla="*/ 2772239 w 7869956"/>
              <a:gd name="connsiteY5922" fmla="*/ 3525247 h 3717758"/>
              <a:gd name="connsiteX5923" fmla="*/ 2785504 w 7869956"/>
              <a:gd name="connsiteY5923" fmla="*/ 3521041 h 3717758"/>
              <a:gd name="connsiteX5924" fmla="*/ 2772239 w 7869956"/>
              <a:gd name="connsiteY5924" fmla="*/ 3525247 h 3717758"/>
              <a:gd name="connsiteX5925" fmla="*/ 966268 w 7869956"/>
              <a:gd name="connsiteY5925" fmla="*/ 2482928 h 3717758"/>
              <a:gd name="connsiteX5926" fmla="*/ 977719 w 7869956"/>
              <a:gd name="connsiteY5926" fmla="*/ 2479430 h 3717758"/>
              <a:gd name="connsiteX5927" fmla="*/ 963049 w 7869956"/>
              <a:gd name="connsiteY5927" fmla="*/ 2475643 h 3717758"/>
              <a:gd name="connsiteX5928" fmla="*/ 966268 w 7869956"/>
              <a:gd name="connsiteY5928" fmla="*/ 2482928 h 3717758"/>
              <a:gd name="connsiteX5929" fmla="*/ 2166759 w 7869956"/>
              <a:gd name="connsiteY5929" fmla="*/ 3176192 h 3717758"/>
              <a:gd name="connsiteX5930" fmla="*/ 2167207 w 7869956"/>
              <a:gd name="connsiteY5930" fmla="*/ 3160517 h 3717758"/>
              <a:gd name="connsiteX5931" fmla="*/ 2175184 w 7869956"/>
              <a:gd name="connsiteY5931" fmla="*/ 3169020 h 3717758"/>
              <a:gd name="connsiteX5932" fmla="*/ 2166759 w 7869956"/>
              <a:gd name="connsiteY5932" fmla="*/ 3176192 h 3717758"/>
              <a:gd name="connsiteX5933" fmla="*/ 1114257 w 7869956"/>
              <a:gd name="connsiteY5933" fmla="*/ 2581944 h 3717758"/>
              <a:gd name="connsiteX5934" fmla="*/ 1127524 w 7869956"/>
              <a:gd name="connsiteY5934" fmla="*/ 2577738 h 3717758"/>
              <a:gd name="connsiteX5935" fmla="*/ 1114257 w 7869956"/>
              <a:gd name="connsiteY5935" fmla="*/ 2581944 h 3717758"/>
              <a:gd name="connsiteX5936" fmla="*/ 508778 w 7869956"/>
              <a:gd name="connsiteY5936" fmla="*/ 2232889 h 3717758"/>
              <a:gd name="connsiteX5937" fmla="*/ 509225 w 7869956"/>
              <a:gd name="connsiteY5937" fmla="*/ 2217214 h 3717758"/>
              <a:gd name="connsiteX5938" fmla="*/ 517204 w 7869956"/>
              <a:gd name="connsiteY5938" fmla="*/ 2225717 h 3717758"/>
              <a:gd name="connsiteX5939" fmla="*/ 508778 w 7869956"/>
              <a:gd name="connsiteY5939" fmla="*/ 2232889 h 3717758"/>
              <a:gd name="connsiteX5940" fmla="*/ 2082136 w 7869956"/>
              <a:gd name="connsiteY5940" fmla="*/ 3148623 h 3717758"/>
              <a:gd name="connsiteX5941" fmla="*/ 2079338 w 7869956"/>
              <a:gd name="connsiteY5941" fmla="*/ 3132653 h 3717758"/>
              <a:gd name="connsiteX5942" fmla="*/ 2098679 w 7869956"/>
              <a:gd name="connsiteY5942" fmla="*/ 3144648 h 3717758"/>
              <a:gd name="connsiteX5943" fmla="*/ 2082136 w 7869956"/>
              <a:gd name="connsiteY5943" fmla="*/ 3148623 h 3717758"/>
              <a:gd name="connsiteX5944" fmla="*/ 2682646 w 7869956"/>
              <a:gd name="connsiteY5944" fmla="*/ 3499916 h 3717758"/>
              <a:gd name="connsiteX5945" fmla="*/ 2658776 w 7869956"/>
              <a:gd name="connsiteY5945" fmla="*/ 3474439 h 3717758"/>
              <a:gd name="connsiteX5946" fmla="*/ 2686573 w 7869956"/>
              <a:gd name="connsiteY5946" fmla="*/ 3479246 h 3717758"/>
              <a:gd name="connsiteX5947" fmla="*/ 2691071 w 7869956"/>
              <a:gd name="connsiteY5947" fmla="*/ 3492697 h 3717758"/>
              <a:gd name="connsiteX5948" fmla="*/ 2697936 w 7869956"/>
              <a:gd name="connsiteY5948" fmla="*/ 3482695 h 3717758"/>
              <a:gd name="connsiteX5949" fmla="*/ 2700748 w 7869956"/>
              <a:gd name="connsiteY5949" fmla="*/ 3498710 h 3717758"/>
              <a:gd name="connsiteX5950" fmla="*/ 2705757 w 7869956"/>
              <a:gd name="connsiteY5950" fmla="*/ 3496438 h 3717758"/>
              <a:gd name="connsiteX5951" fmla="*/ 2707799 w 7869956"/>
              <a:gd name="connsiteY5951" fmla="*/ 3483482 h 3717758"/>
              <a:gd name="connsiteX5952" fmla="*/ 2717461 w 7869956"/>
              <a:gd name="connsiteY5952" fmla="*/ 3489465 h 3717758"/>
              <a:gd name="connsiteX5953" fmla="*/ 2698862 w 7869956"/>
              <a:gd name="connsiteY5953" fmla="*/ 3506455 h 3717758"/>
              <a:gd name="connsiteX5954" fmla="*/ 2682646 w 7869956"/>
              <a:gd name="connsiteY5954" fmla="*/ 3499916 h 3717758"/>
              <a:gd name="connsiteX5955" fmla="*/ 2519552 w 7869956"/>
              <a:gd name="connsiteY5955" fmla="*/ 3405837 h 3717758"/>
              <a:gd name="connsiteX5956" fmla="*/ 2534547 w 7869956"/>
              <a:gd name="connsiteY5956" fmla="*/ 3399111 h 3717758"/>
              <a:gd name="connsiteX5957" fmla="*/ 2519552 w 7869956"/>
              <a:gd name="connsiteY5957" fmla="*/ 3405837 h 3717758"/>
              <a:gd name="connsiteX5958" fmla="*/ 2025306 w 7869956"/>
              <a:gd name="connsiteY5958" fmla="*/ 3125851 h 3717758"/>
              <a:gd name="connsiteX5959" fmla="*/ 2012847 w 7869956"/>
              <a:gd name="connsiteY5959" fmla="*/ 3103836 h 3717758"/>
              <a:gd name="connsiteX5960" fmla="*/ 2025306 w 7869956"/>
              <a:gd name="connsiteY5960" fmla="*/ 3125851 h 3717758"/>
              <a:gd name="connsiteX5961" fmla="*/ 424156 w 7869956"/>
              <a:gd name="connsiteY5961" fmla="*/ 2205319 h 3717758"/>
              <a:gd name="connsiteX5962" fmla="*/ 421357 w 7869956"/>
              <a:gd name="connsiteY5962" fmla="*/ 2189350 h 3717758"/>
              <a:gd name="connsiteX5963" fmla="*/ 440699 w 7869956"/>
              <a:gd name="connsiteY5963" fmla="*/ 2201346 h 3717758"/>
              <a:gd name="connsiteX5964" fmla="*/ 424156 w 7869956"/>
              <a:gd name="connsiteY5964" fmla="*/ 2205319 h 3717758"/>
              <a:gd name="connsiteX5965" fmla="*/ 1024666 w 7869956"/>
              <a:gd name="connsiteY5965" fmla="*/ 2556614 h 3717758"/>
              <a:gd name="connsiteX5966" fmla="*/ 1000795 w 7869956"/>
              <a:gd name="connsiteY5966" fmla="*/ 2531136 h 3717758"/>
              <a:gd name="connsiteX5967" fmla="*/ 1028592 w 7869956"/>
              <a:gd name="connsiteY5967" fmla="*/ 2535943 h 3717758"/>
              <a:gd name="connsiteX5968" fmla="*/ 1033090 w 7869956"/>
              <a:gd name="connsiteY5968" fmla="*/ 2549393 h 3717758"/>
              <a:gd name="connsiteX5969" fmla="*/ 1039954 w 7869956"/>
              <a:gd name="connsiteY5969" fmla="*/ 2539392 h 3717758"/>
              <a:gd name="connsiteX5970" fmla="*/ 1042767 w 7869956"/>
              <a:gd name="connsiteY5970" fmla="*/ 2555407 h 3717758"/>
              <a:gd name="connsiteX5971" fmla="*/ 1047776 w 7869956"/>
              <a:gd name="connsiteY5971" fmla="*/ 2553135 h 3717758"/>
              <a:gd name="connsiteX5972" fmla="*/ 1049818 w 7869956"/>
              <a:gd name="connsiteY5972" fmla="*/ 2540180 h 3717758"/>
              <a:gd name="connsiteX5973" fmla="*/ 1059480 w 7869956"/>
              <a:gd name="connsiteY5973" fmla="*/ 2546162 h 3717758"/>
              <a:gd name="connsiteX5974" fmla="*/ 1040882 w 7869956"/>
              <a:gd name="connsiteY5974" fmla="*/ 2563152 h 3717758"/>
              <a:gd name="connsiteX5975" fmla="*/ 1024666 w 7869956"/>
              <a:gd name="connsiteY5975" fmla="*/ 2556614 h 3717758"/>
              <a:gd name="connsiteX5976" fmla="*/ 861571 w 7869956"/>
              <a:gd name="connsiteY5976" fmla="*/ 2462535 h 3717758"/>
              <a:gd name="connsiteX5977" fmla="*/ 876567 w 7869956"/>
              <a:gd name="connsiteY5977" fmla="*/ 2455808 h 3717758"/>
              <a:gd name="connsiteX5978" fmla="*/ 861571 w 7869956"/>
              <a:gd name="connsiteY5978" fmla="*/ 2462535 h 3717758"/>
              <a:gd name="connsiteX5979" fmla="*/ 2656285 w 7869956"/>
              <a:gd name="connsiteY5979" fmla="*/ 3503118 h 3717758"/>
              <a:gd name="connsiteX5980" fmla="*/ 2677821 w 7869956"/>
              <a:gd name="connsiteY5980" fmla="*/ 3496918 h 3717758"/>
              <a:gd name="connsiteX5981" fmla="*/ 2679042 w 7869956"/>
              <a:gd name="connsiteY5981" fmla="*/ 3510167 h 3717758"/>
              <a:gd name="connsiteX5982" fmla="*/ 2656285 w 7869956"/>
              <a:gd name="connsiteY5982" fmla="*/ 3503118 h 3717758"/>
              <a:gd name="connsiteX5983" fmla="*/ 367326 w 7869956"/>
              <a:gd name="connsiteY5983" fmla="*/ 2182547 h 3717758"/>
              <a:gd name="connsiteX5984" fmla="*/ 354866 w 7869956"/>
              <a:gd name="connsiteY5984" fmla="*/ 2160533 h 3717758"/>
              <a:gd name="connsiteX5985" fmla="*/ 367326 w 7869956"/>
              <a:gd name="connsiteY5985" fmla="*/ 2182547 h 3717758"/>
              <a:gd name="connsiteX5986" fmla="*/ 2477486 w 7869956"/>
              <a:gd name="connsiteY5986" fmla="*/ 3412032 h 3717758"/>
              <a:gd name="connsiteX5987" fmla="*/ 2486623 w 7869956"/>
              <a:gd name="connsiteY5987" fmla="*/ 3408544 h 3717758"/>
              <a:gd name="connsiteX5988" fmla="*/ 2468674 w 7869956"/>
              <a:gd name="connsiteY5988" fmla="*/ 3404540 h 3717758"/>
              <a:gd name="connsiteX5989" fmla="*/ 2477486 w 7869956"/>
              <a:gd name="connsiteY5989" fmla="*/ 3412032 h 3717758"/>
              <a:gd name="connsiteX5990" fmla="*/ 998305 w 7869956"/>
              <a:gd name="connsiteY5990" fmla="*/ 2559815 h 3717758"/>
              <a:gd name="connsiteX5991" fmla="*/ 1019839 w 7869956"/>
              <a:gd name="connsiteY5991" fmla="*/ 2553615 h 3717758"/>
              <a:gd name="connsiteX5992" fmla="*/ 1021062 w 7869956"/>
              <a:gd name="connsiteY5992" fmla="*/ 2566864 h 3717758"/>
              <a:gd name="connsiteX5993" fmla="*/ 998305 w 7869956"/>
              <a:gd name="connsiteY5993" fmla="*/ 2559815 h 3717758"/>
              <a:gd name="connsiteX5994" fmla="*/ 2621749 w 7869956"/>
              <a:gd name="connsiteY5994" fmla="*/ 3503100 h 3717758"/>
              <a:gd name="connsiteX5995" fmla="*/ 2622739 w 7869956"/>
              <a:gd name="connsiteY5995" fmla="*/ 3471640 h 3717758"/>
              <a:gd name="connsiteX5996" fmla="*/ 2634102 w 7869956"/>
              <a:gd name="connsiteY5996" fmla="*/ 3475149 h 3717758"/>
              <a:gd name="connsiteX5997" fmla="*/ 2627082 w 7869956"/>
              <a:gd name="connsiteY5997" fmla="*/ 3490363 h 3717758"/>
              <a:gd name="connsiteX5998" fmla="*/ 2635029 w 7869956"/>
              <a:gd name="connsiteY5998" fmla="*/ 3498850 h 3717758"/>
              <a:gd name="connsiteX5999" fmla="*/ 2621749 w 7869956"/>
              <a:gd name="connsiteY5999" fmla="*/ 3503100 h 3717758"/>
              <a:gd name="connsiteX6000" fmla="*/ 819505 w 7869956"/>
              <a:gd name="connsiteY6000" fmla="*/ 2468728 h 3717758"/>
              <a:gd name="connsiteX6001" fmla="*/ 828644 w 7869956"/>
              <a:gd name="connsiteY6001" fmla="*/ 2465240 h 3717758"/>
              <a:gd name="connsiteX6002" fmla="*/ 810693 w 7869956"/>
              <a:gd name="connsiteY6002" fmla="*/ 2461236 h 3717758"/>
              <a:gd name="connsiteX6003" fmla="*/ 819505 w 7869956"/>
              <a:gd name="connsiteY6003" fmla="*/ 2468728 h 3717758"/>
              <a:gd name="connsiteX6004" fmla="*/ 2590865 w 7869956"/>
              <a:gd name="connsiteY6004" fmla="*/ 3492801 h 3717758"/>
              <a:gd name="connsiteX6005" fmla="*/ 2596337 w 7869956"/>
              <a:gd name="connsiteY6005" fmla="*/ 3474869 h 3717758"/>
              <a:gd name="connsiteX6006" fmla="*/ 2576827 w 7869956"/>
              <a:gd name="connsiteY6006" fmla="*/ 3468097 h 3717758"/>
              <a:gd name="connsiteX6007" fmla="*/ 2612709 w 7869956"/>
              <a:gd name="connsiteY6007" fmla="*/ 3476105 h 3717758"/>
              <a:gd name="connsiteX6008" fmla="*/ 2608194 w 7869956"/>
              <a:gd name="connsiteY6008" fmla="*/ 3462655 h 3717758"/>
              <a:gd name="connsiteX6009" fmla="*/ 2617562 w 7869956"/>
              <a:gd name="connsiteY6009" fmla="*/ 3479088 h 3717758"/>
              <a:gd name="connsiteX6010" fmla="*/ 2590865 w 7869956"/>
              <a:gd name="connsiteY6010" fmla="*/ 3492801 h 3717758"/>
              <a:gd name="connsiteX6011" fmla="*/ 2393369 w 7869956"/>
              <a:gd name="connsiteY6011" fmla="*/ 3382242 h 3717758"/>
              <a:gd name="connsiteX6012" fmla="*/ 2405321 w 7869956"/>
              <a:gd name="connsiteY6012" fmla="*/ 3381210 h 3717758"/>
              <a:gd name="connsiteX6013" fmla="*/ 2385950 w 7869956"/>
              <a:gd name="connsiteY6013" fmla="*/ 3369199 h 3717758"/>
              <a:gd name="connsiteX6014" fmla="*/ 2393369 w 7869956"/>
              <a:gd name="connsiteY6014" fmla="*/ 3382242 h 3717758"/>
              <a:gd name="connsiteX6015" fmla="*/ 963768 w 7869956"/>
              <a:gd name="connsiteY6015" fmla="*/ 2559797 h 3717758"/>
              <a:gd name="connsiteX6016" fmla="*/ 964758 w 7869956"/>
              <a:gd name="connsiteY6016" fmla="*/ 2528337 h 3717758"/>
              <a:gd name="connsiteX6017" fmla="*/ 976122 w 7869956"/>
              <a:gd name="connsiteY6017" fmla="*/ 2531846 h 3717758"/>
              <a:gd name="connsiteX6018" fmla="*/ 969101 w 7869956"/>
              <a:gd name="connsiteY6018" fmla="*/ 2547059 h 3717758"/>
              <a:gd name="connsiteX6019" fmla="*/ 977048 w 7869956"/>
              <a:gd name="connsiteY6019" fmla="*/ 2555547 h 3717758"/>
              <a:gd name="connsiteX6020" fmla="*/ 963768 w 7869956"/>
              <a:gd name="connsiteY6020" fmla="*/ 2559797 h 3717758"/>
              <a:gd name="connsiteX6021" fmla="*/ 932882 w 7869956"/>
              <a:gd name="connsiteY6021" fmla="*/ 2549501 h 3717758"/>
              <a:gd name="connsiteX6022" fmla="*/ 938358 w 7869956"/>
              <a:gd name="connsiteY6022" fmla="*/ 2531565 h 3717758"/>
              <a:gd name="connsiteX6023" fmla="*/ 918847 w 7869956"/>
              <a:gd name="connsiteY6023" fmla="*/ 2524793 h 3717758"/>
              <a:gd name="connsiteX6024" fmla="*/ 954729 w 7869956"/>
              <a:gd name="connsiteY6024" fmla="*/ 2532801 h 3717758"/>
              <a:gd name="connsiteX6025" fmla="*/ 950214 w 7869956"/>
              <a:gd name="connsiteY6025" fmla="*/ 2519352 h 3717758"/>
              <a:gd name="connsiteX6026" fmla="*/ 959581 w 7869956"/>
              <a:gd name="connsiteY6026" fmla="*/ 2535784 h 3717758"/>
              <a:gd name="connsiteX6027" fmla="*/ 932882 w 7869956"/>
              <a:gd name="connsiteY6027" fmla="*/ 2549501 h 3717758"/>
              <a:gd name="connsiteX6028" fmla="*/ 735386 w 7869956"/>
              <a:gd name="connsiteY6028" fmla="*/ 2438942 h 3717758"/>
              <a:gd name="connsiteX6029" fmla="*/ 747339 w 7869956"/>
              <a:gd name="connsiteY6029" fmla="*/ 2437909 h 3717758"/>
              <a:gd name="connsiteX6030" fmla="*/ 727970 w 7869956"/>
              <a:gd name="connsiteY6030" fmla="*/ 2425896 h 3717758"/>
              <a:gd name="connsiteX6031" fmla="*/ 735386 w 7869956"/>
              <a:gd name="connsiteY6031" fmla="*/ 2438942 h 3717758"/>
              <a:gd name="connsiteX6032" fmla="*/ 2536519 w 7869956"/>
              <a:gd name="connsiteY6032" fmla="*/ 3481538 h 3717758"/>
              <a:gd name="connsiteX6033" fmla="*/ 2521090 w 7869956"/>
              <a:gd name="connsiteY6033" fmla="*/ 3463776 h 3717758"/>
              <a:gd name="connsiteX6034" fmla="*/ 2536230 w 7869956"/>
              <a:gd name="connsiteY6034" fmla="*/ 3451786 h 3717758"/>
              <a:gd name="connsiteX6035" fmla="*/ 2542022 w 7869956"/>
              <a:gd name="connsiteY6035" fmla="*/ 3478509 h 3717758"/>
              <a:gd name="connsiteX6036" fmla="*/ 2536519 w 7869956"/>
              <a:gd name="connsiteY6036" fmla="*/ 3481538 h 3717758"/>
              <a:gd name="connsiteX6037" fmla="*/ 2507811 w 7869956"/>
              <a:gd name="connsiteY6037" fmla="*/ 3467983 h 3717758"/>
              <a:gd name="connsiteX6038" fmla="*/ 2501581 w 7869956"/>
              <a:gd name="connsiteY6038" fmla="*/ 3457007 h 3717758"/>
              <a:gd name="connsiteX6039" fmla="*/ 2508310 w 7869956"/>
              <a:gd name="connsiteY6039" fmla="*/ 3452205 h 3717758"/>
              <a:gd name="connsiteX6040" fmla="*/ 2519673 w 7869956"/>
              <a:gd name="connsiteY6040" fmla="*/ 3455778 h 3717758"/>
              <a:gd name="connsiteX6041" fmla="*/ 2507811 w 7869956"/>
              <a:gd name="connsiteY6041" fmla="*/ 3467983 h 3717758"/>
              <a:gd name="connsiteX6042" fmla="*/ 1976475 w 7869956"/>
              <a:gd name="connsiteY6042" fmla="*/ 3164832 h 3717758"/>
              <a:gd name="connsiteX6043" fmla="*/ 1968473 w 7869956"/>
              <a:gd name="connsiteY6043" fmla="*/ 3158202 h 3717758"/>
              <a:gd name="connsiteX6044" fmla="*/ 1984859 w 7869956"/>
              <a:gd name="connsiteY6044" fmla="*/ 3159485 h 3717758"/>
              <a:gd name="connsiteX6045" fmla="*/ 1976475 w 7869956"/>
              <a:gd name="connsiteY6045" fmla="*/ 3164832 h 3717758"/>
              <a:gd name="connsiteX6046" fmla="*/ 2351305 w 7869956"/>
              <a:gd name="connsiteY6046" fmla="*/ 3382099 h 3717758"/>
              <a:gd name="connsiteX6047" fmla="*/ 2357838 w 7869956"/>
              <a:gd name="connsiteY6047" fmla="*/ 3374897 h 3717758"/>
              <a:gd name="connsiteX6048" fmla="*/ 2341467 w 7869956"/>
              <a:gd name="connsiteY6048" fmla="*/ 3373661 h 3717758"/>
              <a:gd name="connsiteX6049" fmla="*/ 2351305 w 7869956"/>
              <a:gd name="connsiteY6049" fmla="*/ 3382099 h 3717758"/>
              <a:gd name="connsiteX6050" fmla="*/ 878541 w 7869956"/>
              <a:gd name="connsiteY6050" fmla="*/ 2538229 h 3717758"/>
              <a:gd name="connsiteX6051" fmla="*/ 863112 w 7869956"/>
              <a:gd name="connsiteY6051" fmla="*/ 2520468 h 3717758"/>
              <a:gd name="connsiteX6052" fmla="*/ 878249 w 7869956"/>
              <a:gd name="connsiteY6052" fmla="*/ 2508482 h 3717758"/>
              <a:gd name="connsiteX6053" fmla="*/ 884045 w 7869956"/>
              <a:gd name="connsiteY6053" fmla="*/ 2535200 h 3717758"/>
              <a:gd name="connsiteX6054" fmla="*/ 878541 w 7869956"/>
              <a:gd name="connsiteY6054" fmla="*/ 2538229 h 3717758"/>
              <a:gd name="connsiteX6055" fmla="*/ 849834 w 7869956"/>
              <a:gd name="connsiteY6055" fmla="*/ 2524673 h 3717758"/>
              <a:gd name="connsiteX6056" fmla="*/ 843603 w 7869956"/>
              <a:gd name="connsiteY6056" fmla="*/ 2513698 h 3717758"/>
              <a:gd name="connsiteX6057" fmla="*/ 850328 w 7869956"/>
              <a:gd name="connsiteY6057" fmla="*/ 2508905 h 3717758"/>
              <a:gd name="connsiteX6058" fmla="*/ 861691 w 7869956"/>
              <a:gd name="connsiteY6058" fmla="*/ 2512478 h 3717758"/>
              <a:gd name="connsiteX6059" fmla="*/ 849834 w 7869956"/>
              <a:gd name="connsiteY6059" fmla="*/ 2524673 h 3717758"/>
              <a:gd name="connsiteX6060" fmla="*/ 318498 w 7869956"/>
              <a:gd name="connsiteY6060" fmla="*/ 2221524 h 3717758"/>
              <a:gd name="connsiteX6061" fmla="*/ 310496 w 7869956"/>
              <a:gd name="connsiteY6061" fmla="*/ 2214893 h 3717758"/>
              <a:gd name="connsiteX6062" fmla="*/ 326882 w 7869956"/>
              <a:gd name="connsiteY6062" fmla="*/ 2216176 h 3717758"/>
              <a:gd name="connsiteX6063" fmla="*/ 318498 w 7869956"/>
              <a:gd name="connsiteY6063" fmla="*/ 2221524 h 3717758"/>
              <a:gd name="connsiteX6064" fmla="*/ 2466936 w 7869956"/>
              <a:gd name="connsiteY6064" fmla="*/ 3462185 h 3717758"/>
              <a:gd name="connsiteX6065" fmla="*/ 2463797 w 7869956"/>
              <a:gd name="connsiteY6065" fmla="*/ 3456698 h 3717758"/>
              <a:gd name="connsiteX6066" fmla="*/ 2498319 w 7869956"/>
              <a:gd name="connsiteY6066" fmla="*/ 3456727 h 3717758"/>
              <a:gd name="connsiteX6067" fmla="*/ 2466936 w 7869956"/>
              <a:gd name="connsiteY6067" fmla="*/ 3462185 h 3717758"/>
              <a:gd name="connsiteX6068" fmla="*/ 693328 w 7869956"/>
              <a:gd name="connsiteY6068" fmla="*/ 2438790 h 3717758"/>
              <a:gd name="connsiteX6069" fmla="*/ 699861 w 7869956"/>
              <a:gd name="connsiteY6069" fmla="*/ 2431589 h 3717758"/>
              <a:gd name="connsiteX6070" fmla="*/ 683489 w 7869956"/>
              <a:gd name="connsiteY6070" fmla="*/ 2430352 h 3717758"/>
              <a:gd name="connsiteX6071" fmla="*/ 693328 w 7869956"/>
              <a:gd name="connsiteY6071" fmla="*/ 2438790 h 3717758"/>
              <a:gd name="connsiteX6072" fmla="*/ 2441006 w 7869956"/>
              <a:gd name="connsiteY6072" fmla="*/ 3449651 h 3717758"/>
              <a:gd name="connsiteX6073" fmla="*/ 2443049 w 7869956"/>
              <a:gd name="connsiteY6073" fmla="*/ 3436664 h 3717758"/>
              <a:gd name="connsiteX6074" fmla="*/ 2452570 w 7869956"/>
              <a:gd name="connsiteY6074" fmla="*/ 3447920 h 3717758"/>
              <a:gd name="connsiteX6075" fmla="*/ 2441006 w 7869956"/>
              <a:gd name="connsiteY6075" fmla="*/ 3449651 h 3717758"/>
              <a:gd name="connsiteX6076" fmla="*/ 1919450 w 7869956"/>
              <a:gd name="connsiteY6076" fmla="*/ 3149174 h 3717758"/>
              <a:gd name="connsiteX6077" fmla="*/ 1934462 w 7869956"/>
              <a:gd name="connsiteY6077" fmla="*/ 3142433 h 3717758"/>
              <a:gd name="connsiteX6078" fmla="*/ 1919450 w 7869956"/>
              <a:gd name="connsiteY6078" fmla="*/ 3149174 h 3717758"/>
              <a:gd name="connsiteX6079" fmla="*/ 2428670 w 7869956"/>
              <a:gd name="connsiteY6079" fmla="*/ 3450699 h 3717758"/>
              <a:gd name="connsiteX6080" fmla="*/ 2420106 w 7869956"/>
              <a:gd name="connsiteY6080" fmla="*/ 3434884 h 3717758"/>
              <a:gd name="connsiteX6081" fmla="*/ 2432892 w 7869956"/>
              <a:gd name="connsiteY6081" fmla="*/ 3446401 h 3717758"/>
              <a:gd name="connsiteX6082" fmla="*/ 2428670 w 7869956"/>
              <a:gd name="connsiteY6082" fmla="*/ 3450699 h 3717758"/>
              <a:gd name="connsiteX6083" fmla="*/ 2127516 w 7869956"/>
              <a:gd name="connsiteY6083" fmla="*/ 3276840 h 3717758"/>
              <a:gd name="connsiteX6084" fmla="*/ 2134200 w 7869956"/>
              <a:gd name="connsiteY6084" fmla="*/ 3273515 h 3717758"/>
              <a:gd name="connsiteX6085" fmla="*/ 2121075 w 7869956"/>
              <a:gd name="connsiteY6085" fmla="*/ 3272479 h 3717758"/>
              <a:gd name="connsiteX6086" fmla="*/ 2127516 w 7869956"/>
              <a:gd name="connsiteY6086" fmla="*/ 3276840 h 3717758"/>
              <a:gd name="connsiteX6087" fmla="*/ 808959 w 7869956"/>
              <a:gd name="connsiteY6087" fmla="*/ 2518876 h 3717758"/>
              <a:gd name="connsiteX6088" fmla="*/ 805819 w 7869956"/>
              <a:gd name="connsiteY6088" fmla="*/ 2513388 h 3717758"/>
              <a:gd name="connsiteX6089" fmla="*/ 840341 w 7869956"/>
              <a:gd name="connsiteY6089" fmla="*/ 2513419 h 3717758"/>
              <a:gd name="connsiteX6090" fmla="*/ 808959 w 7869956"/>
              <a:gd name="connsiteY6090" fmla="*/ 2518876 h 3717758"/>
              <a:gd name="connsiteX6091" fmla="*/ 783029 w 7869956"/>
              <a:gd name="connsiteY6091" fmla="*/ 2506342 h 3717758"/>
              <a:gd name="connsiteX6092" fmla="*/ 785071 w 7869956"/>
              <a:gd name="connsiteY6092" fmla="*/ 2493356 h 3717758"/>
              <a:gd name="connsiteX6093" fmla="*/ 794593 w 7869956"/>
              <a:gd name="connsiteY6093" fmla="*/ 2504610 h 3717758"/>
              <a:gd name="connsiteX6094" fmla="*/ 783029 w 7869956"/>
              <a:gd name="connsiteY6094" fmla="*/ 2506342 h 3717758"/>
              <a:gd name="connsiteX6095" fmla="*/ 2700649 w 7869956"/>
              <a:gd name="connsiteY6095" fmla="*/ 3613544 h 3717758"/>
              <a:gd name="connsiteX6096" fmla="*/ 2709126 w 7869956"/>
              <a:gd name="connsiteY6096" fmla="*/ 3601814 h 3717758"/>
              <a:gd name="connsiteX6097" fmla="*/ 2697424 w 7869956"/>
              <a:gd name="connsiteY6097" fmla="*/ 3608770 h 3717758"/>
              <a:gd name="connsiteX6098" fmla="*/ 2700649 w 7869956"/>
              <a:gd name="connsiteY6098" fmla="*/ 3613544 h 3717758"/>
              <a:gd name="connsiteX6099" fmla="*/ 261474 w 7869956"/>
              <a:gd name="connsiteY6099" fmla="*/ 2205865 h 3717758"/>
              <a:gd name="connsiteX6100" fmla="*/ 276485 w 7869956"/>
              <a:gd name="connsiteY6100" fmla="*/ 2199124 h 3717758"/>
              <a:gd name="connsiteX6101" fmla="*/ 261474 w 7869956"/>
              <a:gd name="connsiteY6101" fmla="*/ 2205865 h 3717758"/>
              <a:gd name="connsiteX6102" fmla="*/ 770693 w 7869956"/>
              <a:gd name="connsiteY6102" fmla="*/ 2507390 h 3717758"/>
              <a:gd name="connsiteX6103" fmla="*/ 762128 w 7869956"/>
              <a:gd name="connsiteY6103" fmla="*/ 2491574 h 3717758"/>
              <a:gd name="connsiteX6104" fmla="*/ 774915 w 7869956"/>
              <a:gd name="connsiteY6104" fmla="*/ 2503091 h 3717758"/>
              <a:gd name="connsiteX6105" fmla="*/ 770693 w 7869956"/>
              <a:gd name="connsiteY6105" fmla="*/ 2507390 h 3717758"/>
              <a:gd name="connsiteX6106" fmla="*/ 469539 w 7869956"/>
              <a:gd name="connsiteY6106" fmla="*/ 2333531 h 3717758"/>
              <a:gd name="connsiteX6107" fmla="*/ 476224 w 7869956"/>
              <a:gd name="connsiteY6107" fmla="*/ 2330205 h 3717758"/>
              <a:gd name="connsiteX6108" fmla="*/ 463098 w 7869956"/>
              <a:gd name="connsiteY6108" fmla="*/ 2329169 h 3717758"/>
              <a:gd name="connsiteX6109" fmla="*/ 469539 w 7869956"/>
              <a:gd name="connsiteY6109" fmla="*/ 2333531 h 3717758"/>
              <a:gd name="connsiteX6110" fmla="*/ 2372789 w 7869956"/>
              <a:gd name="connsiteY6110" fmla="*/ 3433768 h 3717758"/>
              <a:gd name="connsiteX6111" fmla="*/ 2371100 w 7869956"/>
              <a:gd name="connsiteY6111" fmla="*/ 3425871 h 3717758"/>
              <a:gd name="connsiteX6112" fmla="*/ 2388724 w 7869956"/>
              <a:gd name="connsiteY6112" fmla="*/ 3440356 h 3717758"/>
              <a:gd name="connsiteX6113" fmla="*/ 2372789 w 7869956"/>
              <a:gd name="connsiteY6113" fmla="*/ 3433768 h 3717758"/>
              <a:gd name="connsiteX6114" fmla="*/ 1042671 w 7869956"/>
              <a:gd name="connsiteY6114" fmla="*/ 2670235 h 3717758"/>
              <a:gd name="connsiteX6115" fmla="*/ 1051149 w 7869956"/>
              <a:gd name="connsiteY6115" fmla="*/ 2658504 h 3717758"/>
              <a:gd name="connsiteX6116" fmla="*/ 1039447 w 7869956"/>
              <a:gd name="connsiteY6116" fmla="*/ 2665461 h 3717758"/>
              <a:gd name="connsiteX6117" fmla="*/ 1042671 w 7869956"/>
              <a:gd name="connsiteY6117" fmla="*/ 2670235 h 3717758"/>
              <a:gd name="connsiteX6118" fmla="*/ 714811 w 7869956"/>
              <a:gd name="connsiteY6118" fmla="*/ 2490460 h 3717758"/>
              <a:gd name="connsiteX6119" fmla="*/ 713122 w 7869956"/>
              <a:gd name="connsiteY6119" fmla="*/ 2482562 h 3717758"/>
              <a:gd name="connsiteX6120" fmla="*/ 730747 w 7869956"/>
              <a:gd name="connsiteY6120" fmla="*/ 2497047 h 3717758"/>
              <a:gd name="connsiteX6121" fmla="*/ 714811 w 7869956"/>
              <a:gd name="connsiteY6121" fmla="*/ 2490460 h 3717758"/>
              <a:gd name="connsiteX6122" fmla="*/ 2359073 w 7869956"/>
              <a:gd name="connsiteY6122" fmla="*/ 3443325 h 3717758"/>
              <a:gd name="connsiteX6123" fmla="*/ 2346272 w 7869956"/>
              <a:gd name="connsiteY6123" fmla="*/ 3431823 h 3717758"/>
              <a:gd name="connsiteX6124" fmla="*/ 2351760 w 7869956"/>
              <a:gd name="connsiteY6124" fmla="*/ 3413843 h 3717758"/>
              <a:gd name="connsiteX6125" fmla="*/ 2359706 w 7869956"/>
              <a:gd name="connsiteY6125" fmla="*/ 3422284 h 3717758"/>
              <a:gd name="connsiteX6126" fmla="*/ 2351266 w 7869956"/>
              <a:gd name="connsiteY6126" fmla="*/ 3429535 h 3717758"/>
              <a:gd name="connsiteX6127" fmla="*/ 2359073 w 7869956"/>
              <a:gd name="connsiteY6127" fmla="*/ 3443325 h 3717758"/>
              <a:gd name="connsiteX6128" fmla="*/ 2294311 w 7869956"/>
              <a:gd name="connsiteY6128" fmla="*/ 3411977 h 3717758"/>
              <a:gd name="connsiteX6129" fmla="*/ 2299614 w 7869956"/>
              <a:gd name="connsiteY6129" fmla="*/ 3399284 h 3717758"/>
              <a:gd name="connsiteX6130" fmla="*/ 2305689 w 7869956"/>
              <a:gd name="connsiteY6130" fmla="*/ 3415532 h 3717758"/>
              <a:gd name="connsiteX6131" fmla="*/ 2302736 w 7869956"/>
              <a:gd name="connsiteY6131" fmla="*/ 3404819 h 3717758"/>
              <a:gd name="connsiteX6132" fmla="*/ 2294311 w 7869956"/>
              <a:gd name="connsiteY6132" fmla="*/ 3411977 h 3717758"/>
              <a:gd name="connsiteX6133" fmla="*/ 701096 w 7869956"/>
              <a:gd name="connsiteY6133" fmla="*/ 2500015 h 3717758"/>
              <a:gd name="connsiteX6134" fmla="*/ 688295 w 7869956"/>
              <a:gd name="connsiteY6134" fmla="*/ 2488514 h 3717758"/>
              <a:gd name="connsiteX6135" fmla="*/ 693782 w 7869956"/>
              <a:gd name="connsiteY6135" fmla="*/ 2470534 h 3717758"/>
              <a:gd name="connsiteX6136" fmla="*/ 701729 w 7869956"/>
              <a:gd name="connsiteY6136" fmla="*/ 2478975 h 3717758"/>
              <a:gd name="connsiteX6137" fmla="*/ 693289 w 7869956"/>
              <a:gd name="connsiteY6137" fmla="*/ 2486226 h 3717758"/>
              <a:gd name="connsiteX6138" fmla="*/ 701096 w 7869956"/>
              <a:gd name="connsiteY6138" fmla="*/ 2500015 h 3717758"/>
              <a:gd name="connsiteX6139" fmla="*/ 636334 w 7869956"/>
              <a:gd name="connsiteY6139" fmla="*/ 2468667 h 3717758"/>
              <a:gd name="connsiteX6140" fmla="*/ 641637 w 7869956"/>
              <a:gd name="connsiteY6140" fmla="*/ 2455975 h 3717758"/>
              <a:gd name="connsiteX6141" fmla="*/ 647712 w 7869956"/>
              <a:gd name="connsiteY6141" fmla="*/ 2472223 h 3717758"/>
              <a:gd name="connsiteX6142" fmla="*/ 644760 w 7869956"/>
              <a:gd name="connsiteY6142" fmla="*/ 2461509 h 3717758"/>
              <a:gd name="connsiteX6143" fmla="*/ 636334 w 7869956"/>
              <a:gd name="connsiteY6143" fmla="*/ 2468667 h 3717758"/>
              <a:gd name="connsiteX6144" fmla="*/ 1888921 w 7869956"/>
              <a:gd name="connsiteY6144" fmla="*/ 3194751 h 3717758"/>
              <a:gd name="connsiteX6145" fmla="*/ 1899925 w 7869956"/>
              <a:gd name="connsiteY6145" fmla="*/ 3197517 h 3717758"/>
              <a:gd name="connsiteX6146" fmla="*/ 1905105 w 7869956"/>
              <a:gd name="connsiteY6146" fmla="*/ 3190048 h 3717758"/>
              <a:gd name="connsiteX6147" fmla="*/ 1885423 w 7869956"/>
              <a:gd name="connsiteY6147" fmla="*/ 3188504 h 3717758"/>
              <a:gd name="connsiteX6148" fmla="*/ 1888921 w 7869956"/>
              <a:gd name="connsiteY6148" fmla="*/ 3194751 h 3717758"/>
              <a:gd name="connsiteX6149" fmla="*/ 2135389 w 7869956"/>
              <a:gd name="connsiteY6149" fmla="*/ 3341895 h 3717758"/>
              <a:gd name="connsiteX6150" fmla="*/ 2144170 w 7869956"/>
              <a:gd name="connsiteY6150" fmla="*/ 3324162 h 3717758"/>
              <a:gd name="connsiteX6151" fmla="*/ 2150571 w 7869956"/>
              <a:gd name="connsiteY6151" fmla="*/ 3329960 h 3717758"/>
              <a:gd name="connsiteX6152" fmla="*/ 2135389 w 7869956"/>
              <a:gd name="connsiteY6152" fmla="*/ 3341895 h 3717758"/>
              <a:gd name="connsiteX6153" fmla="*/ 2261337 w 7869956"/>
              <a:gd name="connsiteY6153" fmla="*/ 3414693 h 3717758"/>
              <a:gd name="connsiteX6154" fmla="*/ 2261956 w 7869956"/>
              <a:gd name="connsiteY6154" fmla="*/ 3393745 h 3717758"/>
              <a:gd name="connsiteX6155" fmla="*/ 2273195 w 7869956"/>
              <a:gd name="connsiteY6155" fmla="*/ 3402496 h 3717758"/>
              <a:gd name="connsiteX6156" fmla="*/ 2261337 w 7869956"/>
              <a:gd name="connsiteY6156" fmla="*/ 3414693 h 3717758"/>
              <a:gd name="connsiteX6157" fmla="*/ 2536751 w 7869956"/>
              <a:gd name="connsiteY6157" fmla="*/ 3579126 h 3717758"/>
              <a:gd name="connsiteX6158" fmla="*/ 2544141 w 7869956"/>
              <a:gd name="connsiteY6158" fmla="*/ 3570572 h 3717758"/>
              <a:gd name="connsiteX6159" fmla="*/ 2526022 w 7869956"/>
              <a:gd name="connsiteY6159" fmla="*/ 3571854 h 3717758"/>
              <a:gd name="connsiteX6160" fmla="*/ 2536751 w 7869956"/>
              <a:gd name="connsiteY6160" fmla="*/ 3579126 h 3717758"/>
              <a:gd name="connsiteX6161" fmla="*/ 2378945 w 7869956"/>
              <a:gd name="connsiteY6161" fmla="*/ 3488204 h 3717758"/>
              <a:gd name="connsiteX6162" fmla="*/ 2375890 w 7869956"/>
              <a:gd name="connsiteY6162" fmla="*/ 3484021 h 3717758"/>
              <a:gd name="connsiteX6163" fmla="*/ 2384657 w 7869956"/>
              <a:gd name="connsiteY6163" fmla="*/ 3466319 h 3717758"/>
              <a:gd name="connsiteX6164" fmla="*/ 2419147 w 7869956"/>
              <a:gd name="connsiteY6164" fmla="*/ 3466363 h 3717758"/>
              <a:gd name="connsiteX6165" fmla="*/ 2415405 w 7869956"/>
              <a:gd name="connsiteY6165" fmla="*/ 3481824 h 3717758"/>
              <a:gd name="connsiteX6166" fmla="*/ 2388999 w 7869956"/>
              <a:gd name="connsiteY6166" fmla="*/ 3485072 h 3717758"/>
              <a:gd name="connsiteX6167" fmla="*/ 2382770 w 7869956"/>
              <a:gd name="connsiteY6167" fmla="*/ 3474033 h 3717758"/>
              <a:gd name="connsiteX6168" fmla="*/ 2378945 w 7869956"/>
              <a:gd name="connsiteY6168" fmla="*/ 3488204 h 3717758"/>
              <a:gd name="connsiteX6169" fmla="*/ 1783638 w 7869956"/>
              <a:gd name="connsiteY6169" fmla="*/ 3145985 h 3717758"/>
              <a:gd name="connsiteX6170" fmla="*/ 1780204 w 7869956"/>
              <a:gd name="connsiteY6170" fmla="*/ 3135742 h 3717758"/>
              <a:gd name="connsiteX6171" fmla="*/ 1783667 w 7869956"/>
              <a:gd name="connsiteY6171" fmla="*/ 3130685 h 3717758"/>
              <a:gd name="connsiteX6172" fmla="*/ 1791442 w 7869956"/>
              <a:gd name="connsiteY6172" fmla="*/ 3144507 h 3717758"/>
              <a:gd name="connsiteX6173" fmla="*/ 1783638 w 7869956"/>
              <a:gd name="connsiteY6173" fmla="*/ 3145985 h 3717758"/>
              <a:gd name="connsiteX6174" fmla="*/ 230943 w 7869956"/>
              <a:gd name="connsiteY6174" fmla="*/ 2251442 h 3717758"/>
              <a:gd name="connsiteX6175" fmla="*/ 241949 w 7869956"/>
              <a:gd name="connsiteY6175" fmla="*/ 2254207 h 3717758"/>
              <a:gd name="connsiteX6176" fmla="*/ 247127 w 7869956"/>
              <a:gd name="connsiteY6176" fmla="*/ 2246739 h 3717758"/>
              <a:gd name="connsiteX6177" fmla="*/ 227446 w 7869956"/>
              <a:gd name="connsiteY6177" fmla="*/ 2245194 h 3717758"/>
              <a:gd name="connsiteX6178" fmla="*/ 230943 w 7869956"/>
              <a:gd name="connsiteY6178" fmla="*/ 2251442 h 3717758"/>
              <a:gd name="connsiteX6179" fmla="*/ 1752439 w 7869956"/>
              <a:gd name="connsiteY6179" fmla="*/ 3130964 h 3717758"/>
              <a:gd name="connsiteX6180" fmla="*/ 1767110 w 7869956"/>
              <a:gd name="connsiteY6180" fmla="*/ 3134690 h 3717758"/>
              <a:gd name="connsiteX6181" fmla="*/ 1752439 w 7869956"/>
              <a:gd name="connsiteY6181" fmla="*/ 3130964 h 3717758"/>
              <a:gd name="connsiteX6182" fmla="*/ 477412 w 7869956"/>
              <a:gd name="connsiteY6182" fmla="*/ 2398585 h 3717758"/>
              <a:gd name="connsiteX6183" fmla="*/ 486193 w 7869956"/>
              <a:gd name="connsiteY6183" fmla="*/ 2380853 h 3717758"/>
              <a:gd name="connsiteX6184" fmla="*/ 492594 w 7869956"/>
              <a:gd name="connsiteY6184" fmla="*/ 2386651 h 3717758"/>
              <a:gd name="connsiteX6185" fmla="*/ 477412 w 7869956"/>
              <a:gd name="connsiteY6185" fmla="*/ 2398585 h 3717758"/>
              <a:gd name="connsiteX6186" fmla="*/ 603360 w 7869956"/>
              <a:gd name="connsiteY6186" fmla="*/ 2471384 h 3717758"/>
              <a:gd name="connsiteX6187" fmla="*/ 603979 w 7869956"/>
              <a:gd name="connsiteY6187" fmla="*/ 2450436 h 3717758"/>
              <a:gd name="connsiteX6188" fmla="*/ 615218 w 7869956"/>
              <a:gd name="connsiteY6188" fmla="*/ 2459186 h 3717758"/>
              <a:gd name="connsiteX6189" fmla="*/ 603360 w 7869956"/>
              <a:gd name="connsiteY6189" fmla="*/ 2471384 h 3717758"/>
              <a:gd name="connsiteX6190" fmla="*/ 878774 w 7869956"/>
              <a:gd name="connsiteY6190" fmla="*/ 2635816 h 3717758"/>
              <a:gd name="connsiteX6191" fmla="*/ 886163 w 7869956"/>
              <a:gd name="connsiteY6191" fmla="*/ 2627262 h 3717758"/>
              <a:gd name="connsiteX6192" fmla="*/ 868046 w 7869956"/>
              <a:gd name="connsiteY6192" fmla="*/ 2628545 h 3717758"/>
              <a:gd name="connsiteX6193" fmla="*/ 878774 w 7869956"/>
              <a:gd name="connsiteY6193" fmla="*/ 2635816 h 3717758"/>
              <a:gd name="connsiteX6194" fmla="*/ 720969 w 7869956"/>
              <a:gd name="connsiteY6194" fmla="*/ 2544894 h 3717758"/>
              <a:gd name="connsiteX6195" fmla="*/ 717913 w 7869956"/>
              <a:gd name="connsiteY6195" fmla="*/ 2540710 h 3717758"/>
              <a:gd name="connsiteX6196" fmla="*/ 726679 w 7869956"/>
              <a:gd name="connsiteY6196" fmla="*/ 2523009 h 3717758"/>
              <a:gd name="connsiteX6197" fmla="*/ 761170 w 7869956"/>
              <a:gd name="connsiteY6197" fmla="*/ 2523054 h 3717758"/>
              <a:gd name="connsiteX6198" fmla="*/ 757428 w 7869956"/>
              <a:gd name="connsiteY6198" fmla="*/ 2538514 h 3717758"/>
              <a:gd name="connsiteX6199" fmla="*/ 731023 w 7869956"/>
              <a:gd name="connsiteY6199" fmla="*/ 2541762 h 3717758"/>
              <a:gd name="connsiteX6200" fmla="*/ 724793 w 7869956"/>
              <a:gd name="connsiteY6200" fmla="*/ 2530723 h 3717758"/>
              <a:gd name="connsiteX6201" fmla="*/ 720969 w 7869956"/>
              <a:gd name="connsiteY6201" fmla="*/ 2544894 h 3717758"/>
              <a:gd name="connsiteX6202" fmla="*/ 125661 w 7869956"/>
              <a:gd name="connsiteY6202" fmla="*/ 2202675 h 3717758"/>
              <a:gd name="connsiteX6203" fmla="*/ 122228 w 7869956"/>
              <a:gd name="connsiteY6203" fmla="*/ 2192432 h 3717758"/>
              <a:gd name="connsiteX6204" fmla="*/ 125690 w 7869956"/>
              <a:gd name="connsiteY6204" fmla="*/ 2187375 h 3717758"/>
              <a:gd name="connsiteX6205" fmla="*/ 133466 w 7869956"/>
              <a:gd name="connsiteY6205" fmla="*/ 2201196 h 3717758"/>
              <a:gd name="connsiteX6206" fmla="*/ 125661 w 7869956"/>
              <a:gd name="connsiteY6206" fmla="*/ 2202675 h 3717758"/>
              <a:gd name="connsiteX6207" fmla="*/ 1903802 w 7869956"/>
              <a:gd name="connsiteY6207" fmla="*/ 3231977 h 3717758"/>
              <a:gd name="connsiteX6208" fmla="*/ 1897557 w 7869956"/>
              <a:gd name="connsiteY6208" fmla="*/ 3221002 h 3717758"/>
              <a:gd name="connsiteX6209" fmla="*/ 1908935 w 7869956"/>
              <a:gd name="connsiteY6209" fmla="*/ 3224510 h 3717758"/>
              <a:gd name="connsiteX6210" fmla="*/ 1903802 w 7869956"/>
              <a:gd name="connsiteY6210" fmla="*/ 3231977 h 3717758"/>
              <a:gd name="connsiteX6211" fmla="*/ 94462 w 7869956"/>
              <a:gd name="connsiteY6211" fmla="*/ 2187653 h 3717758"/>
              <a:gd name="connsiteX6212" fmla="*/ 109133 w 7869956"/>
              <a:gd name="connsiteY6212" fmla="*/ 2191380 h 3717758"/>
              <a:gd name="connsiteX6213" fmla="*/ 94462 w 7869956"/>
              <a:gd name="connsiteY6213" fmla="*/ 2187653 h 3717758"/>
              <a:gd name="connsiteX6214" fmla="*/ 1880772 w 7869956"/>
              <a:gd name="connsiteY6214" fmla="*/ 3220238 h 3717758"/>
              <a:gd name="connsiteX6215" fmla="*/ 1876503 w 7869956"/>
              <a:gd name="connsiteY6215" fmla="*/ 3211509 h 3717758"/>
              <a:gd name="connsiteX6216" fmla="*/ 1889613 w 7869956"/>
              <a:gd name="connsiteY6216" fmla="*/ 3212513 h 3717758"/>
              <a:gd name="connsiteX6217" fmla="*/ 1880772 w 7869956"/>
              <a:gd name="connsiteY6217" fmla="*/ 3220238 h 3717758"/>
              <a:gd name="connsiteX6218" fmla="*/ 245826 w 7869956"/>
              <a:gd name="connsiteY6218" fmla="*/ 2288666 h 3717758"/>
              <a:gd name="connsiteX6219" fmla="*/ 239580 w 7869956"/>
              <a:gd name="connsiteY6219" fmla="*/ 2277691 h 3717758"/>
              <a:gd name="connsiteX6220" fmla="*/ 250958 w 7869956"/>
              <a:gd name="connsiteY6220" fmla="*/ 2281200 h 3717758"/>
              <a:gd name="connsiteX6221" fmla="*/ 245826 w 7869956"/>
              <a:gd name="connsiteY6221" fmla="*/ 2288666 h 3717758"/>
              <a:gd name="connsiteX6222" fmla="*/ 1790344 w 7869956"/>
              <a:gd name="connsiteY6222" fmla="*/ 3181180 h 3717758"/>
              <a:gd name="connsiteX6223" fmla="*/ 1795677 w 7869956"/>
              <a:gd name="connsiteY6223" fmla="*/ 3168440 h 3717758"/>
              <a:gd name="connsiteX6224" fmla="*/ 1803608 w 7869956"/>
              <a:gd name="connsiteY6224" fmla="*/ 3176958 h 3717758"/>
              <a:gd name="connsiteX6225" fmla="*/ 1790344 w 7869956"/>
              <a:gd name="connsiteY6225" fmla="*/ 3181180 h 3717758"/>
              <a:gd name="connsiteX6226" fmla="*/ 222797 w 7869956"/>
              <a:gd name="connsiteY6226" fmla="*/ 2276927 h 3717758"/>
              <a:gd name="connsiteX6227" fmla="*/ 218526 w 7869956"/>
              <a:gd name="connsiteY6227" fmla="*/ 2268198 h 3717758"/>
              <a:gd name="connsiteX6228" fmla="*/ 231636 w 7869956"/>
              <a:gd name="connsiteY6228" fmla="*/ 2269202 h 3717758"/>
              <a:gd name="connsiteX6229" fmla="*/ 222797 w 7869956"/>
              <a:gd name="connsiteY6229" fmla="*/ 2276927 h 3717758"/>
              <a:gd name="connsiteX6230" fmla="*/ 1745683 w 7869956"/>
              <a:gd name="connsiteY6230" fmla="*/ 3164060 h 3717758"/>
              <a:gd name="connsiteX6231" fmla="*/ 1738539 w 7869956"/>
              <a:gd name="connsiteY6231" fmla="*/ 3156134 h 3717758"/>
              <a:gd name="connsiteX6232" fmla="*/ 1753210 w 7869956"/>
              <a:gd name="connsiteY6232" fmla="*/ 3159907 h 3717758"/>
              <a:gd name="connsiteX6233" fmla="*/ 1745683 w 7869956"/>
              <a:gd name="connsiteY6233" fmla="*/ 3164060 h 3717758"/>
              <a:gd name="connsiteX6234" fmla="*/ 2460128 w 7869956"/>
              <a:gd name="connsiteY6234" fmla="*/ 3577243 h 3717758"/>
              <a:gd name="connsiteX6235" fmla="*/ 2494479 w 7869956"/>
              <a:gd name="connsiteY6235" fmla="*/ 3582545 h 3717758"/>
              <a:gd name="connsiteX6236" fmla="*/ 2460128 w 7869956"/>
              <a:gd name="connsiteY6236" fmla="*/ 3577243 h 3717758"/>
              <a:gd name="connsiteX6237" fmla="*/ 2260592 w 7869956"/>
              <a:gd name="connsiteY6237" fmla="*/ 3464003 h 3717758"/>
              <a:gd name="connsiteX6238" fmla="*/ 2260083 w 7869956"/>
              <a:gd name="connsiteY6238" fmla="*/ 3456624 h 3717758"/>
              <a:gd name="connsiteX6239" fmla="*/ 2273038 w 7869956"/>
              <a:gd name="connsiteY6239" fmla="*/ 3462884 h 3717758"/>
              <a:gd name="connsiteX6240" fmla="*/ 2260592 w 7869956"/>
              <a:gd name="connsiteY6240" fmla="*/ 3464003 h 3717758"/>
              <a:gd name="connsiteX6241" fmla="*/ 132367 w 7869956"/>
              <a:gd name="connsiteY6241" fmla="*/ 2237869 h 3717758"/>
              <a:gd name="connsiteX6242" fmla="*/ 137701 w 7869956"/>
              <a:gd name="connsiteY6242" fmla="*/ 2225129 h 3717758"/>
              <a:gd name="connsiteX6243" fmla="*/ 145632 w 7869956"/>
              <a:gd name="connsiteY6243" fmla="*/ 2233647 h 3717758"/>
              <a:gd name="connsiteX6244" fmla="*/ 132367 w 7869956"/>
              <a:gd name="connsiteY6244" fmla="*/ 2237869 h 3717758"/>
              <a:gd name="connsiteX6245" fmla="*/ 1660272 w 7869956"/>
              <a:gd name="connsiteY6245" fmla="*/ 3128376 h 3717758"/>
              <a:gd name="connsiteX6246" fmla="*/ 1657977 w 7869956"/>
              <a:gd name="connsiteY6246" fmla="*/ 3102617 h 3717758"/>
              <a:gd name="connsiteX6247" fmla="*/ 1666433 w 7869956"/>
              <a:gd name="connsiteY6247" fmla="*/ 3095367 h 3717758"/>
              <a:gd name="connsiteX6248" fmla="*/ 1667499 w 7869956"/>
              <a:gd name="connsiteY6248" fmla="*/ 3113841 h 3717758"/>
              <a:gd name="connsiteX6249" fmla="*/ 1687335 w 7869956"/>
              <a:gd name="connsiteY6249" fmla="*/ 3110176 h 3717758"/>
              <a:gd name="connsiteX6250" fmla="*/ 1676420 w 7869956"/>
              <a:gd name="connsiteY6250" fmla="*/ 3090928 h 3717758"/>
              <a:gd name="connsiteX6251" fmla="*/ 1708576 w 7869956"/>
              <a:gd name="connsiteY6251" fmla="*/ 3114411 h 3717758"/>
              <a:gd name="connsiteX6252" fmla="*/ 1723233 w 7869956"/>
              <a:gd name="connsiteY6252" fmla="*/ 3118168 h 3717758"/>
              <a:gd name="connsiteX6253" fmla="*/ 1741645 w 7869956"/>
              <a:gd name="connsiteY6253" fmla="*/ 3106465 h 3717758"/>
              <a:gd name="connsiteX6254" fmla="*/ 1727592 w 7869956"/>
              <a:gd name="connsiteY6254" fmla="*/ 3136891 h 3717758"/>
              <a:gd name="connsiteX6255" fmla="*/ 1719816 w 7869956"/>
              <a:gd name="connsiteY6255" fmla="*/ 3123163 h 3717758"/>
              <a:gd name="connsiteX6256" fmla="*/ 1719491 w 7869956"/>
              <a:gd name="connsiteY6256" fmla="*/ 3133629 h 3717758"/>
              <a:gd name="connsiteX6257" fmla="*/ 1708082 w 7869956"/>
              <a:gd name="connsiteY6257" fmla="*/ 3130134 h 3717758"/>
              <a:gd name="connsiteX6258" fmla="*/ 1665800 w 7869956"/>
              <a:gd name="connsiteY6258" fmla="*/ 3116362 h 3717758"/>
              <a:gd name="connsiteX6259" fmla="*/ 1660272 w 7869956"/>
              <a:gd name="connsiteY6259" fmla="*/ 3128376 h 3717758"/>
              <a:gd name="connsiteX6260" fmla="*/ 87707 w 7869956"/>
              <a:gd name="connsiteY6260" fmla="*/ 2220749 h 3717758"/>
              <a:gd name="connsiteX6261" fmla="*/ 80563 w 7869956"/>
              <a:gd name="connsiteY6261" fmla="*/ 2212823 h 3717758"/>
              <a:gd name="connsiteX6262" fmla="*/ 95234 w 7869956"/>
              <a:gd name="connsiteY6262" fmla="*/ 2216595 h 3717758"/>
              <a:gd name="connsiteX6263" fmla="*/ 87707 w 7869956"/>
              <a:gd name="connsiteY6263" fmla="*/ 2220749 h 3717758"/>
              <a:gd name="connsiteX6264" fmla="*/ 802152 w 7869956"/>
              <a:gd name="connsiteY6264" fmla="*/ 2633931 h 3717758"/>
              <a:gd name="connsiteX6265" fmla="*/ 836504 w 7869956"/>
              <a:gd name="connsiteY6265" fmla="*/ 2639233 h 3717758"/>
              <a:gd name="connsiteX6266" fmla="*/ 802152 w 7869956"/>
              <a:gd name="connsiteY6266" fmla="*/ 2633931 h 3717758"/>
              <a:gd name="connsiteX6267" fmla="*/ 602616 w 7869956"/>
              <a:gd name="connsiteY6267" fmla="*/ 2520691 h 3717758"/>
              <a:gd name="connsiteX6268" fmla="*/ 602107 w 7869956"/>
              <a:gd name="connsiteY6268" fmla="*/ 2513313 h 3717758"/>
              <a:gd name="connsiteX6269" fmla="*/ 615062 w 7869956"/>
              <a:gd name="connsiteY6269" fmla="*/ 2519573 h 3717758"/>
              <a:gd name="connsiteX6270" fmla="*/ 602616 w 7869956"/>
              <a:gd name="connsiteY6270" fmla="*/ 2520691 h 3717758"/>
              <a:gd name="connsiteX6271" fmla="*/ 1807162 w 7869956"/>
              <a:gd name="connsiteY6271" fmla="*/ 3221829 h 3717758"/>
              <a:gd name="connsiteX6272" fmla="*/ 1827322 w 7869956"/>
              <a:gd name="connsiteY6272" fmla="*/ 3207698 h 3717758"/>
              <a:gd name="connsiteX6273" fmla="*/ 1833397 w 7869956"/>
              <a:gd name="connsiteY6273" fmla="*/ 3223900 h 3717758"/>
              <a:gd name="connsiteX6274" fmla="*/ 1807162 w 7869956"/>
              <a:gd name="connsiteY6274" fmla="*/ 3221829 h 3717758"/>
              <a:gd name="connsiteX6275" fmla="*/ 2296 w 7869956"/>
              <a:gd name="connsiteY6275" fmla="*/ 2185064 h 3717758"/>
              <a:gd name="connsiteX6276" fmla="*/ 0 w 7869956"/>
              <a:gd name="connsiteY6276" fmla="*/ 2159306 h 3717758"/>
              <a:gd name="connsiteX6277" fmla="*/ 8457 w 7869956"/>
              <a:gd name="connsiteY6277" fmla="*/ 2152056 h 3717758"/>
              <a:gd name="connsiteX6278" fmla="*/ 9524 w 7869956"/>
              <a:gd name="connsiteY6278" fmla="*/ 2170529 h 3717758"/>
              <a:gd name="connsiteX6279" fmla="*/ 29359 w 7869956"/>
              <a:gd name="connsiteY6279" fmla="*/ 2166866 h 3717758"/>
              <a:gd name="connsiteX6280" fmla="*/ 18444 w 7869956"/>
              <a:gd name="connsiteY6280" fmla="*/ 2147618 h 3717758"/>
              <a:gd name="connsiteX6281" fmla="*/ 50600 w 7869956"/>
              <a:gd name="connsiteY6281" fmla="*/ 2171101 h 3717758"/>
              <a:gd name="connsiteX6282" fmla="*/ 65256 w 7869956"/>
              <a:gd name="connsiteY6282" fmla="*/ 2174858 h 3717758"/>
              <a:gd name="connsiteX6283" fmla="*/ 83668 w 7869956"/>
              <a:gd name="connsiteY6283" fmla="*/ 2163155 h 3717758"/>
              <a:gd name="connsiteX6284" fmla="*/ 69615 w 7869956"/>
              <a:gd name="connsiteY6284" fmla="*/ 2193580 h 3717758"/>
              <a:gd name="connsiteX6285" fmla="*/ 61839 w 7869956"/>
              <a:gd name="connsiteY6285" fmla="*/ 2179851 h 3717758"/>
              <a:gd name="connsiteX6286" fmla="*/ 61515 w 7869956"/>
              <a:gd name="connsiteY6286" fmla="*/ 2190318 h 3717758"/>
              <a:gd name="connsiteX6287" fmla="*/ 50107 w 7869956"/>
              <a:gd name="connsiteY6287" fmla="*/ 2186823 h 3717758"/>
              <a:gd name="connsiteX6288" fmla="*/ 7824 w 7869956"/>
              <a:gd name="connsiteY6288" fmla="*/ 2173049 h 3717758"/>
              <a:gd name="connsiteX6289" fmla="*/ 2296 w 7869956"/>
              <a:gd name="connsiteY6289" fmla="*/ 2185064 h 3717758"/>
              <a:gd name="connsiteX6290" fmla="*/ 149187 w 7869956"/>
              <a:gd name="connsiteY6290" fmla="*/ 2278517 h 3717758"/>
              <a:gd name="connsiteX6291" fmla="*/ 169346 w 7869956"/>
              <a:gd name="connsiteY6291" fmla="*/ 2264386 h 3717758"/>
              <a:gd name="connsiteX6292" fmla="*/ 175421 w 7869956"/>
              <a:gd name="connsiteY6292" fmla="*/ 2280588 h 3717758"/>
              <a:gd name="connsiteX6293" fmla="*/ 149187 w 7869956"/>
              <a:gd name="connsiteY6293" fmla="*/ 2278517 h 3717758"/>
              <a:gd name="connsiteX6294" fmla="*/ 2332506 w 7869956"/>
              <a:gd name="connsiteY6294" fmla="*/ 3545396 h 3717758"/>
              <a:gd name="connsiteX6295" fmla="*/ 2333098 w 7869956"/>
              <a:gd name="connsiteY6295" fmla="*/ 3545384 h 3717758"/>
              <a:gd name="connsiteX6296" fmla="*/ 2333093 w 7869956"/>
              <a:gd name="connsiteY6296" fmla="*/ 3545712 h 3717758"/>
              <a:gd name="connsiteX6297" fmla="*/ 2372456 w 7869956"/>
              <a:gd name="connsiteY6297" fmla="*/ 3569376 h 3717758"/>
              <a:gd name="connsiteX6298" fmla="*/ 2363646 w 7869956"/>
              <a:gd name="connsiteY6298" fmla="*/ 3561920 h 3717758"/>
              <a:gd name="connsiteX6299" fmla="*/ 2381627 w 7869956"/>
              <a:gd name="connsiteY6299" fmla="*/ 3565862 h 3717758"/>
              <a:gd name="connsiteX6300" fmla="*/ 2372456 w 7869956"/>
              <a:gd name="connsiteY6300" fmla="*/ 3569376 h 3717758"/>
              <a:gd name="connsiteX6301" fmla="*/ 2323205 w 7869956"/>
              <a:gd name="connsiteY6301" fmla="*/ 3545579 h 3717758"/>
              <a:gd name="connsiteX6302" fmla="*/ 2330185 w 7869956"/>
              <a:gd name="connsiteY6302" fmla="*/ 3544141 h 3717758"/>
              <a:gd name="connsiteX6303" fmla="*/ 2332506 w 7869956"/>
              <a:gd name="connsiteY6303" fmla="*/ 3545396 h 3717758"/>
              <a:gd name="connsiteX6304" fmla="*/ 674530 w 7869956"/>
              <a:gd name="connsiteY6304" fmla="*/ 2602083 h 3717758"/>
              <a:gd name="connsiteX6305" fmla="*/ 675124 w 7869956"/>
              <a:gd name="connsiteY6305" fmla="*/ 2602071 h 3717758"/>
              <a:gd name="connsiteX6306" fmla="*/ 675118 w 7869956"/>
              <a:gd name="connsiteY6306" fmla="*/ 2602400 h 3717758"/>
              <a:gd name="connsiteX6307" fmla="*/ 714480 w 7869956"/>
              <a:gd name="connsiteY6307" fmla="*/ 2626062 h 3717758"/>
              <a:gd name="connsiteX6308" fmla="*/ 705670 w 7869956"/>
              <a:gd name="connsiteY6308" fmla="*/ 2618607 h 3717758"/>
              <a:gd name="connsiteX6309" fmla="*/ 723651 w 7869956"/>
              <a:gd name="connsiteY6309" fmla="*/ 2622550 h 3717758"/>
              <a:gd name="connsiteX6310" fmla="*/ 714480 w 7869956"/>
              <a:gd name="connsiteY6310" fmla="*/ 2626062 h 3717758"/>
              <a:gd name="connsiteX6311" fmla="*/ 665229 w 7869956"/>
              <a:gd name="connsiteY6311" fmla="*/ 2602266 h 3717758"/>
              <a:gd name="connsiteX6312" fmla="*/ 672210 w 7869956"/>
              <a:gd name="connsiteY6312" fmla="*/ 2600828 h 3717758"/>
              <a:gd name="connsiteX6313" fmla="*/ 674530 w 7869956"/>
              <a:gd name="connsiteY6313" fmla="*/ 2602083 h 3717758"/>
              <a:gd name="connsiteX6314" fmla="*/ 2162874 w 7869956"/>
              <a:gd name="connsiteY6314" fmla="*/ 3524488 h 3717758"/>
              <a:gd name="connsiteX6315" fmla="*/ 2154645 w 7869956"/>
              <a:gd name="connsiteY6315" fmla="*/ 3519411 h 3717758"/>
              <a:gd name="connsiteX6316" fmla="*/ 2167926 w 7869956"/>
              <a:gd name="connsiteY6316" fmla="*/ 3515143 h 3717758"/>
              <a:gd name="connsiteX6317" fmla="*/ 2162874 w 7869956"/>
              <a:gd name="connsiteY6317" fmla="*/ 3524488 h 3717758"/>
              <a:gd name="connsiteX6318" fmla="*/ 2002660 w 7869956"/>
              <a:gd name="connsiteY6318" fmla="*/ 3439303 h 3717758"/>
              <a:gd name="connsiteX6319" fmla="*/ 2019218 w 7869956"/>
              <a:gd name="connsiteY6319" fmla="*/ 3435328 h 3717758"/>
              <a:gd name="connsiteX6320" fmla="*/ 2002660 w 7869956"/>
              <a:gd name="connsiteY6320" fmla="*/ 3439303 h 3717758"/>
              <a:gd name="connsiteX6321" fmla="*/ 2023549 w 7869956"/>
              <a:gd name="connsiteY6321" fmla="*/ 3454078 h 3717758"/>
              <a:gd name="connsiteX6322" fmla="*/ 2018711 w 7869956"/>
              <a:gd name="connsiteY6322" fmla="*/ 3451077 h 3717758"/>
              <a:gd name="connsiteX6323" fmla="*/ 2027477 w 7869956"/>
              <a:gd name="connsiteY6323" fmla="*/ 3433362 h 3717758"/>
              <a:gd name="connsiteX6324" fmla="*/ 2040586 w 7869956"/>
              <a:gd name="connsiteY6324" fmla="*/ 3434381 h 3717758"/>
              <a:gd name="connsiteX6325" fmla="*/ 2043555 w 7869956"/>
              <a:gd name="connsiteY6325" fmla="*/ 3445111 h 3717758"/>
              <a:gd name="connsiteX6326" fmla="*/ 2053882 w 7869956"/>
              <a:gd name="connsiteY6326" fmla="*/ 3430160 h 3717758"/>
              <a:gd name="connsiteX6327" fmla="*/ 2068383 w 7869956"/>
              <a:gd name="connsiteY6327" fmla="*/ 3439159 h 3717758"/>
              <a:gd name="connsiteX6328" fmla="*/ 2047915 w 7869956"/>
              <a:gd name="connsiteY6328" fmla="*/ 3463800 h 3717758"/>
              <a:gd name="connsiteX6329" fmla="*/ 2033706 w 7869956"/>
              <a:gd name="connsiteY6329" fmla="*/ 3444337 h 3717758"/>
              <a:gd name="connsiteX6330" fmla="*/ 2023549 w 7869956"/>
              <a:gd name="connsiteY6330" fmla="*/ 3454078 h 3717758"/>
              <a:gd name="connsiteX6331" fmla="*/ 419361 w 7869956"/>
              <a:gd name="connsiteY6331" fmla="*/ 2528076 h 3717758"/>
              <a:gd name="connsiteX6332" fmla="*/ 411537 w 7869956"/>
              <a:gd name="connsiteY6332" fmla="*/ 2514287 h 3717758"/>
              <a:gd name="connsiteX6333" fmla="*/ 415450 w 7869956"/>
              <a:gd name="connsiteY6333" fmla="*/ 2493601 h 3717758"/>
              <a:gd name="connsiteX6334" fmla="*/ 438422 w 7869956"/>
              <a:gd name="connsiteY6334" fmla="*/ 2495362 h 3717758"/>
              <a:gd name="connsiteX6335" fmla="*/ 457452 w 7869956"/>
              <a:gd name="connsiteY6335" fmla="*/ 2517842 h 3717758"/>
              <a:gd name="connsiteX6336" fmla="*/ 469311 w 7869956"/>
              <a:gd name="connsiteY6336" fmla="*/ 2505612 h 3717758"/>
              <a:gd name="connsiteX6337" fmla="*/ 463976 w 7869956"/>
              <a:gd name="connsiteY6337" fmla="*/ 2518337 h 3717758"/>
              <a:gd name="connsiteX6338" fmla="*/ 473639 w 7869956"/>
              <a:gd name="connsiteY6338" fmla="*/ 2524365 h 3717758"/>
              <a:gd name="connsiteX6339" fmla="*/ 479437 w 7869956"/>
              <a:gd name="connsiteY6339" fmla="*/ 2495981 h 3717758"/>
              <a:gd name="connsiteX6340" fmla="*/ 480210 w 7869956"/>
              <a:gd name="connsiteY6340" fmla="*/ 2524891 h 3717758"/>
              <a:gd name="connsiteX6341" fmla="*/ 506568 w 7869956"/>
              <a:gd name="connsiteY6341" fmla="*/ 2521645 h 3717758"/>
              <a:gd name="connsiteX6342" fmla="*/ 502379 w 7869956"/>
              <a:gd name="connsiteY6342" fmla="*/ 2497696 h 3717758"/>
              <a:gd name="connsiteX6343" fmla="*/ 508160 w 7869956"/>
              <a:gd name="connsiteY6343" fmla="*/ 2524396 h 3717758"/>
              <a:gd name="connsiteX6344" fmla="*/ 557493 w 7869956"/>
              <a:gd name="connsiteY6344" fmla="*/ 2522990 h 3717758"/>
              <a:gd name="connsiteX6345" fmla="*/ 559348 w 7869956"/>
              <a:gd name="connsiteY6345" fmla="*/ 2515212 h 3717758"/>
              <a:gd name="connsiteX6346" fmla="*/ 549686 w 7869956"/>
              <a:gd name="connsiteY6346" fmla="*/ 2509276 h 3717758"/>
              <a:gd name="connsiteX6347" fmla="*/ 567325 w 7869956"/>
              <a:gd name="connsiteY6347" fmla="*/ 2523776 h 3717758"/>
              <a:gd name="connsiteX6348" fmla="*/ 575920 w 7869956"/>
              <a:gd name="connsiteY6348" fmla="*/ 2511254 h 3717758"/>
              <a:gd name="connsiteX6349" fmla="*/ 581825 w 7869956"/>
              <a:gd name="connsiteY6349" fmla="*/ 2532775 h 3717758"/>
              <a:gd name="connsiteX6350" fmla="*/ 634930 w 7869956"/>
              <a:gd name="connsiteY6350" fmla="*/ 2515862 h 3717758"/>
              <a:gd name="connsiteX6351" fmla="*/ 637727 w 7869956"/>
              <a:gd name="connsiteY6351" fmla="*/ 2531830 h 3717758"/>
              <a:gd name="connsiteX6352" fmla="*/ 672219 w 7869956"/>
              <a:gd name="connsiteY6352" fmla="*/ 2531876 h 3717758"/>
              <a:gd name="connsiteX6353" fmla="*/ 668478 w 7869956"/>
              <a:gd name="connsiteY6353" fmla="*/ 2547367 h 3717758"/>
              <a:gd name="connsiteX6354" fmla="*/ 681926 w 7869956"/>
              <a:gd name="connsiteY6354" fmla="*/ 2537906 h 3717758"/>
              <a:gd name="connsiteX6355" fmla="*/ 677382 w 7869956"/>
              <a:gd name="connsiteY6355" fmla="*/ 2524440 h 3717758"/>
              <a:gd name="connsiteX6356" fmla="*/ 690321 w 7869956"/>
              <a:gd name="connsiteY6356" fmla="*/ 2530655 h 3717758"/>
              <a:gd name="connsiteX6357" fmla="*/ 689718 w 7869956"/>
              <a:gd name="connsiteY6357" fmla="*/ 2551619 h 3717758"/>
              <a:gd name="connsiteX6358" fmla="*/ 729374 w 7869956"/>
              <a:gd name="connsiteY6358" fmla="*/ 2544198 h 3717758"/>
              <a:gd name="connsiteX6359" fmla="*/ 735588 w 7869956"/>
              <a:gd name="connsiteY6359" fmla="*/ 2555189 h 3717758"/>
              <a:gd name="connsiteX6360" fmla="*/ 745729 w 7869956"/>
              <a:gd name="connsiteY6360" fmla="*/ 2545465 h 3717758"/>
              <a:gd name="connsiteX6361" fmla="*/ 741060 w 7869956"/>
              <a:gd name="connsiteY6361" fmla="*/ 2537225 h 3717758"/>
              <a:gd name="connsiteX6362" fmla="*/ 770093 w 7869956"/>
              <a:gd name="connsiteY6362" fmla="*/ 2555267 h 3717758"/>
              <a:gd name="connsiteX6363" fmla="*/ 770418 w 7869956"/>
              <a:gd name="connsiteY6363" fmla="*/ 2544738 h 3717758"/>
              <a:gd name="connsiteX6364" fmla="*/ 762473 w 7869956"/>
              <a:gd name="connsiteY6364" fmla="*/ 2536234 h 3717758"/>
              <a:gd name="connsiteX6365" fmla="*/ 828190 w 7869956"/>
              <a:gd name="connsiteY6365" fmla="*/ 2536127 h 3717758"/>
              <a:gd name="connsiteX6366" fmla="*/ 827866 w 7869956"/>
              <a:gd name="connsiteY6366" fmla="*/ 2546546 h 3717758"/>
              <a:gd name="connsiteX6367" fmla="*/ 868603 w 7869956"/>
              <a:gd name="connsiteY6367" fmla="*/ 2557630 h 3717758"/>
              <a:gd name="connsiteX6368" fmla="*/ 913096 w 7869956"/>
              <a:gd name="connsiteY6368" fmla="*/ 2553208 h 3717758"/>
              <a:gd name="connsiteX6369" fmla="*/ 938850 w 7869956"/>
              <a:gd name="connsiteY6369" fmla="*/ 2570986 h 3717758"/>
              <a:gd name="connsiteX6370" fmla="*/ 960402 w 7869956"/>
              <a:gd name="connsiteY6370" fmla="*/ 2564725 h 3717758"/>
              <a:gd name="connsiteX6371" fmla="*/ 993318 w 7869956"/>
              <a:gd name="connsiteY6371" fmla="*/ 2562047 h 3717758"/>
              <a:gd name="connsiteX6372" fmla="*/ 996130 w 7869956"/>
              <a:gd name="connsiteY6372" fmla="*/ 2578032 h 3717758"/>
              <a:gd name="connsiteX6373" fmla="*/ 1010803 w 7869956"/>
              <a:gd name="connsiteY6373" fmla="*/ 2581788 h 3717758"/>
              <a:gd name="connsiteX6374" fmla="*/ 1019383 w 7869956"/>
              <a:gd name="connsiteY6374" fmla="*/ 2569344 h 3717758"/>
              <a:gd name="connsiteX6375" fmla="*/ 1012364 w 7869956"/>
              <a:gd name="connsiteY6375" fmla="*/ 2584525 h 3717758"/>
              <a:gd name="connsiteX6376" fmla="*/ 1034084 w 7869956"/>
              <a:gd name="connsiteY6376" fmla="*/ 2573116 h 3717758"/>
              <a:gd name="connsiteX6377" fmla="*/ 1040161 w 7869956"/>
              <a:gd name="connsiteY6377" fmla="*/ 2589303 h 3717758"/>
              <a:gd name="connsiteX6378" fmla="*/ 1065468 w 7869956"/>
              <a:gd name="connsiteY6378" fmla="*/ 2567628 h 3717758"/>
              <a:gd name="connsiteX6379" fmla="*/ 1062468 w 7869956"/>
              <a:gd name="connsiteY6379" fmla="*/ 2556914 h 3717758"/>
              <a:gd name="connsiteX6380" fmla="*/ 1067308 w 7869956"/>
              <a:gd name="connsiteY6380" fmla="*/ 2559929 h 3717758"/>
              <a:gd name="connsiteX6381" fmla="*/ 1064525 w 7869956"/>
              <a:gd name="connsiteY6381" fmla="*/ 2543943 h 3717758"/>
              <a:gd name="connsiteX6382" fmla="*/ 1093697 w 7869956"/>
              <a:gd name="connsiteY6382" fmla="*/ 2556713 h 3717758"/>
              <a:gd name="connsiteX6383" fmla="*/ 1085101 w 7869956"/>
              <a:gd name="connsiteY6383" fmla="*/ 2569204 h 3717758"/>
              <a:gd name="connsiteX6384" fmla="*/ 1070137 w 7869956"/>
              <a:gd name="connsiteY6384" fmla="*/ 2575883 h 3717758"/>
              <a:gd name="connsiteX6385" fmla="*/ 1086215 w 7869956"/>
              <a:gd name="connsiteY6385" fmla="*/ 2587679 h 3717758"/>
              <a:gd name="connsiteX6386" fmla="*/ 1102911 w 7869956"/>
              <a:gd name="connsiteY6386" fmla="*/ 2578434 h 3717758"/>
              <a:gd name="connsiteX6387" fmla="*/ 1093247 w 7869956"/>
              <a:gd name="connsiteY6387" fmla="*/ 2572389 h 3717758"/>
              <a:gd name="connsiteX6388" fmla="*/ 1093728 w 7869956"/>
              <a:gd name="connsiteY6388" fmla="*/ 2556713 h 3717758"/>
              <a:gd name="connsiteX6389" fmla="*/ 1108553 w 7869956"/>
              <a:gd name="connsiteY6389" fmla="*/ 2555213 h 3717758"/>
              <a:gd name="connsiteX6390" fmla="*/ 1103266 w 7869956"/>
              <a:gd name="connsiteY6390" fmla="*/ 2567953 h 3717758"/>
              <a:gd name="connsiteX6391" fmla="*/ 1109806 w 7869956"/>
              <a:gd name="connsiteY6391" fmla="*/ 2568416 h 3717758"/>
              <a:gd name="connsiteX6392" fmla="*/ 1115279 w 7869956"/>
              <a:gd name="connsiteY6392" fmla="*/ 2550482 h 3717758"/>
              <a:gd name="connsiteX6393" fmla="*/ 1163667 w 7869956"/>
              <a:gd name="connsiteY6393" fmla="*/ 2580505 h 3717758"/>
              <a:gd name="connsiteX6394" fmla="*/ 1173808 w 7869956"/>
              <a:gd name="connsiteY6394" fmla="*/ 2570826 h 3717758"/>
              <a:gd name="connsiteX6395" fmla="*/ 1164317 w 7869956"/>
              <a:gd name="connsiteY6395" fmla="*/ 2559511 h 3717758"/>
              <a:gd name="connsiteX6396" fmla="*/ 1193179 w 7869956"/>
              <a:gd name="connsiteY6396" fmla="*/ 2582793 h 3717758"/>
              <a:gd name="connsiteX6397" fmla="*/ 1199750 w 7869956"/>
              <a:gd name="connsiteY6397" fmla="*/ 2583303 h 3717758"/>
              <a:gd name="connsiteX6398" fmla="*/ 1205176 w 7869956"/>
              <a:gd name="connsiteY6398" fmla="*/ 2565356 h 3717758"/>
              <a:gd name="connsiteX6399" fmla="*/ 1287159 w 7869956"/>
              <a:gd name="connsiteY6399" fmla="*/ 2571708 h 3717758"/>
              <a:gd name="connsiteX6400" fmla="*/ 1375340 w 7869956"/>
              <a:gd name="connsiteY6400" fmla="*/ 2589022 h 3717758"/>
              <a:gd name="connsiteX6401" fmla="*/ 1373963 w 7869956"/>
              <a:gd name="connsiteY6401" fmla="*/ 2581076 h 3717758"/>
              <a:gd name="connsiteX6402" fmla="*/ 1457136 w 7869956"/>
              <a:gd name="connsiteY6402" fmla="*/ 2600648 h 3717758"/>
              <a:gd name="connsiteX6403" fmla="*/ 1459177 w 7869956"/>
              <a:gd name="connsiteY6403" fmla="*/ 2587662 h 3717758"/>
              <a:gd name="connsiteX6404" fmla="*/ 1514584 w 7869956"/>
              <a:gd name="connsiteY6404" fmla="*/ 2602457 h 3717758"/>
              <a:gd name="connsiteX6405" fmla="*/ 1514909 w 7869956"/>
              <a:gd name="connsiteY6405" fmla="*/ 2591960 h 3717758"/>
              <a:gd name="connsiteX6406" fmla="*/ 1542689 w 7869956"/>
              <a:gd name="connsiteY6406" fmla="*/ 2596784 h 3717758"/>
              <a:gd name="connsiteX6407" fmla="*/ 1604667 w 7869956"/>
              <a:gd name="connsiteY6407" fmla="*/ 2612089 h 3717758"/>
              <a:gd name="connsiteX6408" fmla="*/ 1614329 w 7869956"/>
              <a:gd name="connsiteY6408" fmla="*/ 2618087 h 3717758"/>
              <a:gd name="connsiteX6409" fmla="*/ 1602627 w 7869956"/>
              <a:gd name="connsiteY6409" fmla="*/ 2625106 h 3717758"/>
              <a:gd name="connsiteX6410" fmla="*/ 1611825 w 7869956"/>
              <a:gd name="connsiteY6410" fmla="*/ 2646825 h 3717758"/>
              <a:gd name="connsiteX6411" fmla="*/ 1622754 w 7869956"/>
              <a:gd name="connsiteY6411" fmla="*/ 2610852 h 3717758"/>
              <a:gd name="connsiteX6412" fmla="*/ 1668825 w 7869956"/>
              <a:gd name="connsiteY6412" fmla="*/ 2609228 h 3717758"/>
              <a:gd name="connsiteX6413" fmla="*/ 1673339 w 7869956"/>
              <a:gd name="connsiteY6413" fmla="*/ 2622663 h 3717758"/>
              <a:gd name="connsiteX6414" fmla="*/ 1795115 w 7869956"/>
              <a:gd name="connsiteY6414" fmla="*/ 2616354 h 3717758"/>
              <a:gd name="connsiteX6415" fmla="*/ 1809461 w 7869956"/>
              <a:gd name="connsiteY6415" fmla="*/ 2630609 h 3717758"/>
              <a:gd name="connsiteX6416" fmla="*/ 1813046 w 7869956"/>
              <a:gd name="connsiteY6416" fmla="*/ 2620391 h 3717758"/>
              <a:gd name="connsiteX6417" fmla="*/ 1904902 w 7869956"/>
              <a:gd name="connsiteY6417" fmla="*/ 2626187 h 3717758"/>
              <a:gd name="connsiteX6418" fmla="*/ 1982727 w 7869956"/>
              <a:gd name="connsiteY6418" fmla="*/ 2631112 h 3717758"/>
              <a:gd name="connsiteX6419" fmla="*/ 1977528 w 7869956"/>
              <a:gd name="connsiteY6419" fmla="*/ 2621095 h 3717758"/>
              <a:gd name="connsiteX6420" fmla="*/ 1976994 w 7869956"/>
              <a:gd name="connsiteY6420" fmla="*/ 2610047 h 3717758"/>
              <a:gd name="connsiteX6421" fmla="*/ 1991665 w 7869956"/>
              <a:gd name="connsiteY6421" fmla="*/ 2613851 h 3717758"/>
              <a:gd name="connsiteX6422" fmla="*/ 1984716 w 7869956"/>
              <a:gd name="connsiteY6422" fmla="*/ 2602453 h 3717758"/>
              <a:gd name="connsiteX6423" fmla="*/ 1595736 w 7869956"/>
              <a:gd name="connsiteY6423" fmla="*/ 2580452 h 3717758"/>
              <a:gd name="connsiteX6424" fmla="*/ 1181771 w 7869956"/>
              <a:gd name="connsiteY6424" fmla="*/ 2524139 h 3717758"/>
              <a:gd name="connsiteX6425" fmla="*/ 1118092 w 7869956"/>
              <a:gd name="connsiteY6425" fmla="*/ 2511308 h 3717758"/>
              <a:gd name="connsiteX6426" fmla="*/ 1083278 w 7869956"/>
              <a:gd name="connsiteY6426" fmla="*/ 2521728 h 3717758"/>
              <a:gd name="connsiteX6427" fmla="*/ 1073770 w 7869956"/>
              <a:gd name="connsiteY6427" fmla="*/ 2510488 h 3717758"/>
              <a:gd name="connsiteX6428" fmla="*/ 1049281 w 7869956"/>
              <a:gd name="connsiteY6428" fmla="*/ 2505990 h 3717758"/>
              <a:gd name="connsiteX6429" fmla="*/ 1016492 w 7869956"/>
              <a:gd name="connsiteY6429" fmla="*/ 2503409 h 3717758"/>
              <a:gd name="connsiteX6430" fmla="*/ 1031303 w 7869956"/>
              <a:gd name="connsiteY6430" fmla="*/ 2501940 h 3717758"/>
              <a:gd name="connsiteX6431" fmla="*/ 979173 w 7869956"/>
              <a:gd name="connsiteY6431" fmla="*/ 2487393 h 3717758"/>
              <a:gd name="connsiteX6432" fmla="*/ 918138 w 7869956"/>
              <a:gd name="connsiteY6432" fmla="*/ 2495771 h 3717758"/>
              <a:gd name="connsiteX6433" fmla="*/ 908646 w 7869956"/>
              <a:gd name="connsiteY6433" fmla="*/ 2484532 h 3717758"/>
              <a:gd name="connsiteX6434" fmla="*/ 887544 w 7869956"/>
              <a:gd name="connsiteY6434" fmla="*/ 2475040 h 3717758"/>
              <a:gd name="connsiteX6435" fmla="*/ 841504 w 7869956"/>
              <a:gd name="connsiteY6435" fmla="*/ 2476695 h 3717758"/>
              <a:gd name="connsiteX6436" fmla="*/ 846977 w 7869956"/>
              <a:gd name="connsiteY6436" fmla="*/ 2458731 h 3717758"/>
              <a:gd name="connsiteX6437" fmla="*/ 839959 w 7869956"/>
              <a:gd name="connsiteY6437" fmla="*/ 2473942 h 3717758"/>
              <a:gd name="connsiteX6438" fmla="*/ 785786 w 7869956"/>
              <a:gd name="connsiteY6438" fmla="*/ 2472385 h 3717758"/>
              <a:gd name="connsiteX6439" fmla="*/ 774223 w 7869956"/>
              <a:gd name="connsiteY6439" fmla="*/ 2474086 h 3717758"/>
              <a:gd name="connsiteX6440" fmla="*/ 772970 w 7869956"/>
              <a:gd name="connsiteY6440" fmla="*/ 2460852 h 3717758"/>
              <a:gd name="connsiteX6441" fmla="*/ 749718 w 7869956"/>
              <a:gd name="connsiteY6441" fmla="*/ 2469556 h 3717758"/>
              <a:gd name="connsiteX6442" fmla="*/ 730192 w 7869956"/>
              <a:gd name="connsiteY6442" fmla="*/ 2462816 h 3717758"/>
              <a:gd name="connsiteX6443" fmla="*/ 662140 w 7869956"/>
              <a:gd name="connsiteY6443" fmla="*/ 2431264 h 3717758"/>
              <a:gd name="connsiteX6444" fmla="*/ 597998 w 7869956"/>
              <a:gd name="connsiteY6444" fmla="*/ 2434140 h 3717758"/>
              <a:gd name="connsiteX6445" fmla="*/ 586743 w 7869956"/>
              <a:gd name="connsiteY6445" fmla="*/ 2425390 h 3717758"/>
              <a:gd name="connsiteX6446" fmla="*/ 632952 w 7869956"/>
              <a:gd name="connsiteY6446" fmla="*/ 2418463 h 3717758"/>
              <a:gd name="connsiteX6447" fmla="*/ 635118 w 7869956"/>
              <a:gd name="connsiteY6447" fmla="*/ 2400252 h 3717758"/>
              <a:gd name="connsiteX6448" fmla="*/ 620137 w 7869956"/>
              <a:gd name="connsiteY6448" fmla="*/ 2406991 h 3717758"/>
              <a:gd name="connsiteX6449" fmla="*/ 619224 w 7869956"/>
              <a:gd name="connsiteY6449" fmla="*/ 2383276 h 3717758"/>
              <a:gd name="connsiteX6450" fmla="*/ 605480 w 7869956"/>
              <a:gd name="connsiteY6450" fmla="*/ 2403236 h 3717758"/>
              <a:gd name="connsiteX6451" fmla="*/ 585986 w 7869956"/>
              <a:gd name="connsiteY6451" fmla="*/ 2396465 h 3717758"/>
              <a:gd name="connsiteX6452" fmla="*/ 581905 w 7869956"/>
              <a:gd name="connsiteY6452" fmla="*/ 2422421 h 3717758"/>
              <a:gd name="connsiteX6453" fmla="*/ 557231 w 7869956"/>
              <a:gd name="connsiteY6453" fmla="*/ 2423132 h 3717758"/>
              <a:gd name="connsiteX6454" fmla="*/ 554447 w 7869956"/>
              <a:gd name="connsiteY6454" fmla="*/ 2407179 h 3717758"/>
              <a:gd name="connsiteX6455" fmla="*/ 520267 w 7869956"/>
              <a:gd name="connsiteY6455" fmla="*/ 2396636 h 3717758"/>
              <a:gd name="connsiteX6456" fmla="*/ 544925 w 7869956"/>
              <a:gd name="connsiteY6456" fmla="*/ 2395892 h 3717758"/>
              <a:gd name="connsiteX6457" fmla="*/ 537444 w 7869956"/>
              <a:gd name="connsiteY6457" fmla="*/ 2371683 h 3717758"/>
              <a:gd name="connsiteX6458" fmla="*/ 527132 w 7869956"/>
              <a:gd name="connsiteY6458" fmla="*/ 2386695 h 3717758"/>
              <a:gd name="connsiteX6459" fmla="*/ 484973 w 7869956"/>
              <a:gd name="connsiteY6459" fmla="*/ 2367664 h 3717758"/>
              <a:gd name="connsiteX6460" fmla="*/ 482176 w 7869956"/>
              <a:gd name="connsiteY6460" fmla="*/ 2351662 h 3717758"/>
              <a:gd name="connsiteX6461" fmla="*/ 477181 w 7869956"/>
              <a:gd name="connsiteY6461" fmla="*/ 2353920 h 3717758"/>
              <a:gd name="connsiteX6462" fmla="*/ 477939 w 7869956"/>
              <a:gd name="connsiteY6462" fmla="*/ 2382876 h 3717758"/>
              <a:gd name="connsiteX6463" fmla="*/ 463283 w 7869956"/>
              <a:gd name="connsiteY6463" fmla="*/ 2379073 h 3717758"/>
              <a:gd name="connsiteX6464" fmla="*/ 472620 w 7869956"/>
              <a:gd name="connsiteY6464" fmla="*/ 2395569 h 3717758"/>
              <a:gd name="connsiteX6465" fmla="*/ 454826 w 7869956"/>
              <a:gd name="connsiteY6465" fmla="*/ 2386292 h 3717758"/>
              <a:gd name="connsiteX6466" fmla="*/ 465308 w 7869956"/>
              <a:gd name="connsiteY6466" fmla="*/ 2366103 h 3717758"/>
              <a:gd name="connsiteX6467" fmla="*/ 447344 w 7869956"/>
              <a:gd name="connsiteY6467" fmla="*/ 2362068 h 3717758"/>
              <a:gd name="connsiteX6468" fmla="*/ 447993 w 7869956"/>
              <a:gd name="connsiteY6468" fmla="*/ 2341135 h 3717758"/>
              <a:gd name="connsiteX6469" fmla="*/ 460020 w 7869956"/>
              <a:gd name="connsiteY6469" fmla="*/ 2323666 h 3717758"/>
              <a:gd name="connsiteX6470" fmla="*/ 446587 w 7869956"/>
              <a:gd name="connsiteY6470" fmla="*/ 2333080 h 3717758"/>
              <a:gd name="connsiteX6471" fmla="*/ 443943 w 7869956"/>
              <a:gd name="connsiteY6471" fmla="*/ 2311916 h 3717758"/>
              <a:gd name="connsiteX6472" fmla="*/ 435178 w 7869956"/>
              <a:gd name="connsiteY6472" fmla="*/ 2329602 h 3717758"/>
              <a:gd name="connsiteX6473" fmla="*/ 441454 w 7869956"/>
              <a:gd name="connsiteY6473" fmla="*/ 2340595 h 3717758"/>
              <a:gd name="connsiteX6474" fmla="*/ 446418 w 7869956"/>
              <a:gd name="connsiteY6474" fmla="*/ 2338382 h 3717758"/>
              <a:gd name="connsiteX6475" fmla="*/ 441130 w 7869956"/>
              <a:gd name="connsiteY6475" fmla="*/ 2351091 h 3717758"/>
              <a:gd name="connsiteX6476" fmla="*/ 431916 w 7869956"/>
              <a:gd name="connsiteY6476" fmla="*/ 2329324 h 3717758"/>
              <a:gd name="connsiteX6477" fmla="*/ 423490 w 7869956"/>
              <a:gd name="connsiteY6477" fmla="*/ 2336606 h 3717758"/>
              <a:gd name="connsiteX6478" fmla="*/ 429736 w 7869956"/>
              <a:gd name="connsiteY6478" fmla="*/ 2347566 h 3717758"/>
              <a:gd name="connsiteX6479" fmla="*/ 395554 w 7869956"/>
              <a:gd name="connsiteY6479" fmla="*/ 2337023 h 3717758"/>
              <a:gd name="connsiteX6480" fmla="*/ 428978 w 7869956"/>
              <a:gd name="connsiteY6480" fmla="*/ 2318594 h 3717758"/>
              <a:gd name="connsiteX6481" fmla="*/ 427556 w 7869956"/>
              <a:gd name="connsiteY6481" fmla="*/ 2310679 h 3717758"/>
              <a:gd name="connsiteX6482" fmla="*/ 386203 w 7869956"/>
              <a:gd name="connsiteY6482" fmla="*/ 2320528 h 3717758"/>
              <a:gd name="connsiteX6483" fmla="*/ 384949 w 7869956"/>
              <a:gd name="connsiteY6483" fmla="*/ 2307325 h 3717758"/>
              <a:gd name="connsiteX6484" fmla="*/ 379924 w 7869956"/>
              <a:gd name="connsiteY6484" fmla="*/ 2309582 h 3717758"/>
              <a:gd name="connsiteX6485" fmla="*/ 379616 w 7869956"/>
              <a:gd name="connsiteY6485" fmla="*/ 2320080 h 3717758"/>
              <a:gd name="connsiteX6486" fmla="*/ 361822 w 7869956"/>
              <a:gd name="connsiteY6486" fmla="*/ 2310788 h 3717758"/>
              <a:gd name="connsiteX6487" fmla="*/ 327006 w 7869956"/>
              <a:gd name="connsiteY6487" fmla="*/ 2321239 h 3717758"/>
              <a:gd name="connsiteX6488" fmla="*/ 355577 w 7869956"/>
              <a:gd name="connsiteY6488" fmla="*/ 2299812 h 3717758"/>
              <a:gd name="connsiteX6489" fmla="*/ 321085 w 7869956"/>
              <a:gd name="connsiteY6489" fmla="*/ 2299766 h 3717758"/>
              <a:gd name="connsiteX6490" fmla="*/ 320265 w 7869956"/>
              <a:gd name="connsiteY6490" fmla="*/ 2325971 h 3717758"/>
              <a:gd name="connsiteX6491" fmla="*/ 312164 w 7869956"/>
              <a:gd name="connsiteY6491" fmla="*/ 2322708 h 3717758"/>
              <a:gd name="connsiteX6492" fmla="*/ 317948 w 7869956"/>
              <a:gd name="connsiteY6492" fmla="*/ 2294279 h 3717758"/>
              <a:gd name="connsiteX6493" fmla="*/ 301699 w 7869956"/>
              <a:gd name="connsiteY6493" fmla="*/ 2287737 h 3717758"/>
              <a:gd name="connsiteX6494" fmla="*/ 252245 w 7869956"/>
              <a:gd name="connsiteY6494" fmla="*/ 2294433 h 3717758"/>
              <a:gd name="connsiteX6495" fmla="*/ 272697 w 7869956"/>
              <a:gd name="connsiteY6495" fmla="*/ 2269743 h 3717758"/>
              <a:gd name="connsiteX6496" fmla="*/ 236940 w 7869956"/>
              <a:gd name="connsiteY6496" fmla="*/ 2256511 h 3717758"/>
              <a:gd name="connsiteX6497" fmla="*/ 207288 w 7869956"/>
              <a:gd name="connsiteY6497" fmla="*/ 2259418 h 3717758"/>
              <a:gd name="connsiteX6498" fmla="*/ 198538 w 7869956"/>
              <a:gd name="connsiteY6498" fmla="*/ 2277165 h 3717758"/>
              <a:gd name="connsiteX6499" fmla="*/ 192136 w 7869956"/>
              <a:gd name="connsiteY6499" fmla="*/ 2271383 h 3717758"/>
              <a:gd name="connsiteX6500" fmla="*/ 190080 w 7869956"/>
              <a:gd name="connsiteY6500" fmla="*/ 2284338 h 3717758"/>
              <a:gd name="connsiteX6501" fmla="*/ 199187 w 7869956"/>
              <a:gd name="connsiteY6501" fmla="*/ 2261566 h 3717758"/>
              <a:gd name="connsiteX6502" fmla="*/ 196373 w 7869956"/>
              <a:gd name="connsiteY6502" fmla="*/ 2245564 h 3717758"/>
              <a:gd name="connsiteX6503" fmla="*/ 184824 w 7869956"/>
              <a:gd name="connsiteY6503" fmla="*/ 2247327 h 3717758"/>
              <a:gd name="connsiteX6504" fmla="*/ 204814 w 7869956"/>
              <a:gd name="connsiteY6504" fmla="*/ 2238376 h 3717758"/>
              <a:gd name="connsiteX6505" fmla="*/ 203424 w 7869956"/>
              <a:gd name="connsiteY6505" fmla="*/ 2230367 h 3717758"/>
              <a:gd name="connsiteX6506" fmla="*/ 190483 w 7869956"/>
              <a:gd name="connsiteY6506" fmla="*/ 2224076 h 3717758"/>
              <a:gd name="connsiteX6507" fmla="*/ 224973 w 7869956"/>
              <a:gd name="connsiteY6507" fmla="*/ 2224152 h 3717758"/>
              <a:gd name="connsiteX6508" fmla="*/ 222192 w 7869956"/>
              <a:gd name="connsiteY6508" fmla="*/ 2208183 h 3717758"/>
              <a:gd name="connsiteX6509" fmla="*/ 234976 w 7869956"/>
              <a:gd name="connsiteY6509" fmla="*/ 2219685 h 3717758"/>
              <a:gd name="connsiteX6510" fmla="*/ 231389 w 7869956"/>
              <a:gd name="connsiteY6510" fmla="*/ 2229872 h 3717758"/>
              <a:gd name="connsiteX6511" fmla="*/ 249987 w 7869956"/>
              <a:gd name="connsiteY6511" fmla="*/ 2212975 h 3717758"/>
              <a:gd name="connsiteX6512" fmla="*/ 261056 w 7869956"/>
              <a:gd name="connsiteY6512" fmla="*/ 2226919 h 3717758"/>
              <a:gd name="connsiteX6513" fmla="*/ 244515 w 7869956"/>
              <a:gd name="connsiteY6513" fmla="*/ 2230924 h 3717758"/>
              <a:gd name="connsiteX6514" fmla="*/ 265106 w 7869956"/>
              <a:gd name="connsiteY6514" fmla="*/ 2256139 h 3717758"/>
              <a:gd name="connsiteX6515" fmla="*/ 271816 w 7869956"/>
              <a:gd name="connsiteY6515" fmla="*/ 2251409 h 3717758"/>
              <a:gd name="connsiteX6516" fmla="*/ 265587 w 7869956"/>
              <a:gd name="connsiteY6516" fmla="*/ 2240400 h 3717758"/>
              <a:gd name="connsiteX6517" fmla="*/ 267641 w 7869956"/>
              <a:gd name="connsiteY6517" fmla="*/ 2227460 h 3717758"/>
              <a:gd name="connsiteX6518" fmla="*/ 284354 w 7869956"/>
              <a:gd name="connsiteY6518" fmla="*/ 2218200 h 3717758"/>
              <a:gd name="connsiteX6519" fmla="*/ 276531 w 7869956"/>
              <a:gd name="connsiteY6519" fmla="*/ 2204472 h 3717758"/>
              <a:gd name="connsiteX6520" fmla="*/ 305704 w 7869956"/>
              <a:gd name="connsiteY6520" fmla="*/ 2217273 h 3717758"/>
              <a:gd name="connsiteX6521" fmla="*/ 294017 w 7869956"/>
              <a:gd name="connsiteY6521" fmla="*/ 2224198 h 3717758"/>
              <a:gd name="connsiteX6522" fmla="*/ 329743 w 7869956"/>
              <a:gd name="connsiteY6522" fmla="*/ 2237478 h 3717758"/>
              <a:gd name="connsiteX6523" fmla="*/ 328492 w 7869956"/>
              <a:gd name="connsiteY6523" fmla="*/ 2224291 h 3717758"/>
              <a:gd name="connsiteX6524" fmla="*/ 345189 w 7869956"/>
              <a:gd name="connsiteY6524" fmla="*/ 2215030 h 3717758"/>
              <a:gd name="connsiteX6525" fmla="*/ 392652 w 7869956"/>
              <a:gd name="connsiteY6525" fmla="*/ 2221349 h 3717758"/>
              <a:gd name="connsiteX6526" fmla="*/ 384054 w 7869956"/>
              <a:gd name="connsiteY6526" fmla="*/ 2233829 h 3717758"/>
              <a:gd name="connsiteX6527" fmla="*/ 403890 w 7869956"/>
              <a:gd name="connsiteY6527" fmla="*/ 2230114 h 3717758"/>
              <a:gd name="connsiteX6528" fmla="*/ 403410 w 7869956"/>
              <a:gd name="connsiteY6528" fmla="*/ 2245810 h 3717758"/>
              <a:gd name="connsiteX6529" fmla="*/ 410259 w 7869956"/>
              <a:gd name="connsiteY6529" fmla="*/ 2235881 h 3717758"/>
              <a:gd name="connsiteX6530" fmla="*/ 443545 w 7869956"/>
              <a:gd name="connsiteY6530" fmla="*/ 2222678 h 3717758"/>
              <a:gd name="connsiteX6531" fmla="*/ 470104 w 7869956"/>
              <a:gd name="connsiteY6531" fmla="*/ 2214222 h 3717758"/>
              <a:gd name="connsiteX6532" fmla="*/ 460241 w 7869956"/>
              <a:gd name="connsiteY6532" fmla="*/ 2213480 h 3717758"/>
              <a:gd name="connsiteX6533" fmla="*/ 462281 w 7869956"/>
              <a:gd name="connsiteY6533" fmla="*/ 2200494 h 3717758"/>
              <a:gd name="connsiteX6534" fmla="*/ 478205 w 7869956"/>
              <a:gd name="connsiteY6534" fmla="*/ 2217515 h 3717758"/>
              <a:gd name="connsiteX6535" fmla="*/ 462885 w 7869956"/>
              <a:gd name="connsiteY6535" fmla="*/ 2234707 h 3717758"/>
              <a:gd name="connsiteX6536" fmla="*/ 502400 w 7869956"/>
              <a:gd name="connsiteY6536" fmla="*/ 2232496 h 3717758"/>
              <a:gd name="connsiteX6537" fmla="*/ 513484 w 7869956"/>
              <a:gd name="connsiteY6537" fmla="*/ 2246487 h 3717758"/>
              <a:gd name="connsiteX6538" fmla="*/ 534833 w 7869956"/>
              <a:gd name="connsiteY6538" fmla="*/ 2245513 h 3717758"/>
              <a:gd name="connsiteX6539" fmla="*/ 546891 w 7869956"/>
              <a:gd name="connsiteY6539" fmla="*/ 2228044 h 3717758"/>
              <a:gd name="connsiteX6540" fmla="*/ 547834 w 7869956"/>
              <a:gd name="connsiteY6540" fmla="*/ 2251758 h 3717758"/>
              <a:gd name="connsiteX6541" fmla="*/ 570915 w 7869956"/>
              <a:gd name="connsiteY6541" fmla="*/ 2248310 h 3717758"/>
              <a:gd name="connsiteX6542" fmla="*/ 569665 w 7869956"/>
              <a:gd name="connsiteY6542" fmla="*/ 2235092 h 3717758"/>
              <a:gd name="connsiteX6543" fmla="*/ 584010 w 7869956"/>
              <a:gd name="connsiteY6543" fmla="*/ 2249315 h 3717758"/>
              <a:gd name="connsiteX6544" fmla="*/ 625241 w 7869956"/>
              <a:gd name="connsiteY6544" fmla="*/ 2244661 h 3717758"/>
              <a:gd name="connsiteX6545" fmla="*/ 632136 w 7869956"/>
              <a:gd name="connsiteY6545" fmla="*/ 2234675 h 3717758"/>
              <a:gd name="connsiteX6546" fmla="*/ 629894 w 7869956"/>
              <a:gd name="connsiteY6546" fmla="*/ 2252886 h 3717758"/>
              <a:gd name="connsiteX6547" fmla="*/ 664725 w 7869956"/>
              <a:gd name="connsiteY6547" fmla="*/ 2242481 h 3717758"/>
              <a:gd name="connsiteX6548" fmla="*/ 653485 w 7869956"/>
              <a:gd name="connsiteY6548" fmla="*/ 2233715 h 3717758"/>
              <a:gd name="connsiteX6549" fmla="*/ 681267 w 7869956"/>
              <a:gd name="connsiteY6549" fmla="*/ 2238523 h 3717758"/>
              <a:gd name="connsiteX6550" fmla="*/ 671295 w 7869956"/>
              <a:gd name="connsiteY6550" fmla="*/ 2242992 h 3717758"/>
              <a:gd name="connsiteX6551" fmla="*/ 694377 w 7869956"/>
              <a:gd name="connsiteY6551" fmla="*/ 2239482 h 3717758"/>
              <a:gd name="connsiteX6552" fmla="*/ 688146 w 7869956"/>
              <a:gd name="connsiteY6552" fmla="*/ 2228553 h 3717758"/>
              <a:gd name="connsiteX6553" fmla="*/ 697639 w 7869956"/>
              <a:gd name="connsiteY6553" fmla="*/ 2239776 h 3717758"/>
              <a:gd name="connsiteX6554" fmla="*/ 712788 w 7869956"/>
              <a:gd name="connsiteY6554" fmla="*/ 2227811 h 3717758"/>
              <a:gd name="connsiteX6555" fmla="*/ 700158 w 7869956"/>
              <a:gd name="connsiteY6555" fmla="*/ 2211098 h 3717758"/>
              <a:gd name="connsiteX6556" fmla="*/ 690001 w 7869956"/>
              <a:gd name="connsiteY6556" fmla="*/ 2220838 h 3717758"/>
              <a:gd name="connsiteX6557" fmla="*/ 636480 w 7869956"/>
              <a:gd name="connsiteY6557" fmla="*/ 2198282 h 3717758"/>
              <a:gd name="connsiteX6558" fmla="*/ 606813 w 7869956"/>
              <a:gd name="connsiteY6558" fmla="*/ 2201252 h 3717758"/>
              <a:gd name="connsiteX6559" fmla="*/ 554529 w 7869956"/>
              <a:gd name="connsiteY6559" fmla="*/ 2191898 h 3717758"/>
              <a:gd name="connsiteX6560" fmla="*/ 553447 w 7869956"/>
              <a:gd name="connsiteY6560" fmla="*/ 2173439 h 3717758"/>
              <a:gd name="connsiteX6561" fmla="*/ 540321 w 7869956"/>
              <a:gd name="connsiteY6561" fmla="*/ 2172451 h 3717758"/>
              <a:gd name="connsiteX6562" fmla="*/ 534556 w 7869956"/>
              <a:gd name="connsiteY6562" fmla="*/ 2145721 h 3717758"/>
              <a:gd name="connsiteX6563" fmla="*/ 524089 w 7869956"/>
              <a:gd name="connsiteY6563" fmla="*/ 2165942 h 3717758"/>
              <a:gd name="connsiteX6564" fmla="*/ 508166 w 7869956"/>
              <a:gd name="connsiteY6564" fmla="*/ 2148936 h 3717758"/>
              <a:gd name="connsiteX6565" fmla="*/ 498008 w 7869956"/>
              <a:gd name="connsiteY6565" fmla="*/ 2158659 h 3717758"/>
              <a:gd name="connsiteX6566" fmla="*/ 506929 w 7869956"/>
              <a:gd name="connsiteY6566" fmla="*/ 2135686 h 3717758"/>
              <a:gd name="connsiteX6567" fmla="*/ 490712 w 7869956"/>
              <a:gd name="connsiteY6567" fmla="*/ 2129240 h 3717758"/>
              <a:gd name="connsiteX6568" fmla="*/ 478978 w 7869956"/>
              <a:gd name="connsiteY6568" fmla="*/ 2136182 h 3717758"/>
              <a:gd name="connsiteX6569" fmla="*/ 473367 w 7869956"/>
              <a:gd name="connsiteY6569" fmla="*/ 2159370 h 3717758"/>
              <a:gd name="connsiteX6570" fmla="*/ 472284 w 7869956"/>
              <a:gd name="connsiteY6570" fmla="*/ 2140882 h 3717758"/>
              <a:gd name="connsiteX6571" fmla="*/ 444488 w 7869956"/>
              <a:gd name="connsiteY6571" fmla="*/ 2136104 h 3717758"/>
              <a:gd name="connsiteX6572" fmla="*/ 453392 w 7869956"/>
              <a:gd name="connsiteY6572" fmla="*/ 2113148 h 3717758"/>
              <a:gd name="connsiteX6573" fmla="*/ 463565 w 7869956"/>
              <a:gd name="connsiteY6573" fmla="*/ 2103454 h 3717758"/>
              <a:gd name="connsiteX6574" fmla="*/ 481513 w 7869956"/>
              <a:gd name="connsiteY6574" fmla="*/ 2107489 h 3717758"/>
              <a:gd name="connsiteX6575" fmla="*/ 472933 w 7869956"/>
              <a:gd name="connsiteY6575" fmla="*/ 2119964 h 3717758"/>
              <a:gd name="connsiteX6576" fmla="*/ 491175 w 7869956"/>
              <a:gd name="connsiteY6576" fmla="*/ 2113502 h 3717758"/>
              <a:gd name="connsiteX6577" fmla="*/ 523317 w 7869956"/>
              <a:gd name="connsiteY6577" fmla="*/ 2136985 h 3717758"/>
              <a:gd name="connsiteX6578" fmla="*/ 528650 w 7869956"/>
              <a:gd name="connsiteY6578" fmla="*/ 2124323 h 3717758"/>
              <a:gd name="connsiteX6579" fmla="*/ 535205 w 7869956"/>
              <a:gd name="connsiteY6579" fmla="*/ 2124788 h 3717758"/>
              <a:gd name="connsiteX6580" fmla="*/ 534725 w 7869956"/>
              <a:gd name="connsiteY6580" fmla="*/ 2140510 h 3717758"/>
              <a:gd name="connsiteX6581" fmla="*/ 546583 w 7869956"/>
              <a:gd name="connsiteY6581" fmla="*/ 2128313 h 3717758"/>
              <a:gd name="connsiteX6582" fmla="*/ 552658 w 7869956"/>
              <a:gd name="connsiteY6582" fmla="*/ 2144560 h 3717758"/>
              <a:gd name="connsiteX6583" fmla="*/ 578722 w 7869956"/>
              <a:gd name="connsiteY6583" fmla="*/ 2151842 h 3717758"/>
              <a:gd name="connsiteX6584" fmla="*/ 582480 w 7869956"/>
              <a:gd name="connsiteY6584" fmla="*/ 2136351 h 3717758"/>
              <a:gd name="connsiteX6585" fmla="*/ 589190 w 7869956"/>
              <a:gd name="connsiteY6585" fmla="*/ 2131605 h 3717758"/>
              <a:gd name="connsiteX6586" fmla="*/ 603707 w 7869956"/>
              <a:gd name="connsiteY6586" fmla="*/ 2140649 h 3717758"/>
              <a:gd name="connsiteX6587" fmla="*/ 650998 w 7869956"/>
              <a:gd name="connsiteY6587" fmla="*/ 2152181 h 3717758"/>
              <a:gd name="connsiteX6588" fmla="*/ 661788 w 7869956"/>
              <a:gd name="connsiteY6588" fmla="*/ 2121510 h 3717758"/>
              <a:gd name="connsiteX6589" fmla="*/ 653208 w 7869956"/>
              <a:gd name="connsiteY6589" fmla="*/ 2133939 h 3717758"/>
              <a:gd name="connsiteX6590" fmla="*/ 650410 w 7869956"/>
              <a:gd name="connsiteY6590" fmla="*/ 2117985 h 3717758"/>
              <a:gd name="connsiteX6591" fmla="*/ 575462 w 7869956"/>
              <a:gd name="connsiteY6591" fmla="*/ 2096434 h 3717758"/>
              <a:gd name="connsiteX6592" fmla="*/ 590458 w 7869956"/>
              <a:gd name="connsiteY6592" fmla="*/ 2089694 h 3717758"/>
              <a:gd name="connsiteX6593" fmla="*/ 589360 w 7869956"/>
              <a:gd name="connsiteY6593" fmla="*/ 2071220 h 3717758"/>
              <a:gd name="connsiteX6594" fmla="*/ 592343 w 7869956"/>
              <a:gd name="connsiteY6594" fmla="*/ 2081934 h 3717758"/>
              <a:gd name="connsiteX6595" fmla="*/ 612473 w 7869956"/>
              <a:gd name="connsiteY6595" fmla="*/ 2067757 h 3717758"/>
              <a:gd name="connsiteX6596" fmla="*/ 605298 w 7869956"/>
              <a:gd name="connsiteY6596" fmla="*/ 2088241 h 3717758"/>
              <a:gd name="connsiteX6597" fmla="*/ 597322 w 7869956"/>
              <a:gd name="connsiteY6597" fmla="*/ 2079692 h 3717758"/>
              <a:gd name="connsiteX6598" fmla="*/ 596672 w 7869956"/>
              <a:gd name="connsiteY6598" fmla="*/ 2100670 h 3717758"/>
              <a:gd name="connsiteX6599" fmla="*/ 613385 w 7869956"/>
              <a:gd name="connsiteY6599" fmla="*/ 2091411 h 3717758"/>
              <a:gd name="connsiteX6600" fmla="*/ 622135 w 7869956"/>
              <a:gd name="connsiteY6600" fmla="*/ 2073739 h 3717758"/>
              <a:gd name="connsiteX6601" fmla="*/ 684267 w 7869956"/>
              <a:gd name="connsiteY6601" fmla="*/ 2083804 h 3717758"/>
              <a:gd name="connsiteX6602" fmla="*/ 686461 w 7869956"/>
              <a:gd name="connsiteY6602" fmla="*/ 2065624 h 3717758"/>
              <a:gd name="connsiteX6603" fmla="*/ 708785 w 7869956"/>
              <a:gd name="connsiteY6603" fmla="*/ 2088333 h 3717758"/>
              <a:gd name="connsiteX6604" fmla="*/ 695351 w 7869956"/>
              <a:gd name="connsiteY6604" fmla="*/ 2097780 h 3717758"/>
              <a:gd name="connsiteX6605" fmla="*/ 695676 w 7869956"/>
              <a:gd name="connsiteY6605" fmla="*/ 2087329 h 3717758"/>
              <a:gd name="connsiteX6606" fmla="*/ 683632 w 7869956"/>
              <a:gd name="connsiteY6606" fmla="*/ 2104753 h 3717758"/>
              <a:gd name="connsiteX6607" fmla="*/ 715494 w 7869956"/>
              <a:gd name="connsiteY6607" fmla="*/ 2083602 h 3717758"/>
              <a:gd name="connsiteX6608" fmla="*/ 733458 w 7869956"/>
              <a:gd name="connsiteY6608" fmla="*/ 2087637 h 3717758"/>
              <a:gd name="connsiteX6609" fmla="*/ 722992 w 7869956"/>
              <a:gd name="connsiteY6609" fmla="*/ 2107797 h 3717758"/>
              <a:gd name="connsiteX6610" fmla="*/ 741234 w 7869956"/>
              <a:gd name="connsiteY6610" fmla="*/ 2101366 h 3717758"/>
              <a:gd name="connsiteX6611" fmla="*/ 766543 w 7869956"/>
              <a:gd name="connsiteY6611" fmla="*/ 2079707 h 3717758"/>
              <a:gd name="connsiteX6612" fmla="*/ 764501 w 7869956"/>
              <a:gd name="connsiteY6612" fmla="*/ 2092646 h 3717758"/>
              <a:gd name="connsiteX6613" fmla="*/ 777781 w 7869956"/>
              <a:gd name="connsiteY6613" fmla="*/ 2088456 h 3717758"/>
              <a:gd name="connsiteX6614" fmla="*/ 788850 w 7869956"/>
              <a:gd name="connsiteY6614" fmla="*/ 2102402 h 3717758"/>
              <a:gd name="connsiteX6615" fmla="*/ 802593 w 7869956"/>
              <a:gd name="connsiteY6615" fmla="*/ 2082474 h 3717758"/>
              <a:gd name="connsiteX6616" fmla="*/ 810386 w 7869956"/>
              <a:gd name="connsiteY6616" fmla="*/ 2096249 h 3717758"/>
              <a:gd name="connsiteX6617" fmla="*/ 823820 w 7869956"/>
              <a:gd name="connsiteY6617" fmla="*/ 2086756 h 3717758"/>
              <a:gd name="connsiteX6618" fmla="*/ 821794 w 7869956"/>
              <a:gd name="connsiteY6618" fmla="*/ 2099727 h 3717758"/>
              <a:gd name="connsiteX6619" fmla="*/ 827097 w 7869956"/>
              <a:gd name="connsiteY6619" fmla="*/ 2087004 h 3717758"/>
              <a:gd name="connsiteX6620" fmla="*/ 835074 w 7869956"/>
              <a:gd name="connsiteY6620" fmla="*/ 2095522 h 3717758"/>
              <a:gd name="connsiteX6621" fmla="*/ 826478 w 7869956"/>
              <a:gd name="connsiteY6621" fmla="*/ 2107998 h 3717758"/>
              <a:gd name="connsiteX6622" fmla="*/ 843530 w 7869956"/>
              <a:gd name="connsiteY6622" fmla="*/ 2088333 h 3717758"/>
              <a:gd name="connsiteX6623" fmla="*/ 859731 w 7869956"/>
              <a:gd name="connsiteY6623" fmla="*/ 2094796 h 3717758"/>
              <a:gd name="connsiteX6624" fmla="*/ 864261 w 7869956"/>
              <a:gd name="connsiteY6624" fmla="*/ 2108292 h 3717758"/>
              <a:gd name="connsiteX6625" fmla="*/ 917026 w 7869956"/>
              <a:gd name="connsiteY6625" fmla="*/ 2101923 h 3717758"/>
              <a:gd name="connsiteX6626" fmla="*/ 921370 w 7869956"/>
              <a:gd name="connsiteY6626" fmla="*/ 2120612 h 3717758"/>
              <a:gd name="connsiteX6627" fmla="*/ 944481 w 7869956"/>
              <a:gd name="connsiteY6627" fmla="*/ 2117151 h 3717758"/>
              <a:gd name="connsiteX6628" fmla="*/ 961193 w 7869956"/>
              <a:gd name="connsiteY6628" fmla="*/ 2107921 h 3717758"/>
              <a:gd name="connsiteX6629" fmla="*/ 964162 w 7869956"/>
              <a:gd name="connsiteY6629" fmla="*/ 2118681 h 3717758"/>
              <a:gd name="connsiteX6630" fmla="*/ 993814 w 7869956"/>
              <a:gd name="connsiteY6630" fmla="*/ 2115712 h 3717758"/>
              <a:gd name="connsiteX6631" fmla="*/ 1019275 w 7869956"/>
              <a:gd name="connsiteY6631" fmla="*/ 2088829 h 3717758"/>
              <a:gd name="connsiteX6632" fmla="*/ 1054709 w 7869956"/>
              <a:gd name="connsiteY6632" fmla="*/ 2112573 h 3717758"/>
              <a:gd name="connsiteX6633" fmla="*/ 1069550 w 7869956"/>
              <a:gd name="connsiteY6633" fmla="*/ 2111091 h 3717758"/>
              <a:gd name="connsiteX6634" fmla="*/ 1062654 w 7869956"/>
              <a:gd name="connsiteY6634" fmla="*/ 2121062 h 3717758"/>
              <a:gd name="connsiteX6635" fmla="*/ 1084360 w 7869956"/>
              <a:gd name="connsiteY6635" fmla="*/ 2109605 h 3717758"/>
              <a:gd name="connsiteX6636" fmla="*/ 1071389 w 7869956"/>
              <a:gd name="connsiteY6636" fmla="*/ 2103376 h 3717758"/>
              <a:gd name="connsiteX6637" fmla="*/ 1105416 w 7869956"/>
              <a:gd name="connsiteY6637" fmla="*/ 2119144 h 3717758"/>
              <a:gd name="connsiteX6638" fmla="*/ 1109172 w 7869956"/>
              <a:gd name="connsiteY6638" fmla="*/ 2103684 h 3717758"/>
              <a:gd name="connsiteX6639" fmla="*/ 1123844 w 7869956"/>
              <a:gd name="connsiteY6639" fmla="*/ 2107489 h 3717758"/>
              <a:gd name="connsiteX6640" fmla="*/ 1116223 w 7869956"/>
              <a:gd name="connsiteY6640" fmla="*/ 2088474 h 3717758"/>
              <a:gd name="connsiteX6641" fmla="*/ 1096697 w 7869956"/>
              <a:gd name="connsiteY6641" fmla="*/ 2081702 h 3717758"/>
              <a:gd name="connsiteX6642" fmla="*/ 1114815 w 7869956"/>
              <a:gd name="connsiteY6642" fmla="*/ 2080481 h 3717758"/>
              <a:gd name="connsiteX6643" fmla="*/ 1130568 w 7869956"/>
              <a:gd name="connsiteY6643" fmla="*/ 2102727 h 3717758"/>
              <a:gd name="connsiteX6644" fmla="*/ 1137756 w 7869956"/>
              <a:gd name="connsiteY6644" fmla="*/ 2082274 h 3717758"/>
              <a:gd name="connsiteX6645" fmla="*/ 1140879 w 7869956"/>
              <a:gd name="connsiteY6645" fmla="*/ 2087794 h 3717758"/>
              <a:gd name="connsiteX6646" fmla="*/ 1144142 w 7869956"/>
              <a:gd name="connsiteY6646" fmla="*/ 2088041 h 3717758"/>
              <a:gd name="connsiteX6647" fmla="*/ 1135252 w 7869956"/>
              <a:gd name="connsiteY6647" fmla="*/ 2110967 h 3717758"/>
              <a:gd name="connsiteX6648" fmla="*/ 1138066 w 7869956"/>
              <a:gd name="connsiteY6648" fmla="*/ 2126936 h 3717758"/>
              <a:gd name="connsiteX6649" fmla="*/ 1154918 w 7869956"/>
              <a:gd name="connsiteY6649" fmla="*/ 2112482 h 3717758"/>
              <a:gd name="connsiteX6650" fmla="*/ 1186469 w 7869956"/>
              <a:gd name="connsiteY6650" fmla="*/ 2101785 h 3717758"/>
              <a:gd name="connsiteX6651" fmla="*/ 1185512 w 7869956"/>
              <a:gd name="connsiteY6651" fmla="*/ 2133244 h 3717758"/>
              <a:gd name="connsiteX6652" fmla="*/ 1196147 w 7869956"/>
              <a:gd name="connsiteY6652" fmla="*/ 2107799 h 3717758"/>
              <a:gd name="connsiteX6653" fmla="*/ 1217544 w 7869956"/>
              <a:gd name="connsiteY6653" fmla="*/ 2106825 h 3717758"/>
              <a:gd name="connsiteX6654" fmla="*/ 1220002 w 7869956"/>
              <a:gd name="connsiteY6654" fmla="*/ 2133337 h 3717758"/>
              <a:gd name="connsiteX6655" fmla="*/ 1232044 w 7869956"/>
              <a:gd name="connsiteY6655" fmla="*/ 2115885 h 3717758"/>
              <a:gd name="connsiteX6656" fmla="*/ 1249499 w 7869956"/>
              <a:gd name="connsiteY6656" fmla="*/ 2135611 h 3717758"/>
              <a:gd name="connsiteX6657" fmla="*/ 1253116 w 7869956"/>
              <a:gd name="connsiteY6657" fmla="*/ 2125407 h 3717758"/>
              <a:gd name="connsiteX6658" fmla="*/ 1284637 w 7869956"/>
              <a:gd name="connsiteY6658" fmla="*/ 2114694 h 3717758"/>
              <a:gd name="connsiteX6659" fmla="*/ 1301025 w 7869956"/>
              <a:gd name="connsiteY6659" fmla="*/ 2115931 h 3717758"/>
              <a:gd name="connsiteX6660" fmla="*/ 1328651 w 7869956"/>
              <a:gd name="connsiteY6660" fmla="*/ 2125965 h 3717758"/>
              <a:gd name="connsiteX6661" fmla="*/ 1335376 w 7869956"/>
              <a:gd name="connsiteY6661" fmla="*/ 2121234 h 3717758"/>
              <a:gd name="connsiteX6662" fmla="*/ 1332392 w 7869956"/>
              <a:gd name="connsiteY6662" fmla="*/ 2110506 h 3717758"/>
              <a:gd name="connsiteX6663" fmla="*/ 1348949 w 7869956"/>
              <a:gd name="connsiteY6663" fmla="*/ 2106547 h 3717758"/>
              <a:gd name="connsiteX6664" fmla="*/ 1338638 w 7869956"/>
              <a:gd name="connsiteY6664" fmla="*/ 2121543 h 3717758"/>
              <a:gd name="connsiteX6665" fmla="*/ 1375942 w 7869956"/>
              <a:gd name="connsiteY6665" fmla="*/ 2137529 h 3717758"/>
              <a:gd name="connsiteX6666" fmla="*/ 1383113 w 7869956"/>
              <a:gd name="connsiteY6666" fmla="*/ 2117061 h 3717758"/>
              <a:gd name="connsiteX6667" fmla="*/ 1366465 w 7869956"/>
              <a:gd name="connsiteY6667" fmla="*/ 2126304 h 3717758"/>
              <a:gd name="connsiteX6668" fmla="*/ 1370654 w 7869956"/>
              <a:gd name="connsiteY6668" fmla="*/ 2095076 h 3717758"/>
              <a:gd name="connsiteX6669" fmla="*/ 1389840 w 7869956"/>
              <a:gd name="connsiteY6669" fmla="*/ 2112314 h 3717758"/>
              <a:gd name="connsiteX6670" fmla="*/ 1389066 w 7869956"/>
              <a:gd name="connsiteY6670" fmla="*/ 2138548 h 3717758"/>
              <a:gd name="connsiteX6671" fmla="*/ 1397646 w 7869956"/>
              <a:gd name="connsiteY6671" fmla="*/ 2126058 h 3717758"/>
              <a:gd name="connsiteX6672" fmla="*/ 1395605 w 7869956"/>
              <a:gd name="connsiteY6672" fmla="*/ 2139013 h 3717758"/>
              <a:gd name="connsiteX6673" fmla="*/ 1417141 w 7869956"/>
              <a:gd name="connsiteY6673" fmla="*/ 2132846 h 3717758"/>
              <a:gd name="connsiteX6674" fmla="*/ 1456176 w 7869956"/>
              <a:gd name="connsiteY6674" fmla="*/ 2146372 h 3717758"/>
              <a:gd name="connsiteX6675" fmla="*/ 1458201 w 7869956"/>
              <a:gd name="connsiteY6675" fmla="*/ 2133386 h 3717758"/>
              <a:gd name="connsiteX6676" fmla="*/ 1469766 w 7869956"/>
              <a:gd name="connsiteY6676" fmla="*/ 2131654 h 3717758"/>
              <a:gd name="connsiteX6677" fmla="*/ 1496001 w 7869956"/>
              <a:gd name="connsiteY6677" fmla="*/ 2133726 h 3717758"/>
              <a:gd name="connsiteX6678" fmla="*/ 1500515 w 7869956"/>
              <a:gd name="connsiteY6678" fmla="*/ 2147236 h 3717758"/>
              <a:gd name="connsiteX6679" fmla="*/ 1487111 w 7869956"/>
              <a:gd name="connsiteY6679" fmla="*/ 2156638 h 3717758"/>
              <a:gd name="connsiteX6680" fmla="*/ 1516437 w 7869956"/>
              <a:gd name="connsiteY6680" fmla="*/ 2164182 h 3717758"/>
              <a:gd name="connsiteX6681" fmla="*/ 1501922 w 7869956"/>
              <a:gd name="connsiteY6681" fmla="*/ 2155152 h 3717758"/>
              <a:gd name="connsiteX6682" fmla="*/ 1548300 w 7869956"/>
              <a:gd name="connsiteY6682" fmla="*/ 2143001 h 3717758"/>
              <a:gd name="connsiteX6683" fmla="*/ 1545317 w 7869956"/>
              <a:gd name="connsiteY6683" fmla="*/ 2132272 h 3717758"/>
              <a:gd name="connsiteX6684" fmla="*/ 1553926 w 7869956"/>
              <a:gd name="connsiteY6684" fmla="*/ 2119797 h 3717758"/>
              <a:gd name="connsiteX6685" fmla="*/ 1558116 w 7869956"/>
              <a:gd name="connsiteY6685" fmla="*/ 2143776 h 3717758"/>
              <a:gd name="connsiteX6686" fmla="*/ 1579359 w 7869956"/>
              <a:gd name="connsiteY6686" fmla="*/ 2148043 h 3717758"/>
              <a:gd name="connsiteX6687" fmla="*/ 1565182 w 7869956"/>
              <a:gd name="connsiteY6687" fmla="*/ 2128578 h 3717758"/>
              <a:gd name="connsiteX6688" fmla="*/ 1581863 w 7869956"/>
              <a:gd name="connsiteY6688" fmla="*/ 2119318 h 3717758"/>
              <a:gd name="connsiteX6689" fmla="*/ 1588881 w 7869956"/>
              <a:gd name="connsiteY6689" fmla="*/ 2159266 h 3717758"/>
              <a:gd name="connsiteX6690" fmla="*/ 1621067 w 7869956"/>
              <a:gd name="connsiteY6690" fmla="*/ 2127638 h 3717758"/>
              <a:gd name="connsiteX6691" fmla="*/ 1597785 w 7869956"/>
              <a:gd name="connsiteY6691" fmla="*/ 2136339 h 3717758"/>
              <a:gd name="connsiteX6692" fmla="*/ 1604836 w 7869956"/>
              <a:gd name="connsiteY6692" fmla="*/ 2121111 h 3717758"/>
              <a:gd name="connsiteX6693" fmla="*/ 1645741 w 7869956"/>
              <a:gd name="connsiteY6693" fmla="*/ 2126925 h 3717758"/>
              <a:gd name="connsiteX6694" fmla="*/ 1639170 w 7869956"/>
              <a:gd name="connsiteY6694" fmla="*/ 2126415 h 3717758"/>
              <a:gd name="connsiteX6695" fmla="*/ 1641952 w 7869956"/>
              <a:gd name="connsiteY6695" fmla="*/ 2142417 h 3717758"/>
              <a:gd name="connsiteX6696" fmla="*/ 1637300 w 7869956"/>
              <a:gd name="connsiteY6696" fmla="*/ 2134176 h 3717758"/>
              <a:gd name="connsiteX6697" fmla="*/ 1636821 w 7869956"/>
              <a:gd name="connsiteY6697" fmla="*/ 2149912 h 3717758"/>
              <a:gd name="connsiteX6698" fmla="*/ 1618393 w 7869956"/>
              <a:gd name="connsiteY6698" fmla="*/ 2161600 h 3717758"/>
              <a:gd name="connsiteX6699" fmla="*/ 1634641 w 7869956"/>
              <a:gd name="connsiteY6699" fmla="*/ 2168078 h 3717758"/>
              <a:gd name="connsiteX6700" fmla="*/ 1646499 w 7869956"/>
              <a:gd name="connsiteY6700" fmla="*/ 2155880 h 3717758"/>
              <a:gd name="connsiteX6701" fmla="*/ 1644304 w 7869956"/>
              <a:gd name="connsiteY6701" fmla="*/ 2174138 h 3717758"/>
              <a:gd name="connsiteX6702" fmla="*/ 1654615 w 7869956"/>
              <a:gd name="connsiteY6702" fmla="*/ 2159142 h 3717758"/>
              <a:gd name="connsiteX6703" fmla="*/ 1643545 w 7869956"/>
              <a:gd name="connsiteY6703" fmla="*/ 2145183 h 3717758"/>
              <a:gd name="connsiteX6704" fmla="*/ 1661494 w 7869956"/>
              <a:gd name="connsiteY6704" fmla="*/ 2149156 h 3717758"/>
              <a:gd name="connsiteX6705" fmla="*/ 1666827 w 7869956"/>
              <a:gd name="connsiteY6705" fmla="*/ 2136449 h 3717758"/>
              <a:gd name="connsiteX6706" fmla="*/ 1652141 w 7869956"/>
              <a:gd name="connsiteY6706" fmla="*/ 2132691 h 3717758"/>
              <a:gd name="connsiteX6707" fmla="*/ 1664013 w 7869956"/>
              <a:gd name="connsiteY6707" fmla="*/ 2120494 h 3717758"/>
              <a:gd name="connsiteX6708" fmla="*/ 1639527 w 7869956"/>
              <a:gd name="connsiteY6708" fmla="*/ 2115949 h 3717758"/>
              <a:gd name="connsiteX6709" fmla="*/ 1643113 w 7869956"/>
              <a:gd name="connsiteY6709" fmla="*/ 2105760 h 3717758"/>
              <a:gd name="connsiteX6710" fmla="*/ 1634501 w 7869956"/>
              <a:gd name="connsiteY6710" fmla="*/ 2118205 h 3717758"/>
              <a:gd name="connsiteX6711" fmla="*/ 1611575 w 7869956"/>
              <a:gd name="connsiteY6711" fmla="*/ 2116428 h 3717758"/>
              <a:gd name="connsiteX6712" fmla="*/ 1605006 w 7869956"/>
              <a:gd name="connsiteY6712" fmla="*/ 2115919 h 3717758"/>
              <a:gd name="connsiteX6713" fmla="*/ 1602051 w 7869956"/>
              <a:gd name="connsiteY6713" fmla="*/ 2105204 h 3717758"/>
              <a:gd name="connsiteX6714" fmla="*/ 1591911 w 7869956"/>
              <a:gd name="connsiteY6714" fmla="*/ 2114927 h 3717758"/>
              <a:gd name="connsiteX6715" fmla="*/ 1567377 w 7869956"/>
              <a:gd name="connsiteY6715" fmla="*/ 2110428 h 3717758"/>
              <a:gd name="connsiteX6716" fmla="*/ 1564593 w 7869956"/>
              <a:gd name="connsiteY6716" fmla="*/ 2094445 h 3717758"/>
              <a:gd name="connsiteX6717" fmla="*/ 1523224 w 7869956"/>
              <a:gd name="connsiteY6717" fmla="*/ 2104353 h 3717758"/>
              <a:gd name="connsiteX6718" fmla="*/ 1508382 w 7869956"/>
              <a:gd name="connsiteY6718" fmla="*/ 2105791 h 3717758"/>
              <a:gd name="connsiteX6719" fmla="*/ 1500762 w 7869956"/>
              <a:gd name="connsiteY6719" fmla="*/ 2086792 h 3717758"/>
              <a:gd name="connsiteX6720" fmla="*/ 1466427 w 7869956"/>
              <a:gd name="connsiteY6720" fmla="*/ 2081550 h 3717758"/>
              <a:gd name="connsiteX6721" fmla="*/ 1464385 w 7869956"/>
              <a:gd name="connsiteY6721" fmla="*/ 2094536 h 3717758"/>
              <a:gd name="connsiteX6722" fmla="*/ 1443159 w 7869956"/>
              <a:gd name="connsiteY6722" fmla="*/ 2090254 h 3717758"/>
              <a:gd name="connsiteX6723" fmla="*/ 1448601 w 7869956"/>
              <a:gd name="connsiteY6723" fmla="*/ 2072306 h 3717758"/>
              <a:gd name="connsiteX6724" fmla="*/ 1392561 w 7869956"/>
              <a:gd name="connsiteY6724" fmla="*/ 2078459 h 3717758"/>
              <a:gd name="connsiteX6725" fmla="*/ 1390397 w 7869956"/>
              <a:gd name="connsiteY6725" fmla="*/ 2096638 h 3717758"/>
              <a:gd name="connsiteX6726" fmla="*/ 1372447 w 7869956"/>
              <a:gd name="connsiteY6726" fmla="*/ 2092618 h 3717758"/>
              <a:gd name="connsiteX6727" fmla="*/ 1379622 w 7869956"/>
              <a:gd name="connsiteY6727" fmla="*/ 2072150 h 3717758"/>
              <a:gd name="connsiteX6728" fmla="*/ 1286431 w 7869956"/>
              <a:gd name="connsiteY6728" fmla="*/ 2057093 h 3717758"/>
              <a:gd name="connsiteX6729" fmla="*/ 1297994 w 7869956"/>
              <a:gd name="connsiteY6729" fmla="*/ 2055347 h 3717758"/>
              <a:gd name="connsiteX6730" fmla="*/ 1291887 w 7869956"/>
              <a:gd name="connsiteY6730" fmla="*/ 2039113 h 3717758"/>
              <a:gd name="connsiteX6731" fmla="*/ 1273970 w 7869956"/>
              <a:gd name="connsiteY6731" fmla="*/ 2035077 h 3717758"/>
              <a:gd name="connsiteX6732" fmla="*/ 1265204 w 7869956"/>
              <a:gd name="connsiteY6732" fmla="*/ 2052811 h 3717758"/>
              <a:gd name="connsiteX6733" fmla="*/ 1252574 w 7869956"/>
              <a:gd name="connsiteY6733" fmla="*/ 2036021 h 3717758"/>
              <a:gd name="connsiteX6734" fmla="*/ 1250533 w 7869956"/>
              <a:gd name="connsiteY6734" fmla="*/ 2049037 h 3717758"/>
              <a:gd name="connsiteX6735" fmla="*/ 1229307 w 7869956"/>
              <a:gd name="connsiteY6735" fmla="*/ 2044756 h 3717758"/>
              <a:gd name="connsiteX6736" fmla="*/ 1242587 w 7869956"/>
              <a:gd name="connsiteY6736" fmla="*/ 2040536 h 3717758"/>
              <a:gd name="connsiteX6737" fmla="*/ 1233543 w 7869956"/>
              <a:gd name="connsiteY6737" fmla="*/ 2013574 h 3717758"/>
              <a:gd name="connsiteX6738" fmla="*/ 1228087 w 7869956"/>
              <a:gd name="connsiteY6738" fmla="*/ 2031538 h 3717758"/>
              <a:gd name="connsiteX6739" fmla="*/ 1188897 w 7869956"/>
              <a:gd name="connsiteY6739" fmla="*/ 2023221 h 3717758"/>
              <a:gd name="connsiteX6740" fmla="*/ 1175122 w 7869956"/>
              <a:gd name="connsiteY6740" fmla="*/ 2043179 h 3717758"/>
              <a:gd name="connsiteX6741" fmla="*/ 1172509 w 7869956"/>
              <a:gd name="connsiteY6741" fmla="*/ 2021937 h 3717758"/>
              <a:gd name="connsiteX6742" fmla="*/ 1152180 w 7869956"/>
              <a:gd name="connsiteY6742" fmla="*/ 2041400 h 3717758"/>
              <a:gd name="connsiteX6743" fmla="*/ 1156848 w 7869956"/>
              <a:gd name="connsiteY6743" fmla="*/ 2049640 h 3717758"/>
              <a:gd name="connsiteX6744" fmla="*/ 1148252 w 7869956"/>
              <a:gd name="connsiteY6744" fmla="*/ 2062131 h 3717758"/>
              <a:gd name="connsiteX6745" fmla="*/ 1132051 w 7869956"/>
              <a:gd name="connsiteY6745" fmla="*/ 2055608 h 3717758"/>
              <a:gd name="connsiteX6746" fmla="*/ 1142023 w 7869956"/>
              <a:gd name="connsiteY6746" fmla="*/ 2051124 h 3717758"/>
              <a:gd name="connsiteX6747" fmla="*/ 1145593 w 7869956"/>
              <a:gd name="connsiteY6747" fmla="*/ 2040890 h 3717758"/>
              <a:gd name="connsiteX6748" fmla="*/ 1129701 w 7869956"/>
              <a:gd name="connsiteY6748" fmla="*/ 2023916 h 3717758"/>
              <a:gd name="connsiteX6749" fmla="*/ 1136426 w 7869956"/>
              <a:gd name="connsiteY6749" fmla="*/ 2019186 h 3717758"/>
              <a:gd name="connsiteX6750" fmla="*/ 1101597 w 7869956"/>
              <a:gd name="connsiteY6750" fmla="*/ 2029605 h 3717758"/>
              <a:gd name="connsiteX6751" fmla="*/ 1105522 w 7869956"/>
              <a:gd name="connsiteY6751" fmla="*/ 2008874 h 3717758"/>
              <a:gd name="connsiteX6752" fmla="*/ 1080356 w 7869956"/>
              <a:gd name="connsiteY6752" fmla="*/ 2025307 h 3717758"/>
              <a:gd name="connsiteX6753" fmla="*/ 1087079 w 7869956"/>
              <a:gd name="connsiteY6753" fmla="*/ 2020576 h 3717758"/>
              <a:gd name="connsiteX6754" fmla="*/ 1062423 w 7869956"/>
              <a:gd name="connsiteY6754" fmla="*/ 2021272 h 3717758"/>
              <a:gd name="connsiteX6755" fmla="*/ 1056345 w 7869956"/>
              <a:gd name="connsiteY6755" fmla="*/ 2005038 h 3717758"/>
              <a:gd name="connsiteX6756" fmla="*/ 1046020 w 7869956"/>
              <a:gd name="connsiteY6756" fmla="*/ 2020019 h 3717758"/>
              <a:gd name="connsiteX6757" fmla="*/ 1038088 w 7869956"/>
              <a:gd name="connsiteY6757" fmla="*/ 2011532 h 3717758"/>
              <a:gd name="connsiteX6758" fmla="*/ 1038367 w 7869956"/>
              <a:gd name="connsiteY6758" fmla="*/ 2001020 h 3717758"/>
              <a:gd name="connsiteX6759" fmla="*/ 990427 w 7869956"/>
              <a:gd name="connsiteY6759" fmla="*/ 2010434 h 3717758"/>
              <a:gd name="connsiteX6760" fmla="*/ 994538 w 7869956"/>
              <a:gd name="connsiteY6760" fmla="*/ 1984477 h 3717758"/>
              <a:gd name="connsiteX6761" fmla="*/ 976235 w 7869956"/>
              <a:gd name="connsiteY6761" fmla="*/ 1990955 h 3717758"/>
              <a:gd name="connsiteX6762" fmla="*/ 987473 w 7869956"/>
              <a:gd name="connsiteY6762" fmla="*/ 1999705 h 3717758"/>
              <a:gd name="connsiteX6763" fmla="*/ 965043 w 7869956"/>
              <a:gd name="connsiteY6763" fmla="*/ 1982189 h 3717758"/>
              <a:gd name="connsiteX6764" fmla="*/ 967655 w 7869956"/>
              <a:gd name="connsiteY6764" fmla="*/ 2003383 h 3717758"/>
              <a:gd name="connsiteX6765" fmla="*/ 913331 w 7869956"/>
              <a:gd name="connsiteY6765" fmla="*/ 2007048 h 3717758"/>
              <a:gd name="connsiteX6766" fmla="*/ 923318 w 7869956"/>
              <a:gd name="connsiteY6766" fmla="*/ 2002594 h 3717758"/>
              <a:gd name="connsiteX6767" fmla="*/ 918989 w 7869956"/>
              <a:gd name="connsiteY6767" fmla="*/ 1983843 h 3717758"/>
              <a:gd name="connsiteX6768" fmla="*/ 859794 w 7869956"/>
              <a:gd name="connsiteY6768" fmla="*/ 1984538 h 3717758"/>
              <a:gd name="connsiteX6769" fmla="*/ 860274 w 7869956"/>
              <a:gd name="connsiteY6769" fmla="*/ 1968800 h 3717758"/>
              <a:gd name="connsiteX6770" fmla="*/ 841675 w 7869956"/>
              <a:gd name="connsiteY6770" fmla="*/ 1985774 h 3717758"/>
              <a:gd name="connsiteX6771" fmla="*/ 842000 w 7869956"/>
              <a:gd name="connsiteY6771" fmla="*/ 1975232 h 3717758"/>
              <a:gd name="connsiteX6772" fmla="*/ 795823 w 7869956"/>
              <a:gd name="connsiteY6772" fmla="*/ 1982173 h 3717758"/>
              <a:gd name="connsiteX6773" fmla="*/ 797848 w 7869956"/>
              <a:gd name="connsiteY6773" fmla="*/ 1969187 h 3717758"/>
              <a:gd name="connsiteX6774" fmla="*/ 757111 w 7869956"/>
              <a:gd name="connsiteY6774" fmla="*/ 1958148 h 3717758"/>
              <a:gd name="connsiteX6775" fmla="*/ 760868 w 7869956"/>
              <a:gd name="connsiteY6775" fmla="*/ 1942674 h 3717758"/>
              <a:gd name="connsiteX6776" fmla="*/ 747743 w 7869956"/>
              <a:gd name="connsiteY6776" fmla="*/ 1941684 h 3717758"/>
              <a:gd name="connsiteX6777" fmla="*/ 740725 w 7869956"/>
              <a:gd name="connsiteY6777" fmla="*/ 1956897 h 3717758"/>
              <a:gd name="connsiteX6778" fmla="*/ 731063 w 7869956"/>
              <a:gd name="connsiteY6778" fmla="*/ 1950882 h 3717758"/>
              <a:gd name="connsiteX6779" fmla="*/ 732283 w 7869956"/>
              <a:gd name="connsiteY6779" fmla="*/ 1964100 h 3717758"/>
              <a:gd name="connsiteX6780" fmla="*/ 712943 w 7869956"/>
              <a:gd name="connsiteY6780" fmla="*/ 1952119 h 3717758"/>
              <a:gd name="connsiteX6781" fmla="*/ 715742 w 7869956"/>
              <a:gd name="connsiteY6781" fmla="*/ 1968059 h 3717758"/>
              <a:gd name="connsiteX6782" fmla="*/ 684065 w 7869956"/>
              <a:gd name="connsiteY6782" fmla="*/ 1928868 h 3717758"/>
              <a:gd name="connsiteX6783" fmla="*/ 659406 w 7869956"/>
              <a:gd name="connsiteY6783" fmla="*/ 1929549 h 3717758"/>
              <a:gd name="connsiteX6784" fmla="*/ 663010 w 7869956"/>
              <a:gd name="connsiteY6784" fmla="*/ 1919314 h 3717758"/>
              <a:gd name="connsiteX6785" fmla="*/ 645184 w 7869956"/>
              <a:gd name="connsiteY6785" fmla="*/ 1910085 h 3717758"/>
              <a:gd name="connsiteX6786" fmla="*/ 642511 w 7869956"/>
              <a:gd name="connsiteY6786" fmla="*/ 1943987 h 3717758"/>
              <a:gd name="connsiteX6787" fmla="*/ 619737 w 7869956"/>
              <a:gd name="connsiteY6787" fmla="*/ 1936938 h 3717758"/>
              <a:gd name="connsiteX6788" fmla="*/ 468188 w 7869956"/>
              <a:gd name="connsiteY6788" fmla="*/ 1896327 h 3717758"/>
              <a:gd name="connsiteX6789" fmla="*/ 482999 w 7869956"/>
              <a:gd name="connsiteY6789" fmla="*/ 1894858 h 3717758"/>
              <a:gd name="connsiteX6790" fmla="*/ 486770 w 7869956"/>
              <a:gd name="connsiteY6790" fmla="*/ 1879351 h 3717758"/>
              <a:gd name="connsiteX6791" fmla="*/ 480216 w 7869956"/>
              <a:gd name="connsiteY6791" fmla="*/ 1878887 h 3717758"/>
              <a:gd name="connsiteX6792" fmla="*/ 474881 w 7869956"/>
              <a:gd name="connsiteY6792" fmla="*/ 1891548 h 3717758"/>
              <a:gd name="connsiteX6793" fmla="*/ 472067 w 7869956"/>
              <a:gd name="connsiteY6793" fmla="*/ 1875626 h 3717758"/>
              <a:gd name="connsiteX6794" fmla="*/ 460675 w 7869956"/>
              <a:gd name="connsiteY6794" fmla="*/ 1872084 h 3717758"/>
              <a:gd name="connsiteX6795" fmla="*/ 458664 w 7869956"/>
              <a:gd name="connsiteY6795" fmla="*/ 1885071 h 3717758"/>
              <a:gd name="connsiteX6796" fmla="*/ 469254 w 7869956"/>
              <a:gd name="connsiteY6796" fmla="*/ 1914814 h 3717758"/>
              <a:gd name="connsiteX6797" fmla="*/ 456316 w 7869956"/>
              <a:gd name="connsiteY6797" fmla="*/ 1908554 h 3717758"/>
              <a:gd name="connsiteX6798" fmla="*/ 460040 w 7869956"/>
              <a:gd name="connsiteY6798" fmla="*/ 1893047 h 3717758"/>
              <a:gd name="connsiteX6799" fmla="*/ 422412 w 7869956"/>
              <a:gd name="connsiteY6799" fmla="*/ 1887544 h 3717758"/>
              <a:gd name="connsiteX6800" fmla="*/ 415872 w 7869956"/>
              <a:gd name="connsiteY6800" fmla="*/ 1887051 h 3717758"/>
              <a:gd name="connsiteX6801" fmla="*/ 403071 w 7869956"/>
              <a:gd name="connsiteY6801" fmla="*/ 1875501 h 3717758"/>
              <a:gd name="connsiteX6802" fmla="*/ 423061 w 7869956"/>
              <a:gd name="connsiteY6802" fmla="*/ 1866566 h 3717758"/>
              <a:gd name="connsiteX6803" fmla="*/ 390441 w 7869956"/>
              <a:gd name="connsiteY6803" fmla="*/ 1858773 h 3717758"/>
              <a:gd name="connsiteX6804" fmla="*/ 376095 w 7869956"/>
              <a:gd name="connsiteY6804" fmla="*/ 1844551 h 3717758"/>
              <a:gd name="connsiteX6805" fmla="*/ 385154 w 7869956"/>
              <a:gd name="connsiteY6805" fmla="*/ 1816337 h 3717758"/>
              <a:gd name="connsiteX6806" fmla="*/ 363603 w 7869956"/>
              <a:gd name="connsiteY6806" fmla="*/ 1822583 h 3717758"/>
              <a:gd name="connsiteX6807" fmla="*/ 356429 w 7869956"/>
              <a:gd name="connsiteY6807" fmla="*/ 1843037 h 3717758"/>
              <a:gd name="connsiteX6808" fmla="*/ 343939 w 7869956"/>
              <a:gd name="connsiteY6808" fmla="*/ 1821021 h 3717758"/>
              <a:gd name="connsiteX6809" fmla="*/ 349566 w 7869956"/>
              <a:gd name="connsiteY6809" fmla="*/ 1797817 h 3717758"/>
              <a:gd name="connsiteX6810" fmla="*/ 366124 w 7869956"/>
              <a:gd name="connsiteY6810" fmla="*/ 1793813 h 3717758"/>
              <a:gd name="connsiteX6811" fmla="*/ 411529 w 7869956"/>
              <a:gd name="connsiteY6811" fmla="*/ 1813106 h 3717758"/>
              <a:gd name="connsiteX6812" fmla="*/ 441195 w 7869956"/>
              <a:gd name="connsiteY6812" fmla="*/ 1810184 h 3717758"/>
              <a:gd name="connsiteX6813" fmla="*/ 441505 w 7869956"/>
              <a:gd name="connsiteY6813" fmla="*/ 1799703 h 3717758"/>
              <a:gd name="connsiteX6814" fmla="*/ 454305 w 7869956"/>
              <a:gd name="connsiteY6814" fmla="*/ 1811205 h 3717758"/>
              <a:gd name="connsiteX6815" fmla="*/ 453656 w 7869956"/>
              <a:gd name="connsiteY6815" fmla="*/ 1832184 h 3717758"/>
              <a:gd name="connsiteX6816" fmla="*/ 458680 w 7869956"/>
              <a:gd name="connsiteY6816" fmla="*/ 1829927 h 3717758"/>
              <a:gd name="connsiteX6817" fmla="*/ 467739 w 7869956"/>
              <a:gd name="connsiteY6817" fmla="*/ 1801729 h 3717758"/>
              <a:gd name="connsiteX6818" fmla="*/ 482565 w 7869956"/>
              <a:gd name="connsiteY6818" fmla="*/ 1800245 h 3717758"/>
              <a:gd name="connsiteX6819" fmla="*/ 485518 w 7869956"/>
              <a:gd name="connsiteY6819" fmla="*/ 1811035 h 3717758"/>
              <a:gd name="connsiteX6820" fmla="*/ 498968 w 7869956"/>
              <a:gd name="connsiteY6820" fmla="*/ 1801496 h 3717758"/>
              <a:gd name="connsiteX6821" fmla="*/ 477262 w 7869956"/>
              <a:gd name="connsiteY6821" fmla="*/ 1812952 h 3717758"/>
              <a:gd name="connsiteX6822" fmla="*/ 478329 w 7869956"/>
              <a:gd name="connsiteY6822" fmla="*/ 1831426 h 3717758"/>
              <a:gd name="connsiteX6823" fmla="*/ 501596 w 7869956"/>
              <a:gd name="connsiteY6823" fmla="*/ 1822723 h 3717758"/>
              <a:gd name="connsiteX6824" fmla="*/ 513005 w 7869956"/>
              <a:gd name="connsiteY6824" fmla="*/ 1826263 h 3717758"/>
              <a:gd name="connsiteX6825" fmla="*/ 519080 w 7869956"/>
              <a:gd name="connsiteY6825" fmla="*/ 1842495 h 3717758"/>
              <a:gd name="connsiteX6826" fmla="*/ 530939 w 7869956"/>
              <a:gd name="connsiteY6826" fmla="*/ 1830314 h 3717758"/>
              <a:gd name="connsiteX6827" fmla="*/ 540307 w 7869956"/>
              <a:gd name="connsiteY6827" fmla="*/ 1846747 h 3717758"/>
              <a:gd name="connsiteX6828" fmla="*/ 542811 w 7869956"/>
              <a:gd name="connsiteY6828" fmla="*/ 1818086 h 3717758"/>
              <a:gd name="connsiteX6829" fmla="*/ 555118 w 7869956"/>
              <a:gd name="connsiteY6829" fmla="*/ 1845278 h 3717758"/>
              <a:gd name="connsiteX6830" fmla="*/ 568736 w 7869956"/>
              <a:gd name="connsiteY6830" fmla="*/ 1830591 h 3717758"/>
              <a:gd name="connsiteX6831" fmla="*/ 552659 w 7869956"/>
              <a:gd name="connsiteY6831" fmla="*/ 1818811 h 3717758"/>
              <a:gd name="connsiteX6832" fmla="*/ 582001 w 7869956"/>
              <a:gd name="connsiteY6832" fmla="*/ 1826355 h 3717758"/>
              <a:gd name="connsiteX6833" fmla="*/ 615084 w 7869956"/>
              <a:gd name="connsiteY6833" fmla="*/ 1818378 h 3717758"/>
              <a:gd name="connsiteX6834" fmla="*/ 588417 w 7869956"/>
              <a:gd name="connsiteY6834" fmla="*/ 1776918 h 3717758"/>
              <a:gd name="connsiteX6835" fmla="*/ 578398 w 7869956"/>
              <a:gd name="connsiteY6835" fmla="*/ 1781400 h 3717758"/>
              <a:gd name="connsiteX6836" fmla="*/ 579651 w 7869956"/>
              <a:gd name="connsiteY6836" fmla="*/ 1794649 h 3717758"/>
              <a:gd name="connsiteX6837" fmla="*/ 559491 w 7869956"/>
              <a:gd name="connsiteY6837" fmla="*/ 1808855 h 3717758"/>
              <a:gd name="connsiteX6838" fmla="*/ 564964 w 7869956"/>
              <a:gd name="connsiteY6838" fmla="*/ 1790892 h 3717758"/>
              <a:gd name="connsiteX6839" fmla="*/ 556863 w 7869956"/>
              <a:gd name="connsiteY6839" fmla="*/ 1787629 h 3717758"/>
              <a:gd name="connsiteX6840" fmla="*/ 549983 w 7869956"/>
              <a:gd name="connsiteY6840" fmla="*/ 1797601 h 3717758"/>
              <a:gd name="connsiteX6841" fmla="*/ 535637 w 7869956"/>
              <a:gd name="connsiteY6841" fmla="*/ 1783347 h 3717758"/>
              <a:gd name="connsiteX6842" fmla="*/ 550788 w 7869956"/>
              <a:gd name="connsiteY6842" fmla="*/ 1771383 h 3717758"/>
              <a:gd name="connsiteX6843" fmla="*/ 541126 w 7869956"/>
              <a:gd name="connsiteY6843" fmla="*/ 1765368 h 3717758"/>
              <a:gd name="connsiteX6844" fmla="*/ 530813 w 7869956"/>
              <a:gd name="connsiteY6844" fmla="*/ 1780364 h 3717758"/>
              <a:gd name="connsiteX6845" fmla="*/ 533767 w 7869956"/>
              <a:gd name="connsiteY6845" fmla="*/ 1791092 h 3717758"/>
              <a:gd name="connsiteX6846" fmla="*/ 502863 w 7869956"/>
              <a:gd name="connsiteY6846" fmla="*/ 1780812 h 3717758"/>
              <a:gd name="connsiteX6847" fmla="*/ 440269 w 7869956"/>
              <a:gd name="connsiteY6847" fmla="*/ 1786470 h 3717758"/>
              <a:gd name="connsiteX6848" fmla="*/ 449156 w 7869956"/>
              <a:gd name="connsiteY6848" fmla="*/ 1763467 h 3717758"/>
              <a:gd name="connsiteX6849" fmla="*/ 480076 w 7869956"/>
              <a:gd name="connsiteY6849" fmla="*/ 1773809 h 3717758"/>
              <a:gd name="connsiteX6850" fmla="*/ 497854 w 7869956"/>
              <a:gd name="connsiteY6850" fmla="*/ 1783037 h 3717758"/>
              <a:gd name="connsiteX6851" fmla="*/ 490201 w 7869956"/>
              <a:gd name="connsiteY6851" fmla="*/ 1764085 h 3717758"/>
              <a:gd name="connsiteX6852" fmla="*/ 470212 w 7869956"/>
              <a:gd name="connsiteY6852" fmla="*/ 1773020 h 3717758"/>
              <a:gd name="connsiteX6853" fmla="*/ 444472 w 7869956"/>
              <a:gd name="connsiteY6853" fmla="*/ 1755257 h 3717758"/>
              <a:gd name="connsiteX6854" fmla="*/ 449791 w 7869956"/>
              <a:gd name="connsiteY6854" fmla="*/ 1742549 h 3717758"/>
              <a:gd name="connsiteX6855" fmla="*/ 443546 w 7869956"/>
              <a:gd name="connsiteY6855" fmla="*/ 1731543 h 3717758"/>
              <a:gd name="connsiteX6856" fmla="*/ 431687 w 7869956"/>
              <a:gd name="connsiteY6856" fmla="*/ 1743754 h 3717758"/>
              <a:gd name="connsiteX6857" fmla="*/ 434656 w 7869956"/>
              <a:gd name="connsiteY6857" fmla="*/ 1754516 h 3717758"/>
              <a:gd name="connsiteX6858" fmla="*/ 413754 w 7869956"/>
              <a:gd name="connsiteY6858" fmla="*/ 1739751 h 3717758"/>
              <a:gd name="connsiteX6859" fmla="*/ 419042 w 7869956"/>
              <a:gd name="connsiteY6859" fmla="*/ 1727044 h 3717758"/>
              <a:gd name="connsiteX6860" fmla="*/ 402190 w 7869956"/>
              <a:gd name="connsiteY6860" fmla="*/ 1741451 h 3717758"/>
              <a:gd name="connsiteX6861" fmla="*/ 381753 w 7869956"/>
              <a:gd name="connsiteY6861" fmla="*/ 1711011 h 3717758"/>
              <a:gd name="connsiteX6862" fmla="*/ 359121 w 7869956"/>
              <a:gd name="connsiteY6862" fmla="*/ 1698721 h 3717758"/>
              <a:gd name="connsiteX6863" fmla="*/ 364407 w 7869956"/>
              <a:gd name="connsiteY6863" fmla="*/ 1686060 h 3717758"/>
              <a:gd name="connsiteX6864" fmla="*/ 351314 w 7869956"/>
              <a:gd name="connsiteY6864" fmla="*/ 1685025 h 3717758"/>
              <a:gd name="connsiteX6865" fmla="*/ 346938 w 7869956"/>
              <a:gd name="connsiteY6865" fmla="*/ 1666303 h 3717758"/>
              <a:gd name="connsiteX6866" fmla="*/ 335574 w 7869956"/>
              <a:gd name="connsiteY6866" fmla="*/ 1662808 h 3717758"/>
              <a:gd name="connsiteX6867" fmla="*/ 343382 w 7869956"/>
              <a:gd name="connsiteY6867" fmla="*/ 1676507 h 3717758"/>
              <a:gd name="connsiteX6868" fmla="*/ 334772 w 7869956"/>
              <a:gd name="connsiteY6868" fmla="*/ 1689012 h 3717758"/>
              <a:gd name="connsiteX6869" fmla="*/ 324956 w 7869956"/>
              <a:gd name="connsiteY6869" fmla="*/ 1688195 h 3717758"/>
              <a:gd name="connsiteX6870" fmla="*/ 319018 w 7869956"/>
              <a:gd name="connsiteY6870" fmla="*/ 1666736 h 3717758"/>
              <a:gd name="connsiteX6871" fmla="*/ 333689 w 7869956"/>
              <a:gd name="connsiteY6871" fmla="*/ 1670538 h 3717758"/>
              <a:gd name="connsiteX6872" fmla="*/ 324661 w 7869956"/>
              <a:gd name="connsiteY6872" fmla="*/ 1643546 h 3717758"/>
              <a:gd name="connsiteX6873" fmla="*/ 303435 w 7869956"/>
              <a:gd name="connsiteY6873" fmla="*/ 1639265 h 3717758"/>
              <a:gd name="connsiteX6874" fmla="*/ 315308 w 7869956"/>
              <a:gd name="connsiteY6874" fmla="*/ 1627051 h 3717758"/>
              <a:gd name="connsiteX6875" fmla="*/ 333087 w 7869956"/>
              <a:gd name="connsiteY6875" fmla="*/ 1636327 h 3717758"/>
              <a:gd name="connsiteX6876" fmla="*/ 334973 w 7869956"/>
              <a:gd name="connsiteY6876" fmla="*/ 1628583 h 3717758"/>
              <a:gd name="connsiteX6877" fmla="*/ 363063 w 7869956"/>
              <a:gd name="connsiteY6877" fmla="*/ 1622939 h 3717758"/>
              <a:gd name="connsiteX6878" fmla="*/ 369137 w 7869956"/>
              <a:gd name="connsiteY6878" fmla="*/ 1639126 h 3717758"/>
              <a:gd name="connsiteX6879" fmla="*/ 390364 w 7869956"/>
              <a:gd name="connsiteY6879" fmla="*/ 1643378 h 3717758"/>
              <a:gd name="connsiteX6880" fmla="*/ 379001 w 7869956"/>
              <a:gd name="connsiteY6880" fmla="*/ 1639884 h 3717758"/>
              <a:gd name="connsiteX6881" fmla="*/ 371628 w 7869956"/>
              <a:gd name="connsiteY6881" fmla="*/ 1665576 h 3717758"/>
              <a:gd name="connsiteX6882" fmla="*/ 380206 w 7869956"/>
              <a:gd name="connsiteY6882" fmla="*/ 1653085 h 3717758"/>
              <a:gd name="connsiteX6883" fmla="*/ 394894 w 7869956"/>
              <a:gd name="connsiteY6883" fmla="*/ 1656888 h 3717758"/>
              <a:gd name="connsiteX6884" fmla="*/ 397692 w 7869956"/>
              <a:gd name="connsiteY6884" fmla="*/ 1672843 h 3717758"/>
              <a:gd name="connsiteX6885" fmla="*/ 414573 w 7869956"/>
              <a:gd name="connsiteY6885" fmla="*/ 1658374 h 3717758"/>
              <a:gd name="connsiteX6886" fmla="*/ 420200 w 7869956"/>
              <a:gd name="connsiteY6886" fmla="*/ 1635184 h 3717758"/>
              <a:gd name="connsiteX6887" fmla="*/ 447812 w 7869956"/>
              <a:gd name="connsiteY6887" fmla="*/ 1645202 h 3717758"/>
              <a:gd name="connsiteX6888" fmla="*/ 440931 w 7869956"/>
              <a:gd name="connsiteY6888" fmla="*/ 1655173 h 3717758"/>
              <a:gd name="connsiteX6889" fmla="*/ 460596 w 7869956"/>
              <a:gd name="connsiteY6889" fmla="*/ 1656720 h 3717758"/>
              <a:gd name="connsiteX6890" fmla="*/ 483230 w 7869956"/>
              <a:gd name="connsiteY6890" fmla="*/ 1668980 h 3717758"/>
              <a:gd name="connsiteX6891" fmla="*/ 488995 w 7869956"/>
              <a:gd name="connsiteY6891" fmla="*/ 1695678 h 3717758"/>
              <a:gd name="connsiteX6892" fmla="*/ 502769 w 7869956"/>
              <a:gd name="connsiteY6892" fmla="*/ 1675751 h 3717758"/>
              <a:gd name="connsiteX6893" fmla="*/ 512401 w 7869956"/>
              <a:gd name="connsiteY6893" fmla="*/ 1681764 h 3717758"/>
              <a:gd name="connsiteX6894" fmla="*/ 510375 w 7869956"/>
              <a:gd name="connsiteY6894" fmla="*/ 1694719 h 3717758"/>
              <a:gd name="connsiteX6895" fmla="*/ 518817 w 7869956"/>
              <a:gd name="connsiteY6895" fmla="*/ 1687531 h 3717758"/>
              <a:gd name="connsiteX6896" fmla="*/ 521461 w 7869956"/>
              <a:gd name="connsiteY6896" fmla="*/ 1708726 h 3717758"/>
              <a:gd name="connsiteX6897" fmla="*/ 541450 w 7869956"/>
              <a:gd name="connsiteY6897" fmla="*/ 1699744 h 3717758"/>
              <a:gd name="connsiteX6898" fmla="*/ 523825 w 7869956"/>
              <a:gd name="connsiteY6898" fmla="*/ 1685259 h 3717758"/>
              <a:gd name="connsiteX6899" fmla="*/ 558177 w 7869956"/>
              <a:gd name="connsiteY6899" fmla="*/ 1690546 h 3717758"/>
              <a:gd name="connsiteX6900" fmla="*/ 517734 w 7869956"/>
              <a:gd name="connsiteY6900" fmla="*/ 1669041 h 3717758"/>
              <a:gd name="connsiteX6901" fmla="*/ 518956 w 7869956"/>
              <a:gd name="connsiteY6901" fmla="*/ 1682259 h 3717758"/>
              <a:gd name="connsiteX6902" fmla="*/ 509603 w 7869956"/>
              <a:gd name="connsiteY6902" fmla="*/ 1665765 h 3717758"/>
              <a:gd name="connsiteX6903" fmla="*/ 515075 w 7869956"/>
              <a:gd name="connsiteY6903" fmla="*/ 1647816 h 3717758"/>
              <a:gd name="connsiteX6904" fmla="*/ 555811 w 7869956"/>
              <a:gd name="connsiteY6904" fmla="*/ 1658870 h 3717758"/>
              <a:gd name="connsiteX6905" fmla="*/ 563928 w 7869956"/>
              <a:gd name="connsiteY6905" fmla="*/ 1662131 h 3717758"/>
              <a:gd name="connsiteX6906" fmla="*/ 563278 w 7869956"/>
              <a:gd name="connsiteY6906" fmla="*/ 1683049 h 3717758"/>
              <a:gd name="connsiteX6907" fmla="*/ 576387 w 7869956"/>
              <a:gd name="connsiteY6907" fmla="*/ 1684084 h 3717758"/>
              <a:gd name="connsiteX6908" fmla="*/ 570313 w 7869956"/>
              <a:gd name="connsiteY6908" fmla="*/ 1667851 h 3717758"/>
              <a:gd name="connsiteX6909" fmla="*/ 580006 w 7869956"/>
              <a:gd name="connsiteY6909" fmla="*/ 1673865 h 3717758"/>
              <a:gd name="connsiteX6910" fmla="*/ 592032 w 7869956"/>
              <a:gd name="connsiteY6910" fmla="*/ 1656443 h 3717758"/>
              <a:gd name="connsiteX6911" fmla="*/ 590935 w 7869956"/>
              <a:gd name="connsiteY6911" fmla="*/ 1637952 h 3717758"/>
              <a:gd name="connsiteX6912" fmla="*/ 602793 w 7869956"/>
              <a:gd name="connsiteY6912" fmla="*/ 1625707 h 3717758"/>
              <a:gd name="connsiteX6913" fmla="*/ 602004 w 7869956"/>
              <a:gd name="connsiteY6913" fmla="*/ 1651929 h 3717758"/>
              <a:gd name="connsiteX6914" fmla="*/ 623415 w 7869956"/>
              <a:gd name="connsiteY6914" fmla="*/ 1650955 h 3717758"/>
              <a:gd name="connsiteX6915" fmla="*/ 618082 w 7869956"/>
              <a:gd name="connsiteY6915" fmla="*/ 1663693 h 3717758"/>
              <a:gd name="connsiteX6916" fmla="*/ 627435 w 7869956"/>
              <a:gd name="connsiteY6916" fmla="*/ 1680173 h 3717758"/>
              <a:gd name="connsiteX6917" fmla="*/ 641952 w 7869956"/>
              <a:gd name="connsiteY6917" fmla="*/ 1689171 h 3717758"/>
              <a:gd name="connsiteX6918" fmla="*/ 654133 w 7869956"/>
              <a:gd name="connsiteY6918" fmla="*/ 1666445 h 3717758"/>
              <a:gd name="connsiteX6919" fmla="*/ 659899 w 7869956"/>
              <a:gd name="connsiteY6919" fmla="*/ 1693175 h 3717758"/>
              <a:gd name="connsiteX6920" fmla="*/ 680029 w 7869956"/>
              <a:gd name="connsiteY6920" fmla="*/ 1678998 h 3717758"/>
              <a:gd name="connsiteX6921" fmla="*/ 689551 w 7869956"/>
              <a:gd name="connsiteY6921" fmla="*/ 1690238 h 3717758"/>
              <a:gd name="connsiteX6922" fmla="*/ 661167 w 7869956"/>
              <a:gd name="connsiteY6922" fmla="*/ 1651263 h 3717758"/>
              <a:gd name="connsiteX6923" fmla="*/ 685346 w 7869956"/>
              <a:gd name="connsiteY6923" fmla="*/ 1666260 h 3717758"/>
              <a:gd name="connsiteX6924" fmla="*/ 693664 w 7869956"/>
              <a:gd name="connsiteY6924" fmla="*/ 1609121 h 3717758"/>
              <a:gd name="connsiteX6925" fmla="*/ 734709 w 7869956"/>
              <a:gd name="connsiteY6925" fmla="*/ 1609696 h 3717758"/>
              <a:gd name="connsiteX6926" fmla="*/ 717688 w 7869956"/>
              <a:gd name="connsiteY6926" fmla="*/ 1629358 h 3717758"/>
              <a:gd name="connsiteX6927" fmla="*/ 761546 w 7869956"/>
              <a:gd name="connsiteY6927" fmla="*/ 1645916 h 3717758"/>
              <a:gd name="connsiteX6928" fmla="*/ 803381 w 7869956"/>
              <a:gd name="connsiteY6928" fmla="*/ 1675427 h 3717758"/>
              <a:gd name="connsiteX6929" fmla="*/ 813367 w 7869956"/>
              <a:gd name="connsiteY6929" fmla="*/ 1670929 h 3717758"/>
              <a:gd name="connsiteX6930" fmla="*/ 821174 w 7869956"/>
              <a:gd name="connsiteY6930" fmla="*/ 1684687 h 3717758"/>
              <a:gd name="connsiteX6931" fmla="*/ 873118 w 7869956"/>
              <a:gd name="connsiteY6931" fmla="*/ 1704475 h 3717758"/>
              <a:gd name="connsiteX6932" fmla="*/ 870179 w 7869956"/>
              <a:gd name="connsiteY6932" fmla="*/ 1693750 h 3717758"/>
              <a:gd name="connsiteX6933" fmla="*/ 880012 w 7869956"/>
              <a:gd name="connsiteY6933" fmla="*/ 1694506 h 3717758"/>
              <a:gd name="connsiteX6934" fmla="*/ 879689 w 7869956"/>
              <a:gd name="connsiteY6934" fmla="*/ 1704999 h 3717758"/>
              <a:gd name="connsiteX6935" fmla="*/ 909014 w 7869956"/>
              <a:gd name="connsiteY6935" fmla="*/ 1712515 h 3717758"/>
              <a:gd name="connsiteX6936" fmla="*/ 897174 w 7869956"/>
              <a:gd name="connsiteY6936" fmla="*/ 1724728 h 3717758"/>
              <a:gd name="connsiteX6937" fmla="*/ 918213 w 7869956"/>
              <a:gd name="connsiteY6937" fmla="*/ 1734281 h 3717758"/>
              <a:gd name="connsiteX6938" fmla="*/ 922449 w 7869956"/>
              <a:gd name="connsiteY6938" fmla="*/ 1703054 h 3717758"/>
              <a:gd name="connsiteX6939" fmla="*/ 945978 w 7869956"/>
              <a:gd name="connsiteY6939" fmla="*/ 1739015 h 3717758"/>
              <a:gd name="connsiteX6940" fmla="*/ 939764 w 7869956"/>
              <a:gd name="connsiteY6940" fmla="*/ 1728006 h 3717758"/>
              <a:gd name="connsiteX6941" fmla="*/ 976280 w 7869956"/>
              <a:gd name="connsiteY6941" fmla="*/ 1715097 h 3717758"/>
              <a:gd name="connsiteX6942" fmla="*/ 1011713 w 7869956"/>
              <a:gd name="connsiteY6942" fmla="*/ 1738874 h 3717758"/>
              <a:gd name="connsiteX6943" fmla="*/ 1025148 w 7869956"/>
              <a:gd name="connsiteY6943" fmla="*/ 1729366 h 3717758"/>
              <a:gd name="connsiteX6944" fmla="*/ 1022179 w 7869956"/>
              <a:gd name="connsiteY6944" fmla="*/ 1718637 h 3717758"/>
              <a:gd name="connsiteX6945" fmla="*/ 1056547 w 7869956"/>
              <a:gd name="connsiteY6945" fmla="*/ 1723954 h 3717758"/>
              <a:gd name="connsiteX6946" fmla="*/ 1034826 w 7869956"/>
              <a:gd name="connsiteY6946" fmla="*/ 1735395 h 3717758"/>
              <a:gd name="connsiteX6947" fmla="*/ 1071990 w 7869956"/>
              <a:gd name="connsiteY6947" fmla="*/ 1756682 h 3717758"/>
              <a:gd name="connsiteX6948" fmla="*/ 1114736 w 7869956"/>
              <a:gd name="connsiteY6948" fmla="*/ 1754750 h 3717758"/>
              <a:gd name="connsiteX6949" fmla="*/ 1128944 w 7869956"/>
              <a:gd name="connsiteY6949" fmla="*/ 1774228 h 3717758"/>
              <a:gd name="connsiteX6950" fmla="*/ 1121770 w 7869956"/>
              <a:gd name="connsiteY6950" fmla="*/ 1794683 h 3717758"/>
              <a:gd name="connsiteX6951" fmla="*/ 1128326 w 7869956"/>
              <a:gd name="connsiteY6951" fmla="*/ 1795192 h 3717758"/>
              <a:gd name="connsiteX6952" fmla="*/ 1137076 w 7869956"/>
              <a:gd name="connsiteY6952" fmla="*/ 1777491 h 3717758"/>
              <a:gd name="connsiteX6953" fmla="*/ 1134693 w 7869956"/>
              <a:gd name="connsiteY6953" fmla="*/ 1800930 h 3717758"/>
              <a:gd name="connsiteX6954" fmla="*/ 1151421 w 7869956"/>
              <a:gd name="connsiteY6954" fmla="*/ 1791730 h 3717758"/>
              <a:gd name="connsiteX6955" fmla="*/ 1150926 w 7869956"/>
              <a:gd name="connsiteY6955" fmla="*/ 1807467 h 3717758"/>
              <a:gd name="connsiteX6956" fmla="*/ 1159692 w 7869956"/>
              <a:gd name="connsiteY6956" fmla="*/ 1789766 h 3717758"/>
              <a:gd name="connsiteX6957" fmla="*/ 1169355 w 7869956"/>
              <a:gd name="connsiteY6957" fmla="*/ 1795733 h 3717758"/>
              <a:gd name="connsiteX6958" fmla="*/ 1164037 w 7869956"/>
              <a:gd name="connsiteY6958" fmla="*/ 1808425 h 3717758"/>
              <a:gd name="connsiteX6959" fmla="*/ 1182650 w 7869956"/>
              <a:gd name="connsiteY6959" fmla="*/ 1791544 h 3717758"/>
              <a:gd name="connsiteX6960" fmla="*/ 1173437 w 7869956"/>
              <a:gd name="connsiteY6960" fmla="*/ 1769807 h 3717758"/>
              <a:gd name="connsiteX6961" fmla="*/ 1192112 w 7869956"/>
              <a:gd name="connsiteY6961" fmla="*/ 1777338 h 3717758"/>
              <a:gd name="connsiteX6962" fmla="*/ 1210649 w 7869956"/>
              <a:gd name="connsiteY6962" fmla="*/ 1775370 h 3717758"/>
              <a:gd name="connsiteX6963" fmla="*/ 1211589 w 7869956"/>
              <a:gd name="connsiteY6963" fmla="*/ 1783231 h 3717758"/>
              <a:gd name="connsiteX6964" fmla="*/ 1211992 w 7869956"/>
              <a:gd name="connsiteY6964" fmla="*/ 1799057 h 3717758"/>
              <a:gd name="connsiteX6965" fmla="*/ 1229957 w 7869956"/>
              <a:gd name="connsiteY6965" fmla="*/ 1803077 h 3717758"/>
              <a:gd name="connsiteX6966" fmla="*/ 1224175 w 7869956"/>
              <a:gd name="connsiteY6966" fmla="*/ 1776347 h 3717758"/>
              <a:gd name="connsiteX6967" fmla="*/ 1233374 w 7869956"/>
              <a:gd name="connsiteY6967" fmla="*/ 1798098 h 3717758"/>
              <a:gd name="connsiteX6968" fmla="*/ 1245416 w 7869956"/>
              <a:gd name="connsiteY6968" fmla="*/ 1780597 h 3717758"/>
              <a:gd name="connsiteX6969" fmla="*/ 1274604 w 7869956"/>
              <a:gd name="connsiteY6969" fmla="*/ 1793384 h 3717758"/>
              <a:gd name="connsiteX6970" fmla="*/ 1268049 w 7869956"/>
              <a:gd name="connsiteY6970" fmla="*/ 1792873 h 3717758"/>
              <a:gd name="connsiteX6971" fmla="*/ 1269301 w 7869956"/>
              <a:gd name="connsiteY6971" fmla="*/ 1806121 h 3717758"/>
              <a:gd name="connsiteX6972" fmla="*/ 1302553 w 7869956"/>
              <a:gd name="connsiteY6972" fmla="*/ 1792921 h 3717758"/>
              <a:gd name="connsiteX6973" fmla="*/ 1306898 w 7869956"/>
              <a:gd name="connsiteY6973" fmla="*/ 1811626 h 3717758"/>
              <a:gd name="connsiteX6974" fmla="*/ 1321894 w 7869956"/>
              <a:gd name="connsiteY6974" fmla="*/ 1804947 h 3717758"/>
              <a:gd name="connsiteX6975" fmla="*/ 1324538 w 7869956"/>
              <a:gd name="connsiteY6975" fmla="*/ 1826097 h 3717758"/>
              <a:gd name="connsiteX6976" fmla="*/ 1341080 w 7869956"/>
              <a:gd name="connsiteY6976" fmla="*/ 1822185 h 3717758"/>
              <a:gd name="connsiteX6977" fmla="*/ 1338775 w 7869956"/>
              <a:gd name="connsiteY6977" fmla="*/ 1832277 h 3717758"/>
              <a:gd name="connsiteX6978" fmla="*/ 1344589 w 7869956"/>
              <a:gd name="connsiteY6978" fmla="*/ 1839789 h 3717758"/>
              <a:gd name="connsiteX6979" fmla="*/ 1325848 w 7869956"/>
              <a:gd name="connsiteY6979" fmla="*/ 1836553 h 3717758"/>
              <a:gd name="connsiteX6980" fmla="*/ 1296588 w 7869956"/>
              <a:gd name="connsiteY6980" fmla="*/ 1826558 h 3717758"/>
              <a:gd name="connsiteX6981" fmla="*/ 1292675 w 7869956"/>
              <a:gd name="connsiteY6981" fmla="*/ 1847291 h 3717758"/>
              <a:gd name="connsiteX6982" fmla="*/ 1360264 w 7869956"/>
              <a:gd name="connsiteY6982" fmla="*/ 1839392 h 3717758"/>
              <a:gd name="connsiteX6983" fmla="*/ 1366342 w 7869956"/>
              <a:gd name="connsiteY6983" fmla="*/ 1855623 h 3717758"/>
              <a:gd name="connsiteX6984" fmla="*/ 1386143 w 7869956"/>
              <a:gd name="connsiteY6984" fmla="*/ 1851914 h 3717758"/>
              <a:gd name="connsiteX6985" fmla="*/ 1393164 w 7869956"/>
              <a:gd name="connsiteY6985" fmla="*/ 1836733 h 3717758"/>
              <a:gd name="connsiteX6986" fmla="*/ 1376776 w 7869956"/>
              <a:gd name="connsiteY6986" fmla="*/ 1835465 h 3717758"/>
              <a:gd name="connsiteX6987" fmla="*/ 1379758 w 7869956"/>
              <a:gd name="connsiteY6987" fmla="*/ 1846179 h 3717758"/>
              <a:gd name="connsiteX6988" fmla="*/ 1366803 w 7869956"/>
              <a:gd name="connsiteY6988" fmla="*/ 1839979 h 3717758"/>
              <a:gd name="connsiteX6989" fmla="*/ 1371008 w 7869956"/>
              <a:gd name="connsiteY6989" fmla="*/ 1808750 h 3717758"/>
              <a:gd name="connsiteX6990" fmla="*/ 1377116 w 7869956"/>
              <a:gd name="connsiteY6990" fmla="*/ 1824953 h 3717758"/>
              <a:gd name="connsiteX6991" fmla="*/ 1402083 w 7869956"/>
              <a:gd name="connsiteY6991" fmla="*/ 1813743 h 3717758"/>
              <a:gd name="connsiteX6992" fmla="*/ 1410354 w 7869956"/>
              <a:gd name="connsiteY6992" fmla="*/ 1811766 h 3717758"/>
              <a:gd name="connsiteX6993" fmla="*/ 1418177 w 7869956"/>
              <a:gd name="connsiteY6993" fmla="*/ 1825492 h 3717758"/>
              <a:gd name="connsiteX6994" fmla="*/ 1418486 w 7869956"/>
              <a:gd name="connsiteY6994" fmla="*/ 1815012 h 3717758"/>
              <a:gd name="connsiteX6995" fmla="*/ 1441258 w 7869956"/>
              <a:gd name="connsiteY6995" fmla="*/ 1822060 h 3717758"/>
              <a:gd name="connsiteX6996" fmla="*/ 1444890 w 7869956"/>
              <a:gd name="connsiteY6996" fmla="*/ 1811797 h 3717758"/>
              <a:gd name="connsiteX6997" fmla="*/ 1423786 w 7869956"/>
              <a:gd name="connsiteY6997" fmla="*/ 1802322 h 3717758"/>
              <a:gd name="connsiteX6998" fmla="*/ 1448632 w 7869956"/>
              <a:gd name="connsiteY6998" fmla="*/ 1796350 h 3717758"/>
              <a:gd name="connsiteX6999" fmla="*/ 1448152 w 7869956"/>
              <a:gd name="connsiteY6999" fmla="*/ 1812075 h 3717758"/>
              <a:gd name="connsiteX7000" fmla="*/ 1454863 w 7869956"/>
              <a:gd name="connsiteY7000" fmla="*/ 1807344 h 3717758"/>
              <a:gd name="connsiteX7001" fmla="*/ 1455512 w 7869956"/>
              <a:gd name="connsiteY7001" fmla="*/ 1786411 h 3717758"/>
              <a:gd name="connsiteX7002" fmla="*/ 1433976 w 7869956"/>
              <a:gd name="connsiteY7002" fmla="*/ 1792581 h 3717758"/>
              <a:gd name="connsiteX7003" fmla="*/ 1426340 w 7869956"/>
              <a:gd name="connsiteY7003" fmla="*/ 1773610 h 3717758"/>
              <a:gd name="connsiteX7004" fmla="*/ 1393225 w 7869956"/>
              <a:gd name="connsiteY7004" fmla="*/ 1781558 h 3717758"/>
              <a:gd name="connsiteX7005" fmla="*/ 1396981 w 7869956"/>
              <a:gd name="connsiteY7005" fmla="*/ 1766066 h 3717758"/>
              <a:gd name="connsiteX7006" fmla="*/ 1381816 w 7869956"/>
              <a:gd name="connsiteY7006" fmla="*/ 1778000 h 3717758"/>
              <a:gd name="connsiteX7007" fmla="*/ 1389035 w 7869956"/>
              <a:gd name="connsiteY7007" fmla="*/ 1757579 h 3717758"/>
              <a:gd name="connsiteX7008" fmla="*/ 1375122 w 7869956"/>
              <a:gd name="connsiteY7008" fmla="*/ 1782763 h 3717758"/>
              <a:gd name="connsiteX7009" fmla="*/ 1375895 w 7869956"/>
              <a:gd name="connsiteY7009" fmla="*/ 1756543 h 3717758"/>
              <a:gd name="connsiteX7010" fmla="*/ 1365429 w 7869956"/>
              <a:gd name="connsiteY7010" fmla="*/ 1776763 h 3717758"/>
              <a:gd name="connsiteX7011" fmla="*/ 1349041 w 7869956"/>
              <a:gd name="connsiteY7011" fmla="*/ 1775497 h 3717758"/>
              <a:gd name="connsiteX7012" fmla="*/ 1342487 w 7869956"/>
              <a:gd name="connsiteY7012" fmla="*/ 1775018 h 3717758"/>
              <a:gd name="connsiteX7013" fmla="*/ 1334849 w 7869956"/>
              <a:gd name="connsiteY7013" fmla="*/ 1756018 h 3717758"/>
              <a:gd name="connsiteX7014" fmla="*/ 1330924 w 7869956"/>
              <a:gd name="connsiteY7014" fmla="*/ 1776748 h 3717758"/>
              <a:gd name="connsiteX7015" fmla="*/ 1313130 w 7869956"/>
              <a:gd name="connsiteY7015" fmla="*/ 1767442 h 3717758"/>
              <a:gd name="connsiteX7016" fmla="*/ 1327785 w 7869956"/>
              <a:gd name="connsiteY7016" fmla="*/ 1771198 h 3717758"/>
              <a:gd name="connsiteX7017" fmla="*/ 1297530 w 7869956"/>
              <a:gd name="connsiteY7017" fmla="*/ 1739986 h 3717758"/>
              <a:gd name="connsiteX7018" fmla="*/ 1274435 w 7869956"/>
              <a:gd name="connsiteY7018" fmla="*/ 1743417 h 3717758"/>
              <a:gd name="connsiteX7019" fmla="*/ 1292398 w 7869956"/>
              <a:gd name="connsiteY7019" fmla="*/ 1747453 h 3717758"/>
              <a:gd name="connsiteX7020" fmla="*/ 1298628 w 7869956"/>
              <a:gd name="connsiteY7020" fmla="*/ 1758461 h 3717758"/>
              <a:gd name="connsiteX7021" fmla="*/ 1291746 w 7869956"/>
              <a:gd name="connsiteY7021" fmla="*/ 1768434 h 3717758"/>
              <a:gd name="connsiteX7022" fmla="*/ 1269270 w 7869956"/>
              <a:gd name="connsiteY7022" fmla="*/ 1750962 h 3717758"/>
              <a:gd name="connsiteX7023" fmla="*/ 1269919 w 7869956"/>
              <a:gd name="connsiteY7023" fmla="*/ 1729938 h 3717758"/>
              <a:gd name="connsiteX7024" fmla="*/ 1242139 w 7869956"/>
              <a:gd name="connsiteY7024" fmla="*/ 1725175 h 3717758"/>
              <a:gd name="connsiteX7025" fmla="*/ 1231503 w 7869956"/>
              <a:gd name="connsiteY7025" fmla="*/ 1750623 h 3717758"/>
              <a:gd name="connsiteX7026" fmla="*/ 1226493 w 7869956"/>
              <a:gd name="connsiteY7026" fmla="*/ 1752835 h 3717758"/>
              <a:gd name="connsiteX7027" fmla="*/ 1222427 w 7869956"/>
              <a:gd name="connsiteY7027" fmla="*/ 1723661 h 3717758"/>
              <a:gd name="connsiteX7028" fmla="*/ 1213554 w 7869956"/>
              <a:gd name="connsiteY7028" fmla="*/ 1746587 h 3717758"/>
              <a:gd name="connsiteX7029" fmla="*/ 1192652 w 7869956"/>
              <a:gd name="connsiteY7029" fmla="*/ 1731841 h 3717758"/>
              <a:gd name="connsiteX7030" fmla="*/ 1179852 w 7869956"/>
              <a:gd name="connsiteY7030" fmla="*/ 1720322 h 3717758"/>
              <a:gd name="connsiteX7031" fmla="*/ 1191384 w 7869956"/>
              <a:gd name="connsiteY7031" fmla="*/ 1718622 h 3717758"/>
              <a:gd name="connsiteX7032" fmla="*/ 1173606 w 7869956"/>
              <a:gd name="connsiteY7032" fmla="*/ 1709346 h 3717758"/>
              <a:gd name="connsiteX7033" fmla="*/ 1177038 w 7869956"/>
              <a:gd name="connsiteY7033" fmla="*/ 1704369 h 3717758"/>
              <a:gd name="connsiteX7034" fmla="*/ 1178925 w 7869956"/>
              <a:gd name="connsiteY7034" fmla="*/ 1696622 h 3717758"/>
              <a:gd name="connsiteX7035" fmla="*/ 1186900 w 7869956"/>
              <a:gd name="connsiteY7035" fmla="*/ 1705142 h 3717758"/>
              <a:gd name="connsiteX7036" fmla="*/ 1190489 w 7869956"/>
              <a:gd name="connsiteY7036" fmla="*/ 1694873 h 3717758"/>
              <a:gd name="connsiteX7037" fmla="*/ 1167206 w 7869956"/>
              <a:gd name="connsiteY7037" fmla="*/ 1703627 h 3717758"/>
              <a:gd name="connsiteX7038" fmla="*/ 1132886 w 7869956"/>
              <a:gd name="connsiteY7038" fmla="*/ 1698308 h 3717758"/>
              <a:gd name="connsiteX7039" fmla="*/ 1132098 w 7869956"/>
              <a:gd name="connsiteY7039" fmla="*/ 1724494 h 3717758"/>
              <a:gd name="connsiteX7040" fmla="*/ 1117550 w 7869956"/>
              <a:gd name="connsiteY7040" fmla="*/ 1715513 h 3717758"/>
              <a:gd name="connsiteX7041" fmla="*/ 1128185 w 7869956"/>
              <a:gd name="connsiteY7041" fmla="*/ 1690068 h 3717758"/>
              <a:gd name="connsiteX7042" fmla="*/ 1088718 w 7869956"/>
              <a:gd name="connsiteY7042" fmla="*/ 1692231 h 3717758"/>
              <a:gd name="connsiteX7043" fmla="*/ 1046884 w 7869956"/>
              <a:gd name="connsiteY7043" fmla="*/ 1662780 h 3717758"/>
              <a:gd name="connsiteX7044" fmla="*/ 1052016 w 7869956"/>
              <a:gd name="connsiteY7044" fmla="*/ 1655315 h 3717758"/>
              <a:gd name="connsiteX7045" fmla="*/ 1044410 w 7869956"/>
              <a:gd name="connsiteY7045" fmla="*/ 1636315 h 3717758"/>
              <a:gd name="connsiteX7046" fmla="*/ 1043760 w 7869956"/>
              <a:gd name="connsiteY7046" fmla="*/ 1657248 h 3717758"/>
              <a:gd name="connsiteX7047" fmla="*/ 1015672 w 7869956"/>
              <a:gd name="connsiteY7047" fmla="*/ 1662965 h 3717758"/>
              <a:gd name="connsiteX7048" fmla="*/ 1021562 w 7869956"/>
              <a:gd name="connsiteY7048" fmla="*/ 1684439 h 3717758"/>
              <a:gd name="connsiteX7049" fmla="*/ 1003614 w 7869956"/>
              <a:gd name="connsiteY7049" fmla="*/ 1680420 h 3717758"/>
              <a:gd name="connsiteX7050" fmla="*/ 1004077 w 7869956"/>
              <a:gd name="connsiteY7050" fmla="*/ 1664681 h 3717758"/>
              <a:gd name="connsiteX7051" fmla="*/ 1020171 w 7869956"/>
              <a:gd name="connsiteY7051" fmla="*/ 1676431 h 3717758"/>
              <a:gd name="connsiteX7052" fmla="*/ 1014079 w 7869956"/>
              <a:gd name="connsiteY7052" fmla="*/ 1660214 h 3717758"/>
              <a:gd name="connsiteX7053" fmla="*/ 983191 w 7869956"/>
              <a:gd name="connsiteY7053" fmla="*/ 1649934 h 3717758"/>
              <a:gd name="connsiteX7054" fmla="*/ 978985 w 7869956"/>
              <a:gd name="connsiteY7054" fmla="*/ 1625972 h 3717758"/>
              <a:gd name="connsiteX7055" fmla="*/ 992110 w 7869956"/>
              <a:gd name="connsiteY7055" fmla="*/ 1626977 h 3717758"/>
              <a:gd name="connsiteX7056" fmla="*/ 969339 w 7869956"/>
              <a:gd name="connsiteY7056" fmla="*/ 1619958 h 3717758"/>
              <a:gd name="connsiteX7057" fmla="*/ 970390 w 7869956"/>
              <a:gd name="connsiteY7057" fmla="*/ 1638400 h 3717758"/>
              <a:gd name="connsiteX7058" fmla="*/ 985231 w 7869956"/>
              <a:gd name="connsiteY7058" fmla="*/ 1636965 h 3717758"/>
              <a:gd name="connsiteX7059" fmla="*/ 973359 w 7869956"/>
              <a:gd name="connsiteY7059" fmla="*/ 1649129 h 3717758"/>
              <a:gd name="connsiteX7060" fmla="*/ 925897 w 7869956"/>
              <a:gd name="connsiteY7060" fmla="*/ 1642838 h 3717758"/>
              <a:gd name="connsiteX7061" fmla="*/ 918261 w 7869956"/>
              <a:gd name="connsiteY7061" fmla="*/ 1623838 h 3717758"/>
              <a:gd name="connsiteX7062" fmla="*/ 913282 w 7869956"/>
              <a:gd name="connsiteY7062" fmla="*/ 1626111 h 3717758"/>
              <a:gd name="connsiteX7063" fmla="*/ 906403 w 7869956"/>
              <a:gd name="connsiteY7063" fmla="*/ 1636097 h 3717758"/>
              <a:gd name="connsiteX7064" fmla="*/ 865496 w 7869956"/>
              <a:gd name="connsiteY7064" fmla="*/ 1630255 h 3717758"/>
              <a:gd name="connsiteX7065" fmla="*/ 865992 w 7869956"/>
              <a:gd name="connsiteY7065" fmla="*/ 1614515 h 3717758"/>
              <a:gd name="connsiteX7066" fmla="*/ 858014 w 7869956"/>
              <a:gd name="connsiteY7066" fmla="*/ 1606028 h 3717758"/>
              <a:gd name="connsiteX7067" fmla="*/ 846621 w 7869956"/>
              <a:gd name="connsiteY7067" fmla="*/ 1602488 h 3717758"/>
              <a:gd name="connsiteX7068" fmla="*/ 843019 w 7869956"/>
              <a:gd name="connsiteY7068" fmla="*/ 1612723 h 3717758"/>
              <a:gd name="connsiteX7069" fmla="*/ 830249 w 7869956"/>
              <a:gd name="connsiteY7069" fmla="*/ 1601206 h 3717758"/>
              <a:gd name="connsiteX7070" fmla="*/ 832244 w 7869956"/>
              <a:gd name="connsiteY7070" fmla="*/ 1588235 h 3717758"/>
              <a:gd name="connsiteX7071" fmla="*/ 822272 w 7869956"/>
              <a:gd name="connsiteY7071" fmla="*/ 1592718 h 3717758"/>
              <a:gd name="connsiteX7072" fmla="*/ 830249 w 7869956"/>
              <a:gd name="connsiteY7072" fmla="*/ 1601206 h 3717758"/>
              <a:gd name="connsiteX7073" fmla="*/ 815206 w 7869956"/>
              <a:gd name="connsiteY7073" fmla="*/ 1607976 h 3717758"/>
              <a:gd name="connsiteX7074" fmla="*/ 802746 w 7869956"/>
              <a:gd name="connsiteY7074" fmla="*/ 1585994 h 3717758"/>
              <a:gd name="connsiteX7075" fmla="*/ 752332 w 7869956"/>
              <a:gd name="connsiteY7075" fmla="*/ 1568927 h 3717758"/>
              <a:gd name="connsiteX7076" fmla="*/ 744231 w 7869956"/>
              <a:gd name="connsiteY7076" fmla="*/ 1565680 h 3717758"/>
              <a:gd name="connsiteX7077" fmla="*/ 710050 w 7869956"/>
              <a:gd name="connsiteY7077" fmla="*/ 1555152 h 3717758"/>
              <a:gd name="connsiteX7078" fmla="*/ 684296 w 7869956"/>
              <a:gd name="connsiteY7078" fmla="*/ 1537357 h 3717758"/>
              <a:gd name="connsiteX7079" fmla="*/ 691005 w 7869956"/>
              <a:gd name="connsiteY7079" fmla="*/ 1532658 h 3717758"/>
              <a:gd name="connsiteX7080" fmla="*/ 677911 w 7869956"/>
              <a:gd name="connsiteY7080" fmla="*/ 1531622 h 3717758"/>
              <a:gd name="connsiteX7081" fmla="*/ 677569 w 7869956"/>
              <a:gd name="connsiteY7081" fmla="*/ 1542121 h 3717758"/>
              <a:gd name="connsiteX7082" fmla="*/ 656189 w 7869956"/>
              <a:gd name="connsiteY7082" fmla="*/ 1543094 h 3717758"/>
              <a:gd name="connsiteX7083" fmla="*/ 686336 w 7869956"/>
              <a:gd name="connsiteY7083" fmla="*/ 1524434 h 3717758"/>
              <a:gd name="connsiteX7084" fmla="*/ 712864 w 7869956"/>
              <a:gd name="connsiteY7084" fmla="*/ 1515978 h 3717758"/>
              <a:gd name="connsiteX7085" fmla="*/ 722217 w 7869956"/>
              <a:gd name="connsiteY7085" fmla="*/ 1532441 h 3717758"/>
              <a:gd name="connsiteX7086" fmla="*/ 715369 w 7869956"/>
              <a:gd name="connsiteY7086" fmla="*/ 1542413 h 3717758"/>
              <a:gd name="connsiteX7087" fmla="*/ 756894 w 7869956"/>
              <a:gd name="connsiteY7087" fmla="*/ 1527261 h 3717758"/>
              <a:gd name="connsiteX7088" fmla="*/ 761083 w 7869956"/>
              <a:gd name="connsiteY7088" fmla="*/ 1551208 h 3717758"/>
              <a:gd name="connsiteX7089" fmla="*/ 787348 w 7869956"/>
              <a:gd name="connsiteY7089" fmla="*/ 1553295 h 3717758"/>
              <a:gd name="connsiteX7090" fmla="*/ 773900 w 7869956"/>
              <a:gd name="connsiteY7090" fmla="*/ 1562757 h 3717758"/>
              <a:gd name="connsiteX7091" fmla="*/ 755811 w 7869956"/>
              <a:gd name="connsiteY7091" fmla="*/ 1563964 h 3717758"/>
              <a:gd name="connsiteX7092" fmla="*/ 784968 w 7869956"/>
              <a:gd name="connsiteY7092" fmla="*/ 1576733 h 3717758"/>
              <a:gd name="connsiteX7093" fmla="*/ 790117 w 7869956"/>
              <a:gd name="connsiteY7093" fmla="*/ 1569280 h 3717758"/>
              <a:gd name="connsiteX7094" fmla="*/ 783886 w 7869956"/>
              <a:gd name="connsiteY7094" fmla="*/ 1558260 h 3717758"/>
              <a:gd name="connsiteX7095" fmla="*/ 794075 w 7869956"/>
              <a:gd name="connsiteY7095" fmla="*/ 1548534 h 3717758"/>
              <a:gd name="connsiteX7096" fmla="*/ 822164 w 7869956"/>
              <a:gd name="connsiteY7096" fmla="*/ 1542801 h 3717758"/>
              <a:gd name="connsiteX7097" fmla="*/ 813554 w 7869956"/>
              <a:gd name="connsiteY7097" fmla="*/ 1555320 h 3717758"/>
              <a:gd name="connsiteX7098" fmla="*/ 843064 w 7869956"/>
              <a:gd name="connsiteY7098" fmla="*/ 1557610 h 3717758"/>
              <a:gd name="connsiteX7099" fmla="*/ 849142 w 7869956"/>
              <a:gd name="connsiteY7099" fmla="*/ 1573857 h 3717758"/>
              <a:gd name="connsiteX7100" fmla="*/ 864291 w 7869956"/>
              <a:gd name="connsiteY7100" fmla="*/ 1561877 h 3717758"/>
              <a:gd name="connsiteX7101" fmla="*/ 855233 w 7869956"/>
              <a:gd name="connsiteY7101" fmla="*/ 1590043 h 3717758"/>
              <a:gd name="connsiteX7102" fmla="*/ 866627 w 7869956"/>
              <a:gd name="connsiteY7102" fmla="*/ 1593568 h 3717758"/>
              <a:gd name="connsiteX7103" fmla="*/ 878313 w 7869956"/>
              <a:gd name="connsiteY7103" fmla="*/ 1586596 h 3717758"/>
              <a:gd name="connsiteX7104" fmla="*/ 885377 w 7869956"/>
              <a:gd name="connsiteY7104" fmla="*/ 1571386 h 3717758"/>
              <a:gd name="connsiteX7105" fmla="*/ 885532 w 7869956"/>
              <a:gd name="connsiteY7105" fmla="*/ 1566175 h 3717758"/>
              <a:gd name="connsiteX7106" fmla="*/ 888176 w 7869956"/>
              <a:gd name="connsiteY7106" fmla="*/ 1587384 h 3717758"/>
              <a:gd name="connsiteX7107" fmla="*/ 911598 w 7869956"/>
              <a:gd name="connsiteY7107" fmla="*/ 1573439 h 3717758"/>
              <a:gd name="connsiteX7108" fmla="*/ 907841 w 7869956"/>
              <a:gd name="connsiteY7108" fmla="*/ 1588930 h 3717758"/>
              <a:gd name="connsiteX7109" fmla="*/ 933148 w 7869956"/>
              <a:gd name="connsiteY7109" fmla="*/ 1567242 h 3717758"/>
              <a:gd name="connsiteX7110" fmla="*/ 934230 w 7869956"/>
              <a:gd name="connsiteY7110" fmla="*/ 1585714 h 3717758"/>
              <a:gd name="connsiteX7111" fmla="*/ 918926 w 7869956"/>
              <a:gd name="connsiteY7111" fmla="*/ 1602905 h 3717758"/>
              <a:gd name="connsiteX7112" fmla="*/ 949070 w 7869956"/>
              <a:gd name="connsiteY7112" fmla="*/ 1584232 h 3717758"/>
              <a:gd name="connsiteX7113" fmla="*/ 953570 w 7869956"/>
              <a:gd name="connsiteY7113" fmla="*/ 1597712 h 3717758"/>
              <a:gd name="connsiteX7114" fmla="*/ 963880 w 7869956"/>
              <a:gd name="connsiteY7114" fmla="*/ 1582764 h 3717758"/>
              <a:gd name="connsiteX7115" fmla="*/ 952657 w 7869956"/>
              <a:gd name="connsiteY7115" fmla="*/ 1574014 h 3717758"/>
              <a:gd name="connsiteX7116" fmla="*/ 972338 w 7869956"/>
              <a:gd name="connsiteY7116" fmla="*/ 1575526 h 3717758"/>
              <a:gd name="connsiteX7117" fmla="*/ 915339 w 7869956"/>
              <a:gd name="connsiteY7117" fmla="*/ 1557981 h 3717758"/>
              <a:gd name="connsiteX7118" fmla="*/ 969678 w 7869956"/>
              <a:gd name="connsiteY7118" fmla="*/ 1554332 h 3717758"/>
              <a:gd name="connsiteX7119" fmla="*/ 984536 w 7869956"/>
              <a:gd name="connsiteY7119" fmla="*/ 1552817 h 3717758"/>
              <a:gd name="connsiteX7120" fmla="*/ 980902 w 7869956"/>
              <a:gd name="connsiteY7120" fmla="*/ 1563083 h 3717758"/>
              <a:gd name="connsiteX7121" fmla="*/ 1011652 w 7869956"/>
              <a:gd name="connsiteY7121" fmla="*/ 1578589 h 3717758"/>
              <a:gd name="connsiteX7122" fmla="*/ 1008080 w 7869956"/>
              <a:gd name="connsiteY7122" fmla="*/ 1588806 h 3717758"/>
              <a:gd name="connsiteX7123" fmla="*/ 1022906 w 7869956"/>
              <a:gd name="connsiteY7123" fmla="*/ 1587306 h 3717758"/>
              <a:gd name="connsiteX7124" fmla="*/ 1011652 w 7869956"/>
              <a:gd name="connsiteY7124" fmla="*/ 1578589 h 3717758"/>
              <a:gd name="connsiteX7125" fmla="*/ 1037130 w 7869956"/>
              <a:gd name="connsiteY7125" fmla="*/ 1551672 h 3717758"/>
              <a:gd name="connsiteX7126" fmla="*/ 1056639 w 7869956"/>
              <a:gd name="connsiteY7126" fmla="*/ 1558443 h 3717758"/>
              <a:gd name="connsiteX7127" fmla="*/ 1105785 w 7869956"/>
              <a:gd name="connsiteY7127" fmla="*/ 1562247 h 3717758"/>
              <a:gd name="connsiteX7128" fmla="*/ 1102199 w 7869956"/>
              <a:gd name="connsiteY7128" fmla="*/ 1572466 h 3717758"/>
              <a:gd name="connsiteX7129" fmla="*/ 1107038 w 7869956"/>
              <a:gd name="connsiteY7129" fmla="*/ 1575481 h 3717758"/>
              <a:gd name="connsiteX7130" fmla="*/ 1120472 w 7869956"/>
              <a:gd name="connsiteY7130" fmla="*/ 1565988 h 3717758"/>
              <a:gd name="connsiteX7131" fmla="*/ 1120162 w 7869956"/>
              <a:gd name="connsiteY7131" fmla="*/ 1576500 h 3717758"/>
              <a:gd name="connsiteX7132" fmla="*/ 1127059 w 7869956"/>
              <a:gd name="connsiteY7132" fmla="*/ 1566513 h 3717758"/>
              <a:gd name="connsiteX7133" fmla="*/ 1128264 w 7869956"/>
              <a:gd name="connsiteY7133" fmla="*/ 1579748 h 3717758"/>
              <a:gd name="connsiteX7134" fmla="*/ 1133598 w 7869956"/>
              <a:gd name="connsiteY7134" fmla="*/ 1567039 h 3717758"/>
              <a:gd name="connsiteX7135" fmla="*/ 1166387 w 7869956"/>
              <a:gd name="connsiteY7135" fmla="*/ 1569605 h 3717758"/>
              <a:gd name="connsiteX7136" fmla="*/ 1165738 w 7869956"/>
              <a:gd name="connsiteY7136" fmla="*/ 1590538 h 3717758"/>
              <a:gd name="connsiteX7137" fmla="*/ 1209921 w 7869956"/>
              <a:gd name="connsiteY7137" fmla="*/ 1596613 h 3717758"/>
              <a:gd name="connsiteX7138" fmla="*/ 1209782 w 7869956"/>
              <a:gd name="connsiteY7138" fmla="*/ 1601854 h 3717758"/>
              <a:gd name="connsiteX7139" fmla="*/ 1195699 w 7869956"/>
              <a:gd name="connsiteY7139" fmla="*/ 1632279 h 3717758"/>
              <a:gd name="connsiteX7140" fmla="*/ 1209149 w 7869956"/>
              <a:gd name="connsiteY7140" fmla="*/ 1622833 h 3717758"/>
              <a:gd name="connsiteX7141" fmla="*/ 1213045 w 7869956"/>
              <a:gd name="connsiteY7141" fmla="*/ 1602101 h 3717758"/>
              <a:gd name="connsiteX7142" fmla="*/ 1213987 w 7869956"/>
              <a:gd name="connsiteY7142" fmla="*/ 1625848 h 3717758"/>
              <a:gd name="connsiteX7143" fmla="*/ 1226942 w 7869956"/>
              <a:gd name="connsiteY7143" fmla="*/ 1632062 h 3717758"/>
              <a:gd name="connsiteX7144" fmla="*/ 1278761 w 7869956"/>
              <a:gd name="connsiteY7144" fmla="*/ 1601962 h 3717758"/>
              <a:gd name="connsiteX7145" fmla="*/ 1273305 w 7869956"/>
              <a:gd name="connsiteY7145" fmla="*/ 1619911 h 3717758"/>
              <a:gd name="connsiteX7146" fmla="*/ 1288456 w 7869956"/>
              <a:gd name="connsiteY7146" fmla="*/ 1607976 h 3717758"/>
              <a:gd name="connsiteX7147" fmla="*/ 1301736 w 7869956"/>
              <a:gd name="connsiteY7147" fmla="*/ 1603725 h 3717758"/>
              <a:gd name="connsiteX7148" fmla="*/ 1296109 w 7869956"/>
              <a:gd name="connsiteY7148" fmla="*/ 1626944 h 3717758"/>
              <a:gd name="connsiteX7149" fmla="*/ 1302632 w 7869956"/>
              <a:gd name="connsiteY7149" fmla="*/ 1627487 h 3717758"/>
              <a:gd name="connsiteX7150" fmla="*/ 1308120 w 7869956"/>
              <a:gd name="connsiteY7150" fmla="*/ 1609492 h 3717758"/>
              <a:gd name="connsiteX7151" fmla="*/ 1318139 w 7869956"/>
              <a:gd name="connsiteY7151" fmla="*/ 1605007 h 3717758"/>
              <a:gd name="connsiteX7152" fmla="*/ 1396008 w 7869956"/>
              <a:gd name="connsiteY7152" fmla="*/ 1637288 h 3717758"/>
              <a:gd name="connsiteX7153" fmla="*/ 1412874 w 7869956"/>
              <a:gd name="connsiteY7153" fmla="*/ 1622879 h 3717758"/>
              <a:gd name="connsiteX7154" fmla="*/ 1432678 w 7869956"/>
              <a:gd name="connsiteY7154" fmla="*/ 1619181 h 3717758"/>
              <a:gd name="connsiteX7155" fmla="*/ 1454075 w 7869956"/>
              <a:gd name="connsiteY7155" fmla="*/ 1618239 h 3717758"/>
              <a:gd name="connsiteX7156" fmla="*/ 1451895 w 7869956"/>
              <a:gd name="connsiteY7156" fmla="*/ 1636391 h 3717758"/>
              <a:gd name="connsiteX7157" fmla="*/ 1464695 w 7869956"/>
              <a:gd name="connsiteY7157" fmla="*/ 1647924 h 3717758"/>
              <a:gd name="connsiteX7158" fmla="*/ 1477943 w 7869956"/>
              <a:gd name="connsiteY7158" fmla="*/ 1643732 h 3717758"/>
              <a:gd name="connsiteX7159" fmla="*/ 1474372 w 7869956"/>
              <a:gd name="connsiteY7159" fmla="*/ 1653907 h 3717758"/>
              <a:gd name="connsiteX7160" fmla="*/ 1573174 w 7869956"/>
              <a:gd name="connsiteY7160" fmla="*/ 1645833 h 3717758"/>
              <a:gd name="connsiteX7161" fmla="*/ 1545563 w 7869956"/>
              <a:gd name="connsiteY7161" fmla="*/ 1635847 h 3717758"/>
              <a:gd name="connsiteX7162" fmla="*/ 1550557 w 7869956"/>
              <a:gd name="connsiteY7162" fmla="*/ 1633589 h 3717758"/>
              <a:gd name="connsiteX7163" fmla="*/ 1540539 w 7869956"/>
              <a:gd name="connsiteY7163" fmla="*/ 1638058 h 3717758"/>
              <a:gd name="connsiteX7164" fmla="*/ 1539798 w 7869956"/>
              <a:gd name="connsiteY7164" fmla="*/ 1609101 h 3717758"/>
              <a:gd name="connsiteX7165" fmla="*/ 1572416 w 7869956"/>
              <a:gd name="connsiteY7165" fmla="*/ 1616924 h 3717758"/>
              <a:gd name="connsiteX7166" fmla="*/ 1585371 w 7869956"/>
              <a:gd name="connsiteY7166" fmla="*/ 1623169 h 3717758"/>
              <a:gd name="connsiteX7167" fmla="*/ 1578493 w 7869956"/>
              <a:gd name="connsiteY7167" fmla="*/ 1633156 h 3717758"/>
              <a:gd name="connsiteX7168" fmla="*/ 1585738 w 7869956"/>
              <a:gd name="connsiteY7168" fmla="*/ 1637483 h 3717758"/>
              <a:gd name="connsiteX7169" fmla="*/ 1590281 w 7869956"/>
              <a:gd name="connsiteY7169" fmla="*/ 1634016 h 3717758"/>
              <a:gd name="connsiteX7170" fmla="*/ 1587830 w 7869956"/>
              <a:gd name="connsiteY7170" fmla="*/ 1649589 h 3717758"/>
              <a:gd name="connsiteX7171" fmla="*/ 1574766 w 7869956"/>
              <a:gd name="connsiteY7171" fmla="*/ 1648615 h 3717758"/>
              <a:gd name="connsiteX7172" fmla="*/ 1577225 w 7869956"/>
              <a:gd name="connsiteY7172" fmla="*/ 1675052 h 3717758"/>
              <a:gd name="connsiteX7173" fmla="*/ 1588788 w 7869956"/>
              <a:gd name="connsiteY7173" fmla="*/ 1673351 h 3717758"/>
              <a:gd name="connsiteX7174" fmla="*/ 1627994 w 7869956"/>
              <a:gd name="connsiteY7174" fmla="*/ 1626510 h 3717758"/>
              <a:gd name="connsiteX7175" fmla="*/ 1634223 w 7869956"/>
              <a:gd name="connsiteY7175" fmla="*/ 1637439 h 3717758"/>
              <a:gd name="connsiteX7176" fmla="*/ 1660443 w 7869956"/>
              <a:gd name="connsiteY7176" fmla="*/ 1639510 h 3717758"/>
              <a:gd name="connsiteX7177" fmla="*/ 1655141 w 7869956"/>
              <a:gd name="connsiteY7177" fmla="*/ 1652233 h 3717758"/>
              <a:gd name="connsiteX7178" fmla="*/ 1672006 w 7869956"/>
              <a:gd name="connsiteY7178" fmla="*/ 1637778 h 3717758"/>
              <a:gd name="connsiteX7179" fmla="*/ 1683401 w 7869956"/>
              <a:gd name="connsiteY7179" fmla="*/ 1641289 h 3717758"/>
              <a:gd name="connsiteX7180" fmla="*/ 1691038 w 7869956"/>
              <a:gd name="connsiteY7180" fmla="*/ 1660288 h 3717758"/>
              <a:gd name="connsiteX7181" fmla="*/ 1699478 w 7869956"/>
              <a:gd name="connsiteY7181" fmla="*/ 1653007 h 3717758"/>
              <a:gd name="connsiteX7182" fmla="*/ 1693249 w 7869956"/>
              <a:gd name="connsiteY7182" fmla="*/ 1642045 h 3717758"/>
              <a:gd name="connsiteX7183" fmla="*/ 1703706 w 7869956"/>
              <a:gd name="connsiteY7183" fmla="*/ 1647665 h 3717758"/>
              <a:gd name="connsiteX7184" fmla="*/ 1707448 w 7869956"/>
              <a:gd name="connsiteY7184" fmla="*/ 1637538 h 3717758"/>
              <a:gd name="connsiteX7185" fmla="*/ 1706179 w 7869956"/>
              <a:gd name="connsiteY7185" fmla="*/ 1637994 h 3717758"/>
              <a:gd name="connsiteX7186" fmla="*/ 1701501 w 7869956"/>
              <a:gd name="connsiteY7186" fmla="*/ 1642659 h 3717758"/>
              <a:gd name="connsiteX7187" fmla="*/ 1695196 w 7869956"/>
              <a:gd name="connsiteY7187" fmla="*/ 1631545 h 3717758"/>
              <a:gd name="connsiteX7188" fmla="*/ 1686118 w 7869956"/>
              <a:gd name="connsiteY7188" fmla="*/ 1630816 h 3717758"/>
              <a:gd name="connsiteX7189" fmla="*/ 1675913 w 7869956"/>
              <a:gd name="connsiteY7189" fmla="*/ 1625312 h 3717758"/>
              <a:gd name="connsiteX7190" fmla="*/ 1672081 w 7869956"/>
              <a:gd name="connsiteY7190" fmla="*/ 1635068 h 3717758"/>
              <a:gd name="connsiteX7191" fmla="*/ 1663394 w 7869956"/>
              <a:gd name="connsiteY7191" fmla="*/ 1627296 h 3717758"/>
              <a:gd name="connsiteX7192" fmla="*/ 1660531 w 7869956"/>
              <a:gd name="connsiteY7192" fmla="*/ 1621233 h 3717758"/>
              <a:gd name="connsiteX7193" fmla="*/ 1654402 w 7869956"/>
              <a:gd name="connsiteY7193" fmla="*/ 1621013 h 3717758"/>
              <a:gd name="connsiteX7194" fmla="*/ 1652707 w 7869956"/>
              <a:gd name="connsiteY7194" fmla="*/ 1623651 h 3717758"/>
              <a:gd name="connsiteX7195" fmla="*/ 1647715 w 7869956"/>
              <a:gd name="connsiteY7195" fmla="*/ 1625344 h 3717758"/>
              <a:gd name="connsiteX7196" fmla="*/ 1642877 w 7869956"/>
              <a:gd name="connsiteY7196" fmla="*/ 1622345 h 3717758"/>
              <a:gd name="connsiteX7197" fmla="*/ 1643726 w 7869956"/>
              <a:gd name="connsiteY7197" fmla="*/ 1620630 h 3717758"/>
              <a:gd name="connsiteX7198" fmla="*/ 1638375 w 7869956"/>
              <a:gd name="connsiteY7198" fmla="*/ 1620438 h 3717758"/>
              <a:gd name="connsiteX7199" fmla="*/ 1615301 w 7869956"/>
              <a:gd name="connsiteY7199" fmla="*/ 1609551 h 3717758"/>
              <a:gd name="connsiteX7200" fmla="*/ 1625613 w 7869956"/>
              <a:gd name="connsiteY7200" fmla="*/ 1594632 h 3717758"/>
              <a:gd name="connsiteX7201" fmla="*/ 1629130 w 7869956"/>
              <a:gd name="connsiteY7201" fmla="*/ 1601295 h 3717758"/>
              <a:gd name="connsiteX7202" fmla="*/ 1629618 w 7869956"/>
              <a:gd name="connsiteY7202" fmla="*/ 1608393 h 3717758"/>
              <a:gd name="connsiteX7203" fmla="*/ 1635229 w 7869956"/>
              <a:gd name="connsiteY7203" fmla="*/ 1604023 h 3717758"/>
              <a:gd name="connsiteX7204" fmla="*/ 1643386 w 7869956"/>
              <a:gd name="connsiteY7204" fmla="*/ 1606592 h 3717758"/>
              <a:gd name="connsiteX7205" fmla="*/ 1637510 w 7869956"/>
              <a:gd name="connsiteY7205" fmla="*/ 1609707 h 3717758"/>
              <a:gd name="connsiteX7206" fmla="*/ 1641799 w 7869956"/>
              <a:gd name="connsiteY7206" fmla="*/ 1611077 h 3717758"/>
              <a:gd name="connsiteX7207" fmla="*/ 1649931 w 7869956"/>
              <a:gd name="connsiteY7207" fmla="*/ 1604386 h 3717758"/>
              <a:gd name="connsiteX7208" fmla="*/ 1650630 w 7869956"/>
              <a:gd name="connsiteY7208" fmla="*/ 1606676 h 3717758"/>
              <a:gd name="connsiteX7209" fmla="*/ 1651643 w 7869956"/>
              <a:gd name="connsiteY7209" fmla="*/ 1604629 h 3717758"/>
              <a:gd name="connsiteX7210" fmla="*/ 1664752 w 7869956"/>
              <a:gd name="connsiteY7210" fmla="*/ 1605649 h 3717758"/>
              <a:gd name="connsiteX7211" fmla="*/ 1667721 w 7869956"/>
              <a:gd name="connsiteY7211" fmla="*/ 1616378 h 3717758"/>
              <a:gd name="connsiteX7212" fmla="*/ 1678046 w 7869956"/>
              <a:gd name="connsiteY7212" fmla="*/ 1601428 h 3717758"/>
              <a:gd name="connsiteX7213" fmla="*/ 1692548 w 7869956"/>
              <a:gd name="connsiteY7213" fmla="*/ 1610427 h 3717758"/>
              <a:gd name="connsiteX7214" fmla="*/ 1679143 w 7869956"/>
              <a:gd name="connsiteY7214" fmla="*/ 1617089 h 3717758"/>
              <a:gd name="connsiteX7215" fmla="*/ 1679102 w 7869956"/>
              <a:gd name="connsiteY7215" fmla="*/ 1617192 h 3717758"/>
              <a:gd name="connsiteX7216" fmla="*/ 1688652 w 7869956"/>
              <a:gd name="connsiteY7216" fmla="*/ 1612920 h 3717758"/>
              <a:gd name="connsiteX7217" fmla="*/ 1697640 w 7869956"/>
              <a:gd name="connsiteY7217" fmla="*/ 1616072 h 3717758"/>
              <a:gd name="connsiteX7218" fmla="*/ 1697977 w 7869956"/>
              <a:gd name="connsiteY7218" fmla="*/ 1617029 h 3717758"/>
              <a:gd name="connsiteX7219" fmla="*/ 1697589 w 7869956"/>
              <a:gd name="connsiteY7219" fmla="*/ 1608184 h 3717758"/>
              <a:gd name="connsiteX7220" fmla="*/ 1708759 w 7869956"/>
              <a:gd name="connsiteY7220" fmla="*/ 1615171 h 3717758"/>
              <a:gd name="connsiteX7221" fmla="*/ 1708863 w 7869956"/>
              <a:gd name="connsiteY7221" fmla="*/ 1614327 h 3717758"/>
              <a:gd name="connsiteX7222" fmla="*/ 1710269 w 7869956"/>
              <a:gd name="connsiteY7222" fmla="*/ 1614811 h 3717758"/>
              <a:gd name="connsiteX7223" fmla="*/ 1720562 w 7869956"/>
              <a:gd name="connsiteY7223" fmla="*/ 1609946 h 3717758"/>
              <a:gd name="connsiteX7224" fmla="*/ 1722397 w 7869956"/>
              <a:gd name="connsiteY7224" fmla="*/ 1613577 h 3717758"/>
              <a:gd name="connsiteX7225" fmla="*/ 1723704 w 7869956"/>
              <a:gd name="connsiteY7225" fmla="*/ 1612889 h 3717758"/>
              <a:gd name="connsiteX7226" fmla="*/ 1714336 w 7869956"/>
              <a:gd name="connsiteY7226" fmla="*/ 1596377 h 3717758"/>
              <a:gd name="connsiteX7227" fmla="*/ 1736489 w 7869956"/>
              <a:gd name="connsiteY7227" fmla="*/ 1624406 h 3717758"/>
              <a:gd name="connsiteX7228" fmla="*/ 1741824 w 7869956"/>
              <a:gd name="connsiteY7228" fmla="*/ 1623233 h 3717758"/>
              <a:gd name="connsiteX7229" fmla="*/ 1742298 w 7869956"/>
              <a:gd name="connsiteY7229" fmla="*/ 1621284 h 3717758"/>
              <a:gd name="connsiteX7230" fmla="*/ 1751450 w 7869956"/>
              <a:gd name="connsiteY7230" fmla="*/ 1620196 h 3717758"/>
              <a:gd name="connsiteX7231" fmla="*/ 1748125 w 7869956"/>
              <a:gd name="connsiteY7231" fmla="*/ 1628129 h 3717758"/>
              <a:gd name="connsiteX7232" fmla="*/ 1748384 w 7869956"/>
              <a:gd name="connsiteY7232" fmla="*/ 1628376 h 3717758"/>
              <a:gd name="connsiteX7233" fmla="*/ 1755885 w 7869956"/>
              <a:gd name="connsiteY7233" fmla="*/ 1637943 h 3717758"/>
              <a:gd name="connsiteX7234" fmla="*/ 1757285 w 7869956"/>
              <a:gd name="connsiteY7234" fmla="*/ 1624623 h 3717758"/>
              <a:gd name="connsiteX7235" fmla="*/ 1761576 w 7869956"/>
              <a:gd name="connsiteY7235" fmla="*/ 1610565 h 3717758"/>
              <a:gd name="connsiteX7236" fmla="*/ 1760339 w 7869956"/>
              <a:gd name="connsiteY7236" fmla="*/ 1624863 h 3717758"/>
              <a:gd name="connsiteX7237" fmla="*/ 1760629 w 7869956"/>
              <a:gd name="connsiteY7237" fmla="*/ 1626970 h 3717758"/>
              <a:gd name="connsiteX7238" fmla="*/ 1763833 w 7869956"/>
              <a:gd name="connsiteY7238" fmla="*/ 1617196 h 3717758"/>
              <a:gd name="connsiteX7239" fmla="*/ 1761703 w 7869956"/>
              <a:gd name="connsiteY7239" fmla="*/ 1602562 h 3717758"/>
              <a:gd name="connsiteX7240" fmla="*/ 1784677 w 7869956"/>
              <a:gd name="connsiteY7240" fmla="*/ 1604339 h 3717758"/>
              <a:gd name="connsiteX7241" fmla="*/ 1795914 w 7869956"/>
              <a:gd name="connsiteY7241" fmla="*/ 1613105 h 3717758"/>
              <a:gd name="connsiteX7242" fmla="*/ 1790417 w 7869956"/>
              <a:gd name="connsiteY7242" fmla="*/ 1618244 h 3717758"/>
              <a:gd name="connsiteX7243" fmla="*/ 1786411 w 7869956"/>
              <a:gd name="connsiteY7243" fmla="*/ 1617099 h 3717758"/>
              <a:gd name="connsiteX7244" fmla="*/ 1789676 w 7869956"/>
              <a:gd name="connsiteY7244" fmla="*/ 1625410 h 3717758"/>
              <a:gd name="connsiteX7245" fmla="*/ 1790299 w 7869956"/>
              <a:gd name="connsiteY7245" fmla="*/ 1638979 h 3717758"/>
              <a:gd name="connsiteX7246" fmla="*/ 1794894 w 7869956"/>
              <a:gd name="connsiteY7246" fmla="*/ 1635727 h 3717758"/>
              <a:gd name="connsiteX7247" fmla="*/ 1793797 w 7869956"/>
              <a:gd name="connsiteY7247" fmla="*/ 1631440 h 3717758"/>
              <a:gd name="connsiteX7248" fmla="*/ 1798976 w 7869956"/>
              <a:gd name="connsiteY7248" fmla="*/ 1623974 h 3717758"/>
              <a:gd name="connsiteX7249" fmla="*/ 1801013 w 7869956"/>
              <a:gd name="connsiteY7249" fmla="*/ 1631397 h 3717758"/>
              <a:gd name="connsiteX7250" fmla="*/ 1802891 w 7869956"/>
              <a:gd name="connsiteY7250" fmla="*/ 1630068 h 3717758"/>
              <a:gd name="connsiteX7251" fmla="*/ 1821314 w 7869956"/>
              <a:gd name="connsiteY7251" fmla="*/ 1631809 h 3717758"/>
              <a:gd name="connsiteX7252" fmla="*/ 1822387 w 7869956"/>
              <a:gd name="connsiteY7252" fmla="*/ 1632146 h 3717758"/>
              <a:gd name="connsiteX7253" fmla="*/ 1821654 w 7869956"/>
              <a:gd name="connsiteY7253" fmla="*/ 1630853 h 3717758"/>
              <a:gd name="connsiteX7254" fmla="*/ 1828534 w 7869956"/>
              <a:gd name="connsiteY7254" fmla="*/ 1620882 h 3717758"/>
              <a:gd name="connsiteX7255" fmla="*/ 1829076 w 7869956"/>
              <a:gd name="connsiteY7255" fmla="*/ 1627294 h 3717758"/>
              <a:gd name="connsiteX7256" fmla="*/ 1832939 w 7869956"/>
              <a:gd name="connsiteY7256" fmla="*/ 1624884 h 3717758"/>
              <a:gd name="connsiteX7257" fmla="*/ 1831825 w 7869956"/>
              <a:gd name="connsiteY7257" fmla="*/ 1623860 h 3717758"/>
              <a:gd name="connsiteX7258" fmla="*/ 1841688 w 7869956"/>
              <a:gd name="connsiteY7258" fmla="*/ 1627383 h 3717758"/>
              <a:gd name="connsiteX7259" fmla="*/ 1843161 w 7869956"/>
              <a:gd name="connsiteY7259" fmla="*/ 1630645 h 3717758"/>
              <a:gd name="connsiteX7260" fmla="*/ 1846374 w 7869956"/>
              <a:gd name="connsiteY7260" fmla="*/ 1627609 h 3717758"/>
              <a:gd name="connsiteX7261" fmla="*/ 1846624 w 7869956"/>
              <a:gd name="connsiteY7261" fmla="*/ 1619662 h 3717758"/>
              <a:gd name="connsiteX7262" fmla="*/ 1851647 w 7869956"/>
              <a:gd name="connsiteY7262" fmla="*/ 1617451 h 3717758"/>
              <a:gd name="connsiteX7263" fmla="*/ 1856316 w 7869956"/>
              <a:gd name="connsiteY7263" fmla="*/ 1625660 h 3717758"/>
              <a:gd name="connsiteX7264" fmla="*/ 1855934 w 7869956"/>
              <a:gd name="connsiteY7264" fmla="*/ 1626401 h 3717758"/>
              <a:gd name="connsiteX7265" fmla="*/ 1858058 w 7869956"/>
              <a:gd name="connsiteY7265" fmla="*/ 1625839 h 3717758"/>
              <a:gd name="connsiteX7266" fmla="*/ 1863965 w 7869956"/>
              <a:gd name="connsiteY7266" fmla="*/ 1647359 h 3717758"/>
              <a:gd name="connsiteX7267" fmla="*/ 1867502 w 7869956"/>
              <a:gd name="connsiteY7267" fmla="*/ 1646270 h 3717758"/>
              <a:gd name="connsiteX7268" fmla="*/ 1867399 w 7869956"/>
              <a:gd name="connsiteY7268" fmla="*/ 1639665 h 3717758"/>
              <a:gd name="connsiteX7269" fmla="*/ 1871482 w 7869956"/>
              <a:gd name="connsiteY7269" fmla="*/ 1645045 h 3717758"/>
              <a:gd name="connsiteX7270" fmla="*/ 1876062 w 7869956"/>
              <a:gd name="connsiteY7270" fmla="*/ 1643635 h 3717758"/>
              <a:gd name="connsiteX7271" fmla="*/ 1897548 w 7869956"/>
              <a:gd name="connsiteY7271" fmla="*/ 1644425 h 3717758"/>
              <a:gd name="connsiteX7272" fmla="*/ 1898784 w 7869956"/>
              <a:gd name="connsiteY7272" fmla="*/ 1634240 h 3717758"/>
              <a:gd name="connsiteX7273" fmla="*/ 1901770 w 7869956"/>
              <a:gd name="connsiteY7273" fmla="*/ 1643127 h 3717758"/>
              <a:gd name="connsiteX7274" fmla="*/ 1904618 w 7869956"/>
              <a:gd name="connsiteY7274" fmla="*/ 1640767 h 3717758"/>
              <a:gd name="connsiteX7275" fmla="*/ 1908600 w 7869956"/>
              <a:gd name="connsiteY7275" fmla="*/ 1634996 h 3717758"/>
              <a:gd name="connsiteX7276" fmla="*/ 1909245 w 7869956"/>
              <a:gd name="connsiteY7276" fmla="*/ 1636931 h 3717758"/>
              <a:gd name="connsiteX7277" fmla="*/ 1916984 w 7869956"/>
              <a:gd name="connsiteY7277" fmla="*/ 1630516 h 3717758"/>
              <a:gd name="connsiteX7278" fmla="*/ 1917246 w 7869956"/>
              <a:gd name="connsiteY7278" fmla="*/ 1631226 h 3717758"/>
              <a:gd name="connsiteX7279" fmla="*/ 1917455 w 7869956"/>
              <a:gd name="connsiteY7279" fmla="*/ 1631390 h 3717758"/>
              <a:gd name="connsiteX7280" fmla="*/ 1920404 w 7869956"/>
              <a:gd name="connsiteY7280" fmla="*/ 1638576 h 3717758"/>
              <a:gd name="connsiteX7281" fmla="*/ 1919866 w 7869956"/>
              <a:gd name="connsiteY7281" fmla="*/ 1646416 h 3717758"/>
              <a:gd name="connsiteX7282" fmla="*/ 1954357 w 7869956"/>
              <a:gd name="connsiteY7282" fmla="*/ 1646461 h 3717758"/>
              <a:gd name="connsiteX7283" fmla="*/ 1950616 w 7869956"/>
              <a:gd name="connsiteY7283" fmla="*/ 1661952 h 3717758"/>
              <a:gd name="connsiteX7284" fmla="*/ 1964065 w 7869956"/>
              <a:gd name="connsiteY7284" fmla="*/ 1652491 h 3717758"/>
              <a:gd name="connsiteX7285" fmla="*/ 1959520 w 7869956"/>
              <a:gd name="connsiteY7285" fmla="*/ 1639026 h 3717758"/>
              <a:gd name="connsiteX7286" fmla="*/ 1972459 w 7869956"/>
              <a:gd name="connsiteY7286" fmla="*/ 1645241 h 3717758"/>
              <a:gd name="connsiteX7287" fmla="*/ 1971857 w 7869956"/>
              <a:gd name="connsiteY7287" fmla="*/ 1666204 h 3717758"/>
              <a:gd name="connsiteX7288" fmla="*/ 2011511 w 7869956"/>
              <a:gd name="connsiteY7288" fmla="*/ 1658783 h 3717758"/>
              <a:gd name="connsiteX7289" fmla="*/ 2017726 w 7869956"/>
              <a:gd name="connsiteY7289" fmla="*/ 1669775 h 3717758"/>
              <a:gd name="connsiteX7290" fmla="*/ 2027867 w 7869956"/>
              <a:gd name="connsiteY7290" fmla="*/ 1660051 h 3717758"/>
              <a:gd name="connsiteX7291" fmla="*/ 2023197 w 7869956"/>
              <a:gd name="connsiteY7291" fmla="*/ 1651811 h 3717758"/>
              <a:gd name="connsiteX7292" fmla="*/ 2037738 w 7869956"/>
              <a:gd name="connsiteY7292" fmla="*/ 1660241 h 3717758"/>
              <a:gd name="connsiteX7293" fmla="*/ 2048982 w 7869956"/>
              <a:gd name="connsiteY7293" fmla="*/ 1667698 h 3717758"/>
              <a:gd name="connsiteX7294" fmla="*/ 2051669 w 7869956"/>
              <a:gd name="connsiteY7294" fmla="*/ 1666751 h 3717758"/>
              <a:gd name="connsiteX7295" fmla="*/ 2052295 w 7869956"/>
              <a:gd name="connsiteY7295" fmla="*/ 1667759 h 3717758"/>
              <a:gd name="connsiteX7296" fmla="*/ 2052555 w 7869956"/>
              <a:gd name="connsiteY7296" fmla="*/ 1659324 h 3717758"/>
              <a:gd name="connsiteX7297" fmla="*/ 2044610 w 7869956"/>
              <a:gd name="connsiteY7297" fmla="*/ 1650821 h 3717758"/>
              <a:gd name="connsiteX7298" fmla="*/ 2048954 w 7869956"/>
              <a:gd name="connsiteY7298" fmla="*/ 1650252 h 3717758"/>
              <a:gd name="connsiteX7299" fmla="*/ 2046893 w 7869956"/>
              <a:gd name="connsiteY7299" fmla="*/ 1646542 h 3717758"/>
              <a:gd name="connsiteX7300" fmla="*/ 2041698 w 7869956"/>
              <a:gd name="connsiteY7300" fmla="*/ 1648658 h 3717758"/>
              <a:gd name="connsiteX7301" fmla="*/ 2040464 w 7869956"/>
              <a:gd name="connsiteY7301" fmla="*/ 1649397 h 3717758"/>
              <a:gd name="connsiteX7302" fmla="*/ 2039569 w 7869956"/>
              <a:gd name="connsiteY7302" fmla="*/ 1653095 h 3717758"/>
              <a:gd name="connsiteX7303" fmla="*/ 2013164 w 7869956"/>
              <a:gd name="connsiteY7303" fmla="*/ 1656343 h 3717758"/>
              <a:gd name="connsiteX7304" fmla="*/ 2011368 w 7869956"/>
              <a:gd name="connsiteY7304" fmla="*/ 1651877 h 3717758"/>
              <a:gd name="connsiteX7305" fmla="*/ 2008190 w 7869956"/>
              <a:gd name="connsiteY7305" fmla="*/ 1655866 h 3717758"/>
              <a:gd name="connsiteX7306" fmla="*/ 2006062 w 7869956"/>
              <a:gd name="connsiteY7306" fmla="*/ 1649073 h 3717758"/>
              <a:gd name="connsiteX7307" fmla="*/ 2005077 w 7869956"/>
              <a:gd name="connsiteY7307" fmla="*/ 1653336 h 3717758"/>
              <a:gd name="connsiteX7308" fmla="*/ 2003110 w 7869956"/>
              <a:gd name="connsiteY7308" fmla="*/ 1659474 h 3717758"/>
              <a:gd name="connsiteX7309" fmla="*/ 2000055 w 7869956"/>
              <a:gd name="connsiteY7309" fmla="*/ 1655291 h 3717758"/>
              <a:gd name="connsiteX7310" fmla="*/ 2003058 w 7869956"/>
              <a:gd name="connsiteY7310" fmla="*/ 1647426 h 3717758"/>
              <a:gd name="connsiteX7311" fmla="*/ 2005574 w 7869956"/>
              <a:gd name="connsiteY7311" fmla="*/ 1643131 h 3717758"/>
              <a:gd name="connsiteX7312" fmla="*/ 2008807 w 7869956"/>
              <a:gd name="connsiteY7312" fmla="*/ 1634872 h 3717758"/>
              <a:gd name="connsiteX7313" fmla="*/ 2014424 w 7869956"/>
              <a:gd name="connsiteY7313" fmla="*/ 1639258 h 3717758"/>
              <a:gd name="connsiteX7314" fmla="*/ 2014951 w 7869956"/>
              <a:gd name="connsiteY7314" fmla="*/ 1639666 h 3717758"/>
              <a:gd name="connsiteX7315" fmla="*/ 2027671 w 7869956"/>
              <a:gd name="connsiteY7315" fmla="*/ 1643973 h 3717758"/>
              <a:gd name="connsiteX7316" fmla="*/ 2043310 w 7869956"/>
              <a:gd name="connsiteY7316" fmla="*/ 1637635 h 3717758"/>
              <a:gd name="connsiteX7317" fmla="*/ 2042491 w 7869956"/>
              <a:gd name="connsiteY7317" fmla="*/ 1641020 h 3717758"/>
              <a:gd name="connsiteX7318" fmla="*/ 2045632 w 7869956"/>
              <a:gd name="connsiteY7318" fmla="*/ 1640538 h 3717758"/>
              <a:gd name="connsiteX7319" fmla="*/ 2056131 w 7869956"/>
              <a:gd name="connsiteY7319" fmla="*/ 1646406 h 3717758"/>
              <a:gd name="connsiteX7320" fmla="*/ 2055064 w 7869956"/>
              <a:gd name="connsiteY7320" fmla="*/ 1649450 h 3717758"/>
              <a:gd name="connsiteX7321" fmla="*/ 2061101 w 7869956"/>
              <a:gd name="connsiteY7321" fmla="*/ 1648659 h 3717758"/>
              <a:gd name="connsiteX7322" fmla="*/ 2061416 w 7869956"/>
              <a:gd name="connsiteY7322" fmla="*/ 1648774 h 3717758"/>
              <a:gd name="connsiteX7323" fmla="*/ 2066118 w 7869956"/>
              <a:gd name="connsiteY7323" fmla="*/ 1641938 h 3717758"/>
              <a:gd name="connsiteX7324" fmla="*/ 2072223 w 7869956"/>
              <a:gd name="connsiteY7324" fmla="*/ 1652727 h 3717758"/>
              <a:gd name="connsiteX7325" fmla="*/ 2077342 w 7869956"/>
              <a:gd name="connsiteY7325" fmla="*/ 1654600 h 3717758"/>
              <a:gd name="connsiteX7326" fmla="*/ 2093646 w 7869956"/>
              <a:gd name="connsiteY7326" fmla="*/ 1658624 h 3717758"/>
              <a:gd name="connsiteX7327" fmla="*/ 2094278 w 7869956"/>
              <a:gd name="connsiteY7327" fmla="*/ 1658324 h 3717758"/>
              <a:gd name="connsiteX7328" fmla="*/ 2090311 w 7869956"/>
              <a:gd name="connsiteY7328" fmla="*/ 1656948 h 3717758"/>
              <a:gd name="connsiteX7329" fmla="*/ 2100298 w 7869956"/>
              <a:gd name="connsiteY7329" fmla="*/ 1652465 h 3717758"/>
              <a:gd name="connsiteX7330" fmla="*/ 2105461 w 7869956"/>
              <a:gd name="connsiteY7330" fmla="*/ 1644999 h 3717758"/>
              <a:gd name="connsiteX7331" fmla="*/ 2107139 w 7869956"/>
              <a:gd name="connsiteY7331" fmla="*/ 1652226 h 3717758"/>
              <a:gd name="connsiteX7332" fmla="*/ 2110328 w 7869956"/>
              <a:gd name="connsiteY7332" fmla="*/ 1650714 h 3717758"/>
              <a:gd name="connsiteX7333" fmla="*/ 2110003 w 7869956"/>
              <a:gd name="connsiteY7333" fmla="*/ 1661134 h 3717758"/>
              <a:gd name="connsiteX7334" fmla="*/ 2130343 w 7869956"/>
              <a:gd name="connsiteY7334" fmla="*/ 1667574 h 3717758"/>
              <a:gd name="connsiteX7335" fmla="*/ 2148847 w 7869956"/>
              <a:gd name="connsiteY7335" fmla="*/ 1671787 h 3717758"/>
              <a:gd name="connsiteX7336" fmla="*/ 2139825 w 7869956"/>
              <a:gd name="connsiteY7336" fmla="*/ 1658327 h 3717758"/>
              <a:gd name="connsiteX7337" fmla="*/ 2138437 w 7869956"/>
              <a:gd name="connsiteY7337" fmla="*/ 1642248 h 3717758"/>
              <a:gd name="connsiteX7338" fmla="*/ 2152598 w 7869956"/>
              <a:gd name="connsiteY7338" fmla="*/ 1661773 h 3717758"/>
              <a:gd name="connsiteX7339" fmla="*/ 2161283 w 7869956"/>
              <a:gd name="connsiteY7339" fmla="*/ 1655718 h 3717758"/>
              <a:gd name="connsiteX7340" fmla="*/ 2161729 w 7869956"/>
              <a:gd name="connsiteY7340" fmla="*/ 1652237 h 3717758"/>
              <a:gd name="connsiteX7341" fmla="*/ 2160680 w 7869956"/>
              <a:gd name="connsiteY7341" fmla="*/ 1652814 h 3717758"/>
              <a:gd name="connsiteX7342" fmla="*/ 2145251 w 7869956"/>
              <a:gd name="connsiteY7342" fmla="*/ 1635053 h 3717758"/>
              <a:gd name="connsiteX7343" fmla="*/ 2160386 w 7869956"/>
              <a:gd name="connsiteY7343" fmla="*/ 1623071 h 3717758"/>
              <a:gd name="connsiteX7344" fmla="*/ 2162309 w 7869956"/>
              <a:gd name="connsiteY7344" fmla="*/ 1632963 h 3717758"/>
              <a:gd name="connsiteX7345" fmla="*/ 2164584 w 7869956"/>
              <a:gd name="connsiteY7345" fmla="*/ 1631864 h 3717758"/>
              <a:gd name="connsiteX7346" fmla="*/ 2172896 w 7869956"/>
              <a:gd name="connsiteY7346" fmla="*/ 1642355 h 3717758"/>
              <a:gd name="connsiteX7347" fmla="*/ 2163809 w 7869956"/>
              <a:gd name="connsiteY7347" fmla="*/ 1639871 h 3717758"/>
              <a:gd name="connsiteX7348" fmla="*/ 2164747 w 7869956"/>
              <a:gd name="connsiteY7348" fmla="*/ 1643788 h 3717758"/>
              <a:gd name="connsiteX7349" fmla="*/ 2174788 w 7869956"/>
              <a:gd name="connsiteY7349" fmla="*/ 1657187 h 3717758"/>
              <a:gd name="connsiteX7350" fmla="*/ 2178492 w 7869956"/>
              <a:gd name="connsiteY7350" fmla="*/ 1674309 h 3717758"/>
              <a:gd name="connsiteX7351" fmla="*/ 2171745 w 7869956"/>
              <a:gd name="connsiteY7351" fmla="*/ 1671079 h 3717758"/>
              <a:gd name="connsiteX7352" fmla="*/ 2174934 w 7869956"/>
              <a:gd name="connsiteY7352" fmla="*/ 1672824 h 3717758"/>
              <a:gd name="connsiteX7353" fmla="*/ 2195233 w 7869956"/>
              <a:gd name="connsiteY7353" fmla="*/ 1667797 h 3717758"/>
              <a:gd name="connsiteX7354" fmla="*/ 2213922 w 7869956"/>
              <a:gd name="connsiteY7354" fmla="*/ 1676423 h 3717758"/>
              <a:gd name="connsiteX7355" fmla="*/ 2214665 w 7869956"/>
              <a:gd name="connsiteY7355" fmla="*/ 1677385 h 3717758"/>
              <a:gd name="connsiteX7356" fmla="*/ 2213247 w 7869956"/>
              <a:gd name="connsiteY7356" fmla="*/ 1669301 h 3717758"/>
              <a:gd name="connsiteX7357" fmla="*/ 2229683 w 7869956"/>
              <a:gd name="connsiteY7357" fmla="*/ 1668783 h 3717758"/>
              <a:gd name="connsiteX7358" fmla="*/ 2245665 w 7869956"/>
              <a:gd name="connsiteY7358" fmla="*/ 1671767 h 3717758"/>
              <a:gd name="connsiteX7359" fmla="*/ 2244275 w 7869956"/>
              <a:gd name="connsiteY7359" fmla="*/ 1656803 h 3717758"/>
              <a:gd name="connsiteX7360" fmla="*/ 2246897 w 7869956"/>
              <a:gd name="connsiteY7360" fmla="*/ 1642921 h 3717758"/>
              <a:gd name="connsiteX7361" fmla="*/ 2249630 w 7869956"/>
              <a:gd name="connsiteY7361" fmla="*/ 1647011 h 3717758"/>
              <a:gd name="connsiteX7362" fmla="*/ 2250199 w 7869956"/>
              <a:gd name="connsiteY7362" fmla="*/ 1646780 h 3717758"/>
              <a:gd name="connsiteX7363" fmla="*/ 2250071 w 7869956"/>
              <a:gd name="connsiteY7363" fmla="*/ 1645834 h 3717758"/>
              <a:gd name="connsiteX7364" fmla="*/ 2250562 w 7869956"/>
              <a:gd name="connsiteY7364" fmla="*/ 1646632 h 3717758"/>
              <a:gd name="connsiteX7365" fmla="*/ 2252533 w 7869956"/>
              <a:gd name="connsiteY7365" fmla="*/ 1645830 h 3717758"/>
              <a:gd name="connsiteX7366" fmla="*/ 2258261 w 7869956"/>
              <a:gd name="connsiteY7366" fmla="*/ 1646430 h 3717758"/>
              <a:gd name="connsiteX7367" fmla="*/ 2254854 w 7869956"/>
              <a:gd name="connsiteY7367" fmla="*/ 1653626 h 3717758"/>
              <a:gd name="connsiteX7368" fmla="*/ 2255930 w 7869956"/>
              <a:gd name="connsiteY7368" fmla="*/ 1655379 h 3717758"/>
              <a:gd name="connsiteX7369" fmla="*/ 2259285 w 7869956"/>
              <a:gd name="connsiteY7369" fmla="*/ 1667569 h 3717758"/>
              <a:gd name="connsiteX7370" fmla="*/ 2258520 w 7869956"/>
              <a:gd name="connsiteY7370" fmla="*/ 1668308 h 3717758"/>
              <a:gd name="connsiteX7371" fmla="*/ 2259187 w 7869956"/>
              <a:gd name="connsiteY7371" fmla="*/ 1670130 h 3717758"/>
              <a:gd name="connsiteX7372" fmla="*/ 2257012 w 7869956"/>
              <a:gd name="connsiteY7372" fmla="*/ 1669763 h 3717758"/>
              <a:gd name="connsiteX7373" fmla="*/ 2249515 w 7869956"/>
              <a:gd name="connsiteY7373" fmla="*/ 1677000 h 3717758"/>
              <a:gd name="connsiteX7374" fmla="*/ 2242201 w 7869956"/>
              <a:gd name="connsiteY7374" fmla="*/ 1679247 h 3717758"/>
              <a:gd name="connsiteX7375" fmla="*/ 2242539 w 7869956"/>
              <a:gd name="connsiteY7375" fmla="*/ 1679314 h 3717758"/>
              <a:gd name="connsiteX7376" fmla="*/ 2255882 w 7869956"/>
              <a:gd name="connsiteY7376" fmla="*/ 1692759 h 3717758"/>
              <a:gd name="connsiteX7377" fmla="*/ 2271007 w 7869956"/>
              <a:gd name="connsiteY7377" fmla="*/ 1680300 h 3717758"/>
              <a:gd name="connsiteX7378" fmla="*/ 2268778 w 7869956"/>
              <a:gd name="connsiteY7378" fmla="*/ 1678871 h 3717758"/>
              <a:gd name="connsiteX7379" fmla="*/ 2280341 w 7869956"/>
              <a:gd name="connsiteY7379" fmla="*/ 1677124 h 3717758"/>
              <a:gd name="connsiteX7380" fmla="*/ 2279244 w 7869956"/>
              <a:gd name="connsiteY7380" fmla="*/ 1658649 h 3717758"/>
              <a:gd name="connsiteX7381" fmla="*/ 2284794 w 7869956"/>
              <a:gd name="connsiteY7381" fmla="*/ 1651751 h 3717758"/>
              <a:gd name="connsiteX7382" fmla="*/ 2282934 w 7869956"/>
              <a:gd name="connsiteY7382" fmla="*/ 1645720 h 3717758"/>
              <a:gd name="connsiteX7383" fmla="*/ 2293304 w 7869956"/>
              <a:gd name="connsiteY7383" fmla="*/ 1651548 h 3717758"/>
              <a:gd name="connsiteX7384" fmla="*/ 2294239 w 7869956"/>
              <a:gd name="connsiteY7384" fmla="*/ 1651908 h 3717758"/>
              <a:gd name="connsiteX7385" fmla="*/ 2294169 w 7869956"/>
              <a:gd name="connsiteY7385" fmla="*/ 1652034 h 3717758"/>
              <a:gd name="connsiteX7386" fmla="*/ 2296670 w 7869956"/>
              <a:gd name="connsiteY7386" fmla="*/ 1653440 h 3717758"/>
              <a:gd name="connsiteX7387" fmla="*/ 2300757 w 7869956"/>
              <a:gd name="connsiteY7387" fmla="*/ 1652593 h 3717758"/>
              <a:gd name="connsiteX7388" fmla="*/ 2302681 w 7869956"/>
              <a:gd name="connsiteY7388" fmla="*/ 1644705 h 3717758"/>
              <a:gd name="connsiteX7389" fmla="*/ 2293157 w 7869956"/>
              <a:gd name="connsiteY7389" fmla="*/ 1633450 h 3717758"/>
              <a:gd name="connsiteX7390" fmla="*/ 2301444 w 7869956"/>
              <a:gd name="connsiteY7390" fmla="*/ 1631440 h 3717758"/>
              <a:gd name="connsiteX7391" fmla="*/ 2316938 w 7869956"/>
              <a:gd name="connsiteY7391" fmla="*/ 1650692 h 3717758"/>
              <a:gd name="connsiteX7392" fmla="*/ 2316886 w 7869956"/>
              <a:gd name="connsiteY7392" fmla="*/ 1661565 h 3717758"/>
              <a:gd name="connsiteX7393" fmla="*/ 2322094 w 7869956"/>
              <a:gd name="connsiteY7393" fmla="*/ 1653976 h 3717758"/>
              <a:gd name="connsiteX7394" fmla="*/ 2323646 w 7869956"/>
              <a:gd name="connsiteY7394" fmla="*/ 1657747 h 3717758"/>
              <a:gd name="connsiteX7395" fmla="*/ 2335751 w 7869956"/>
              <a:gd name="connsiteY7395" fmla="*/ 1646189 h 3717758"/>
              <a:gd name="connsiteX7396" fmla="*/ 2356681 w 7869956"/>
              <a:gd name="connsiteY7396" fmla="*/ 1651539 h 3717758"/>
              <a:gd name="connsiteX7397" fmla="*/ 2357037 w 7869956"/>
              <a:gd name="connsiteY7397" fmla="*/ 1640995 h 3717758"/>
              <a:gd name="connsiteX7398" fmla="*/ 2363576 w 7869956"/>
              <a:gd name="connsiteY7398" fmla="*/ 1641536 h 3717758"/>
              <a:gd name="connsiteX7399" fmla="*/ 2362927 w 7869956"/>
              <a:gd name="connsiteY7399" fmla="*/ 1662483 h 3717758"/>
              <a:gd name="connsiteX7400" fmla="*/ 2349881 w 7869956"/>
              <a:gd name="connsiteY7400" fmla="*/ 1659538 h 3717758"/>
              <a:gd name="connsiteX7401" fmla="*/ 2348462 w 7869956"/>
              <a:gd name="connsiteY7401" fmla="*/ 1659636 h 3717758"/>
              <a:gd name="connsiteX7402" fmla="*/ 2355293 w 7869956"/>
              <a:gd name="connsiteY7402" fmla="*/ 1663805 h 3717758"/>
              <a:gd name="connsiteX7403" fmla="*/ 2366875 w 7869956"/>
              <a:gd name="connsiteY7403" fmla="*/ 1662923 h 3717758"/>
              <a:gd name="connsiteX7404" fmla="*/ 2369731 w 7869956"/>
              <a:gd name="connsiteY7404" fmla="*/ 1665596 h 3717758"/>
              <a:gd name="connsiteX7405" fmla="*/ 2372774 w 7869956"/>
              <a:gd name="connsiteY7405" fmla="*/ 1663226 h 3717758"/>
              <a:gd name="connsiteX7406" fmla="*/ 2368244 w 7869956"/>
              <a:gd name="connsiteY7406" fmla="*/ 1649729 h 3717758"/>
              <a:gd name="connsiteX7407" fmla="*/ 2399767 w 7869956"/>
              <a:gd name="connsiteY7407" fmla="*/ 1639078 h 3717758"/>
              <a:gd name="connsiteX7408" fmla="*/ 2414315 w 7869956"/>
              <a:gd name="connsiteY7408" fmla="*/ 1648106 h 3717758"/>
              <a:gd name="connsiteX7409" fmla="*/ 2418828 w 7869956"/>
              <a:gd name="connsiteY7409" fmla="*/ 1661587 h 3717758"/>
              <a:gd name="connsiteX7410" fmla="*/ 2408841 w 7869956"/>
              <a:gd name="connsiteY7410" fmla="*/ 1666039 h 3717758"/>
              <a:gd name="connsiteX7411" fmla="*/ 2411815 w 7869956"/>
              <a:gd name="connsiteY7411" fmla="*/ 1671373 h 3717758"/>
              <a:gd name="connsiteX7412" fmla="*/ 2420384 w 7869956"/>
              <a:gd name="connsiteY7412" fmla="*/ 1672318 h 3717758"/>
              <a:gd name="connsiteX7413" fmla="*/ 2420782 w 7869956"/>
              <a:gd name="connsiteY7413" fmla="*/ 1665650 h 3717758"/>
              <a:gd name="connsiteX7414" fmla="*/ 2422415 w 7869956"/>
              <a:gd name="connsiteY7414" fmla="*/ 1651337 h 3717758"/>
              <a:gd name="connsiteX7415" fmla="*/ 2441940 w 7869956"/>
              <a:gd name="connsiteY7415" fmla="*/ 1658109 h 3717758"/>
              <a:gd name="connsiteX7416" fmla="*/ 2449871 w 7869956"/>
              <a:gd name="connsiteY7416" fmla="*/ 1666627 h 3717758"/>
              <a:gd name="connsiteX7417" fmla="*/ 2448471 w 7869956"/>
              <a:gd name="connsiteY7417" fmla="*/ 1674806 h 3717758"/>
              <a:gd name="connsiteX7418" fmla="*/ 2455716 w 7869956"/>
              <a:gd name="connsiteY7418" fmla="*/ 1677324 h 3717758"/>
              <a:gd name="connsiteX7419" fmla="*/ 2463394 w 7869956"/>
              <a:gd name="connsiteY7419" fmla="*/ 1677957 h 3717758"/>
              <a:gd name="connsiteX7420" fmla="*/ 2457786 w 7869956"/>
              <a:gd name="connsiteY7420" fmla="*/ 1674975 h 3717758"/>
              <a:gd name="connsiteX7421" fmla="*/ 2479507 w 7869956"/>
              <a:gd name="connsiteY7421" fmla="*/ 1663536 h 3717758"/>
              <a:gd name="connsiteX7422" fmla="*/ 2484004 w 7869956"/>
              <a:gd name="connsiteY7422" fmla="*/ 1677017 h 3717758"/>
              <a:gd name="connsiteX7423" fmla="*/ 2470935 w 7869956"/>
              <a:gd name="connsiteY7423" fmla="*/ 1674958 h 3717758"/>
              <a:gd name="connsiteX7424" fmla="*/ 2464898 w 7869956"/>
              <a:gd name="connsiteY7424" fmla="*/ 1678080 h 3717758"/>
              <a:gd name="connsiteX7425" fmla="*/ 2466864 w 7869956"/>
              <a:gd name="connsiteY7425" fmla="*/ 1678243 h 3717758"/>
              <a:gd name="connsiteX7426" fmla="*/ 2475021 w 7869956"/>
              <a:gd name="connsiteY7426" fmla="*/ 1682913 h 3717758"/>
              <a:gd name="connsiteX7427" fmla="*/ 2475270 w 7869956"/>
              <a:gd name="connsiteY7427" fmla="*/ 1695256 h 3717758"/>
              <a:gd name="connsiteX7428" fmla="*/ 2481558 w 7869956"/>
              <a:gd name="connsiteY7428" fmla="*/ 1692475 h 3717758"/>
              <a:gd name="connsiteX7429" fmla="*/ 2485644 w 7869956"/>
              <a:gd name="connsiteY7429" fmla="*/ 1679875 h 3717758"/>
              <a:gd name="connsiteX7430" fmla="*/ 2486641 w 7869956"/>
              <a:gd name="connsiteY7430" fmla="*/ 1682162 h 3717758"/>
              <a:gd name="connsiteX7431" fmla="*/ 2487311 w 7869956"/>
              <a:gd name="connsiteY7431" fmla="*/ 1679948 h 3717758"/>
              <a:gd name="connsiteX7432" fmla="*/ 2498556 w 7869956"/>
              <a:gd name="connsiteY7432" fmla="*/ 1682155 h 3717758"/>
              <a:gd name="connsiteX7433" fmla="*/ 2498754 w 7869956"/>
              <a:gd name="connsiteY7433" fmla="*/ 1680896 h 3717758"/>
              <a:gd name="connsiteX7434" fmla="*/ 2507181 w 7869956"/>
              <a:gd name="connsiteY7434" fmla="*/ 1673661 h 3717758"/>
              <a:gd name="connsiteX7435" fmla="*/ 2523228 w 7869956"/>
              <a:gd name="connsiteY7435" fmla="*/ 1685410 h 3717758"/>
              <a:gd name="connsiteX7436" fmla="*/ 2521904 w 7869956"/>
              <a:gd name="connsiteY7436" fmla="*/ 1686736 h 3717758"/>
              <a:gd name="connsiteX7437" fmla="*/ 2530209 w 7869956"/>
              <a:gd name="connsiteY7437" fmla="*/ 1688365 h 3717758"/>
              <a:gd name="connsiteX7438" fmla="*/ 2569293 w 7869956"/>
              <a:gd name="connsiteY7438" fmla="*/ 1686301 h 3717758"/>
              <a:gd name="connsiteX7439" fmla="*/ 2591199 w 7869956"/>
              <a:gd name="connsiteY7439" fmla="*/ 1695609 h 3717758"/>
              <a:gd name="connsiteX7440" fmla="*/ 2595116 w 7869956"/>
              <a:gd name="connsiteY7440" fmla="*/ 1696242 h 3717758"/>
              <a:gd name="connsiteX7441" fmla="*/ 2608641 w 7869956"/>
              <a:gd name="connsiteY7441" fmla="*/ 1686801 h 3717758"/>
              <a:gd name="connsiteX7442" fmla="*/ 2616896 w 7869956"/>
              <a:gd name="connsiteY7442" fmla="*/ 1684837 h 3717758"/>
              <a:gd name="connsiteX7443" fmla="*/ 2620464 w 7869956"/>
              <a:gd name="connsiteY7443" fmla="*/ 1692948 h 3717758"/>
              <a:gd name="connsiteX7444" fmla="*/ 2622705 w 7869956"/>
              <a:gd name="connsiteY7444" fmla="*/ 1700121 h 3717758"/>
              <a:gd name="connsiteX7445" fmla="*/ 2623495 w 7869956"/>
              <a:gd name="connsiteY7445" fmla="*/ 1700201 h 3717758"/>
              <a:gd name="connsiteX7446" fmla="*/ 2627413 w 7869956"/>
              <a:gd name="connsiteY7446" fmla="*/ 1693857 h 3717758"/>
              <a:gd name="connsiteX7447" fmla="*/ 2649547 w 7869956"/>
              <a:gd name="connsiteY7447" fmla="*/ 1692615 h 3717758"/>
              <a:gd name="connsiteX7448" fmla="*/ 2651369 w 7869956"/>
              <a:gd name="connsiteY7448" fmla="*/ 1703002 h 3717758"/>
              <a:gd name="connsiteX7449" fmla="*/ 2657473 w 7869956"/>
              <a:gd name="connsiteY7449" fmla="*/ 1703616 h 3717758"/>
              <a:gd name="connsiteX7450" fmla="*/ 2656097 w 7869956"/>
              <a:gd name="connsiteY7450" fmla="*/ 1695669 h 3717758"/>
              <a:gd name="connsiteX7451" fmla="*/ 2672606 w 7869956"/>
              <a:gd name="connsiteY7451" fmla="*/ 1707353 h 3717758"/>
              <a:gd name="connsiteX7452" fmla="*/ 2672334 w 7869956"/>
              <a:gd name="connsiteY7452" fmla="*/ 1699617 h 3717758"/>
              <a:gd name="connsiteX7453" fmla="*/ 2705294 w 7869956"/>
              <a:gd name="connsiteY7453" fmla="*/ 1696896 h 3717758"/>
              <a:gd name="connsiteX7454" fmla="*/ 2703239 w 7869956"/>
              <a:gd name="connsiteY7454" fmla="*/ 1709882 h 3717758"/>
              <a:gd name="connsiteX7455" fmla="*/ 2713869 w 7869956"/>
              <a:gd name="connsiteY7455" fmla="*/ 1701577 h 3717758"/>
              <a:gd name="connsiteX7456" fmla="*/ 2717147 w 7869956"/>
              <a:gd name="connsiteY7456" fmla="*/ 1711339 h 3717758"/>
              <a:gd name="connsiteX7457" fmla="*/ 2717840 w 7869956"/>
              <a:gd name="connsiteY7457" fmla="*/ 1711346 h 3717758"/>
              <a:gd name="connsiteX7458" fmla="*/ 2721393 w 7869956"/>
              <a:gd name="connsiteY7458" fmla="*/ 1711992 h 3717758"/>
              <a:gd name="connsiteX7459" fmla="*/ 2736397 w 7869956"/>
              <a:gd name="connsiteY7459" fmla="*/ 1704802 h 3717758"/>
              <a:gd name="connsiteX7460" fmla="*/ 2740769 w 7869956"/>
              <a:gd name="connsiteY7460" fmla="*/ 1705698 h 3717758"/>
              <a:gd name="connsiteX7461" fmla="*/ 2741310 w 7869956"/>
              <a:gd name="connsiteY7461" fmla="*/ 1702255 h 3717758"/>
              <a:gd name="connsiteX7462" fmla="*/ 2768461 w 7869956"/>
              <a:gd name="connsiteY7462" fmla="*/ 1709776 h 3717758"/>
              <a:gd name="connsiteX7463" fmla="*/ 2771129 w 7869956"/>
              <a:gd name="connsiteY7463" fmla="*/ 1704402 h 3717758"/>
              <a:gd name="connsiteX7464" fmla="*/ 2776021 w 7869956"/>
              <a:gd name="connsiteY7464" fmla="*/ 1694515 h 3717758"/>
              <a:gd name="connsiteX7465" fmla="*/ 2785545 w 7869956"/>
              <a:gd name="connsiteY7465" fmla="*/ 1705769 h 3717758"/>
              <a:gd name="connsiteX7466" fmla="*/ 2780889 w 7869956"/>
              <a:gd name="connsiteY7466" fmla="*/ 1712981 h 3717758"/>
              <a:gd name="connsiteX7467" fmla="*/ 2788149 w 7869956"/>
              <a:gd name="connsiteY7467" fmla="*/ 1714847 h 3717758"/>
              <a:gd name="connsiteX7468" fmla="*/ 2790143 w 7869956"/>
              <a:gd name="connsiteY7468" fmla="*/ 1713273 h 3717758"/>
              <a:gd name="connsiteX7469" fmla="*/ 2796691 w 7869956"/>
              <a:gd name="connsiteY7469" fmla="*/ 1714397 h 3717758"/>
              <a:gd name="connsiteX7470" fmla="*/ 2796216 w 7869956"/>
              <a:gd name="connsiteY7470" fmla="*/ 1716921 h 3717758"/>
              <a:gd name="connsiteX7471" fmla="*/ 2796718 w 7869956"/>
              <a:gd name="connsiteY7471" fmla="*/ 1717050 h 3717758"/>
              <a:gd name="connsiteX7472" fmla="*/ 2797043 w 7869956"/>
              <a:gd name="connsiteY7472" fmla="*/ 1706553 h 3717758"/>
              <a:gd name="connsiteX7473" fmla="*/ 2802194 w 7869956"/>
              <a:gd name="connsiteY7473" fmla="*/ 1711637 h 3717758"/>
              <a:gd name="connsiteX7474" fmla="*/ 2803555 w 7869956"/>
              <a:gd name="connsiteY7474" fmla="*/ 1704441 h 3717758"/>
              <a:gd name="connsiteX7475" fmla="*/ 2814044 w 7869956"/>
              <a:gd name="connsiteY7475" fmla="*/ 1710762 h 3717758"/>
              <a:gd name="connsiteX7476" fmla="*/ 2817263 w 7869956"/>
              <a:gd name="connsiteY7476" fmla="*/ 1713364 h 3717758"/>
              <a:gd name="connsiteX7477" fmla="*/ 2816953 w 7869956"/>
              <a:gd name="connsiteY7477" fmla="*/ 1710692 h 3717758"/>
              <a:gd name="connsiteX7478" fmla="*/ 2803498 w 7869956"/>
              <a:gd name="connsiteY7478" fmla="*/ 1704163 h 3717758"/>
              <a:gd name="connsiteX7479" fmla="*/ 2810063 w 7869956"/>
              <a:gd name="connsiteY7479" fmla="*/ 1690219 h 3717758"/>
              <a:gd name="connsiteX7480" fmla="*/ 2810548 w 7869956"/>
              <a:gd name="connsiteY7480" fmla="*/ 1687445 h 3717758"/>
              <a:gd name="connsiteX7481" fmla="*/ 2789665 w 7869956"/>
              <a:gd name="connsiteY7481" fmla="*/ 1685088 h 3717758"/>
              <a:gd name="connsiteX7482" fmla="*/ 2786534 w 7869956"/>
              <a:gd name="connsiteY7482" fmla="*/ 1691842 h 3717758"/>
              <a:gd name="connsiteX7483" fmla="*/ 2783833 w 7869956"/>
              <a:gd name="connsiteY7483" fmla="*/ 1702649 h 3717758"/>
              <a:gd name="connsiteX7484" fmla="*/ 2778510 w 7869956"/>
              <a:gd name="connsiteY7484" fmla="*/ 1691195 h 3717758"/>
              <a:gd name="connsiteX7485" fmla="*/ 2773096 w 7869956"/>
              <a:gd name="connsiteY7485" fmla="*/ 1683218 h 3717758"/>
              <a:gd name="connsiteX7486" fmla="*/ 2763052 w 7869956"/>
              <a:gd name="connsiteY7486" fmla="*/ 1682084 h 3717758"/>
              <a:gd name="connsiteX7487" fmla="*/ 2762947 w 7869956"/>
              <a:gd name="connsiteY7487" fmla="*/ 1682428 h 3717758"/>
              <a:gd name="connsiteX7488" fmla="*/ 2762902 w 7869956"/>
              <a:gd name="connsiteY7488" fmla="*/ 1682067 h 3717758"/>
              <a:gd name="connsiteX7489" fmla="*/ 2753522 w 7869956"/>
              <a:gd name="connsiteY7489" fmla="*/ 1681008 h 3717758"/>
              <a:gd name="connsiteX7490" fmla="*/ 2757969 w 7869956"/>
              <a:gd name="connsiteY7490" fmla="*/ 1684684 h 3717758"/>
              <a:gd name="connsiteX7491" fmla="*/ 2749630 w 7869956"/>
              <a:gd name="connsiteY7491" fmla="*/ 1688408 h 3717758"/>
              <a:gd name="connsiteX7492" fmla="*/ 2742969 w 7869956"/>
              <a:gd name="connsiteY7492" fmla="*/ 1679817 h 3717758"/>
              <a:gd name="connsiteX7493" fmla="*/ 2670743 w 7869956"/>
              <a:gd name="connsiteY7493" fmla="*/ 1671663 h 3717758"/>
              <a:gd name="connsiteX7494" fmla="*/ 2463905 w 7869956"/>
              <a:gd name="connsiteY7494" fmla="*/ 1638733 h 3717758"/>
              <a:gd name="connsiteX7495" fmla="*/ 2400226 w 7869956"/>
              <a:gd name="connsiteY7495" fmla="*/ 1625901 h 3717758"/>
              <a:gd name="connsiteX7496" fmla="*/ 2365411 w 7869956"/>
              <a:gd name="connsiteY7496" fmla="*/ 1636321 h 3717758"/>
              <a:gd name="connsiteX7497" fmla="*/ 2355904 w 7869956"/>
              <a:gd name="connsiteY7497" fmla="*/ 1625081 h 3717758"/>
              <a:gd name="connsiteX7498" fmla="*/ 2331415 w 7869956"/>
              <a:gd name="connsiteY7498" fmla="*/ 1620584 h 3717758"/>
              <a:gd name="connsiteX7499" fmla="*/ 2298626 w 7869956"/>
              <a:gd name="connsiteY7499" fmla="*/ 1618001 h 3717758"/>
              <a:gd name="connsiteX7500" fmla="*/ 2313437 w 7869956"/>
              <a:gd name="connsiteY7500" fmla="*/ 1616532 h 3717758"/>
              <a:gd name="connsiteX7501" fmla="*/ 2261307 w 7869956"/>
              <a:gd name="connsiteY7501" fmla="*/ 1601985 h 3717758"/>
              <a:gd name="connsiteX7502" fmla="*/ 2200272 w 7869956"/>
              <a:gd name="connsiteY7502" fmla="*/ 1610363 h 3717758"/>
              <a:gd name="connsiteX7503" fmla="*/ 2190781 w 7869956"/>
              <a:gd name="connsiteY7503" fmla="*/ 1599125 h 3717758"/>
              <a:gd name="connsiteX7504" fmla="*/ 2169678 w 7869956"/>
              <a:gd name="connsiteY7504" fmla="*/ 1589632 h 3717758"/>
              <a:gd name="connsiteX7505" fmla="*/ 2123638 w 7869956"/>
              <a:gd name="connsiteY7505" fmla="*/ 1591288 h 3717758"/>
              <a:gd name="connsiteX7506" fmla="*/ 2129111 w 7869956"/>
              <a:gd name="connsiteY7506" fmla="*/ 1573323 h 3717758"/>
              <a:gd name="connsiteX7507" fmla="*/ 2122093 w 7869956"/>
              <a:gd name="connsiteY7507" fmla="*/ 1588535 h 3717758"/>
              <a:gd name="connsiteX7508" fmla="*/ 2067922 w 7869956"/>
              <a:gd name="connsiteY7508" fmla="*/ 1586973 h 3717758"/>
              <a:gd name="connsiteX7509" fmla="*/ 2056359 w 7869956"/>
              <a:gd name="connsiteY7509" fmla="*/ 1588674 h 3717758"/>
              <a:gd name="connsiteX7510" fmla="*/ 2055107 w 7869956"/>
              <a:gd name="connsiteY7510" fmla="*/ 1575440 h 3717758"/>
              <a:gd name="connsiteX7511" fmla="*/ 2031855 w 7869956"/>
              <a:gd name="connsiteY7511" fmla="*/ 1584144 h 3717758"/>
              <a:gd name="connsiteX7512" fmla="*/ 2012329 w 7869956"/>
              <a:gd name="connsiteY7512" fmla="*/ 1577404 h 3717758"/>
              <a:gd name="connsiteX7513" fmla="*/ 1944277 w 7869956"/>
              <a:gd name="connsiteY7513" fmla="*/ 1545852 h 3717758"/>
              <a:gd name="connsiteX7514" fmla="*/ 1880135 w 7869956"/>
              <a:gd name="connsiteY7514" fmla="*/ 1548726 h 3717758"/>
              <a:gd name="connsiteX7515" fmla="*/ 1868881 w 7869956"/>
              <a:gd name="connsiteY7515" fmla="*/ 1539976 h 3717758"/>
              <a:gd name="connsiteX7516" fmla="*/ 1915089 w 7869956"/>
              <a:gd name="connsiteY7516" fmla="*/ 1533051 h 3717758"/>
              <a:gd name="connsiteX7517" fmla="*/ 1917254 w 7869956"/>
              <a:gd name="connsiteY7517" fmla="*/ 1514840 h 3717758"/>
              <a:gd name="connsiteX7518" fmla="*/ 1902274 w 7869956"/>
              <a:gd name="connsiteY7518" fmla="*/ 1521579 h 3717758"/>
              <a:gd name="connsiteX7519" fmla="*/ 1901361 w 7869956"/>
              <a:gd name="connsiteY7519" fmla="*/ 1497864 h 3717758"/>
              <a:gd name="connsiteX7520" fmla="*/ 1887617 w 7869956"/>
              <a:gd name="connsiteY7520" fmla="*/ 1517823 h 3717758"/>
              <a:gd name="connsiteX7521" fmla="*/ 1868123 w 7869956"/>
              <a:gd name="connsiteY7521" fmla="*/ 1511052 h 3717758"/>
              <a:gd name="connsiteX7522" fmla="*/ 1864043 w 7869956"/>
              <a:gd name="connsiteY7522" fmla="*/ 1537008 h 3717758"/>
              <a:gd name="connsiteX7523" fmla="*/ 1839369 w 7869956"/>
              <a:gd name="connsiteY7523" fmla="*/ 1537718 h 3717758"/>
              <a:gd name="connsiteX7524" fmla="*/ 1836585 w 7869956"/>
              <a:gd name="connsiteY7524" fmla="*/ 1521765 h 3717758"/>
              <a:gd name="connsiteX7525" fmla="*/ 1802404 w 7869956"/>
              <a:gd name="connsiteY7525" fmla="*/ 1511223 h 3717758"/>
              <a:gd name="connsiteX7526" fmla="*/ 1827063 w 7869956"/>
              <a:gd name="connsiteY7526" fmla="*/ 1510479 h 3717758"/>
              <a:gd name="connsiteX7527" fmla="*/ 1819581 w 7869956"/>
              <a:gd name="connsiteY7527" fmla="*/ 1486270 h 3717758"/>
              <a:gd name="connsiteX7528" fmla="*/ 1809270 w 7869956"/>
              <a:gd name="connsiteY7528" fmla="*/ 1501281 h 3717758"/>
              <a:gd name="connsiteX7529" fmla="*/ 1767111 w 7869956"/>
              <a:gd name="connsiteY7529" fmla="*/ 1482251 h 3717758"/>
              <a:gd name="connsiteX7530" fmla="*/ 1764313 w 7869956"/>
              <a:gd name="connsiteY7530" fmla="*/ 1466249 h 3717758"/>
              <a:gd name="connsiteX7531" fmla="*/ 1759319 w 7869956"/>
              <a:gd name="connsiteY7531" fmla="*/ 1468507 h 3717758"/>
              <a:gd name="connsiteX7532" fmla="*/ 1760077 w 7869956"/>
              <a:gd name="connsiteY7532" fmla="*/ 1497462 h 3717758"/>
              <a:gd name="connsiteX7533" fmla="*/ 1745420 w 7869956"/>
              <a:gd name="connsiteY7533" fmla="*/ 1493659 h 3717758"/>
              <a:gd name="connsiteX7534" fmla="*/ 1754758 w 7869956"/>
              <a:gd name="connsiteY7534" fmla="*/ 1510155 h 3717758"/>
              <a:gd name="connsiteX7535" fmla="*/ 1736964 w 7869956"/>
              <a:gd name="connsiteY7535" fmla="*/ 1500879 h 3717758"/>
              <a:gd name="connsiteX7536" fmla="*/ 1747446 w 7869956"/>
              <a:gd name="connsiteY7536" fmla="*/ 1480689 h 3717758"/>
              <a:gd name="connsiteX7537" fmla="*/ 1729482 w 7869956"/>
              <a:gd name="connsiteY7537" fmla="*/ 1476654 h 3717758"/>
              <a:gd name="connsiteX7538" fmla="*/ 1730131 w 7869956"/>
              <a:gd name="connsiteY7538" fmla="*/ 1455722 h 3717758"/>
              <a:gd name="connsiteX7539" fmla="*/ 1742158 w 7869956"/>
              <a:gd name="connsiteY7539" fmla="*/ 1438253 h 3717758"/>
              <a:gd name="connsiteX7540" fmla="*/ 1728724 w 7869956"/>
              <a:gd name="connsiteY7540" fmla="*/ 1447667 h 3717758"/>
              <a:gd name="connsiteX7541" fmla="*/ 1726080 w 7869956"/>
              <a:gd name="connsiteY7541" fmla="*/ 1426504 h 3717758"/>
              <a:gd name="connsiteX7542" fmla="*/ 1717315 w 7869956"/>
              <a:gd name="connsiteY7542" fmla="*/ 1444189 h 3717758"/>
              <a:gd name="connsiteX7543" fmla="*/ 1723592 w 7869956"/>
              <a:gd name="connsiteY7543" fmla="*/ 1455182 h 3717758"/>
              <a:gd name="connsiteX7544" fmla="*/ 1728555 w 7869956"/>
              <a:gd name="connsiteY7544" fmla="*/ 1452969 h 3717758"/>
              <a:gd name="connsiteX7545" fmla="*/ 1723267 w 7869956"/>
              <a:gd name="connsiteY7545" fmla="*/ 1465678 h 3717758"/>
              <a:gd name="connsiteX7546" fmla="*/ 1714053 w 7869956"/>
              <a:gd name="connsiteY7546" fmla="*/ 1443911 h 3717758"/>
              <a:gd name="connsiteX7547" fmla="*/ 1705628 w 7869956"/>
              <a:gd name="connsiteY7547" fmla="*/ 1451192 h 3717758"/>
              <a:gd name="connsiteX7548" fmla="*/ 1711873 w 7869956"/>
              <a:gd name="connsiteY7548" fmla="*/ 1462153 h 3717758"/>
              <a:gd name="connsiteX7549" fmla="*/ 1677692 w 7869956"/>
              <a:gd name="connsiteY7549" fmla="*/ 1451609 h 3717758"/>
              <a:gd name="connsiteX7550" fmla="*/ 1711116 w 7869956"/>
              <a:gd name="connsiteY7550" fmla="*/ 1433181 h 3717758"/>
              <a:gd name="connsiteX7551" fmla="*/ 1709693 w 7869956"/>
              <a:gd name="connsiteY7551" fmla="*/ 1425267 h 3717758"/>
              <a:gd name="connsiteX7552" fmla="*/ 1668340 w 7869956"/>
              <a:gd name="connsiteY7552" fmla="*/ 1435114 h 3717758"/>
              <a:gd name="connsiteX7553" fmla="*/ 1667086 w 7869956"/>
              <a:gd name="connsiteY7553" fmla="*/ 1421912 h 3717758"/>
              <a:gd name="connsiteX7554" fmla="*/ 1662062 w 7869956"/>
              <a:gd name="connsiteY7554" fmla="*/ 1424168 h 3717758"/>
              <a:gd name="connsiteX7555" fmla="*/ 1661754 w 7869956"/>
              <a:gd name="connsiteY7555" fmla="*/ 1434666 h 3717758"/>
              <a:gd name="connsiteX7556" fmla="*/ 1643960 w 7869956"/>
              <a:gd name="connsiteY7556" fmla="*/ 1425374 h 3717758"/>
              <a:gd name="connsiteX7557" fmla="*/ 1609144 w 7869956"/>
              <a:gd name="connsiteY7557" fmla="*/ 1435825 h 3717758"/>
              <a:gd name="connsiteX7558" fmla="*/ 1637715 w 7869956"/>
              <a:gd name="connsiteY7558" fmla="*/ 1414399 h 3717758"/>
              <a:gd name="connsiteX7559" fmla="*/ 1603223 w 7869956"/>
              <a:gd name="connsiteY7559" fmla="*/ 1414352 h 3717758"/>
              <a:gd name="connsiteX7560" fmla="*/ 1602403 w 7869956"/>
              <a:gd name="connsiteY7560" fmla="*/ 1440556 h 3717758"/>
              <a:gd name="connsiteX7561" fmla="*/ 1594302 w 7869956"/>
              <a:gd name="connsiteY7561" fmla="*/ 1437294 h 3717758"/>
              <a:gd name="connsiteX7562" fmla="*/ 1600086 w 7869956"/>
              <a:gd name="connsiteY7562" fmla="*/ 1408865 h 3717758"/>
              <a:gd name="connsiteX7563" fmla="*/ 1583837 w 7869956"/>
              <a:gd name="connsiteY7563" fmla="*/ 1402324 h 3717758"/>
              <a:gd name="connsiteX7564" fmla="*/ 1534383 w 7869956"/>
              <a:gd name="connsiteY7564" fmla="*/ 1409019 h 3717758"/>
              <a:gd name="connsiteX7565" fmla="*/ 1554835 w 7869956"/>
              <a:gd name="connsiteY7565" fmla="*/ 1384329 h 3717758"/>
              <a:gd name="connsiteX7566" fmla="*/ 1519078 w 7869956"/>
              <a:gd name="connsiteY7566" fmla="*/ 1371096 h 3717758"/>
              <a:gd name="connsiteX7567" fmla="*/ 1489426 w 7869956"/>
              <a:gd name="connsiteY7567" fmla="*/ 1374003 h 3717758"/>
              <a:gd name="connsiteX7568" fmla="*/ 1480676 w 7869956"/>
              <a:gd name="connsiteY7568" fmla="*/ 1391750 h 3717758"/>
              <a:gd name="connsiteX7569" fmla="*/ 1474274 w 7869956"/>
              <a:gd name="connsiteY7569" fmla="*/ 1385968 h 3717758"/>
              <a:gd name="connsiteX7570" fmla="*/ 1472218 w 7869956"/>
              <a:gd name="connsiteY7570" fmla="*/ 1398923 h 3717758"/>
              <a:gd name="connsiteX7571" fmla="*/ 1481325 w 7869956"/>
              <a:gd name="connsiteY7571" fmla="*/ 1376152 h 3717758"/>
              <a:gd name="connsiteX7572" fmla="*/ 1478511 w 7869956"/>
              <a:gd name="connsiteY7572" fmla="*/ 1360150 h 3717758"/>
              <a:gd name="connsiteX7573" fmla="*/ 1466962 w 7869956"/>
              <a:gd name="connsiteY7573" fmla="*/ 1361913 h 3717758"/>
              <a:gd name="connsiteX7574" fmla="*/ 1486952 w 7869956"/>
              <a:gd name="connsiteY7574" fmla="*/ 1352962 h 3717758"/>
              <a:gd name="connsiteX7575" fmla="*/ 1485562 w 7869956"/>
              <a:gd name="connsiteY7575" fmla="*/ 1344954 h 3717758"/>
              <a:gd name="connsiteX7576" fmla="*/ 1472621 w 7869956"/>
              <a:gd name="connsiteY7576" fmla="*/ 1338663 h 3717758"/>
              <a:gd name="connsiteX7577" fmla="*/ 1507110 w 7869956"/>
              <a:gd name="connsiteY7577" fmla="*/ 1338739 h 3717758"/>
              <a:gd name="connsiteX7578" fmla="*/ 1504329 w 7869956"/>
              <a:gd name="connsiteY7578" fmla="*/ 1322770 h 3717758"/>
              <a:gd name="connsiteX7579" fmla="*/ 1517114 w 7869956"/>
              <a:gd name="connsiteY7579" fmla="*/ 1334272 h 3717758"/>
              <a:gd name="connsiteX7580" fmla="*/ 1513527 w 7869956"/>
              <a:gd name="connsiteY7580" fmla="*/ 1344459 h 3717758"/>
              <a:gd name="connsiteX7581" fmla="*/ 1532125 w 7869956"/>
              <a:gd name="connsiteY7581" fmla="*/ 1327562 h 3717758"/>
              <a:gd name="connsiteX7582" fmla="*/ 1543194 w 7869956"/>
              <a:gd name="connsiteY7582" fmla="*/ 1341506 h 3717758"/>
              <a:gd name="connsiteX7583" fmla="*/ 1526653 w 7869956"/>
              <a:gd name="connsiteY7583" fmla="*/ 1345510 h 3717758"/>
              <a:gd name="connsiteX7584" fmla="*/ 1547244 w 7869956"/>
              <a:gd name="connsiteY7584" fmla="*/ 1370725 h 3717758"/>
              <a:gd name="connsiteX7585" fmla="*/ 1553954 w 7869956"/>
              <a:gd name="connsiteY7585" fmla="*/ 1365995 h 3717758"/>
              <a:gd name="connsiteX7586" fmla="*/ 1547724 w 7869956"/>
              <a:gd name="connsiteY7586" fmla="*/ 1354987 h 3717758"/>
              <a:gd name="connsiteX7587" fmla="*/ 1549779 w 7869956"/>
              <a:gd name="connsiteY7587" fmla="*/ 1342047 h 3717758"/>
              <a:gd name="connsiteX7588" fmla="*/ 1566492 w 7869956"/>
              <a:gd name="connsiteY7588" fmla="*/ 1332787 h 3717758"/>
              <a:gd name="connsiteX7589" fmla="*/ 1558668 w 7869956"/>
              <a:gd name="connsiteY7589" fmla="*/ 1319059 h 3717758"/>
              <a:gd name="connsiteX7590" fmla="*/ 1587841 w 7869956"/>
              <a:gd name="connsiteY7590" fmla="*/ 1331861 h 3717758"/>
              <a:gd name="connsiteX7591" fmla="*/ 1576154 w 7869956"/>
              <a:gd name="connsiteY7591" fmla="*/ 1338786 h 3717758"/>
              <a:gd name="connsiteX7592" fmla="*/ 1611880 w 7869956"/>
              <a:gd name="connsiteY7592" fmla="*/ 1352066 h 3717758"/>
              <a:gd name="connsiteX7593" fmla="*/ 1610629 w 7869956"/>
              <a:gd name="connsiteY7593" fmla="*/ 1338879 h 3717758"/>
              <a:gd name="connsiteX7594" fmla="*/ 1627326 w 7869956"/>
              <a:gd name="connsiteY7594" fmla="*/ 1329618 h 3717758"/>
              <a:gd name="connsiteX7595" fmla="*/ 1674787 w 7869956"/>
              <a:gd name="connsiteY7595" fmla="*/ 1335941 h 3717758"/>
              <a:gd name="connsiteX7596" fmla="*/ 1666191 w 7869956"/>
              <a:gd name="connsiteY7596" fmla="*/ 1348417 h 3717758"/>
              <a:gd name="connsiteX7597" fmla="*/ 1686024 w 7869956"/>
              <a:gd name="connsiteY7597" fmla="*/ 1344707 h 3717758"/>
              <a:gd name="connsiteX7598" fmla="*/ 1685546 w 7869956"/>
              <a:gd name="connsiteY7598" fmla="*/ 1360399 h 3717758"/>
              <a:gd name="connsiteX7599" fmla="*/ 1692393 w 7869956"/>
              <a:gd name="connsiteY7599" fmla="*/ 1350473 h 3717758"/>
              <a:gd name="connsiteX7600" fmla="*/ 1725679 w 7869956"/>
              <a:gd name="connsiteY7600" fmla="*/ 1337270 h 3717758"/>
              <a:gd name="connsiteX7601" fmla="*/ 1752239 w 7869956"/>
              <a:gd name="connsiteY7601" fmla="*/ 1328814 h 3717758"/>
              <a:gd name="connsiteX7602" fmla="*/ 1742375 w 7869956"/>
              <a:gd name="connsiteY7602" fmla="*/ 1328072 h 3717758"/>
              <a:gd name="connsiteX7603" fmla="*/ 1744415 w 7869956"/>
              <a:gd name="connsiteY7603" fmla="*/ 1315086 h 3717758"/>
              <a:gd name="connsiteX7604" fmla="*/ 1760339 w 7869956"/>
              <a:gd name="connsiteY7604" fmla="*/ 1332107 h 3717758"/>
              <a:gd name="connsiteX7605" fmla="*/ 1745019 w 7869956"/>
              <a:gd name="connsiteY7605" fmla="*/ 1349299 h 3717758"/>
              <a:gd name="connsiteX7606" fmla="*/ 1784534 w 7869956"/>
              <a:gd name="connsiteY7606" fmla="*/ 1347088 h 3717758"/>
              <a:gd name="connsiteX7607" fmla="*/ 1795618 w 7869956"/>
              <a:gd name="connsiteY7607" fmla="*/ 1361079 h 3717758"/>
              <a:gd name="connsiteX7608" fmla="*/ 1816967 w 7869956"/>
              <a:gd name="connsiteY7608" fmla="*/ 1360105 h 3717758"/>
              <a:gd name="connsiteX7609" fmla="*/ 1829025 w 7869956"/>
              <a:gd name="connsiteY7609" fmla="*/ 1342636 h 3717758"/>
              <a:gd name="connsiteX7610" fmla="*/ 1829968 w 7869956"/>
              <a:gd name="connsiteY7610" fmla="*/ 1366350 h 3717758"/>
              <a:gd name="connsiteX7611" fmla="*/ 1853049 w 7869956"/>
              <a:gd name="connsiteY7611" fmla="*/ 1362903 h 3717758"/>
              <a:gd name="connsiteX7612" fmla="*/ 1851799 w 7869956"/>
              <a:gd name="connsiteY7612" fmla="*/ 1349685 h 3717758"/>
              <a:gd name="connsiteX7613" fmla="*/ 1866144 w 7869956"/>
              <a:gd name="connsiteY7613" fmla="*/ 1363908 h 3717758"/>
              <a:gd name="connsiteX7614" fmla="*/ 1907375 w 7869956"/>
              <a:gd name="connsiteY7614" fmla="*/ 1359254 h 3717758"/>
              <a:gd name="connsiteX7615" fmla="*/ 1914270 w 7869956"/>
              <a:gd name="connsiteY7615" fmla="*/ 1349268 h 3717758"/>
              <a:gd name="connsiteX7616" fmla="*/ 1912028 w 7869956"/>
              <a:gd name="connsiteY7616" fmla="*/ 1367478 h 3717758"/>
              <a:gd name="connsiteX7617" fmla="*/ 1946858 w 7869956"/>
              <a:gd name="connsiteY7617" fmla="*/ 1357074 h 3717758"/>
              <a:gd name="connsiteX7618" fmla="*/ 1935619 w 7869956"/>
              <a:gd name="connsiteY7618" fmla="*/ 1348308 h 3717758"/>
              <a:gd name="connsiteX7619" fmla="*/ 1963401 w 7869956"/>
              <a:gd name="connsiteY7619" fmla="*/ 1353116 h 3717758"/>
              <a:gd name="connsiteX7620" fmla="*/ 1953429 w 7869956"/>
              <a:gd name="connsiteY7620" fmla="*/ 1357584 h 3717758"/>
              <a:gd name="connsiteX7621" fmla="*/ 1976511 w 7869956"/>
              <a:gd name="connsiteY7621" fmla="*/ 1354075 h 3717758"/>
              <a:gd name="connsiteX7622" fmla="*/ 1970280 w 7869956"/>
              <a:gd name="connsiteY7622" fmla="*/ 1343146 h 3717758"/>
              <a:gd name="connsiteX7623" fmla="*/ 1979773 w 7869956"/>
              <a:gd name="connsiteY7623" fmla="*/ 1354369 h 3717758"/>
              <a:gd name="connsiteX7624" fmla="*/ 1994922 w 7869956"/>
              <a:gd name="connsiteY7624" fmla="*/ 1342404 h 3717758"/>
              <a:gd name="connsiteX7625" fmla="*/ 1982291 w 7869956"/>
              <a:gd name="connsiteY7625" fmla="*/ 1325691 h 3717758"/>
              <a:gd name="connsiteX7626" fmla="*/ 1972135 w 7869956"/>
              <a:gd name="connsiteY7626" fmla="*/ 1335431 h 3717758"/>
              <a:gd name="connsiteX7627" fmla="*/ 1918614 w 7869956"/>
              <a:gd name="connsiteY7627" fmla="*/ 1312875 h 3717758"/>
              <a:gd name="connsiteX7628" fmla="*/ 1888947 w 7869956"/>
              <a:gd name="connsiteY7628" fmla="*/ 1315844 h 3717758"/>
              <a:gd name="connsiteX7629" fmla="*/ 1836663 w 7869956"/>
              <a:gd name="connsiteY7629" fmla="*/ 1306490 h 3717758"/>
              <a:gd name="connsiteX7630" fmla="*/ 1835581 w 7869956"/>
              <a:gd name="connsiteY7630" fmla="*/ 1288032 h 3717758"/>
              <a:gd name="connsiteX7631" fmla="*/ 1822455 w 7869956"/>
              <a:gd name="connsiteY7631" fmla="*/ 1287043 h 3717758"/>
              <a:gd name="connsiteX7632" fmla="*/ 1816690 w 7869956"/>
              <a:gd name="connsiteY7632" fmla="*/ 1260313 h 3717758"/>
              <a:gd name="connsiteX7633" fmla="*/ 1806223 w 7869956"/>
              <a:gd name="connsiteY7633" fmla="*/ 1280535 h 3717758"/>
              <a:gd name="connsiteX7634" fmla="*/ 1790300 w 7869956"/>
              <a:gd name="connsiteY7634" fmla="*/ 1263528 h 3717758"/>
              <a:gd name="connsiteX7635" fmla="*/ 1780142 w 7869956"/>
              <a:gd name="connsiteY7635" fmla="*/ 1273252 h 3717758"/>
              <a:gd name="connsiteX7636" fmla="*/ 1789062 w 7869956"/>
              <a:gd name="connsiteY7636" fmla="*/ 1250279 h 3717758"/>
              <a:gd name="connsiteX7637" fmla="*/ 1772846 w 7869956"/>
              <a:gd name="connsiteY7637" fmla="*/ 1243833 h 3717758"/>
              <a:gd name="connsiteX7638" fmla="*/ 1761112 w 7869956"/>
              <a:gd name="connsiteY7638" fmla="*/ 1250775 h 3717758"/>
              <a:gd name="connsiteX7639" fmla="*/ 1755501 w 7869956"/>
              <a:gd name="connsiteY7639" fmla="*/ 1273963 h 3717758"/>
              <a:gd name="connsiteX7640" fmla="*/ 1754418 w 7869956"/>
              <a:gd name="connsiteY7640" fmla="*/ 1255475 h 3717758"/>
              <a:gd name="connsiteX7641" fmla="*/ 1726622 w 7869956"/>
              <a:gd name="connsiteY7641" fmla="*/ 1250697 h 3717758"/>
              <a:gd name="connsiteX7642" fmla="*/ 1735526 w 7869956"/>
              <a:gd name="connsiteY7642" fmla="*/ 1227740 h 3717758"/>
              <a:gd name="connsiteX7643" fmla="*/ 1745699 w 7869956"/>
              <a:gd name="connsiteY7643" fmla="*/ 1218047 h 3717758"/>
              <a:gd name="connsiteX7644" fmla="*/ 1763647 w 7869956"/>
              <a:gd name="connsiteY7644" fmla="*/ 1222082 h 3717758"/>
              <a:gd name="connsiteX7645" fmla="*/ 1755067 w 7869956"/>
              <a:gd name="connsiteY7645" fmla="*/ 1234557 h 3717758"/>
              <a:gd name="connsiteX7646" fmla="*/ 1773309 w 7869956"/>
              <a:gd name="connsiteY7646" fmla="*/ 1228095 h 3717758"/>
              <a:gd name="connsiteX7647" fmla="*/ 1805451 w 7869956"/>
              <a:gd name="connsiteY7647" fmla="*/ 1251578 h 3717758"/>
              <a:gd name="connsiteX7648" fmla="*/ 1810784 w 7869956"/>
              <a:gd name="connsiteY7648" fmla="*/ 1238917 h 3717758"/>
              <a:gd name="connsiteX7649" fmla="*/ 1817339 w 7869956"/>
              <a:gd name="connsiteY7649" fmla="*/ 1239381 h 3717758"/>
              <a:gd name="connsiteX7650" fmla="*/ 1816859 w 7869956"/>
              <a:gd name="connsiteY7650" fmla="*/ 1255103 h 3717758"/>
              <a:gd name="connsiteX7651" fmla="*/ 1828717 w 7869956"/>
              <a:gd name="connsiteY7651" fmla="*/ 1242906 h 3717758"/>
              <a:gd name="connsiteX7652" fmla="*/ 1834792 w 7869956"/>
              <a:gd name="connsiteY7652" fmla="*/ 1259153 h 3717758"/>
              <a:gd name="connsiteX7653" fmla="*/ 1860856 w 7869956"/>
              <a:gd name="connsiteY7653" fmla="*/ 1266435 h 3717758"/>
              <a:gd name="connsiteX7654" fmla="*/ 1864614 w 7869956"/>
              <a:gd name="connsiteY7654" fmla="*/ 1250945 h 3717758"/>
              <a:gd name="connsiteX7655" fmla="*/ 1871323 w 7869956"/>
              <a:gd name="connsiteY7655" fmla="*/ 1246199 h 3717758"/>
              <a:gd name="connsiteX7656" fmla="*/ 1885840 w 7869956"/>
              <a:gd name="connsiteY7656" fmla="*/ 1255243 h 3717758"/>
              <a:gd name="connsiteX7657" fmla="*/ 1933131 w 7869956"/>
              <a:gd name="connsiteY7657" fmla="*/ 1266775 h 3717758"/>
              <a:gd name="connsiteX7658" fmla="*/ 1943921 w 7869956"/>
              <a:gd name="connsiteY7658" fmla="*/ 1236104 h 3717758"/>
              <a:gd name="connsiteX7659" fmla="*/ 1935341 w 7869956"/>
              <a:gd name="connsiteY7659" fmla="*/ 1248533 h 3717758"/>
              <a:gd name="connsiteX7660" fmla="*/ 1932544 w 7869956"/>
              <a:gd name="connsiteY7660" fmla="*/ 1232579 h 3717758"/>
              <a:gd name="connsiteX7661" fmla="*/ 1932284 w 7869956"/>
              <a:gd name="connsiteY7661" fmla="*/ 1232532 h 3717758"/>
              <a:gd name="connsiteX7662" fmla="*/ 1917517 w 7869956"/>
              <a:gd name="connsiteY7662" fmla="*/ 1235273 h 3717758"/>
              <a:gd name="connsiteX7663" fmla="*/ 1914124 w 7869956"/>
              <a:gd name="connsiteY7663" fmla="*/ 1229299 h 3717758"/>
              <a:gd name="connsiteX7664" fmla="*/ 1894948 w 7869956"/>
              <a:gd name="connsiteY7664" fmla="*/ 1225884 h 3717758"/>
              <a:gd name="connsiteX7665" fmla="*/ 1889081 w 7869956"/>
              <a:gd name="connsiteY7665" fmla="*/ 1223551 h 3717758"/>
              <a:gd name="connsiteX7666" fmla="*/ 1888451 w 7869956"/>
              <a:gd name="connsiteY7666" fmla="*/ 1223707 h 3717758"/>
              <a:gd name="connsiteX7667" fmla="*/ 1883038 w 7869956"/>
              <a:gd name="connsiteY7667" fmla="*/ 1221147 h 3717758"/>
              <a:gd name="connsiteX7668" fmla="*/ 1872088 w 7869956"/>
              <a:gd name="connsiteY7668" fmla="*/ 1216792 h 3717758"/>
              <a:gd name="connsiteX7669" fmla="*/ 1871802 w 7869956"/>
              <a:gd name="connsiteY7669" fmla="*/ 1226476 h 3717758"/>
              <a:gd name="connsiteX7670" fmla="*/ 1849170 w 7869956"/>
              <a:gd name="connsiteY7670" fmla="*/ 1214217 h 3717758"/>
              <a:gd name="connsiteX7671" fmla="*/ 1801472 w 7869956"/>
              <a:gd name="connsiteY7671" fmla="*/ 1215602 h 3717758"/>
              <a:gd name="connsiteX7672" fmla="*/ 1759498 w 7869956"/>
              <a:gd name="connsiteY7672" fmla="*/ 1203158 h 3717758"/>
              <a:gd name="connsiteX7673" fmla="*/ 1759147 w 7869956"/>
              <a:gd name="connsiteY7673" fmla="*/ 1203175 h 3717758"/>
              <a:gd name="connsiteX7674" fmla="*/ 1759192 w 7869956"/>
              <a:gd name="connsiteY7674" fmla="*/ 1203067 h 3717758"/>
              <a:gd name="connsiteX7675" fmla="*/ 1754248 w 7869956"/>
              <a:gd name="connsiteY7675" fmla="*/ 1201602 h 3717758"/>
              <a:gd name="connsiteX7676" fmla="*/ 1755501 w 7869956"/>
              <a:gd name="connsiteY7676" fmla="*/ 1214803 h 3717758"/>
              <a:gd name="connsiteX7677" fmla="*/ 1641083 w 7869956"/>
              <a:gd name="connsiteY7677" fmla="*/ 1195465 h 3717758"/>
              <a:gd name="connsiteX7678" fmla="*/ 1635009 w 7869956"/>
              <a:gd name="connsiteY7678" fmla="*/ 1179186 h 3717758"/>
              <a:gd name="connsiteX7679" fmla="*/ 1613133 w 7869956"/>
              <a:gd name="connsiteY7679" fmla="*/ 1195896 h 3717758"/>
              <a:gd name="connsiteX7680" fmla="*/ 1582538 w 7869956"/>
              <a:gd name="connsiteY7680" fmla="*/ 1175119 h 3717758"/>
              <a:gd name="connsiteX7681" fmla="*/ 1518537 w 7869956"/>
              <a:gd name="connsiteY7681" fmla="*/ 1172769 h 3717758"/>
              <a:gd name="connsiteX7682" fmla="*/ 1474677 w 7869956"/>
              <a:gd name="connsiteY7682" fmla="*/ 1156258 h 3717758"/>
              <a:gd name="connsiteX7683" fmla="*/ 1470922 w 7869956"/>
              <a:gd name="connsiteY7683" fmla="*/ 1171779 h 3717758"/>
              <a:gd name="connsiteX7684" fmla="*/ 1451287 w 7869956"/>
              <a:gd name="connsiteY7684" fmla="*/ 1170173 h 3717758"/>
              <a:gd name="connsiteX7685" fmla="*/ 1399127 w 7869956"/>
              <a:gd name="connsiteY7685" fmla="*/ 1155672 h 3717758"/>
              <a:gd name="connsiteX7686" fmla="*/ 1398215 w 7869956"/>
              <a:gd name="connsiteY7686" fmla="*/ 1131971 h 3717758"/>
              <a:gd name="connsiteX7687" fmla="*/ 1345110 w 7869956"/>
              <a:gd name="connsiteY7687" fmla="*/ 1148837 h 3717758"/>
              <a:gd name="connsiteX7688" fmla="*/ 1357014 w 7869956"/>
              <a:gd name="connsiteY7688" fmla="*/ 1136626 h 3717758"/>
              <a:gd name="connsiteX7689" fmla="*/ 1352623 w 7869956"/>
              <a:gd name="connsiteY7689" fmla="*/ 1117904 h 3717758"/>
              <a:gd name="connsiteX7690" fmla="*/ 1324534 w 7869956"/>
              <a:gd name="connsiteY7690" fmla="*/ 1123577 h 3717758"/>
              <a:gd name="connsiteX7691" fmla="*/ 1336268 w 7869956"/>
              <a:gd name="connsiteY7691" fmla="*/ 1116636 h 3717758"/>
              <a:gd name="connsiteX7692" fmla="*/ 1304885 w 7869956"/>
              <a:gd name="connsiteY7692" fmla="*/ 1122109 h 3717758"/>
              <a:gd name="connsiteX7693" fmla="*/ 1298824 w 7869956"/>
              <a:gd name="connsiteY7693" fmla="*/ 1105861 h 3717758"/>
              <a:gd name="connsiteX7694" fmla="*/ 1278649 w 7869956"/>
              <a:gd name="connsiteY7694" fmla="*/ 1120053 h 3717758"/>
              <a:gd name="connsiteX7695" fmla="*/ 1237775 w 7869956"/>
              <a:gd name="connsiteY7695" fmla="*/ 1114193 h 3717758"/>
              <a:gd name="connsiteX7696" fmla="*/ 1238857 w 7869956"/>
              <a:gd name="connsiteY7696" fmla="*/ 1132683 h 3717758"/>
              <a:gd name="connsiteX7697" fmla="*/ 1229659 w 7869956"/>
              <a:gd name="connsiteY7697" fmla="*/ 1110978 h 3717758"/>
              <a:gd name="connsiteX7698" fmla="*/ 1217801 w 7869956"/>
              <a:gd name="connsiteY7698" fmla="*/ 1123190 h 3717758"/>
              <a:gd name="connsiteX7699" fmla="*/ 1223088 w 7869956"/>
              <a:gd name="connsiteY7699" fmla="*/ 1110483 h 3717758"/>
              <a:gd name="connsiteX7700" fmla="*/ 1189672 w 7869956"/>
              <a:gd name="connsiteY7700" fmla="*/ 1101951 h 3717758"/>
              <a:gd name="connsiteX7701" fmla="*/ 1165872 w 7869956"/>
              <a:gd name="connsiteY7701" fmla="*/ 1102420 h 3717758"/>
              <a:gd name="connsiteX7702" fmla="*/ 1165950 w 7869956"/>
              <a:gd name="connsiteY7702" fmla="*/ 1098161 h 3717758"/>
              <a:gd name="connsiteX7703" fmla="*/ 1121627 w 7869956"/>
              <a:gd name="connsiteY7703" fmla="*/ 1097343 h 3717758"/>
              <a:gd name="connsiteX7704" fmla="*/ 1113511 w 7869956"/>
              <a:gd name="connsiteY7704" fmla="*/ 1094081 h 3717758"/>
              <a:gd name="connsiteX7705" fmla="*/ 1115552 w 7869956"/>
              <a:gd name="connsiteY7705" fmla="*/ 1081109 h 3717758"/>
              <a:gd name="connsiteX7706" fmla="*/ 1102117 w 7869956"/>
              <a:gd name="connsiteY7706" fmla="*/ 1090617 h 3717758"/>
              <a:gd name="connsiteX7707" fmla="*/ 1111779 w 7869956"/>
              <a:gd name="connsiteY7707" fmla="*/ 1096569 h 3717758"/>
              <a:gd name="connsiteX7708" fmla="*/ 1090723 w 7869956"/>
              <a:gd name="connsiteY7708" fmla="*/ 1087077 h 3717758"/>
              <a:gd name="connsiteX7709" fmla="*/ 1096954 w 7869956"/>
              <a:gd name="connsiteY7709" fmla="*/ 1098068 h 3717758"/>
              <a:gd name="connsiteX7710" fmla="*/ 1038099 w 7869956"/>
              <a:gd name="connsiteY7710" fmla="*/ 1088236 h 3717758"/>
              <a:gd name="connsiteX7711" fmla="*/ 1071183 w 7869956"/>
              <a:gd name="connsiteY7711" fmla="*/ 1080322 h 3717758"/>
              <a:gd name="connsiteX7712" fmla="*/ 1090709 w 7869956"/>
              <a:gd name="connsiteY7712" fmla="*/ 1087077 h 3717758"/>
              <a:gd name="connsiteX7713" fmla="*/ 1076206 w 7869956"/>
              <a:gd name="connsiteY7713" fmla="*/ 1078079 h 3717758"/>
              <a:gd name="connsiteX7714" fmla="*/ 1083086 w 7869956"/>
              <a:gd name="connsiteY7714" fmla="*/ 1068092 h 3717758"/>
              <a:gd name="connsiteX7715" fmla="*/ 1040294 w 7869956"/>
              <a:gd name="connsiteY7715" fmla="*/ 1070041 h 3717758"/>
              <a:gd name="connsiteX7716" fmla="*/ 1042335 w 7869956"/>
              <a:gd name="connsiteY7716" fmla="*/ 1057085 h 3717758"/>
              <a:gd name="connsiteX7717" fmla="*/ 1030770 w 7869956"/>
              <a:gd name="connsiteY7717" fmla="*/ 1058786 h 3717758"/>
              <a:gd name="connsiteX7718" fmla="*/ 1028747 w 7869956"/>
              <a:gd name="connsiteY7718" fmla="*/ 1071772 h 3717758"/>
              <a:gd name="connsiteX7719" fmla="*/ 1010952 w 7869956"/>
              <a:gd name="connsiteY7719" fmla="*/ 1062496 h 3717758"/>
              <a:gd name="connsiteX7720" fmla="*/ 1007350 w 7869956"/>
              <a:gd name="connsiteY7720" fmla="*/ 1072731 h 3717758"/>
              <a:gd name="connsiteX7721" fmla="*/ 989711 w 7869956"/>
              <a:gd name="connsiteY7721" fmla="*/ 1058229 h 3717758"/>
              <a:gd name="connsiteX7722" fmla="*/ 995184 w 7869956"/>
              <a:gd name="connsiteY7722" fmla="*/ 1040265 h 3717758"/>
              <a:gd name="connsiteX7723" fmla="*/ 973648 w 7869956"/>
              <a:gd name="connsiteY7723" fmla="*/ 1046480 h 3717758"/>
              <a:gd name="connsiteX7724" fmla="*/ 960199 w 7869956"/>
              <a:gd name="connsiteY7724" fmla="*/ 1055895 h 3717758"/>
              <a:gd name="connsiteX7725" fmla="*/ 965809 w 7869956"/>
              <a:gd name="connsiteY7725" fmla="*/ 1032737 h 3717758"/>
              <a:gd name="connsiteX7726" fmla="*/ 955683 w 7869956"/>
              <a:gd name="connsiteY7726" fmla="*/ 1042430 h 3717758"/>
              <a:gd name="connsiteX7727" fmla="*/ 920267 w 7869956"/>
              <a:gd name="connsiteY7727" fmla="*/ 1018700 h 3717758"/>
              <a:gd name="connsiteX7728" fmla="*/ 919942 w 7869956"/>
              <a:gd name="connsiteY7728" fmla="*/ 1029182 h 3717758"/>
              <a:gd name="connsiteX7729" fmla="*/ 910110 w 7869956"/>
              <a:gd name="connsiteY7729" fmla="*/ 1028424 h 3717758"/>
              <a:gd name="connsiteX7730" fmla="*/ 902287 w 7869956"/>
              <a:gd name="connsiteY7730" fmla="*/ 1014634 h 3717758"/>
              <a:gd name="connsiteX7731" fmla="*/ 906199 w 7869956"/>
              <a:gd name="connsiteY7731" fmla="*/ 993948 h 3717758"/>
              <a:gd name="connsiteX7732" fmla="*/ 929171 w 7869956"/>
              <a:gd name="connsiteY7732" fmla="*/ 995711 h 3717758"/>
              <a:gd name="connsiteX7733" fmla="*/ 948201 w 7869956"/>
              <a:gd name="connsiteY7733" fmla="*/ 1018190 h 3717758"/>
              <a:gd name="connsiteX7734" fmla="*/ 960059 w 7869956"/>
              <a:gd name="connsiteY7734" fmla="*/ 1005961 h 3717758"/>
              <a:gd name="connsiteX7735" fmla="*/ 954726 w 7869956"/>
              <a:gd name="connsiteY7735" fmla="*/ 1018685 h 3717758"/>
              <a:gd name="connsiteX7736" fmla="*/ 964388 w 7869956"/>
              <a:gd name="connsiteY7736" fmla="*/ 1024713 h 3717758"/>
              <a:gd name="connsiteX7737" fmla="*/ 970186 w 7869956"/>
              <a:gd name="connsiteY7737" fmla="*/ 996329 h 3717758"/>
              <a:gd name="connsiteX7738" fmla="*/ 970958 w 7869956"/>
              <a:gd name="connsiteY7738" fmla="*/ 1025239 h 3717758"/>
              <a:gd name="connsiteX7739" fmla="*/ 997317 w 7869956"/>
              <a:gd name="connsiteY7739" fmla="*/ 1021993 h 3717758"/>
              <a:gd name="connsiteX7740" fmla="*/ 993128 w 7869956"/>
              <a:gd name="connsiteY7740" fmla="*/ 998045 h 3717758"/>
              <a:gd name="connsiteX7741" fmla="*/ 998909 w 7869956"/>
              <a:gd name="connsiteY7741" fmla="*/ 1024744 h 3717758"/>
              <a:gd name="connsiteX7742" fmla="*/ 1048242 w 7869956"/>
              <a:gd name="connsiteY7742" fmla="*/ 1023339 h 3717758"/>
              <a:gd name="connsiteX7743" fmla="*/ 1050096 w 7869956"/>
              <a:gd name="connsiteY7743" fmla="*/ 1015561 h 3717758"/>
              <a:gd name="connsiteX7744" fmla="*/ 1040434 w 7869956"/>
              <a:gd name="connsiteY7744" fmla="*/ 1009625 h 3717758"/>
              <a:gd name="connsiteX7745" fmla="*/ 1058073 w 7869956"/>
              <a:gd name="connsiteY7745" fmla="*/ 1024125 h 3717758"/>
              <a:gd name="connsiteX7746" fmla="*/ 1066668 w 7869956"/>
              <a:gd name="connsiteY7746" fmla="*/ 1011604 h 3717758"/>
              <a:gd name="connsiteX7747" fmla="*/ 1072574 w 7869956"/>
              <a:gd name="connsiteY7747" fmla="*/ 1033124 h 3717758"/>
              <a:gd name="connsiteX7748" fmla="*/ 1125677 w 7869956"/>
              <a:gd name="connsiteY7748" fmla="*/ 1016212 h 3717758"/>
              <a:gd name="connsiteX7749" fmla="*/ 1128475 w 7869956"/>
              <a:gd name="connsiteY7749" fmla="*/ 1032181 h 3717758"/>
              <a:gd name="connsiteX7750" fmla="*/ 1162967 w 7869956"/>
              <a:gd name="connsiteY7750" fmla="*/ 1032226 h 3717758"/>
              <a:gd name="connsiteX7751" fmla="*/ 1159226 w 7869956"/>
              <a:gd name="connsiteY7751" fmla="*/ 1047717 h 3717758"/>
              <a:gd name="connsiteX7752" fmla="*/ 1172674 w 7869956"/>
              <a:gd name="connsiteY7752" fmla="*/ 1038256 h 3717758"/>
              <a:gd name="connsiteX7753" fmla="*/ 1168129 w 7869956"/>
              <a:gd name="connsiteY7753" fmla="*/ 1024791 h 3717758"/>
              <a:gd name="connsiteX7754" fmla="*/ 1181069 w 7869956"/>
              <a:gd name="connsiteY7754" fmla="*/ 1031006 h 3717758"/>
              <a:gd name="connsiteX7755" fmla="*/ 1180466 w 7869956"/>
              <a:gd name="connsiteY7755" fmla="*/ 1051969 h 3717758"/>
              <a:gd name="connsiteX7756" fmla="*/ 1220121 w 7869956"/>
              <a:gd name="connsiteY7756" fmla="*/ 1044549 h 3717758"/>
              <a:gd name="connsiteX7757" fmla="*/ 1226335 w 7869956"/>
              <a:gd name="connsiteY7757" fmla="*/ 1055540 h 3717758"/>
              <a:gd name="connsiteX7758" fmla="*/ 1236477 w 7869956"/>
              <a:gd name="connsiteY7758" fmla="*/ 1045816 h 3717758"/>
              <a:gd name="connsiteX7759" fmla="*/ 1231807 w 7869956"/>
              <a:gd name="connsiteY7759" fmla="*/ 1037576 h 3717758"/>
              <a:gd name="connsiteX7760" fmla="*/ 1260840 w 7869956"/>
              <a:gd name="connsiteY7760" fmla="*/ 1055618 h 3717758"/>
              <a:gd name="connsiteX7761" fmla="*/ 1261165 w 7869956"/>
              <a:gd name="connsiteY7761" fmla="*/ 1045089 h 3717758"/>
              <a:gd name="connsiteX7762" fmla="*/ 1253220 w 7869956"/>
              <a:gd name="connsiteY7762" fmla="*/ 1036586 h 3717758"/>
              <a:gd name="connsiteX7763" fmla="*/ 1318937 w 7869956"/>
              <a:gd name="connsiteY7763" fmla="*/ 1036478 h 3717758"/>
              <a:gd name="connsiteX7764" fmla="*/ 1318612 w 7869956"/>
              <a:gd name="connsiteY7764" fmla="*/ 1046899 h 3717758"/>
              <a:gd name="connsiteX7765" fmla="*/ 1359349 w 7869956"/>
              <a:gd name="connsiteY7765" fmla="*/ 1057982 h 3717758"/>
              <a:gd name="connsiteX7766" fmla="*/ 1403842 w 7869956"/>
              <a:gd name="connsiteY7766" fmla="*/ 1053561 h 3717758"/>
              <a:gd name="connsiteX7767" fmla="*/ 1429597 w 7869956"/>
              <a:gd name="connsiteY7767" fmla="*/ 1071338 h 3717758"/>
              <a:gd name="connsiteX7768" fmla="*/ 1451148 w 7869956"/>
              <a:gd name="connsiteY7768" fmla="*/ 1065078 h 3717758"/>
              <a:gd name="connsiteX7769" fmla="*/ 1484062 w 7869956"/>
              <a:gd name="connsiteY7769" fmla="*/ 1062404 h 3717758"/>
              <a:gd name="connsiteX7770" fmla="*/ 1486874 w 7869956"/>
              <a:gd name="connsiteY7770" fmla="*/ 1078389 h 3717758"/>
              <a:gd name="connsiteX7771" fmla="*/ 1501547 w 7869956"/>
              <a:gd name="connsiteY7771" fmla="*/ 1082145 h 3717758"/>
              <a:gd name="connsiteX7772" fmla="*/ 1510126 w 7869956"/>
              <a:gd name="connsiteY7772" fmla="*/ 1069701 h 3717758"/>
              <a:gd name="connsiteX7773" fmla="*/ 1503108 w 7869956"/>
              <a:gd name="connsiteY7773" fmla="*/ 1084881 h 3717758"/>
              <a:gd name="connsiteX7774" fmla="*/ 1524828 w 7869956"/>
              <a:gd name="connsiteY7774" fmla="*/ 1073473 h 3717758"/>
              <a:gd name="connsiteX7775" fmla="*/ 1530905 w 7869956"/>
              <a:gd name="connsiteY7775" fmla="*/ 1089660 h 3717758"/>
              <a:gd name="connsiteX7776" fmla="*/ 1556211 w 7869956"/>
              <a:gd name="connsiteY7776" fmla="*/ 1067985 h 3717758"/>
              <a:gd name="connsiteX7777" fmla="*/ 1553211 w 7869956"/>
              <a:gd name="connsiteY7777" fmla="*/ 1057271 h 3717758"/>
              <a:gd name="connsiteX7778" fmla="*/ 1558052 w 7869956"/>
              <a:gd name="connsiteY7778" fmla="*/ 1060285 h 3717758"/>
              <a:gd name="connsiteX7779" fmla="*/ 1555269 w 7869956"/>
              <a:gd name="connsiteY7779" fmla="*/ 1044300 h 3717758"/>
              <a:gd name="connsiteX7780" fmla="*/ 1584441 w 7869956"/>
              <a:gd name="connsiteY7780" fmla="*/ 1057070 h 3717758"/>
              <a:gd name="connsiteX7781" fmla="*/ 1575845 w 7869956"/>
              <a:gd name="connsiteY7781" fmla="*/ 1069561 h 3717758"/>
              <a:gd name="connsiteX7782" fmla="*/ 1560880 w 7869956"/>
              <a:gd name="connsiteY7782" fmla="*/ 1076240 h 3717758"/>
              <a:gd name="connsiteX7783" fmla="*/ 1576958 w 7869956"/>
              <a:gd name="connsiteY7783" fmla="*/ 1088036 h 3717758"/>
              <a:gd name="connsiteX7784" fmla="*/ 1593655 w 7869956"/>
              <a:gd name="connsiteY7784" fmla="*/ 1078791 h 3717758"/>
              <a:gd name="connsiteX7785" fmla="*/ 1583991 w 7869956"/>
              <a:gd name="connsiteY7785" fmla="*/ 1072745 h 3717758"/>
              <a:gd name="connsiteX7786" fmla="*/ 1584472 w 7869956"/>
              <a:gd name="connsiteY7786" fmla="*/ 1057070 h 3717758"/>
              <a:gd name="connsiteX7787" fmla="*/ 1599297 w 7869956"/>
              <a:gd name="connsiteY7787" fmla="*/ 1055571 h 3717758"/>
              <a:gd name="connsiteX7788" fmla="*/ 1594010 w 7869956"/>
              <a:gd name="connsiteY7788" fmla="*/ 1068310 h 3717758"/>
              <a:gd name="connsiteX7789" fmla="*/ 1600550 w 7869956"/>
              <a:gd name="connsiteY7789" fmla="*/ 1068773 h 3717758"/>
              <a:gd name="connsiteX7790" fmla="*/ 1606023 w 7869956"/>
              <a:gd name="connsiteY7790" fmla="*/ 1050839 h 3717758"/>
              <a:gd name="connsiteX7791" fmla="*/ 1654411 w 7869956"/>
              <a:gd name="connsiteY7791" fmla="*/ 1080863 h 3717758"/>
              <a:gd name="connsiteX7792" fmla="*/ 1664552 w 7869956"/>
              <a:gd name="connsiteY7792" fmla="*/ 1071184 h 3717758"/>
              <a:gd name="connsiteX7793" fmla="*/ 1655060 w 7869956"/>
              <a:gd name="connsiteY7793" fmla="*/ 1059868 h 3717758"/>
              <a:gd name="connsiteX7794" fmla="*/ 1683922 w 7869956"/>
              <a:gd name="connsiteY7794" fmla="*/ 1083151 h 3717758"/>
              <a:gd name="connsiteX7795" fmla="*/ 1690493 w 7869956"/>
              <a:gd name="connsiteY7795" fmla="*/ 1083661 h 3717758"/>
              <a:gd name="connsiteX7796" fmla="*/ 1695920 w 7869956"/>
              <a:gd name="connsiteY7796" fmla="*/ 1065713 h 3717758"/>
              <a:gd name="connsiteX7797" fmla="*/ 1777902 w 7869956"/>
              <a:gd name="connsiteY7797" fmla="*/ 1072066 h 3717758"/>
              <a:gd name="connsiteX7798" fmla="*/ 1866083 w 7869956"/>
              <a:gd name="connsiteY7798" fmla="*/ 1089380 h 3717758"/>
              <a:gd name="connsiteX7799" fmla="*/ 1864706 w 7869956"/>
              <a:gd name="connsiteY7799" fmla="*/ 1081434 h 3717758"/>
              <a:gd name="connsiteX7800" fmla="*/ 1947879 w 7869956"/>
              <a:gd name="connsiteY7800" fmla="*/ 1101006 h 3717758"/>
              <a:gd name="connsiteX7801" fmla="*/ 1949920 w 7869956"/>
              <a:gd name="connsiteY7801" fmla="*/ 1088020 h 3717758"/>
              <a:gd name="connsiteX7802" fmla="*/ 2005328 w 7869956"/>
              <a:gd name="connsiteY7802" fmla="*/ 1102815 h 3717758"/>
              <a:gd name="connsiteX7803" fmla="*/ 2005653 w 7869956"/>
              <a:gd name="connsiteY7803" fmla="*/ 1092318 h 3717758"/>
              <a:gd name="connsiteX7804" fmla="*/ 2033432 w 7869956"/>
              <a:gd name="connsiteY7804" fmla="*/ 1097142 h 3717758"/>
              <a:gd name="connsiteX7805" fmla="*/ 2080043 w 7869956"/>
              <a:gd name="connsiteY7805" fmla="*/ 1104262 h 3717758"/>
              <a:gd name="connsiteX7806" fmla="*/ 2095332 w 7869956"/>
              <a:gd name="connsiteY7806" fmla="*/ 1112405 h 3717758"/>
              <a:gd name="connsiteX7807" fmla="*/ 2095879 w 7869956"/>
              <a:gd name="connsiteY7807" fmla="*/ 1112006 h 3717758"/>
              <a:gd name="connsiteX7808" fmla="*/ 2102264 w 7869956"/>
              <a:gd name="connsiteY7808" fmla="*/ 1105996 h 3717758"/>
              <a:gd name="connsiteX7809" fmla="*/ 2102527 w 7869956"/>
              <a:gd name="connsiteY7809" fmla="*/ 1107161 h 3717758"/>
              <a:gd name="connsiteX7810" fmla="*/ 2102652 w 7869956"/>
              <a:gd name="connsiteY7810" fmla="*/ 1107069 h 3717758"/>
              <a:gd name="connsiteX7811" fmla="*/ 2115260 w 7869956"/>
              <a:gd name="connsiteY7811" fmla="*/ 1107357 h 3717758"/>
              <a:gd name="connsiteX7812" fmla="*/ 2104440 w 7869956"/>
              <a:gd name="connsiteY7812" fmla="*/ 1115642 h 3717758"/>
              <a:gd name="connsiteX7813" fmla="*/ 2105072 w 7869956"/>
              <a:gd name="connsiteY7813" fmla="*/ 1118444 h 3717758"/>
              <a:gd name="connsiteX7814" fmla="*/ 2103050 w 7869956"/>
              <a:gd name="connsiteY7814" fmla="*/ 1115466 h 3717758"/>
              <a:gd name="connsiteX7815" fmla="*/ 2098218 w 7869956"/>
              <a:gd name="connsiteY7815" fmla="*/ 1114494 h 3717758"/>
              <a:gd name="connsiteX7816" fmla="*/ 2097417 w 7869956"/>
              <a:gd name="connsiteY7816" fmla="*/ 1114673 h 3717758"/>
              <a:gd name="connsiteX7817" fmla="*/ 2093370 w 7869956"/>
              <a:gd name="connsiteY7817" fmla="*/ 1125464 h 3717758"/>
              <a:gd name="connsiteX7818" fmla="*/ 2102568 w 7869956"/>
              <a:gd name="connsiteY7818" fmla="*/ 1147184 h 3717758"/>
              <a:gd name="connsiteX7819" fmla="*/ 2113498 w 7869956"/>
              <a:gd name="connsiteY7819" fmla="*/ 1111211 h 3717758"/>
              <a:gd name="connsiteX7820" fmla="*/ 2159568 w 7869956"/>
              <a:gd name="connsiteY7820" fmla="*/ 1109586 h 3717758"/>
              <a:gd name="connsiteX7821" fmla="*/ 2164081 w 7869956"/>
              <a:gd name="connsiteY7821" fmla="*/ 1123021 h 3717758"/>
              <a:gd name="connsiteX7822" fmla="*/ 2195210 w 7869956"/>
              <a:gd name="connsiteY7822" fmla="*/ 1114172 h 3717758"/>
              <a:gd name="connsiteX7823" fmla="*/ 2204935 w 7869956"/>
              <a:gd name="connsiteY7823" fmla="*/ 1114949 h 3717758"/>
              <a:gd name="connsiteX7824" fmla="*/ 2203281 w 7869956"/>
              <a:gd name="connsiteY7824" fmla="*/ 1107794 h 3717758"/>
              <a:gd name="connsiteX7825" fmla="*/ 2201122 w 7869956"/>
              <a:gd name="connsiteY7825" fmla="*/ 1098436 h 3717758"/>
              <a:gd name="connsiteX7826" fmla="*/ 2141927 w 7869956"/>
              <a:gd name="connsiteY7826" fmla="*/ 1099131 h 3717758"/>
              <a:gd name="connsiteX7827" fmla="*/ 2142390 w 7869956"/>
              <a:gd name="connsiteY7827" fmla="*/ 1083972 h 3717758"/>
              <a:gd name="connsiteX7828" fmla="*/ 2141992 w 7869956"/>
              <a:gd name="connsiteY7828" fmla="*/ 1083949 h 3717758"/>
              <a:gd name="connsiteX7829" fmla="*/ 2132987 w 7869956"/>
              <a:gd name="connsiteY7829" fmla="*/ 1095991 h 3717758"/>
              <a:gd name="connsiteX7830" fmla="*/ 2123809 w 7869956"/>
              <a:gd name="connsiteY7830" fmla="*/ 1100368 h 3717758"/>
              <a:gd name="connsiteX7831" fmla="*/ 2124134 w 7869956"/>
              <a:gd name="connsiteY7831" fmla="*/ 1089825 h 3717758"/>
              <a:gd name="connsiteX7832" fmla="*/ 2077956 w 7869956"/>
              <a:gd name="connsiteY7832" fmla="*/ 1096766 h 3717758"/>
              <a:gd name="connsiteX7833" fmla="*/ 2079982 w 7869956"/>
              <a:gd name="connsiteY7833" fmla="*/ 1083780 h 3717758"/>
              <a:gd name="connsiteX7834" fmla="*/ 2057676 w 7869956"/>
              <a:gd name="connsiteY7834" fmla="*/ 1083954 h 3717758"/>
              <a:gd name="connsiteX7835" fmla="*/ 2044766 w 7869956"/>
              <a:gd name="connsiteY7835" fmla="*/ 1076101 h 3717758"/>
              <a:gd name="connsiteX7836" fmla="*/ 2013609 w 7869956"/>
              <a:gd name="connsiteY7836" fmla="*/ 1072584 h 3717758"/>
              <a:gd name="connsiteX7837" fmla="*/ 2014417 w 7869956"/>
              <a:gd name="connsiteY7837" fmla="*/ 1078694 h 3717758"/>
              <a:gd name="connsiteX7838" fmla="*/ 2006444 w 7869956"/>
              <a:gd name="connsiteY7838" fmla="*/ 1071775 h 3717758"/>
              <a:gd name="connsiteX7839" fmla="*/ 1997446 w 7869956"/>
              <a:gd name="connsiteY7839" fmla="*/ 1070759 h 3717758"/>
              <a:gd name="connsiteX7840" fmla="*/ 1999884 w 7869956"/>
              <a:gd name="connsiteY7840" fmla="*/ 1074925 h 3717758"/>
              <a:gd name="connsiteX7841" fmla="*/ 1997876 w 7869956"/>
              <a:gd name="connsiteY7841" fmla="*/ 1082652 h 3717758"/>
              <a:gd name="connsiteX7842" fmla="*/ 1986137 w 7869956"/>
              <a:gd name="connsiteY7842" fmla="*/ 1071113 h 3717758"/>
              <a:gd name="connsiteX7843" fmla="*/ 1981528 w 7869956"/>
              <a:gd name="connsiteY7843" fmla="*/ 1068962 h 3717758"/>
              <a:gd name="connsiteX7844" fmla="*/ 1952026 w 7869956"/>
              <a:gd name="connsiteY7844" fmla="*/ 1065632 h 3717758"/>
              <a:gd name="connsiteX7845" fmla="*/ 1950121 w 7869956"/>
              <a:gd name="connsiteY7845" fmla="*/ 1081401 h 3717758"/>
              <a:gd name="connsiteX7846" fmla="*/ 1943890 w 7869956"/>
              <a:gd name="connsiteY7846" fmla="*/ 1070440 h 3717758"/>
              <a:gd name="connsiteX7847" fmla="*/ 1947702 w 7869956"/>
              <a:gd name="connsiteY7847" fmla="*/ 1065144 h 3717758"/>
              <a:gd name="connsiteX7848" fmla="*/ 1914681 w 7869956"/>
              <a:gd name="connsiteY7848" fmla="*/ 1061416 h 3717758"/>
              <a:gd name="connsiteX7849" fmla="*/ 1914652 w 7869956"/>
              <a:gd name="connsiteY7849" fmla="*/ 1061489 h 3717758"/>
              <a:gd name="connsiteX7850" fmla="*/ 1910930 w 7869956"/>
              <a:gd name="connsiteY7850" fmla="*/ 1073114 h 3717758"/>
              <a:gd name="connsiteX7851" fmla="*/ 1894713 w 7869956"/>
              <a:gd name="connsiteY7851" fmla="*/ 1066637 h 3717758"/>
              <a:gd name="connsiteX7852" fmla="*/ 1902611 w 7869956"/>
              <a:gd name="connsiteY7852" fmla="*/ 1060054 h 3717758"/>
              <a:gd name="connsiteX7853" fmla="*/ 1879352 w 7869956"/>
              <a:gd name="connsiteY7853" fmla="*/ 1057428 h 3717758"/>
              <a:gd name="connsiteX7854" fmla="*/ 1672514 w 7869956"/>
              <a:gd name="connsiteY7854" fmla="*/ 1024497 h 3717758"/>
              <a:gd name="connsiteX7855" fmla="*/ 1608835 w 7869956"/>
              <a:gd name="connsiteY7855" fmla="*/ 1011665 h 3717758"/>
              <a:gd name="connsiteX7856" fmla="*/ 1574021 w 7869956"/>
              <a:gd name="connsiteY7856" fmla="*/ 1022086 h 3717758"/>
              <a:gd name="connsiteX7857" fmla="*/ 1564513 w 7869956"/>
              <a:gd name="connsiteY7857" fmla="*/ 1010846 h 3717758"/>
              <a:gd name="connsiteX7858" fmla="*/ 1540024 w 7869956"/>
              <a:gd name="connsiteY7858" fmla="*/ 1006348 h 3717758"/>
              <a:gd name="connsiteX7859" fmla="*/ 1507235 w 7869956"/>
              <a:gd name="connsiteY7859" fmla="*/ 1003766 h 3717758"/>
              <a:gd name="connsiteX7860" fmla="*/ 1522046 w 7869956"/>
              <a:gd name="connsiteY7860" fmla="*/ 1002297 h 3717758"/>
              <a:gd name="connsiteX7861" fmla="*/ 1469917 w 7869956"/>
              <a:gd name="connsiteY7861" fmla="*/ 987750 h 3717758"/>
              <a:gd name="connsiteX7862" fmla="*/ 1408882 w 7869956"/>
              <a:gd name="connsiteY7862" fmla="*/ 996128 h 3717758"/>
              <a:gd name="connsiteX7863" fmla="*/ 1399390 w 7869956"/>
              <a:gd name="connsiteY7863" fmla="*/ 984890 h 3717758"/>
              <a:gd name="connsiteX7864" fmla="*/ 1378287 w 7869956"/>
              <a:gd name="connsiteY7864" fmla="*/ 975397 h 3717758"/>
              <a:gd name="connsiteX7865" fmla="*/ 1332247 w 7869956"/>
              <a:gd name="connsiteY7865" fmla="*/ 977052 h 3717758"/>
              <a:gd name="connsiteX7866" fmla="*/ 1337721 w 7869956"/>
              <a:gd name="connsiteY7866" fmla="*/ 959088 h 3717758"/>
              <a:gd name="connsiteX7867" fmla="*/ 1330703 w 7869956"/>
              <a:gd name="connsiteY7867" fmla="*/ 974300 h 3717758"/>
              <a:gd name="connsiteX7868" fmla="*/ 1276532 w 7869956"/>
              <a:gd name="connsiteY7868" fmla="*/ 972738 h 3717758"/>
              <a:gd name="connsiteX7869" fmla="*/ 1264969 w 7869956"/>
              <a:gd name="connsiteY7869" fmla="*/ 974439 h 3717758"/>
              <a:gd name="connsiteX7870" fmla="*/ 1263716 w 7869956"/>
              <a:gd name="connsiteY7870" fmla="*/ 961205 h 3717758"/>
              <a:gd name="connsiteX7871" fmla="*/ 1240464 w 7869956"/>
              <a:gd name="connsiteY7871" fmla="*/ 969909 h 3717758"/>
              <a:gd name="connsiteX7872" fmla="*/ 1220939 w 7869956"/>
              <a:gd name="connsiteY7872" fmla="*/ 963168 h 3717758"/>
              <a:gd name="connsiteX7873" fmla="*/ 1152886 w 7869956"/>
              <a:gd name="connsiteY7873" fmla="*/ 931617 h 3717758"/>
              <a:gd name="connsiteX7874" fmla="*/ 1088745 w 7869956"/>
              <a:gd name="connsiteY7874" fmla="*/ 934491 h 3717758"/>
              <a:gd name="connsiteX7875" fmla="*/ 1077490 w 7869956"/>
              <a:gd name="connsiteY7875" fmla="*/ 925741 h 3717758"/>
              <a:gd name="connsiteX7876" fmla="*/ 1123698 w 7869956"/>
              <a:gd name="connsiteY7876" fmla="*/ 918815 h 3717758"/>
              <a:gd name="connsiteX7877" fmla="*/ 1125864 w 7869956"/>
              <a:gd name="connsiteY7877" fmla="*/ 900605 h 3717758"/>
              <a:gd name="connsiteX7878" fmla="*/ 1110883 w 7869956"/>
              <a:gd name="connsiteY7878" fmla="*/ 907344 h 3717758"/>
              <a:gd name="connsiteX7879" fmla="*/ 1109970 w 7869956"/>
              <a:gd name="connsiteY7879" fmla="*/ 883629 h 3717758"/>
              <a:gd name="connsiteX7880" fmla="*/ 1096227 w 7869956"/>
              <a:gd name="connsiteY7880" fmla="*/ 903588 h 3717758"/>
              <a:gd name="connsiteX7881" fmla="*/ 1076733 w 7869956"/>
              <a:gd name="connsiteY7881" fmla="*/ 896817 h 3717758"/>
              <a:gd name="connsiteX7882" fmla="*/ 1072652 w 7869956"/>
              <a:gd name="connsiteY7882" fmla="*/ 922773 h 3717758"/>
              <a:gd name="connsiteX7883" fmla="*/ 1047978 w 7869956"/>
              <a:gd name="connsiteY7883" fmla="*/ 923483 h 3717758"/>
              <a:gd name="connsiteX7884" fmla="*/ 1045195 w 7869956"/>
              <a:gd name="connsiteY7884" fmla="*/ 907530 h 3717758"/>
              <a:gd name="connsiteX7885" fmla="*/ 1011014 w 7869956"/>
              <a:gd name="connsiteY7885" fmla="*/ 896987 h 3717758"/>
              <a:gd name="connsiteX7886" fmla="*/ 1035672 w 7869956"/>
              <a:gd name="connsiteY7886" fmla="*/ 896244 h 3717758"/>
              <a:gd name="connsiteX7887" fmla="*/ 1028190 w 7869956"/>
              <a:gd name="connsiteY7887" fmla="*/ 872034 h 3717758"/>
              <a:gd name="connsiteX7888" fmla="*/ 1017879 w 7869956"/>
              <a:gd name="connsiteY7888" fmla="*/ 887046 h 3717758"/>
              <a:gd name="connsiteX7889" fmla="*/ 975720 w 7869956"/>
              <a:gd name="connsiteY7889" fmla="*/ 868016 h 3717758"/>
              <a:gd name="connsiteX7890" fmla="*/ 972922 w 7869956"/>
              <a:gd name="connsiteY7890" fmla="*/ 852014 h 3717758"/>
              <a:gd name="connsiteX7891" fmla="*/ 967928 w 7869956"/>
              <a:gd name="connsiteY7891" fmla="*/ 854272 h 3717758"/>
              <a:gd name="connsiteX7892" fmla="*/ 968686 w 7869956"/>
              <a:gd name="connsiteY7892" fmla="*/ 883227 h 3717758"/>
              <a:gd name="connsiteX7893" fmla="*/ 954030 w 7869956"/>
              <a:gd name="connsiteY7893" fmla="*/ 879424 h 3717758"/>
              <a:gd name="connsiteX7894" fmla="*/ 963367 w 7869956"/>
              <a:gd name="connsiteY7894" fmla="*/ 895919 h 3717758"/>
              <a:gd name="connsiteX7895" fmla="*/ 945573 w 7869956"/>
              <a:gd name="connsiteY7895" fmla="*/ 886643 h 3717758"/>
              <a:gd name="connsiteX7896" fmla="*/ 956055 w 7869956"/>
              <a:gd name="connsiteY7896" fmla="*/ 866454 h 3717758"/>
              <a:gd name="connsiteX7897" fmla="*/ 938091 w 7869956"/>
              <a:gd name="connsiteY7897" fmla="*/ 862419 h 3717758"/>
              <a:gd name="connsiteX7898" fmla="*/ 938740 w 7869956"/>
              <a:gd name="connsiteY7898" fmla="*/ 841487 h 3717758"/>
              <a:gd name="connsiteX7899" fmla="*/ 950767 w 7869956"/>
              <a:gd name="connsiteY7899" fmla="*/ 824018 h 3717758"/>
              <a:gd name="connsiteX7900" fmla="*/ 937333 w 7869956"/>
              <a:gd name="connsiteY7900" fmla="*/ 833432 h 3717758"/>
              <a:gd name="connsiteX7901" fmla="*/ 934689 w 7869956"/>
              <a:gd name="connsiteY7901" fmla="*/ 812269 h 3717758"/>
              <a:gd name="connsiteX7902" fmla="*/ 925925 w 7869956"/>
              <a:gd name="connsiteY7902" fmla="*/ 829953 h 3717758"/>
              <a:gd name="connsiteX7903" fmla="*/ 932201 w 7869956"/>
              <a:gd name="connsiteY7903" fmla="*/ 840946 h 3717758"/>
              <a:gd name="connsiteX7904" fmla="*/ 937164 w 7869956"/>
              <a:gd name="connsiteY7904" fmla="*/ 838734 h 3717758"/>
              <a:gd name="connsiteX7905" fmla="*/ 931877 w 7869956"/>
              <a:gd name="connsiteY7905" fmla="*/ 851443 h 3717758"/>
              <a:gd name="connsiteX7906" fmla="*/ 922662 w 7869956"/>
              <a:gd name="connsiteY7906" fmla="*/ 829676 h 3717758"/>
              <a:gd name="connsiteX7907" fmla="*/ 914237 w 7869956"/>
              <a:gd name="connsiteY7907" fmla="*/ 836957 h 3717758"/>
              <a:gd name="connsiteX7908" fmla="*/ 920483 w 7869956"/>
              <a:gd name="connsiteY7908" fmla="*/ 847917 h 3717758"/>
              <a:gd name="connsiteX7909" fmla="*/ 886301 w 7869956"/>
              <a:gd name="connsiteY7909" fmla="*/ 837374 h 3717758"/>
              <a:gd name="connsiteX7910" fmla="*/ 919725 w 7869956"/>
              <a:gd name="connsiteY7910" fmla="*/ 818946 h 3717758"/>
              <a:gd name="connsiteX7911" fmla="*/ 918303 w 7869956"/>
              <a:gd name="connsiteY7911" fmla="*/ 811032 h 3717758"/>
              <a:gd name="connsiteX7912" fmla="*/ 876949 w 7869956"/>
              <a:gd name="connsiteY7912" fmla="*/ 820879 h 3717758"/>
              <a:gd name="connsiteX7913" fmla="*/ 875696 w 7869956"/>
              <a:gd name="connsiteY7913" fmla="*/ 807677 h 3717758"/>
              <a:gd name="connsiteX7914" fmla="*/ 870671 w 7869956"/>
              <a:gd name="connsiteY7914" fmla="*/ 809933 h 3717758"/>
              <a:gd name="connsiteX7915" fmla="*/ 870363 w 7869956"/>
              <a:gd name="connsiteY7915" fmla="*/ 820431 h 3717758"/>
              <a:gd name="connsiteX7916" fmla="*/ 852569 w 7869956"/>
              <a:gd name="connsiteY7916" fmla="*/ 811139 h 3717758"/>
              <a:gd name="connsiteX7917" fmla="*/ 817753 w 7869956"/>
              <a:gd name="connsiteY7917" fmla="*/ 821590 h 3717758"/>
              <a:gd name="connsiteX7918" fmla="*/ 846324 w 7869956"/>
              <a:gd name="connsiteY7918" fmla="*/ 800164 h 3717758"/>
              <a:gd name="connsiteX7919" fmla="*/ 811833 w 7869956"/>
              <a:gd name="connsiteY7919" fmla="*/ 800117 h 3717758"/>
              <a:gd name="connsiteX7920" fmla="*/ 811013 w 7869956"/>
              <a:gd name="connsiteY7920" fmla="*/ 826321 h 3717758"/>
              <a:gd name="connsiteX7921" fmla="*/ 802912 w 7869956"/>
              <a:gd name="connsiteY7921" fmla="*/ 823058 h 3717758"/>
              <a:gd name="connsiteX7922" fmla="*/ 808695 w 7869956"/>
              <a:gd name="connsiteY7922" fmla="*/ 794629 h 3717758"/>
              <a:gd name="connsiteX7923" fmla="*/ 792447 w 7869956"/>
              <a:gd name="connsiteY7923" fmla="*/ 788088 h 3717758"/>
              <a:gd name="connsiteX7924" fmla="*/ 742992 w 7869956"/>
              <a:gd name="connsiteY7924" fmla="*/ 794784 h 3717758"/>
              <a:gd name="connsiteX7925" fmla="*/ 763444 w 7869956"/>
              <a:gd name="connsiteY7925" fmla="*/ 770094 h 3717758"/>
              <a:gd name="connsiteX7926" fmla="*/ 727687 w 7869956"/>
              <a:gd name="connsiteY7926" fmla="*/ 756861 h 3717758"/>
              <a:gd name="connsiteX7927" fmla="*/ 698035 w 7869956"/>
              <a:gd name="connsiteY7927" fmla="*/ 759768 h 3717758"/>
              <a:gd name="connsiteX7928" fmla="*/ 689286 w 7869956"/>
              <a:gd name="connsiteY7928" fmla="*/ 777515 h 3717758"/>
              <a:gd name="connsiteX7929" fmla="*/ 682884 w 7869956"/>
              <a:gd name="connsiteY7929" fmla="*/ 771733 h 3717758"/>
              <a:gd name="connsiteX7930" fmla="*/ 680828 w 7869956"/>
              <a:gd name="connsiteY7930" fmla="*/ 784688 h 3717758"/>
              <a:gd name="connsiteX7931" fmla="*/ 689934 w 7869956"/>
              <a:gd name="connsiteY7931" fmla="*/ 761917 h 3717758"/>
              <a:gd name="connsiteX7932" fmla="*/ 687120 w 7869956"/>
              <a:gd name="connsiteY7932" fmla="*/ 745915 h 3717758"/>
              <a:gd name="connsiteX7933" fmla="*/ 675572 w 7869956"/>
              <a:gd name="connsiteY7933" fmla="*/ 747677 h 3717758"/>
              <a:gd name="connsiteX7934" fmla="*/ 695562 w 7869956"/>
              <a:gd name="connsiteY7934" fmla="*/ 738726 h 3717758"/>
              <a:gd name="connsiteX7935" fmla="*/ 694171 w 7869956"/>
              <a:gd name="connsiteY7935" fmla="*/ 730719 h 3717758"/>
              <a:gd name="connsiteX7936" fmla="*/ 681230 w 7869956"/>
              <a:gd name="connsiteY7936" fmla="*/ 724427 h 3717758"/>
              <a:gd name="connsiteX7937" fmla="*/ 715720 w 7869956"/>
              <a:gd name="connsiteY7937" fmla="*/ 724504 h 3717758"/>
              <a:gd name="connsiteX7938" fmla="*/ 712938 w 7869956"/>
              <a:gd name="connsiteY7938" fmla="*/ 708535 h 3717758"/>
              <a:gd name="connsiteX7939" fmla="*/ 725723 w 7869956"/>
              <a:gd name="connsiteY7939" fmla="*/ 720037 h 3717758"/>
              <a:gd name="connsiteX7940" fmla="*/ 722136 w 7869956"/>
              <a:gd name="connsiteY7940" fmla="*/ 730224 h 3717758"/>
              <a:gd name="connsiteX7941" fmla="*/ 740734 w 7869956"/>
              <a:gd name="connsiteY7941" fmla="*/ 713327 h 3717758"/>
              <a:gd name="connsiteX7942" fmla="*/ 751803 w 7869956"/>
              <a:gd name="connsiteY7942" fmla="*/ 727271 h 3717758"/>
              <a:gd name="connsiteX7943" fmla="*/ 735262 w 7869956"/>
              <a:gd name="connsiteY7943" fmla="*/ 731275 h 3717758"/>
              <a:gd name="connsiteX7944" fmla="*/ 755854 w 7869956"/>
              <a:gd name="connsiteY7944" fmla="*/ 756489 h 3717758"/>
              <a:gd name="connsiteX7945" fmla="*/ 762563 w 7869956"/>
              <a:gd name="connsiteY7945" fmla="*/ 751760 h 3717758"/>
              <a:gd name="connsiteX7946" fmla="*/ 756334 w 7869956"/>
              <a:gd name="connsiteY7946" fmla="*/ 740752 h 3717758"/>
              <a:gd name="connsiteX7947" fmla="*/ 758388 w 7869956"/>
              <a:gd name="connsiteY7947" fmla="*/ 727811 h 3717758"/>
              <a:gd name="connsiteX7948" fmla="*/ 775101 w 7869956"/>
              <a:gd name="connsiteY7948" fmla="*/ 718552 h 3717758"/>
              <a:gd name="connsiteX7949" fmla="*/ 767278 w 7869956"/>
              <a:gd name="connsiteY7949" fmla="*/ 704824 h 3717758"/>
              <a:gd name="connsiteX7950" fmla="*/ 796451 w 7869956"/>
              <a:gd name="connsiteY7950" fmla="*/ 717625 h 3717758"/>
              <a:gd name="connsiteX7951" fmla="*/ 784763 w 7869956"/>
              <a:gd name="connsiteY7951" fmla="*/ 724551 h 3717758"/>
              <a:gd name="connsiteX7952" fmla="*/ 820490 w 7869956"/>
              <a:gd name="connsiteY7952" fmla="*/ 737831 h 3717758"/>
              <a:gd name="connsiteX7953" fmla="*/ 819238 w 7869956"/>
              <a:gd name="connsiteY7953" fmla="*/ 724644 h 3717758"/>
              <a:gd name="connsiteX7954" fmla="*/ 835935 w 7869956"/>
              <a:gd name="connsiteY7954" fmla="*/ 715382 h 3717758"/>
              <a:gd name="connsiteX7955" fmla="*/ 883396 w 7869956"/>
              <a:gd name="connsiteY7955" fmla="*/ 721706 h 3717758"/>
              <a:gd name="connsiteX7956" fmla="*/ 874800 w 7869956"/>
              <a:gd name="connsiteY7956" fmla="*/ 734182 h 3717758"/>
              <a:gd name="connsiteX7957" fmla="*/ 894634 w 7869956"/>
              <a:gd name="connsiteY7957" fmla="*/ 730471 h 3717758"/>
              <a:gd name="connsiteX7958" fmla="*/ 894156 w 7869956"/>
              <a:gd name="connsiteY7958" fmla="*/ 746163 h 3717758"/>
              <a:gd name="connsiteX7959" fmla="*/ 901002 w 7869956"/>
              <a:gd name="connsiteY7959" fmla="*/ 736238 h 3717758"/>
              <a:gd name="connsiteX7960" fmla="*/ 934289 w 7869956"/>
              <a:gd name="connsiteY7960" fmla="*/ 723035 h 3717758"/>
              <a:gd name="connsiteX7961" fmla="*/ 960848 w 7869956"/>
              <a:gd name="connsiteY7961" fmla="*/ 714579 h 3717758"/>
              <a:gd name="connsiteX7962" fmla="*/ 950984 w 7869956"/>
              <a:gd name="connsiteY7962" fmla="*/ 713837 h 3717758"/>
              <a:gd name="connsiteX7963" fmla="*/ 953025 w 7869956"/>
              <a:gd name="connsiteY7963" fmla="*/ 700851 h 3717758"/>
              <a:gd name="connsiteX7964" fmla="*/ 968949 w 7869956"/>
              <a:gd name="connsiteY7964" fmla="*/ 717872 h 3717758"/>
              <a:gd name="connsiteX7965" fmla="*/ 953628 w 7869956"/>
              <a:gd name="connsiteY7965" fmla="*/ 735063 h 3717758"/>
              <a:gd name="connsiteX7966" fmla="*/ 993144 w 7869956"/>
              <a:gd name="connsiteY7966" fmla="*/ 732853 h 3717758"/>
              <a:gd name="connsiteX7967" fmla="*/ 1004227 w 7869956"/>
              <a:gd name="connsiteY7967" fmla="*/ 746843 h 3717758"/>
              <a:gd name="connsiteX7968" fmla="*/ 1025577 w 7869956"/>
              <a:gd name="connsiteY7968" fmla="*/ 745869 h 3717758"/>
              <a:gd name="connsiteX7969" fmla="*/ 1037634 w 7869956"/>
              <a:gd name="connsiteY7969" fmla="*/ 728401 h 3717758"/>
              <a:gd name="connsiteX7970" fmla="*/ 1038578 w 7869956"/>
              <a:gd name="connsiteY7970" fmla="*/ 752115 h 3717758"/>
              <a:gd name="connsiteX7971" fmla="*/ 1061659 w 7869956"/>
              <a:gd name="connsiteY7971" fmla="*/ 748668 h 3717758"/>
              <a:gd name="connsiteX7972" fmla="*/ 1060408 w 7869956"/>
              <a:gd name="connsiteY7972" fmla="*/ 735450 h 3717758"/>
              <a:gd name="connsiteX7973" fmla="*/ 1074754 w 7869956"/>
              <a:gd name="connsiteY7973" fmla="*/ 749672 h 3717758"/>
              <a:gd name="connsiteX7974" fmla="*/ 1115984 w 7869956"/>
              <a:gd name="connsiteY7974" fmla="*/ 745019 h 3717758"/>
              <a:gd name="connsiteX7975" fmla="*/ 1122879 w 7869956"/>
              <a:gd name="connsiteY7975" fmla="*/ 735033 h 3717758"/>
              <a:gd name="connsiteX7976" fmla="*/ 1120637 w 7869956"/>
              <a:gd name="connsiteY7976" fmla="*/ 753243 h 3717758"/>
              <a:gd name="connsiteX7977" fmla="*/ 1155468 w 7869956"/>
              <a:gd name="connsiteY7977" fmla="*/ 742839 h 3717758"/>
              <a:gd name="connsiteX7978" fmla="*/ 1144228 w 7869956"/>
              <a:gd name="connsiteY7978" fmla="*/ 734073 h 3717758"/>
              <a:gd name="connsiteX7979" fmla="*/ 1172010 w 7869956"/>
              <a:gd name="connsiteY7979" fmla="*/ 738881 h 3717758"/>
              <a:gd name="connsiteX7980" fmla="*/ 1162038 w 7869956"/>
              <a:gd name="connsiteY7980" fmla="*/ 743349 h 3717758"/>
              <a:gd name="connsiteX7981" fmla="*/ 1185120 w 7869956"/>
              <a:gd name="connsiteY7981" fmla="*/ 739840 h 3717758"/>
              <a:gd name="connsiteX7982" fmla="*/ 1178889 w 7869956"/>
              <a:gd name="connsiteY7982" fmla="*/ 728911 h 3717758"/>
              <a:gd name="connsiteX7983" fmla="*/ 1188382 w 7869956"/>
              <a:gd name="connsiteY7983" fmla="*/ 740134 h 3717758"/>
              <a:gd name="connsiteX7984" fmla="*/ 1203531 w 7869956"/>
              <a:gd name="connsiteY7984" fmla="*/ 728169 h 3717758"/>
              <a:gd name="connsiteX7985" fmla="*/ 1190901 w 7869956"/>
              <a:gd name="connsiteY7985" fmla="*/ 711456 h 3717758"/>
              <a:gd name="connsiteX7986" fmla="*/ 1180744 w 7869956"/>
              <a:gd name="connsiteY7986" fmla="*/ 721196 h 3717758"/>
              <a:gd name="connsiteX7987" fmla="*/ 1127223 w 7869956"/>
              <a:gd name="connsiteY7987" fmla="*/ 698640 h 3717758"/>
              <a:gd name="connsiteX7988" fmla="*/ 1097556 w 7869956"/>
              <a:gd name="connsiteY7988" fmla="*/ 701609 h 3717758"/>
              <a:gd name="connsiteX7989" fmla="*/ 1045273 w 7869956"/>
              <a:gd name="connsiteY7989" fmla="*/ 692255 h 3717758"/>
              <a:gd name="connsiteX7990" fmla="*/ 1044190 w 7869956"/>
              <a:gd name="connsiteY7990" fmla="*/ 673796 h 3717758"/>
              <a:gd name="connsiteX7991" fmla="*/ 1031065 w 7869956"/>
              <a:gd name="connsiteY7991" fmla="*/ 672808 h 3717758"/>
              <a:gd name="connsiteX7992" fmla="*/ 1025299 w 7869956"/>
              <a:gd name="connsiteY7992" fmla="*/ 646078 h 3717758"/>
              <a:gd name="connsiteX7993" fmla="*/ 1014832 w 7869956"/>
              <a:gd name="connsiteY7993" fmla="*/ 666299 h 3717758"/>
              <a:gd name="connsiteX7994" fmla="*/ 998909 w 7869956"/>
              <a:gd name="connsiteY7994" fmla="*/ 649293 h 3717758"/>
              <a:gd name="connsiteX7995" fmla="*/ 988751 w 7869956"/>
              <a:gd name="connsiteY7995" fmla="*/ 659017 h 3717758"/>
              <a:gd name="connsiteX7996" fmla="*/ 997672 w 7869956"/>
              <a:gd name="connsiteY7996" fmla="*/ 636044 h 3717758"/>
              <a:gd name="connsiteX7997" fmla="*/ 981456 w 7869956"/>
              <a:gd name="connsiteY7997" fmla="*/ 629597 h 3717758"/>
              <a:gd name="connsiteX7998" fmla="*/ 969722 w 7869956"/>
              <a:gd name="connsiteY7998" fmla="*/ 636539 h 3717758"/>
              <a:gd name="connsiteX7999" fmla="*/ 964111 w 7869956"/>
              <a:gd name="connsiteY7999" fmla="*/ 659728 h 3717758"/>
              <a:gd name="connsiteX8000" fmla="*/ 963028 w 7869956"/>
              <a:gd name="connsiteY8000" fmla="*/ 641240 h 3717758"/>
              <a:gd name="connsiteX8001" fmla="*/ 935232 w 7869956"/>
              <a:gd name="connsiteY8001" fmla="*/ 636462 h 3717758"/>
              <a:gd name="connsiteX8002" fmla="*/ 944136 w 7869956"/>
              <a:gd name="connsiteY8002" fmla="*/ 613505 h 3717758"/>
              <a:gd name="connsiteX8003" fmla="*/ 954308 w 7869956"/>
              <a:gd name="connsiteY8003" fmla="*/ 603812 h 3717758"/>
              <a:gd name="connsiteX8004" fmla="*/ 972256 w 7869956"/>
              <a:gd name="connsiteY8004" fmla="*/ 607847 h 3717758"/>
              <a:gd name="connsiteX8005" fmla="*/ 963677 w 7869956"/>
              <a:gd name="connsiteY8005" fmla="*/ 620322 h 3717758"/>
              <a:gd name="connsiteX8006" fmla="*/ 981918 w 7869956"/>
              <a:gd name="connsiteY8006" fmla="*/ 613860 h 3717758"/>
              <a:gd name="connsiteX8007" fmla="*/ 1014060 w 7869956"/>
              <a:gd name="connsiteY8007" fmla="*/ 637343 h 3717758"/>
              <a:gd name="connsiteX8008" fmla="*/ 1019393 w 7869956"/>
              <a:gd name="connsiteY8008" fmla="*/ 624681 h 3717758"/>
              <a:gd name="connsiteX8009" fmla="*/ 1025948 w 7869956"/>
              <a:gd name="connsiteY8009" fmla="*/ 625145 h 3717758"/>
              <a:gd name="connsiteX8010" fmla="*/ 1025468 w 7869956"/>
              <a:gd name="connsiteY8010" fmla="*/ 640868 h 3717758"/>
              <a:gd name="connsiteX8011" fmla="*/ 1037326 w 7869956"/>
              <a:gd name="connsiteY8011" fmla="*/ 628671 h 3717758"/>
              <a:gd name="connsiteX8012" fmla="*/ 1043402 w 7869956"/>
              <a:gd name="connsiteY8012" fmla="*/ 644918 h 3717758"/>
              <a:gd name="connsiteX8013" fmla="*/ 1069465 w 7869956"/>
              <a:gd name="connsiteY8013" fmla="*/ 652200 h 3717758"/>
              <a:gd name="connsiteX8014" fmla="*/ 1073223 w 7869956"/>
              <a:gd name="connsiteY8014" fmla="*/ 636709 h 3717758"/>
              <a:gd name="connsiteX8015" fmla="*/ 1079933 w 7869956"/>
              <a:gd name="connsiteY8015" fmla="*/ 631964 h 3717758"/>
              <a:gd name="connsiteX8016" fmla="*/ 1094450 w 7869956"/>
              <a:gd name="connsiteY8016" fmla="*/ 641008 h 3717758"/>
              <a:gd name="connsiteX8017" fmla="*/ 1141741 w 7869956"/>
              <a:gd name="connsiteY8017" fmla="*/ 652540 h 3717758"/>
              <a:gd name="connsiteX8018" fmla="*/ 1152531 w 7869956"/>
              <a:gd name="connsiteY8018" fmla="*/ 621869 h 3717758"/>
              <a:gd name="connsiteX8019" fmla="*/ 1143951 w 7869956"/>
              <a:gd name="connsiteY8019" fmla="*/ 634298 h 3717758"/>
              <a:gd name="connsiteX8020" fmla="*/ 1141153 w 7869956"/>
              <a:gd name="connsiteY8020" fmla="*/ 618343 h 3717758"/>
              <a:gd name="connsiteX8021" fmla="*/ 1066205 w 7869956"/>
              <a:gd name="connsiteY8021" fmla="*/ 596792 h 3717758"/>
              <a:gd name="connsiteX8022" fmla="*/ 1081201 w 7869956"/>
              <a:gd name="connsiteY8022" fmla="*/ 590052 h 3717758"/>
              <a:gd name="connsiteX8023" fmla="*/ 1080103 w 7869956"/>
              <a:gd name="connsiteY8023" fmla="*/ 571578 h 3717758"/>
              <a:gd name="connsiteX8024" fmla="*/ 1083086 w 7869956"/>
              <a:gd name="connsiteY8024" fmla="*/ 582292 h 3717758"/>
              <a:gd name="connsiteX8025" fmla="*/ 1103216 w 7869956"/>
              <a:gd name="connsiteY8025" fmla="*/ 568115 h 3717758"/>
              <a:gd name="connsiteX8026" fmla="*/ 1096041 w 7869956"/>
              <a:gd name="connsiteY8026" fmla="*/ 588599 h 3717758"/>
              <a:gd name="connsiteX8027" fmla="*/ 1088065 w 7869956"/>
              <a:gd name="connsiteY8027" fmla="*/ 580051 h 3717758"/>
              <a:gd name="connsiteX8028" fmla="*/ 1087415 w 7869956"/>
              <a:gd name="connsiteY8028" fmla="*/ 601028 h 3717758"/>
              <a:gd name="connsiteX8029" fmla="*/ 1104128 w 7869956"/>
              <a:gd name="connsiteY8029" fmla="*/ 591769 h 3717758"/>
              <a:gd name="connsiteX8030" fmla="*/ 1112878 w 7869956"/>
              <a:gd name="connsiteY8030" fmla="*/ 574097 h 3717758"/>
              <a:gd name="connsiteX8031" fmla="*/ 1175010 w 7869956"/>
              <a:gd name="connsiteY8031" fmla="*/ 584162 h 3717758"/>
              <a:gd name="connsiteX8032" fmla="*/ 1177204 w 7869956"/>
              <a:gd name="connsiteY8032" fmla="*/ 565982 h 3717758"/>
              <a:gd name="connsiteX8033" fmla="*/ 1199527 w 7869956"/>
              <a:gd name="connsiteY8033" fmla="*/ 588692 h 3717758"/>
              <a:gd name="connsiteX8034" fmla="*/ 1186094 w 7869956"/>
              <a:gd name="connsiteY8034" fmla="*/ 598138 h 3717758"/>
              <a:gd name="connsiteX8035" fmla="*/ 1186418 w 7869956"/>
              <a:gd name="connsiteY8035" fmla="*/ 587687 h 3717758"/>
              <a:gd name="connsiteX8036" fmla="*/ 1174375 w 7869956"/>
              <a:gd name="connsiteY8036" fmla="*/ 605111 h 3717758"/>
              <a:gd name="connsiteX8037" fmla="*/ 1206237 w 7869956"/>
              <a:gd name="connsiteY8037" fmla="*/ 583960 h 3717758"/>
              <a:gd name="connsiteX8038" fmla="*/ 1224201 w 7869956"/>
              <a:gd name="connsiteY8038" fmla="*/ 587995 h 3717758"/>
              <a:gd name="connsiteX8039" fmla="*/ 1213735 w 7869956"/>
              <a:gd name="connsiteY8039" fmla="*/ 608155 h 3717758"/>
              <a:gd name="connsiteX8040" fmla="*/ 1231977 w 7869956"/>
              <a:gd name="connsiteY8040" fmla="*/ 601725 h 3717758"/>
              <a:gd name="connsiteX8041" fmla="*/ 1257286 w 7869956"/>
              <a:gd name="connsiteY8041" fmla="*/ 580065 h 3717758"/>
              <a:gd name="connsiteX8042" fmla="*/ 1255244 w 7869956"/>
              <a:gd name="connsiteY8042" fmla="*/ 593004 h 3717758"/>
              <a:gd name="connsiteX8043" fmla="*/ 1268524 w 7869956"/>
              <a:gd name="connsiteY8043" fmla="*/ 588815 h 3717758"/>
              <a:gd name="connsiteX8044" fmla="*/ 1279593 w 7869956"/>
              <a:gd name="connsiteY8044" fmla="*/ 602760 h 3717758"/>
              <a:gd name="connsiteX8045" fmla="*/ 1293336 w 7869956"/>
              <a:gd name="connsiteY8045" fmla="*/ 582832 h 3717758"/>
              <a:gd name="connsiteX8046" fmla="*/ 1301129 w 7869956"/>
              <a:gd name="connsiteY8046" fmla="*/ 596607 h 3717758"/>
              <a:gd name="connsiteX8047" fmla="*/ 1314563 w 7869956"/>
              <a:gd name="connsiteY8047" fmla="*/ 587114 h 3717758"/>
              <a:gd name="connsiteX8048" fmla="*/ 1312537 w 7869956"/>
              <a:gd name="connsiteY8048" fmla="*/ 600085 h 3717758"/>
              <a:gd name="connsiteX8049" fmla="*/ 1317840 w 7869956"/>
              <a:gd name="connsiteY8049" fmla="*/ 587362 h 3717758"/>
              <a:gd name="connsiteX8050" fmla="*/ 1325817 w 7869956"/>
              <a:gd name="connsiteY8050" fmla="*/ 595880 h 3717758"/>
              <a:gd name="connsiteX8051" fmla="*/ 1317221 w 7869956"/>
              <a:gd name="connsiteY8051" fmla="*/ 608356 h 3717758"/>
              <a:gd name="connsiteX8052" fmla="*/ 1334273 w 7869956"/>
              <a:gd name="connsiteY8052" fmla="*/ 588691 h 3717758"/>
              <a:gd name="connsiteX8053" fmla="*/ 1350474 w 7869956"/>
              <a:gd name="connsiteY8053" fmla="*/ 595154 h 3717758"/>
              <a:gd name="connsiteX8054" fmla="*/ 1355004 w 7869956"/>
              <a:gd name="connsiteY8054" fmla="*/ 608650 h 3717758"/>
              <a:gd name="connsiteX8055" fmla="*/ 1407769 w 7869956"/>
              <a:gd name="connsiteY8055" fmla="*/ 602281 h 3717758"/>
              <a:gd name="connsiteX8056" fmla="*/ 1412113 w 7869956"/>
              <a:gd name="connsiteY8056" fmla="*/ 620971 h 3717758"/>
              <a:gd name="connsiteX8057" fmla="*/ 1435224 w 7869956"/>
              <a:gd name="connsiteY8057" fmla="*/ 617509 h 3717758"/>
              <a:gd name="connsiteX8058" fmla="*/ 1451936 w 7869956"/>
              <a:gd name="connsiteY8058" fmla="*/ 608279 h 3717758"/>
              <a:gd name="connsiteX8059" fmla="*/ 1454905 w 7869956"/>
              <a:gd name="connsiteY8059" fmla="*/ 619039 h 3717758"/>
              <a:gd name="connsiteX8060" fmla="*/ 1484557 w 7869956"/>
              <a:gd name="connsiteY8060" fmla="*/ 616071 h 3717758"/>
              <a:gd name="connsiteX8061" fmla="*/ 1510018 w 7869956"/>
              <a:gd name="connsiteY8061" fmla="*/ 589187 h 3717758"/>
              <a:gd name="connsiteX8062" fmla="*/ 1545452 w 7869956"/>
              <a:gd name="connsiteY8062" fmla="*/ 612932 h 3717758"/>
              <a:gd name="connsiteX8063" fmla="*/ 1560294 w 7869956"/>
              <a:gd name="connsiteY8063" fmla="*/ 611449 h 3717758"/>
              <a:gd name="connsiteX8064" fmla="*/ 1553397 w 7869956"/>
              <a:gd name="connsiteY8064" fmla="*/ 621420 h 3717758"/>
              <a:gd name="connsiteX8065" fmla="*/ 1575103 w 7869956"/>
              <a:gd name="connsiteY8065" fmla="*/ 609963 h 3717758"/>
              <a:gd name="connsiteX8066" fmla="*/ 1562132 w 7869956"/>
              <a:gd name="connsiteY8066" fmla="*/ 603734 h 3717758"/>
              <a:gd name="connsiteX8067" fmla="*/ 1596159 w 7869956"/>
              <a:gd name="connsiteY8067" fmla="*/ 619502 h 3717758"/>
              <a:gd name="connsiteX8068" fmla="*/ 1599915 w 7869956"/>
              <a:gd name="connsiteY8068" fmla="*/ 604042 h 3717758"/>
              <a:gd name="connsiteX8069" fmla="*/ 1614587 w 7869956"/>
              <a:gd name="connsiteY8069" fmla="*/ 607847 h 3717758"/>
              <a:gd name="connsiteX8070" fmla="*/ 1606966 w 7869956"/>
              <a:gd name="connsiteY8070" fmla="*/ 588831 h 3717758"/>
              <a:gd name="connsiteX8071" fmla="*/ 1587440 w 7869956"/>
              <a:gd name="connsiteY8071" fmla="*/ 582060 h 3717758"/>
              <a:gd name="connsiteX8072" fmla="*/ 1605558 w 7869956"/>
              <a:gd name="connsiteY8072" fmla="*/ 580838 h 3717758"/>
              <a:gd name="connsiteX8073" fmla="*/ 1621311 w 7869956"/>
              <a:gd name="connsiteY8073" fmla="*/ 603085 h 3717758"/>
              <a:gd name="connsiteX8074" fmla="*/ 1628500 w 7869956"/>
              <a:gd name="connsiteY8074" fmla="*/ 582631 h 3717758"/>
              <a:gd name="connsiteX8075" fmla="*/ 1631623 w 7869956"/>
              <a:gd name="connsiteY8075" fmla="*/ 588151 h 3717758"/>
              <a:gd name="connsiteX8076" fmla="*/ 1634885 w 7869956"/>
              <a:gd name="connsiteY8076" fmla="*/ 588398 h 3717758"/>
              <a:gd name="connsiteX8077" fmla="*/ 1625996 w 7869956"/>
              <a:gd name="connsiteY8077" fmla="*/ 611325 h 3717758"/>
              <a:gd name="connsiteX8078" fmla="*/ 1628809 w 7869956"/>
              <a:gd name="connsiteY8078" fmla="*/ 627294 h 3717758"/>
              <a:gd name="connsiteX8079" fmla="*/ 1645661 w 7869956"/>
              <a:gd name="connsiteY8079" fmla="*/ 612840 h 3717758"/>
              <a:gd name="connsiteX8080" fmla="*/ 1677213 w 7869956"/>
              <a:gd name="connsiteY8080" fmla="*/ 602142 h 3717758"/>
              <a:gd name="connsiteX8081" fmla="*/ 1676255 w 7869956"/>
              <a:gd name="connsiteY8081" fmla="*/ 633601 h 3717758"/>
              <a:gd name="connsiteX8082" fmla="*/ 1686891 w 7869956"/>
              <a:gd name="connsiteY8082" fmla="*/ 608155 h 3717758"/>
              <a:gd name="connsiteX8083" fmla="*/ 1708288 w 7869956"/>
              <a:gd name="connsiteY8083" fmla="*/ 607181 h 3717758"/>
              <a:gd name="connsiteX8084" fmla="*/ 1710745 w 7869956"/>
              <a:gd name="connsiteY8084" fmla="*/ 633694 h 3717758"/>
              <a:gd name="connsiteX8085" fmla="*/ 1722788 w 7869956"/>
              <a:gd name="connsiteY8085" fmla="*/ 616241 h 3717758"/>
              <a:gd name="connsiteX8086" fmla="*/ 1740243 w 7869956"/>
              <a:gd name="connsiteY8086" fmla="*/ 635968 h 3717758"/>
              <a:gd name="connsiteX8087" fmla="*/ 1743860 w 7869956"/>
              <a:gd name="connsiteY8087" fmla="*/ 625764 h 3717758"/>
              <a:gd name="connsiteX8088" fmla="*/ 1775381 w 7869956"/>
              <a:gd name="connsiteY8088" fmla="*/ 615050 h 3717758"/>
              <a:gd name="connsiteX8089" fmla="*/ 1791769 w 7869956"/>
              <a:gd name="connsiteY8089" fmla="*/ 616287 h 3717758"/>
              <a:gd name="connsiteX8090" fmla="*/ 1819396 w 7869956"/>
              <a:gd name="connsiteY8090" fmla="*/ 626321 h 3717758"/>
              <a:gd name="connsiteX8091" fmla="*/ 1826120 w 7869956"/>
              <a:gd name="connsiteY8091" fmla="*/ 621589 h 3717758"/>
              <a:gd name="connsiteX8092" fmla="*/ 1823137 w 7869956"/>
              <a:gd name="connsiteY8092" fmla="*/ 610861 h 3717758"/>
              <a:gd name="connsiteX8093" fmla="*/ 1839693 w 7869956"/>
              <a:gd name="connsiteY8093" fmla="*/ 606902 h 3717758"/>
              <a:gd name="connsiteX8094" fmla="*/ 1829382 w 7869956"/>
              <a:gd name="connsiteY8094" fmla="*/ 621899 h 3717758"/>
              <a:gd name="connsiteX8095" fmla="*/ 1866686 w 7869956"/>
              <a:gd name="connsiteY8095" fmla="*/ 637885 h 3717758"/>
              <a:gd name="connsiteX8096" fmla="*/ 1873858 w 7869956"/>
              <a:gd name="connsiteY8096" fmla="*/ 617416 h 3717758"/>
              <a:gd name="connsiteX8097" fmla="*/ 1857209 w 7869956"/>
              <a:gd name="connsiteY8097" fmla="*/ 626660 h 3717758"/>
              <a:gd name="connsiteX8098" fmla="*/ 1861398 w 7869956"/>
              <a:gd name="connsiteY8098" fmla="*/ 595432 h 3717758"/>
              <a:gd name="connsiteX8099" fmla="*/ 1880584 w 7869956"/>
              <a:gd name="connsiteY8099" fmla="*/ 612669 h 3717758"/>
              <a:gd name="connsiteX8100" fmla="*/ 1879810 w 7869956"/>
              <a:gd name="connsiteY8100" fmla="*/ 638904 h 3717758"/>
              <a:gd name="connsiteX8101" fmla="*/ 1883335 w 7869956"/>
              <a:gd name="connsiteY8101" fmla="*/ 629372 h 3717758"/>
              <a:gd name="connsiteX8102" fmla="*/ 1886731 w 7869956"/>
              <a:gd name="connsiteY8102" fmla="*/ 627384 h 3717758"/>
              <a:gd name="connsiteX8103" fmla="*/ 1886705 w 7869956"/>
              <a:gd name="connsiteY8103" fmla="*/ 627337 h 3717758"/>
              <a:gd name="connsiteX8104" fmla="*/ 1886764 w 7869956"/>
              <a:gd name="connsiteY8104" fmla="*/ 627365 h 3717758"/>
              <a:gd name="connsiteX8105" fmla="*/ 1888391 w 7869956"/>
              <a:gd name="connsiteY8105" fmla="*/ 626413 h 3717758"/>
              <a:gd name="connsiteX8106" fmla="*/ 1888136 w 7869956"/>
              <a:gd name="connsiteY8106" fmla="*/ 628031 h 3717758"/>
              <a:gd name="connsiteX8107" fmla="*/ 1899646 w 7869956"/>
              <a:gd name="connsiteY8107" fmla="*/ 633613 h 3717758"/>
              <a:gd name="connsiteX8108" fmla="*/ 1897867 w 7869956"/>
              <a:gd name="connsiteY8108" fmla="*/ 636070 h 3717758"/>
              <a:gd name="connsiteX8109" fmla="*/ 1907886 w 7869956"/>
              <a:gd name="connsiteY8109" fmla="*/ 633201 h 3717758"/>
              <a:gd name="connsiteX8110" fmla="*/ 1925235 w 7869956"/>
              <a:gd name="connsiteY8110" fmla="*/ 644069 h 3717758"/>
              <a:gd name="connsiteX8111" fmla="*/ 1925906 w 7869956"/>
              <a:gd name="connsiteY8111" fmla="*/ 644028 h 3717758"/>
              <a:gd name="connsiteX8112" fmla="*/ 1927003 w 7869956"/>
              <a:gd name="connsiteY8112" fmla="*/ 642967 h 3717758"/>
              <a:gd name="connsiteX8113" fmla="*/ 1938836 w 7869956"/>
              <a:gd name="connsiteY8113" fmla="*/ 641869 h 3717758"/>
              <a:gd name="connsiteX8114" fmla="*/ 1937268 w 7869956"/>
              <a:gd name="connsiteY8114" fmla="*/ 643561 h 3717758"/>
              <a:gd name="connsiteX8115" fmla="*/ 1946921 w 7869956"/>
              <a:gd name="connsiteY8115" fmla="*/ 646727 h 3717758"/>
              <a:gd name="connsiteX8116" fmla="*/ 1948946 w 7869956"/>
              <a:gd name="connsiteY8116" fmla="*/ 633741 h 3717758"/>
              <a:gd name="connsiteX8117" fmla="*/ 1954587 w 7869956"/>
              <a:gd name="connsiteY8117" fmla="*/ 637482 h 3717758"/>
              <a:gd name="connsiteX8118" fmla="*/ 1955850 w 7869956"/>
              <a:gd name="connsiteY8118" fmla="*/ 635912 h 3717758"/>
              <a:gd name="connsiteX8119" fmla="*/ 1957189 w 7869956"/>
              <a:gd name="connsiteY8119" fmla="*/ 635080 h 3717758"/>
              <a:gd name="connsiteX8120" fmla="*/ 1960510 w 7869956"/>
              <a:gd name="connsiteY8120" fmla="*/ 632009 h 3717758"/>
              <a:gd name="connsiteX8121" fmla="*/ 1960892 w 7869956"/>
              <a:gd name="connsiteY8121" fmla="*/ 632777 h 3717758"/>
              <a:gd name="connsiteX8122" fmla="*/ 1961402 w 7869956"/>
              <a:gd name="connsiteY8122" fmla="*/ 632461 h 3717758"/>
              <a:gd name="connsiteX8123" fmla="*/ 1968471 w 7869956"/>
              <a:gd name="connsiteY8123" fmla="*/ 639024 h 3717758"/>
              <a:gd name="connsiteX8124" fmla="*/ 1995000 w 7869956"/>
              <a:gd name="connsiteY8124" fmla="*/ 630567 h 3717758"/>
              <a:gd name="connsiteX8125" fmla="*/ 2004353 w 7869956"/>
              <a:gd name="connsiteY8125" fmla="*/ 647032 h 3717758"/>
              <a:gd name="connsiteX8126" fmla="*/ 1998974 w 7869956"/>
              <a:gd name="connsiteY8126" fmla="*/ 651049 h 3717758"/>
              <a:gd name="connsiteX8127" fmla="*/ 1998109 w 7869956"/>
              <a:gd name="connsiteY8127" fmla="*/ 654554 h 3717758"/>
              <a:gd name="connsiteX8128" fmla="*/ 2015786 w 7869956"/>
              <a:gd name="connsiteY8128" fmla="*/ 651455 h 3717758"/>
              <a:gd name="connsiteX8129" fmla="*/ 2035856 w 7869956"/>
              <a:gd name="connsiteY8129" fmla="*/ 644466 h 3717758"/>
              <a:gd name="connsiteX8130" fmla="*/ 2038701 w 7869956"/>
              <a:gd name="connsiteY8130" fmla="*/ 642122 h 3717758"/>
              <a:gd name="connsiteX8131" fmla="*/ 2036062 w 7869956"/>
              <a:gd name="connsiteY8131" fmla="*/ 632628 h 3717758"/>
              <a:gd name="connsiteX8132" fmla="*/ 2044672 w 7869956"/>
              <a:gd name="connsiteY8132" fmla="*/ 620151 h 3717758"/>
              <a:gd name="connsiteX8133" fmla="*/ 2048861 w 7869956"/>
              <a:gd name="connsiteY8133" fmla="*/ 644130 h 3717758"/>
              <a:gd name="connsiteX8134" fmla="*/ 2070104 w 7869956"/>
              <a:gd name="connsiteY8134" fmla="*/ 648397 h 3717758"/>
              <a:gd name="connsiteX8135" fmla="*/ 2055926 w 7869956"/>
              <a:gd name="connsiteY8135" fmla="*/ 628933 h 3717758"/>
              <a:gd name="connsiteX8136" fmla="*/ 2072608 w 7869956"/>
              <a:gd name="connsiteY8136" fmla="*/ 619672 h 3717758"/>
              <a:gd name="connsiteX8137" fmla="*/ 2079626 w 7869956"/>
              <a:gd name="connsiteY8137" fmla="*/ 659621 h 3717758"/>
              <a:gd name="connsiteX8138" fmla="*/ 2111813 w 7869956"/>
              <a:gd name="connsiteY8138" fmla="*/ 627991 h 3717758"/>
              <a:gd name="connsiteX8139" fmla="*/ 2088530 w 7869956"/>
              <a:gd name="connsiteY8139" fmla="*/ 636693 h 3717758"/>
              <a:gd name="connsiteX8140" fmla="*/ 2095581 w 7869956"/>
              <a:gd name="connsiteY8140" fmla="*/ 621466 h 3717758"/>
              <a:gd name="connsiteX8141" fmla="*/ 2136486 w 7869956"/>
              <a:gd name="connsiteY8141" fmla="*/ 627280 h 3717758"/>
              <a:gd name="connsiteX8142" fmla="*/ 2129917 w 7869956"/>
              <a:gd name="connsiteY8142" fmla="*/ 626769 h 3717758"/>
              <a:gd name="connsiteX8143" fmla="*/ 2132698 w 7869956"/>
              <a:gd name="connsiteY8143" fmla="*/ 642770 h 3717758"/>
              <a:gd name="connsiteX8144" fmla="*/ 2128045 w 7869956"/>
              <a:gd name="connsiteY8144" fmla="*/ 634530 h 3717758"/>
              <a:gd name="connsiteX8145" fmla="*/ 2127523 w 7869956"/>
              <a:gd name="connsiteY8145" fmla="*/ 645329 h 3717758"/>
              <a:gd name="connsiteX8146" fmla="*/ 2127537 w 7869956"/>
              <a:gd name="connsiteY8146" fmla="*/ 646878 h 3717758"/>
              <a:gd name="connsiteX8147" fmla="*/ 2132603 w 7869956"/>
              <a:gd name="connsiteY8147" fmla="*/ 644480 h 3717758"/>
              <a:gd name="connsiteX8148" fmla="*/ 2135214 w 7869956"/>
              <a:gd name="connsiteY8148" fmla="*/ 644461 h 3717758"/>
              <a:gd name="connsiteX8149" fmla="*/ 2138969 w 7869956"/>
              <a:gd name="connsiteY8149" fmla="*/ 640083 h 3717758"/>
              <a:gd name="connsiteX8150" fmla="*/ 2152240 w 7869956"/>
              <a:gd name="connsiteY8150" fmla="*/ 649509 h 3717758"/>
              <a:gd name="connsiteX8151" fmla="*/ 2157573 w 7869956"/>
              <a:gd name="connsiteY8151" fmla="*/ 636802 h 3717758"/>
              <a:gd name="connsiteX8152" fmla="*/ 2142886 w 7869956"/>
              <a:gd name="connsiteY8152" fmla="*/ 633045 h 3717758"/>
              <a:gd name="connsiteX8153" fmla="*/ 2154758 w 7869956"/>
              <a:gd name="connsiteY8153" fmla="*/ 620847 h 3717758"/>
              <a:gd name="connsiteX8154" fmla="*/ 2130272 w 7869956"/>
              <a:gd name="connsiteY8154" fmla="*/ 616303 h 3717758"/>
              <a:gd name="connsiteX8155" fmla="*/ 2133858 w 7869956"/>
              <a:gd name="connsiteY8155" fmla="*/ 606115 h 3717758"/>
              <a:gd name="connsiteX8156" fmla="*/ 2125247 w 7869956"/>
              <a:gd name="connsiteY8156" fmla="*/ 618559 h 3717758"/>
              <a:gd name="connsiteX8157" fmla="*/ 2102321 w 7869956"/>
              <a:gd name="connsiteY8157" fmla="*/ 616782 h 3717758"/>
              <a:gd name="connsiteX8158" fmla="*/ 2095751 w 7869956"/>
              <a:gd name="connsiteY8158" fmla="*/ 616272 h 3717758"/>
              <a:gd name="connsiteX8159" fmla="*/ 2092797 w 7869956"/>
              <a:gd name="connsiteY8159" fmla="*/ 605558 h 3717758"/>
              <a:gd name="connsiteX8160" fmla="*/ 2082656 w 7869956"/>
              <a:gd name="connsiteY8160" fmla="*/ 615282 h 3717758"/>
              <a:gd name="connsiteX8161" fmla="*/ 2058122 w 7869956"/>
              <a:gd name="connsiteY8161" fmla="*/ 610783 h 3717758"/>
              <a:gd name="connsiteX8162" fmla="*/ 2055339 w 7869956"/>
              <a:gd name="connsiteY8162" fmla="*/ 594799 h 3717758"/>
              <a:gd name="connsiteX8163" fmla="*/ 2013969 w 7869956"/>
              <a:gd name="connsiteY8163" fmla="*/ 604708 h 3717758"/>
              <a:gd name="connsiteX8164" fmla="*/ 1999127 w 7869956"/>
              <a:gd name="connsiteY8164" fmla="*/ 606146 h 3717758"/>
              <a:gd name="connsiteX8165" fmla="*/ 1991507 w 7869956"/>
              <a:gd name="connsiteY8165" fmla="*/ 587147 h 3717758"/>
              <a:gd name="connsiteX8166" fmla="*/ 1957172 w 7869956"/>
              <a:gd name="connsiteY8166" fmla="*/ 581906 h 3717758"/>
              <a:gd name="connsiteX8167" fmla="*/ 1955130 w 7869956"/>
              <a:gd name="connsiteY8167" fmla="*/ 594892 h 3717758"/>
              <a:gd name="connsiteX8168" fmla="*/ 1933904 w 7869956"/>
              <a:gd name="connsiteY8168" fmla="*/ 590609 h 3717758"/>
              <a:gd name="connsiteX8169" fmla="*/ 1939346 w 7869956"/>
              <a:gd name="connsiteY8169" fmla="*/ 572661 h 3717758"/>
              <a:gd name="connsiteX8170" fmla="*/ 1883305 w 7869956"/>
              <a:gd name="connsiteY8170" fmla="*/ 578814 h 3717758"/>
              <a:gd name="connsiteX8171" fmla="*/ 1881141 w 7869956"/>
              <a:gd name="connsiteY8171" fmla="*/ 596994 h 3717758"/>
              <a:gd name="connsiteX8172" fmla="*/ 1863192 w 7869956"/>
              <a:gd name="connsiteY8172" fmla="*/ 592973 h 3717758"/>
              <a:gd name="connsiteX8173" fmla="*/ 1870366 w 7869956"/>
              <a:gd name="connsiteY8173" fmla="*/ 572505 h 3717758"/>
              <a:gd name="connsiteX8174" fmla="*/ 1777175 w 7869956"/>
              <a:gd name="connsiteY8174" fmla="*/ 557448 h 3717758"/>
              <a:gd name="connsiteX8175" fmla="*/ 1788739 w 7869956"/>
              <a:gd name="connsiteY8175" fmla="*/ 555701 h 3717758"/>
              <a:gd name="connsiteX8176" fmla="*/ 1782632 w 7869956"/>
              <a:gd name="connsiteY8176" fmla="*/ 539468 h 3717758"/>
              <a:gd name="connsiteX8177" fmla="*/ 1764715 w 7869956"/>
              <a:gd name="connsiteY8177" fmla="*/ 535433 h 3717758"/>
              <a:gd name="connsiteX8178" fmla="*/ 1755949 w 7869956"/>
              <a:gd name="connsiteY8178" fmla="*/ 553166 h 3717758"/>
              <a:gd name="connsiteX8179" fmla="*/ 1743319 w 7869956"/>
              <a:gd name="connsiteY8179" fmla="*/ 536376 h 3717758"/>
              <a:gd name="connsiteX8180" fmla="*/ 1741278 w 7869956"/>
              <a:gd name="connsiteY8180" fmla="*/ 549393 h 3717758"/>
              <a:gd name="connsiteX8181" fmla="*/ 1720052 w 7869956"/>
              <a:gd name="connsiteY8181" fmla="*/ 545111 h 3717758"/>
              <a:gd name="connsiteX8182" fmla="*/ 1733332 w 7869956"/>
              <a:gd name="connsiteY8182" fmla="*/ 540891 h 3717758"/>
              <a:gd name="connsiteX8183" fmla="*/ 1724288 w 7869956"/>
              <a:gd name="connsiteY8183" fmla="*/ 513929 h 3717758"/>
              <a:gd name="connsiteX8184" fmla="*/ 1718831 w 7869956"/>
              <a:gd name="connsiteY8184" fmla="*/ 531893 h 3717758"/>
              <a:gd name="connsiteX8185" fmla="*/ 1679641 w 7869956"/>
              <a:gd name="connsiteY8185" fmla="*/ 523577 h 3717758"/>
              <a:gd name="connsiteX8186" fmla="*/ 1665866 w 7869956"/>
              <a:gd name="connsiteY8186" fmla="*/ 543535 h 3717758"/>
              <a:gd name="connsiteX8187" fmla="*/ 1663253 w 7869956"/>
              <a:gd name="connsiteY8187" fmla="*/ 522293 h 3717758"/>
              <a:gd name="connsiteX8188" fmla="*/ 1642924 w 7869956"/>
              <a:gd name="connsiteY8188" fmla="*/ 541756 h 3717758"/>
              <a:gd name="connsiteX8189" fmla="*/ 1647592 w 7869956"/>
              <a:gd name="connsiteY8189" fmla="*/ 549997 h 3717758"/>
              <a:gd name="connsiteX8190" fmla="*/ 1638996 w 7869956"/>
              <a:gd name="connsiteY8190" fmla="*/ 562487 h 3717758"/>
              <a:gd name="connsiteX8191" fmla="*/ 1622795 w 7869956"/>
              <a:gd name="connsiteY8191" fmla="*/ 555964 h 3717758"/>
              <a:gd name="connsiteX8192" fmla="*/ 1632767 w 7869956"/>
              <a:gd name="connsiteY8192" fmla="*/ 551480 h 3717758"/>
              <a:gd name="connsiteX8193" fmla="*/ 1636338 w 7869956"/>
              <a:gd name="connsiteY8193" fmla="*/ 541246 h 3717758"/>
              <a:gd name="connsiteX8194" fmla="*/ 1620445 w 7869956"/>
              <a:gd name="connsiteY8194" fmla="*/ 524271 h 3717758"/>
              <a:gd name="connsiteX8195" fmla="*/ 1627171 w 7869956"/>
              <a:gd name="connsiteY8195" fmla="*/ 519542 h 3717758"/>
              <a:gd name="connsiteX8196" fmla="*/ 1592340 w 7869956"/>
              <a:gd name="connsiteY8196" fmla="*/ 529962 h 3717758"/>
              <a:gd name="connsiteX8197" fmla="*/ 1596266 w 7869956"/>
              <a:gd name="connsiteY8197" fmla="*/ 509230 h 3717758"/>
              <a:gd name="connsiteX8198" fmla="*/ 1571100 w 7869956"/>
              <a:gd name="connsiteY8198" fmla="*/ 525664 h 3717758"/>
              <a:gd name="connsiteX8199" fmla="*/ 1577823 w 7869956"/>
              <a:gd name="connsiteY8199" fmla="*/ 520932 h 3717758"/>
              <a:gd name="connsiteX8200" fmla="*/ 1553167 w 7869956"/>
              <a:gd name="connsiteY8200" fmla="*/ 521629 h 3717758"/>
              <a:gd name="connsiteX8201" fmla="*/ 1547089 w 7869956"/>
              <a:gd name="connsiteY8201" fmla="*/ 505395 h 3717758"/>
              <a:gd name="connsiteX8202" fmla="*/ 1536764 w 7869956"/>
              <a:gd name="connsiteY8202" fmla="*/ 520376 h 3717758"/>
              <a:gd name="connsiteX8203" fmla="*/ 1528832 w 7869956"/>
              <a:gd name="connsiteY8203" fmla="*/ 511889 h 3717758"/>
              <a:gd name="connsiteX8204" fmla="*/ 1529111 w 7869956"/>
              <a:gd name="connsiteY8204" fmla="*/ 501376 h 3717758"/>
              <a:gd name="connsiteX8205" fmla="*/ 1481171 w 7869956"/>
              <a:gd name="connsiteY8205" fmla="*/ 510791 h 3717758"/>
              <a:gd name="connsiteX8206" fmla="*/ 1485282 w 7869956"/>
              <a:gd name="connsiteY8206" fmla="*/ 484834 h 3717758"/>
              <a:gd name="connsiteX8207" fmla="*/ 1466979 w 7869956"/>
              <a:gd name="connsiteY8207" fmla="*/ 491312 h 3717758"/>
              <a:gd name="connsiteX8208" fmla="*/ 1478217 w 7869956"/>
              <a:gd name="connsiteY8208" fmla="*/ 500061 h 3717758"/>
              <a:gd name="connsiteX8209" fmla="*/ 1455787 w 7869956"/>
              <a:gd name="connsiteY8209" fmla="*/ 482546 h 3717758"/>
              <a:gd name="connsiteX8210" fmla="*/ 1458398 w 7869956"/>
              <a:gd name="connsiteY8210" fmla="*/ 503741 h 3717758"/>
              <a:gd name="connsiteX8211" fmla="*/ 1404074 w 7869956"/>
              <a:gd name="connsiteY8211" fmla="*/ 507406 h 3717758"/>
              <a:gd name="connsiteX8212" fmla="*/ 1414061 w 7869956"/>
              <a:gd name="connsiteY8212" fmla="*/ 502952 h 3717758"/>
              <a:gd name="connsiteX8213" fmla="*/ 1409732 w 7869956"/>
              <a:gd name="connsiteY8213" fmla="*/ 484201 h 3717758"/>
              <a:gd name="connsiteX8214" fmla="*/ 1350537 w 7869956"/>
              <a:gd name="connsiteY8214" fmla="*/ 484896 h 3717758"/>
              <a:gd name="connsiteX8215" fmla="*/ 1351017 w 7869956"/>
              <a:gd name="connsiteY8215" fmla="*/ 469159 h 3717758"/>
              <a:gd name="connsiteX8216" fmla="*/ 1332418 w 7869956"/>
              <a:gd name="connsiteY8216" fmla="*/ 486133 h 3717758"/>
              <a:gd name="connsiteX8217" fmla="*/ 1332743 w 7869956"/>
              <a:gd name="connsiteY8217" fmla="*/ 475589 h 3717758"/>
              <a:gd name="connsiteX8218" fmla="*/ 1286566 w 7869956"/>
              <a:gd name="connsiteY8218" fmla="*/ 482531 h 3717758"/>
              <a:gd name="connsiteX8219" fmla="*/ 1288591 w 7869956"/>
              <a:gd name="connsiteY8219" fmla="*/ 469545 h 3717758"/>
              <a:gd name="connsiteX8220" fmla="*/ 1247854 w 7869956"/>
              <a:gd name="connsiteY8220" fmla="*/ 458506 h 3717758"/>
              <a:gd name="connsiteX8221" fmla="*/ 1251611 w 7869956"/>
              <a:gd name="connsiteY8221" fmla="*/ 443032 h 3717758"/>
              <a:gd name="connsiteX8222" fmla="*/ 1238485 w 7869956"/>
              <a:gd name="connsiteY8222" fmla="*/ 442042 h 3717758"/>
              <a:gd name="connsiteX8223" fmla="*/ 1231468 w 7869956"/>
              <a:gd name="connsiteY8223" fmla="*/ 457256 h 3717758"/>
              <a:gd name="connsiteX8224" fmla="*/ 1221806 w 7869956"/>
              <a:gd name="connsiteY8224" fmla="*/ 451240 h 3717758"/>
              <a:gd name="connsiteX8225" fmla="*/ 1223026 w 7869956"/>
              <a:gd name="connsiteY8225" fmla="*/ 464459 h 3717758"/>
              <a:gd name="connsiteX8226" fmla="*/ 1203686 w 7869956"/>
              <a:gd name="connsiteY8226" fmla="*/ 452477 h 3717758"/>
              <a:gd name="connsiteX8227" fmla="*/ 1206485 w 7869956"/>
              <a:gd name="connsiteY8227" fmla="*/ 468417 h 3717758"/>
              <a:gd name="connsiteX8228" fmla="*/ 1174808 w 7869956"/>
              <a:gd name="connsiteY8228" fmla="*/ 429227 h 3717758"/>
              <a:gd name="connsiteX8229" fmla="*/ 1150150 w 7869956"/>
              <a:gd name="connsiteY8229" fmla="*/ 429907 h 3717758"/>
              <a:gd name="connsiteX8230" fmla="*/ 1153753 w 7869956"/>
              <a:gd name="connsiteY8230" fmla="*/ 419672 h 3717758"/>
              <a:gd name="connsiteX8231" fmla="*/ 1135927 w 7869956"/>
              <a:gd name="connsiteY8231" fmla="*/ 410443 h 3717758"/>
              <a:gd name="connsiteX8232" fmla="*/ 1133254 w 7869956"/>
              <a:gd name="connsiteY8232" fmla="*/ 444346 h 3717758"/>
              <a:gd name="connsiteX8233" fmla="*/ 1110480 w 7869956"/>
              <a:gd name="connsiteY8233" fmla="*/ 437296 h 3717758"/>
              <a:gd name="connsiteX8234" fmla="*/ 958931 w 7869956"/>
              <a:gd name="connsiteY8234" fmla="*/ 396685 h 3717758"/>
              <a:gd name="connsiteX8235" fmla="*/ 973742 w 7869956"/>
              <a:gd name="connsiteY8235" fmla="*/ 395216 h 3717758"/>
              <a:gd name="connsiteX8236" fmla="*/ 977514 w 7869956"/>
              <a:gd name="connsiteY8236" fmla="*/ 379709 h 3717758"/>
              <a:gd name="connsiteX8237" fmla="*/ 970958 w 7869956"/>
              <a:gd name="connsiteY8237" fmla="*/ 379245 h 3717758"/>
              <a:gd name="connsiteX8238" fmla="*/ 965624 w 7869956"/>
              <a:gd name="connsiteY8238" fmla="*/ 391906 h 3717758"/>
              <a:gd name="connsiteX8239" fmla="*/ 962810 w 7869956"/>
              <a:gd name="connsiteY8239" fmla="*/ 375984 h 3717758"/>
              <a:gd name="connsiteX8240" fmla="*/ 951418 w 7869956"/>
              <a:gd name="connsiteY8240" fmla="*/ 372442 h 3717758"/>
              <a:gd name="connsiteX8241" fmla="*/ 949407 w 7869956"/>
              <a:gd name="connsiteY8241" fmla="*/ 385429 h 3717758"/>
              <a:gd name="connsiteX8242" fmla="*/ 959997 w 7869956"/>
              <a:gd name="connsiteY8242" fmla="*/ 415173 h 3717758"/>
              <a:gd name="connsiteX8243" fmla="*/ 947059 w 7869956"/>
              <a:gd name="connsiteY8243" fmla="*/ 408913 h 3717758"/>
              <a:gd name="connsiteX8244" fmla="*/ 950783 w 7869956"/>
              <a:gd name="connsiteY8244" fmla="*/ 393406 h 3717758"/>
              <a:gd name="connsiteX8245" fmla="*/ 913154 w 7869956"/>
              <a:gd name="connsiteY8245" fmla="*/ 387902 h 3717758"/>
              <a:gd name="connsiteX8246" fmla="*/ 906615 w 7869956"/>
              <a:gd name="connsiteY8246" fmla="*/ 387409 h 3717758"/>
              <a:gd name="connsiteX8247" fmla="*/ 893814 w 7869956"/>
              <a:gd name="connsiteY8247" fmla="*/ 375859 h 3717758"/>
              <a:gd name="connsiteX8248" fmla="*/ 913803 w 7869956"/>
              <a:gd name="connsiteY8248" fmla="*/ 366924 h 3717758"/>
              <a:gd name="connsiteX8249" fmla="*/ 881183 w 7869956"/>
              <a:gd name="connsiteY8249" fmla="*/ 359132 h 3717758"/>
              <a:gd name="connsiteX8250" fmla="*/ 866838 w 7869956"/>
              <a:gd name="connsiteY8250" fmla="*/ 344909 h 3717758"/>
              <a:gd name="connsiteX8251" fmla="*/ 875897 w 7869956"/>
              <a:gd name="connsiteY8251" fmla="*/ 316696 h 3717758"/>
              <a:gd name="connsiteX8252" fmla="*/ 854346 w 7869956"/>
              <a:gd name="connsiteY8252" fmla="*/ 322941 h 3717758"/>
              <a:gd name="connsiteX8253" fmla="*/ 847172 w 7869956"/>
              <a:gd name="connsiteY8253" fmla="*/ 343395 h 3717758"/>
              <a:gd name="connsiteX8254" fmla="*/ 834681 w 7869956"/>
              <a:gd name="connsiteY8254" fmla="*/ 321380 h 3717758"/>
              <a:gd name="connsiteX8255" fmla="*/ 840309 w 7869956"/>
              <a:gd name="connsiteY8255" fmla="*/ 298175 h 3717758"/>
              <a:gd name="connsiteX8256" fmla="*/ 856867 w 7869956"/>
              <a:gd name="connsiteY8256" fmla="*/ 294171 h 3717758"/>
              <a:gd name="connsiteX8257" fmla="*/ 902272 w 7869956"/>
              <a:gd name="connsiteY8257" fmla="*/ 313464 h 3717758"/>
              <a:gd name="connsiteX8258" fmla="*/ 931938 w 7869956"/>
              <a:gd name="connsiteY8258" fmla="*/ 310543 h 3717758"/>
              <a:gd name="connsiteX8259" fmla="*/ 932248 w 7869956"/>
              <a:gd name="connsiteY8259" fmla="*/ 300061 h 3717758"/>
              <a:gd name="connsiteX8260" fmla="*/ 945048 w 7869956"/>
              <a:gd name="connsiteY8260" fmla="*/ 311564 h 3717758"/>
              <a:gd name="connsiteX8261" fmla="*/ 944399 w 7869956"/>
              <a:gd name="connsiteY8261" fmla="*/ 332542 h 3717758"/>
              <a:gd name="connsiteX8262" fmla="*/ 949423 w 7869956"/>
              <a:gd name="connsiteY8262" fmla="*/ 330285 h 3717758"/>
              <a:gd name="connsiteX8263" fmla="*/ 958482 w 7869956"/>
              <a:gd name="connsiteY8263" fmla="*/ 302087 h 3717758"/>
              <a:gd name="connsiteX8264" fmla="*/ 973308 w 7869956"/>
              <a:gd name="connsiteY8264" fmla="*/ 300603 h 3717758"/>
              <a:gd name="connsiteX8265" fmla="*/ 976261 w 7869956"/>
              <a:gd name="connsiteY8265" fmla="*/ 311393 h 3717758"/>
              <a:gd name="connsiteX8266" fmla="*/ 989711 w 7869956"/>
              <a:gd name="connsiteY8266" fmla="*/ 301855 h 3717758"/>
              <a:gd name="connsiteX8267" fmla="*/ 968005 w 7869956"/>
              <a:gd name="connsiteY8267" fmla="*/ 313310 h 3717758"/>
              <a:gd name="connsiteX8268" fmla="*/ 969072 w 7869956"/>
              <a:gd name="connsiteY8268" fmla="*/ 331785 h 3717758"/>
              <a:gd name="connsiteX8269" fmla="*/ 992339 w 7869956"/>
              <a:gd name="connsiteY8269" fmla="*/ 323081 h 3717758"/>
              <a:gd name="connsiteX8270" fmla="*/ 1003749 w 7869956"/>
              <a:gd name="connsiteY8270" fmla="*/ 326621 h 3717758"/>
              <a:gd name="connsiteX8271" fmla="*/ 1009823 w 7869956"/>
              <a:gd name="connsiteY8271" fmla="*/ 342853 h 3717758"/>
              <a:gd name="connsiteX8272" fmla="*/ 1021682 w 7869956"/>
              <a:gd name="connsiteY8272" fmla="*/ 330672 h 3717758"/>
              <a:gd name="connsiteX8273" fmla="*/ 1031050 w 7869956"/>
              <a:gd name="connsiteY8273" fmla="*/ 347105 h 3717758"/>
              <a:gd name="connsiteX8274" fmla="*/ 1033554 w 7869956"/>
              <a:gd name="connsiteY8274" fmla="*/ 318444 h 3717758"/>
              <a:gd name="connsiteX8275" fmla="*/ 1045861 w 7869956"/>
              <a:gd name="connsiteY8275" fmla="*/ 345637 h 3717758"/>
              <a:gd name="connsiteX8276" fmla="*/ 1059479 w 7869956"/>
              <a:gd name="connsiteY8276" fmla="*/ 330949 h 3717758"/>
              <a:gd name="connsiteX8277" fmla="*/ 1043402 w 7869956"/>
              <a:gd name="connsiteY8277" fmla="*/ 319169 h 3717758"/>
              <a:gd name="connsiteX8278" fmla="*/ 1072744 w 7869956"/>
              <a:gd name="connsiteY8278" fmla="*/ 326713 h 3717758"/>
              <a:gd name="connsiteX8279" fmla="*/ 1105827 w 7869956"/>
              <a:gd name="connsiteY8279" fmla="*/ 318736 h 3717758"/>
              <a:gd name="connsiteX8280" fmla="*/ 1079161 w 7869956"/>
              <a:gd name="connsiteY8280" fmla="*/ 277275 h 3717758"/>
              <a:gd name="connsiteX8281" fmla="*/ 1069141 w 7869956"/>
              <a:gd name="connsiteY8281" fmla="*/ 281758 h 3717758"/>
              <a:gd name="connsiteX8282" fmla="*/ 1070394 w 7869956"/>
              <a:gd name="connsiteY8282" fmla="*/ 295007 h 3717758"/>
              <a:gd name="connsiteX8283" fmla="*/ 1050234 w 7869956"/>
              <a:gd name="connsiteY8283" fmla="*/ 309213 h 3717758"/>
              <a:gd name="connsiteX8284" fmla="*/ 1055707 w 7869956"/>
              <a:gd name="connsiteY8284" fmla="*/ 291250 h 3717758"/>
              <a:gd name="connsiteX8285" fmla="*/ 1047606 w 7869956"/>
              <a:gd name="connsiteY8285" fmla="*/ 287987 h 3717758"/>
              <a:gd name="connsiteX8286" fmla="*/ 1040726 w 7869956"/>
              <a:gd name="connsiteY8286" fmla="*/ 297959 h 3717758"/>
              <a:gd name="connsiteX8287" fmla="*/ 1026380 w 7869956"/>
              <a:gd name="connsiteY8287" fmla="*/ 283706 h 3717758"/>
              <a:gd name="connsiteX8288" fmla="*/ 1041532 w 7869956"/>
              <a:gd name="connsiteY8288" fmla="*/ 271741 h 3717758"/>
              <a:gd name="connsiteX8289" fmla="*/ 1031870 w 7869956"/>
              <a:gd name="connsiteY8289" fmla="*/ 265726 h 3717758"/>
              <a:gd name="connsiteX8290" fmla="*/ 1021557 w 7869956"/>
              <a:gd name="connsiteY8290" fmla="*/ 280722 h 3717758"/>
              <a:gd name="connsiteX8291" fmla="*/ 1024510 w 7869956"/>
              <a:gd name="connsiteY8291" fmla="*/ 291451 h 3717758"/>
              <a:gd name="connsiteX8292" fmla="*/ 993606 w 7869956"/>
              <a:gd name="connsiteY8292" fmla="*/ 281170 h 3717758"/>
              <a:gd name="connsiteX8293" fmla="*/ 931012 w 7869956"/>
              <a:gd name="connsiteY8293" fmla="*/ 286829 h 3717758"/>
              <a:gd name="connsiteX8294" fmla="*/ 939899 w 7869956"/>
              <a:gd name="connsiteY8294" fmla="*/ 263825 h 3717758"/>
              <a:gd name="connsiteX8295" fmla="*/ 970819 w 7869956"/>
              <a:gd name="connsiteY8295" fmla="*/ 274167 h 3717758"/>
              <a:gd name="connsiteX8296" fmla="*/ 988597 w 7869956"/>
              <a:gd name="connsiteY8296" fmla="*/ 283396 h 3717758"/>
              <a:gd name="connsiteX8297" fmla="*/ 980944 w 7869956"/>
              <a:gd name="connsiteY8297" fmla="*/ 264443 h 3717758"/>
              <a:gd name="connsiteX8298" fmla="*/ 960955 w 7869956"/>
              <a:gd name="connsiteY8298" fmla="*/ 273378 h 3717758"/>
              <a:gd name="connsiteX8299" fmla="*/ 935215 w 7869956"/>
              <a:gd name="connsiteY8299" fmla="*/ 255616 h 3717758"/>
              <a:gd name="connsiteX8300" fmla="*/ 940534 w 7869956"/>
              <a:gd name="connsiteY8300" fmla="*/ 242907 h 3717758"/>
              <a:gd name="connsiteX8301" fmla="*/ 934289 w 7869956"/>
              <a:gd name="connsiteY8301" fmla="*/ 231901 h 3717758"/>
              <a:gd name="connsiteX8302" fmla="*/ 922430 w 7869956"/>
              <a:gd name="connsiteY8302" fmla="*/ 244113 h 3717758"/>
              <a:gd name="connsiteX8303" fmla="*/ 925399 w 7869956"/>
              <a:gd name="connsiteY8303" fmla="*/ 254874 h 3717758"/>
              <a:gd name="connsiteX8304" fmla="*/ 904497 w 7869956"/>
              <a:gd name="connsiteY8304" fmla="*/ 240109 h 3717758"/>
              <a:gd name="connsiteX8305" fmla="*/ 909785 w 7869956"/>
              <a:gd name="connsiteY8305" fmla="*/ 227402 h 3717758"/>
              <a:gd name="connsiteX8306" fmla="*/ 892933 w 7869956"/>
              <a:gd name="connsiteY8306" fmla="*/ 241810 h 3717758"/>
              <a:gd name="connsiteX8307" fmla="*/ 872496 w 7869956"/>
              <a:gd name="connsiteY8307" fmla="*/ 211369 h 3717758"/>
              <a:gd name="connsiteX8308" fmla="*/ 849863 w 7869956"/>
              <a:gd name="connsiteY8308" fmla="*/ 199080 h 3717758"/>
              <a:gd name="connsiteX8309" fmla="*/ 855150 w 7869956"/>
              <a:gd name="connsiteY8309" fmla="*/ 186418 h 3717758"/>
              <a:gd name="connsiteX8310" fmla="*/ 842057 w 7869956"/>
              <a:gd name="connsiteY8310" fmla="*/ 185383 h 3717758"/>
              <a:gd name="connsiteX8311" fmla="*/ 837681 w 7869956"/>
              <a:gd name="connsiteY8311" fmla="*/ 166661 h 3717758"/>
              <a:gd name="connsiteX8312" fmla="*/ 826318 w 7869956"/>
              <a:gd name="connsiteY8312" fmla="*/ 163166 h 3717758"/>
              <a:gd name="connsiteX8313" fmla="*/ 834125 w 7869956"/>
              <a:gd name="connsiteY8313" fmla="*/ 176865 h 3717758"/>
              <a:gd name="connsiteX8314" fmla="*/ 825515 w 7869956"/>
              <a:gd name="connsiteY8314" fmla="*/ 189371 h 3717758"/>
              <a:gd name="connsiteX8315" fmla="*/ 815699 w 7869956"/>
              <a:gd name="connsiteY8315" fmla="*/ 188553 h 3717758"/>
              <a:gd name="connsiteX8316" fmla="*/ 809761 w 7869956"/>
              <a:gd name="connsiteY8316" fmla="*/ 167094 h 3717758"/>
              <a:gd name="connsiteX8317" fmla="*/ 824432 w 7869956"/>
              <a:gd name="connsiteY8317" fmla="*/ 170897 h 3717758"/>
              <a:gd name="connsiteX8318" fmla="*/ 815405 w 7869956"/>
              <a:gd name="connsiteY8318" fmla="*/ 143904 h 3717758"/>
              <a:gd name="connsiteX8319" fmla="*/ 794179 w 7869956"/>
              <a:gd name="connsiteY8319" fmla="*/ 139623 h 3717758"/>
              <a:gd name="connsiteX8320" fmla="*/ 806051 w 7869956"/>
              <a:gd name="connsiteY8320" fmla="*/ 127409 h 3717758"/>
              <a:gd name="connsiteX8321" fmla="*/ 823830 w 7869956"/>
              <a:gd name="connsiteY8321" fmla="*/ 136685 h 3717758"/>
              <a:gd name="connsiteX8322" fmla="*/ 825716 w 7869956"/>
              <a:gd name="connsiteY8322" fmla="*/ 128940 h 3717758"/>
              <a:gd name="connsiteX8323" fmla="*/ 853806 w 7869956"/>
              <a:gd name="connsiteY8323" fmla="*/ 123296 h 3717758"/>
              <a:gd name="connsiteX8324" fmla="*/ 859881 w 7869956"/>
              <a:gd name="connsiteY8324" fmla="*/ 139483 h 3717758"/>
              <a:gd name="connsiteX8325" fmla="*/ 881107 w 7869956"/>
              <a:gd name="connsiteY8325" fmla="*/ 143735 h 3717758"/>
              <a:gd name="connsiteX8326" fmla="*/ 869744 w 7869956"/>
              <a:gd name="connsiteY8326" fmla="*/ 140241 h 3717758"/>
              <a:gd name="connsiteX8327" fmla="*/ 862371 w 7869956"/>
              <a:gd name="connsiteY8327" fmla="*/ 165934 h 3717758"/>
              <a:gd name="connsiteX8328" fmla="*/ 870950 w 7869956"/>
              <a:gd name="connsiteY8328" fmla="*/ 153443 h 3717758"/>
              <a:gd name="connsiteX8329" fmla="*/ 885637 w 7869956"/>
              <a:gd name="connsiteY8329" fmla="*/ 157246 h 3717758"/>
              <a:gd name="connsiteX8330" fmla="*/ 888436 w 7869956"/>
              <a:gd name="connsiteY8330" fmla="*/ 173200 h 3717758"/>
              <a:gd name="connsiteX8331" fmla="*/ 905317 w 7869956"/>
              <a:gd name="connsiteY8331" fmla="*/ 158731 h 3717758"/>
              <a:gd name="connsiteX8332" fmla="*/ 910944 w 7869956"/>
              <a:gd name="connsiteY8332" fmla="*/ 135541 h 3717758"/>
              <a:gd name="connsiteX8333" fmla="*/ 938556 w 7869956"/>
              <a:gd name="connsiteY8333" fmla="*/ 145558 h 3717758"/>
              <a:gd name="connsiteX8334" fmla="*/ 931675 w 7869956"/>
              <a:gd name="connsiteY8334" fmla="*/ 155530 h 3717758"/>
              <a:gd name="connsiteX8335" fmla="*/ 951340 w 7869956"/>
              <a:gd name="connsiteY8335" fmla="*/ 157077 h 3717758"/>
              <a:gd name="connsiteX8336" fmla="*/ 973974 w 7869956"/>
              <a:gd name="connsiteY8336" fmla="*/ 169336 h 3717758"/>
              <a:gd name="connsiteX8337" fmla="*/ 979739 w 7869956"/>
              <a:gd name="connsiteY8337" fmla="*/ 196035 h 3717758"/>
              <a:gd name="connsiteX8338" fmla="*/ 993513 w 7869956"/>
              <a:gd name="connsiteY8338" fmla="*/ 176107 h 3717758"/>
              <a:gd name="connsiteX8339" fmla="*/ 1003145 w 7869956"/>
              <a:gd name="connsiteY8339" fmla="*/ 182120 h 3717758"/>
              <a:gd name="connsiteX8340" fmla="*/ 1001119 w 7869956"/>
              <a:gd name="connsiteY8340" fmla="*/ 195076 h 3717758"/>
              <a:gd name="connsiteX8341" fmla="*/ 1009561 w 7869956"/>
              <a:gd name="connsiteY8341" fmla="*/ 187887 h 3717758"/>
              <a:gd name="connsiteX8342" fmla="*/ 1012205 w 7869956"/>
              <a:gd name="connsiteY8342" fmla="*/ 209083 h 3717758"/>
              <a:gd name="connsiteX8343" fmla="*/ 1032194 w 7869956"/>
              <a:gd name="connsiteY8343" fmla="*/ 200100 h 3717758"/>
              <a:gd name="connsiteX8344" fmla="*/ 1014569 w 7869956"/>
              <a:gd name="connsiteY8344" fmla="*/ 185615 h 3717758"/>
              <a:gd name="connsiteX8345" fmla="*/ 1048921 w 7869956"/>
              <a:gd name="connsiteY8345" fmla="*/ 190901 h 3717758"/>
              <a:gd name="connsiteX8346" fmla="*/ 1008478 w 7869956"/>
              <a:gd name="connsiteY8346" fmla="*/ 169397 h 3717758"/>
              <a:gd name="connsiteX8347" fmla="*/ 1009701 w 7869956"/>
              <a:gd name="connsiteY8347" fmla="*/ 182616 h 3717758"/>
              <a:gd name="connsiteX8348" fmla="*/ 1000347 w 7869956"/>
              <a:gd name="connsiteY8348" fmla="*/ 166121 h 3717758"/>
              <a:gd name="connsiteX8349" fmla="*/ 1005820 w 7869956"/>
              <a:gd name="connsiteY8349" fmla="*/ 148171 h 3717758"/>
              <a:gd name="connsiteX8350" fmla="*/ 1046555 w 7869956"/>
              <a:gd name="connsiteY8350" fmla="*/ 159226 h 3717758"/>
              <a:gd name="connsiteX8351" fmla="*/ 1054672 w 7869956"/>
              <a:gd name="connsiteY8351" fmla="*/ 162487 h 3717758"/>
              <a:gd name="connsiteX8352" fmla="*/ 1054022 w 7869956"/>
              <a:gd name="connsiteY8352" fmla="*/ 183404 h 3717758"/>
              <a:gd name="connsiteX8353" fmla="*/ 1067132 w 7869956"/>
              <a:gd name="connsiteY8353" fmla="*/ 184440 h 3717758"/>
              <a:gd name="connsiteX8354" fmla="*/ 1061057 w 7869956"/>
              <a:gd name="connsiteY8354" fmla="*/ 168208 h 3717758"/>
              <a:gd name="connsiteX8355" fmla="*/ 1070750 w 7869956"/>
              <a:gd name="connsiteY8355" fmla="*/ 174221 h 3717758"/>
              <a:gd name="connsiteX8356" fmla="*/ 1082777 w 7869956"/>
              <a:gd name="connsiteY8356" fmla="*/ 156798 h 3717758"/>
              <a:gd name="connsiteX8357" fmla="*/ 1081680 w 7869956"/>
              <a:gd name="connsiteY8357" fmla="*/ 138308 h 3717758"/>
              <a:gd name="connsiteX8358" fmla="*/ 1093538 w 7869956"/>
              <a:gd name="connsiteY8358" fmla="*/ 126064 h 3717758"/>
              <a:gd name="connsiteX8359" fmla="*/ 1092749 w 7869956"/>
              <a:gd name="connsiteY8359" fmla="*/ 152284 h 3717758"/>
              <a:gd name="connsiteX8360" fmla="*/ 1114160 w 7869956"/>
              <a:gd name="connsiteY8360" fmla="*/ 151310 h 3717758"/>
              <a:gd name="connsiteX8361" fmla="*/ 1108827 w 7869956"/>
              <a:gd name="connsiteY8361" fmla="*/ 164048 h 3717758"/>
              <a:gd name="connsiteX8362" fmla="*/ 1118180 w 7869956"/>
              <a:gd name="connsiteY8362" fmla="*/ 180528 h 3717758"/>
              <a:gd name="connsiteX8363" fmla="*/ 1132697 w 7869956"/>
              <a:gd name="connsiteY8363" fmla="*/ 189526 h 3717758"/>
              <a:gd name="connsiteX8364" fmla="*/ 1144878 w 7869956"/>
              <a:gd name="connsiteY8364" fmla="*/ 166800 h 3717758"/>
              <a:gd name="connsiteX8365" fmla="*/ 1150644 w 7869956"/>
              <a:gd name="connsiteY8365" fmla="*/ 193530 h 3717758"/>
              <a:gd name="connsiteX8366" fmla="*/ 1170774 w 7869956"/>
              <a:gd name="connsiteY8366" fmla="*/ 179353 h 3717758"/>
              <a:gd name="connsiteX8367" fmla="*/ 1180296 w 7869956"/>
              <a:gd name="connsiteY8367" fmla="*/ 190593 h 3717758"/>
              <a:gd name="connsiteX8368" fmla="*/ 1151912 w 7869956"/>
              <a:gd name="connsiteY8368" fmla="*/ 151618 h 3717758"/>
              <a:gd name="connsiteX8369" fmla="*/ 1176091 w 7869956"/>
              <a:gd name="connsiteY8369" fmla="*/ 166616 h 3717758"/>
              <a:gd name="connsiteX8370" fmla="*/ 1184409 w 7869956"/>
              <a:gd name="connsiteY8370" fmla="*/ 109476 h 3717758"/>
              <a:gd name="connsiteX8371" fmla="*/ 1225454 w 7869956"/>
              <a:gd name="connsiteY8371" fmla="*/ 110049 h 3717758"/>
              <a:gd name="connsiteX8372" fmla="*/ 1208433 w 7869956"/>
              <a:gd name="connsiteY8372" fmla="*/ 129712 h 3717758"/>
              <a:gd name="connsiteX8373" fmla="*/ 1252291 w 7869956"/>
              <a:gd name="connsiteY8373" fmla="*/ 146270 h 3717758"/>
              <a:gd name="connsiteX8374" fmla="*/ 1294126 w 7869956"/>
              <a:gd name="connsiteY8374" fmla="*/ 175783 h 3717758"/>
              <a:gd name="connsiteX8375" fmla="*/ 1304112 w 7869956"/>
              <a:gd name="connsiteY8375" fmla="*/ 171283 h 3717758"/>
              <a:gd name="connsiteX8376" fmla="*/ 1311919 w 7869956"/>
              <a:gd name="connsiteY8376" fmla="*/ 185042 h 3717758"/>
              <a:gd name="connsiteX8377" fmla="*/ 1363863 w 7869956"/>
              <a:gd name="connsiteY8377" fmla="*/ 204830 h 3717758"/>
              <a:gd name="connsiteX8378" fmla="*/ 1360926 w 7869956"/>
              <a:gd name="connsiteY8378" fmla="*/ 194102 h 3717758"/>
              <a:gd name="connsiteX8379" fmla="*/ 1370758 w 7869956"/>
              <a:gd name="connsiteY8379" fmla="*/ 194860 h 3717758"/>
              <a:gd name="connsiteX8380" fmla="*/ 1370433 w 7869956"/>
              <a:gd name="connsiteY8380" fmla="*/ 205356 h 3717758"/>
              <a:gd name="connsiteX8381" fmla="*/ 1399760 w 7869956"/>
              <a:gd name="connsiteY8381" fmla="*/ 212869 h 3717758"/>
              <a:gd name="connsiteX8382" fmla="*/ 1387919 w 7869956"/>
              <a:gd name="connsiteY8382" fmla="*/ 225083 h 3717758"/>
              <a:gd name="connsiteX8383" fmla="*/ 1408958 w 7869956"/>
              <a:gd name="connsiteY8383" fmla="*/ 234636 h 3717758"/>
              <a:gd name="connsiteX8384" fmla="*/ 1413194 w 7869956"/>
              <a:gd name="connsiteY8384" fmla="*/ 203408 h 3717758"/>
              <a:gd name="connsiteX8385" fmla="*/ 1436724 w 7869956"/>
              <a:gd name="connsiteY8385" fmla="*/ 239367 h 3717758"/>
              <a:gd name="connsiteX8386" fmla="*/ 1430509 w 7869956"/>
              <a:gd name="connsiteY8386" fmla="*/ 228360 h 3717758"/>
              <a:gd name="connsiteX8387" fmla="*/ 1467024 w 7869956"/>
              <a:gd name="connsiteY8387" fmla="*/ 215451 h 3717758"/>
              <a:gd name="connsiteX8388" fmla="*/ 1502459 w 7869956"/>
              <a:gd name="connsiteY8388" fmla="*/ 239227 h 3717758"/>
              <a:gd name="connsiteX8389" fmla="*/ 1515893 w 7869956"/>
              <a:gd name="connsiteY8389" fmla="*/ 229721 h 3717758"/>
              <a:gd name="connsiteX8390" fmla="*/ 1512924 w 7869956"/>
              <a:gd name="connsiteY8390" fmla="*/ 218991 h 3717758"/>
              <a:gd name="connsiteX8391" fmla="*/ 1547291 w 7869956"/>
              <a:gd name="connsiteY8391" fmla="*/ 224310 h 3717758"/>
              <a:gd name="connsiteX8392" fmla="*/ 1525571 w 7869956"/>
              <a:gd name="connsiteY8392" fmla="*/ 235749 h 3717758"/>
              <a:gd name="connsiteX8393" fmla="*/ 1562735 w 7869956"/>
              <a:gd name="connsiteY8393" fmla="*/ 257037 h 3717758"/>
              <a:gd name="connsiteX8394" fmla="*/ 1605481 w 7869956"/>
              <a:gd name="connsiteY8394" fmla="*/ 255106 h 3717758"/>
              <a:gd name="connsiteX8395" fmla="*/ 1619688 w 7869956"/>
              <a:gd name="connsiteY8395" fmla="*/ 274584 h 3717758"/>
              <a:gd name="connsiteX8396" fmla="*/ 1612515 w 7869956"/>
              <a:gd name="connsiteY8396" fmla="*/ 295038 h 3717758"/>
              <a:gd name="connsiteX8397" fmla="*/ 1619071 w 7869956"/>
              <a:gd name="connsiteY8397" fmla="*/ 295548 h 3717758"/>
              <a:gd name="connsiteX8398" fmla="*/ 1627820 w 7869956"/>
              <a:gd name="connsiteY8398" fmla="*/ 277847 h 3717758"/>
              <a:gd name="connsiteX8399" fmla="*/ 1625439 w 7869956"/>
              <a:gd name="connsiteY8399" fmla="*/ 301283 h 3717758"/>
              <a:gd name="connsiteX8400" fmla="*/ 1642167 w 7869956"/>
              <a:gd name="connsiteY8400" fmla="*/ 292084 h 3717758"/>
              <a:gd name="connsiteX8401" fmla="*/ 1641671 w 7869956"/>
              <a:gd name="connsiteY8401" fmla="*/ 307822 h 3717758"/>
              <a:gd name="connsiteX8402" fmla="*/ 1650437 w 7869956"/>
              <a:gd name="connsiteY8402" fmla="*/ 290121 h 3717758"/>
              <a:gd name="connsiteX8403" fmla="*/ 1660099 w 7869956"/>
              <a:gd name="connsiteY8403" fmla="*/ 296088 h 3717758"/>
              <a:gd name="connsiteX8404" fmla="*/ 1654782 w 7869956"/>
              <a:gd name="connsiteY8404" fmla="*/ 308780 h 3717758"/>
              <a:gd name="connsiteX8405" fmla="*/ 1673395 w 7869956"/>
              <a:gd name="connsiteY8405" fmla="*/ 291899 h 3717758"/>
              <a:gd name="connsiteX8406" fmla="*/ 1664182 w 7869956"/>
              <a:gd name="connsiteY8406" fmla="*/ 270163 h 3717758"/>
              <a:gd name="connsiteX8407" fmla="*/ 1682856 w 7869956"/>
              <a:gd name="connsiteY8407" fmla="*/ 277694 h 3717758"/>
              <a:gd name="connsiteX8408" fmla="*/ 1701393 w 7869956"/>
              <a:gd name="connsiteY8408" fmla="*/ 275725 h 3717758"/>
              <a:gd name="connsiteX8409" fmla="*/ 1702333 w 7869956"/>
              <a:gd name="connsiteY8409" fmla="*/ 283587 h 3717758"/>
              <a:gd name="connsiteX8410" fmla="*/ 1702737 w 7869956"/>
              <a:gd name="connsiteY8410" fmla="*/ 299412 h 3717758"/>
              <a:gd name="connsiteX8411" fmla="*/ 1720701 w 7869956"/>
              <a:gd name="connsiteY8411" fmla="*/ 303432 h 3717758"/>
              <a:gd name="connsiteX8412" fmla="*/ 1714920 w 7869956"/>
              <a:gd name="connsiteY8412" fmla="*/ 276702 h 3717758"/>
              <a:gd name="connsiteX8413" fmla="*/ 1724118 w 7869956"/>
              <a:gd name="connsiteY8413" fmla="*/ 298455 h 3717758"/>
              <a:gd name="connsiteX8414" fmla="*/ 1736160 w 7869956"/>
              <a:gd name="connsiteY8414" fmla="*/ 280953 h 3717758"/>
              <a:gd name="connsiteX8415" fmla="*/ 1765348 w 7869956"/>
              <a:gd name="connsiteY8415" fmla="*/ 293739 h 3717758"/>
              <a:gd name="connsiteX8416" fmla="*/ 1758794 w 7869956"/>
              <a:gd name="connsiteY8416" fmla="*/ 293228 h 3717758"/>
              <a:gd name="connsiteX8417" fmla="*/ 1760045 w 7869956"/>
              <a:gd name="connsiteY8417" fmla="*/ 306477 h 3717758"/>
              <a:gd name="connsiteX8418" fmla="*/ 1793298 w 7869956"/>
              <a:gd name="connsiteY8418" fmla="*/ 293275 h 3717758"/>
              <a:gd name="connsiteX8419" fmla="*/ 1797643 w 7869956"/>
              <a:gd name="connsiteY8419" fmla="*/ 311981 h 3717758"/>
              <a:gd name="connsiteX8420" fmla="*/ 1812639 w 7869956"/>
              <a:gd name="connsiteY8420" fmla="*/ 305302 h 3717758"/>
              <a:gd name="connsiteX8421" fmla="*/ 1815283 w 7869956"/>
              <a:gd name="connsiteY8421" fmla="*/ 326452 h 3717758"/>
              <a:gd name="connsiteX8422" fmla="*/ 1831825 w 7869956"/>
              <a:gd name="connsiteY8422" fmla="*/ 322540 h 3717758"/>
              <a:gd name="connsiteX8423" fmla="*/ 1829520 w 7869956"/>
              <a:gd name="connsiteY8423" fmla="*/ 332631 h 3717758"/>
              <a:gd name="connsiteX8424" fmla="*/ 1835334 w 7869956"/>
              <a:gd name="connsiteY8424" fmla="*/ 340144 h 3717758"/>
              <a:gd name="connsiteX8425" fmla="*/ 1816593 w 7869956"/>
              <a:gd name="connsiteY8425" fmla="*/ 336909 h 3717758"/>
              <a:gd name="connsiteX8426" fmla="*/ 1787332 w 7869956"/>
              <a:gd name="connsiteY8426" fmla="*/ 326914 h 3717758"/>
              <a:gd name="connsiteX8427" fmla="*/ 1783420 w 7869956"/>
              <a:gd name="connsiteY8427" fmla="*/ 347646 h 3717758"/>
              <a:gd name="connsiteX8428" fmla="*/ 1851009 w 7869956"/>
              <a:gd name="connsiteY8428" fmla="*/ 339746 h 3717758"/>
              <a:gd name="connsiteX8429" fmla="*/ 1857086 w 7869956"/>
              <a:gd name="connsiteY8429" fmla="*/ 355979 h 3717758"/>
              <a:gd name="connsiteX8430" fmla="*/ 1876889 w 7869956"/>
              <a:gd name="connsiteY8430" fmla="*/ 352268 h 3717758"/>
              <a:gd name="connsiteX8431" fmla="*/ 1883909 w 7869956"/>
              <a:gd name="connsiteY8431" fmla="*/ 337088 h 3717758"/>
              <a:gd name="connsiteX8432" fmla="*/ 1867520 w 7869956"/>
              <a:gd name="connsiteY8432" fmla="*/ 335820 h 3717758"/>
              <a:gd name="connsiteX8433" fmla="*/ 1870504 w 7869956"/>
              <a:gd name="connsiteY8433" fmla="*/ 346532 h 3717758"/>
              <a:gd name="connsiteX8434" fmla="*/ 1857549 w 7869956"/>
              <a:gd name="connsiteY8434" fmla="*/ 340334 h 3717758"/>
              <a:gd name="connsiteX8435" fmla="*/ 1861754 w 7869956"/>
              <a:gd name="connsiteY8435" fmla="*/ 309104 h 3717758"/>
              <a:gd name="connsiteX8436" fmla="*/ 1867861 w 7869956"/>
              <a:gd name="connsiteY8436" fmla="*/ 325308 h 3717758"/>
              <a:gd name="connsiteX8437" fmla="*/ 1892827 w 7869956"/>
              <a:gd name="connsiteY8437" fmla="*/ 314099 h 3717758"/>
              <a:gd name="connsiteX8438" fmla="*/ 1901099 w 7869956"/>
              <a:gd name="connsiteY8438" fmla="*/ 312121 h 3717758"/>
              <a:gd name="connsiteX8439" fmla="*/ 1908921 w 7869956"/>
              <a:gd name="connsiteY8439" fmla="*/ 325848 h 3717758"/>
              <a:gd name="connsiteX8440" fmla="*/ 1909231 w 7869956"/>
              <a:gd name="connsiteY8440" fmla="*/ 315367 h 3717758"/>
              <a:gd name="connsiteX8441" fmla="*/ 1932003 w 7869956"/>
              <a:gd name="connsiteY8441" fmla="*/ 322415 h 3717758"/>
              <a:gd name="connsiteX8442" fmla="*/ 1935635 w 7869956"/>
              <a:gd name="connsiteY8442" fmla="*/ 312151 h 3717758"/>
              <a:gd name="connsiteX8443" fmla="*/ 1914533 w 7869956"/>
              <a:gd name="connsiteY8443" fmla="*/ 302674 h 3717758"/>
              <a:gd name="connsiteX8444" fmla="*/ 1939376 w 7869956"/>
              <a:gd name="connsiteY8444" fmla="*/ 296706 h 3717758"/>
              <a:gd name="connsiteX8445" fmla="*/ 1938898 w 7869956"/>
              <a:gd name="connsiteY8445" fmla="*/ 312429 h 3717758"/>
              <a:gd name="connsiteX8446" fmla="*/ 1945607 w 7869956"/>
              <a:gd name="connsiteY8446" fmla="*/ 307699 h 3717758"/>
              <a:gd name="connsiteX8447" fmla="*/ 1946257 w 7869956"/>
              <a:gd name="connsiteY8447" fmla="*/ 286767 h 3717758"/>
              <a:gd name="connsiteX8448" fmla="*/ 1924722 w 7869956"/>
              <a:gd name="connsiteY8448" fmla="*/ 292934 h 3717758"/>
              <a:gd name="connsiteX8449" fmla="*/ 1917084 w 7869956"/>
              <a:gd name="connsiteY8449" fmla="*/ 273966 h 3717758"/>
              <a:gd name="connsiteX8450" fmla="*/ 1883970 w 7869956"/>
              <a:gd name="connsiteY8450" fmla="*/ 281912 h 3717758"/>
              <a:gd name="connsiteX8451" fmla="*/ 1887726 w 7869956"/>
              <a:gd name="connsiteY8451" fmla="*/ 266422 h 3717758"/>
              <a:gd name="connsiteX8452" fmla="*/ 1872561 w 7869956"/>
              <a:gd name="connsiteY8452" fmla="*/ 278356 h 3717758"/>
              <a:gd name="connsiteX8453" fmla="*/ 1879779 w 7869956"/>
              <a:gd name="connsiteY8453" fmla="*/ 257935 h 3717758"/>
              <a:gd name="connsiteX8454" fmla="*/ 1865867 w 7869956"/>
              <a:gd name="connsiteY8454" fmla="*/ 283118 h 3717758"/>
              <a:gd name="connsiteX8455" fmla="*/ 1866640 w 7869956"/>
              <a:gd name="connsiteY8455" fmla="*/ 256898 h 3717758"/>
              <a:gd name="connsiteX8456" fmla="*/ 1856174 w 7869956"/>
              <a:gd name="connsiteY8456" fmla="*/ 277119 h 3717758"/>
              <a:gd name="connsiteX8457" fmla="*/ 1839786 w 7869956"/>
              <a:gd name="connsiteY8457" fmla="*/ 275852 h 3717758"/>
              <a:gd name="connsiteX8458" fmla="*/ 1833232 w 7869956"/>
              <a:gd name="connsiteY8458" fmla="*/ 275373 h 3717758"/>
              <a:gd name="connsiteX8459" fmla="*/ 1825594 w 7869956"/>
              <a:gd name="connsiteY8459" fmla="*/ 256373 h 3717758"/>
              <a:gd name="connsiteX8460" fmla="*/ 1821668 w 7869956"/>
              <a:gd name="connsiteY8460" fmla="*/ 277105 h 3717758"/>
              <a:gd name="connsiteX8461" fmla="*/ 1803874 w 7869956"/>
              <a:gd name="connsiteY8461" fmla="*/ 267798 h 3717758"/>
              <a:gd name="connsiteX8462" fmla="*/ 1818529 w 7869956"/>
              <a:gd name="connsiteY8462" fmla="*/ 271554 h 3717758"/>
              <a:gd name="connsiteX8463" fmla="*/ 1788275 w 7869956"/>
              <a:gd name="connsiteY8463" fmla="*/ 240341 h 3717758"/>
              <a:gd name="connsiteX8464" fmla="*/ 1765179 w 7869956"/>
              <a:gd name="connsiteY8464" fmla="*/ 243774 h 3717758"/>
              <a:gd name="connsiteX8465" fmla="*/ 1783143 w 7869956"/>
              <a:gd name="connsiteY8465" fmla="*/ 247808 h 3717758"/>
              <a:gd name="connsiteX8466" fmla="*/ 1789372 w 7869956"/>
              <a:gd name="connsiteY8466" fmla="*/ 258816 h 3717758"/>
              <a:gd name="connsiteX8467" fmla="*/ 1782492 w 7869956"/>
              <a:gd name="connsiteY8467" fmla="*/ 268787 h 3717758"/>
              <a:gd name="connsiteX8468" fmla="*/ 1760015 w 7869956"/>
              <a:gd name="connsiteY8468" fmla="*/ 251318 h 3717758"/>
              <a:gd name="connsiteX8469" fmla="*/ 1760664 w 7869956"/>
              <a:gd name="connsiteY8469" fmla="*/ 230293 h 3717758"/>
              <a:gd name="connsiteX8470" fmla="*/ 1732883 w 7869956"/>
              <a:gd name="connsiteY8470" fmla="*/ 225530 h 3717758"/>
              <a:gd name="connsiteX8471" fmla="*/ 1722248 w 7869956"/>
              <a:gd name="connsiteY8471" fmla="*/ 250977 h 3717758"/>
              <a:gd name="connsiteX8472" fmla="*/ 1717239 w 7869956"/>
              <a:gd name="connsiteY8472" fmla="*/ 253189 h 3717758"/>
              <a:gd name="connsiteX8473" fmla="*/ 1713171 w 7869956"/>
              <a:gd name="connsiteY8473" fmla="*/ 224016 h 3717758"/>
              <a:gd name="connsiteX8474" fmla="*/ 1704299 w 7869956"/>
              <a:gd name="connsiteY8474" fmla="*/ 246942 h 3717758"/>
              <a:gd name="connsiteX8475" fmla="*/ 1683397 w 7869956"/>
              <a:gd name="connsiteY8475" fmla="*/ 232195 h 3717758"/>
              <a:gd name="connsiteX8476" fmla="*/ 1670598 w 7869956"/>
              <a:gd name="connsiteY8476" fmla="*/ 220676 h 3717758"/>
              <a:gd name="connsiteX8477" fmla="*/ 1682129 w 7869956"/>
              <a:gd name="connsiteY8477" fmla="*/ 218977 h 3717758"/>
              <a:gd name="connsiteX8478" fmla="*/ 1664350 w 7869956"/>
              <a:gd name="connsiteY8478" fmla="*/ 209701 h 3717758"/>
              <a:gd name="connsiteX8479" fmla="*/ 1667783 w 7869956"/>
              <a:gd name="connsiteY8479" fmla="*/ 204723 h 3717758"/>
              <a:gd name="connsiteX8480" fmla="*/ 1669669 w 7869956"/>
              <a:gd name="connsiteY8480" fmla="*/ 196978 h 3717758"/>
              <a:gd name="connsiteX8481" fmla="*/ 1677646 w 7869956"/>
              <a:gd name="connsiteY8481" fmla="*/ 205496 h 3717758"/>
              <a:gd name="connsiteX8482" fmla="*/ 1681233 w 7869956"/>
              <a:gd name="connsiteY8482" fmla="*/ 195230 h 3717758"/>
              <a:gd name="connsiteX8483" fmla="*/ 1657951 w 7869956"/>
              <a:gd name="connsiteY8483" fmla="*/ 203981 h 3717758"/>
              <a:gd name="connsiteX8484" fmla="*/ 1623631 w 7869956"/>
              <a:gd name="connsiteY8484" fmla="*/ 198663 h 3717758"/>
              <a:gd name="connsiteX8485" fmla="*/ 1622843 w 7869956"/>
              <a:gd name="connsiteY8485" fmla="*/ 224851 h 3717758"/>
              <a:gd name="connsiteX8486" fmla="*/ 1608295 w 7869956"/>
              <a:gd name="connsiteY8486" fmla="*/ 215868 h 3717758"/>
              <a:gd name="connsiteX8487" fmla="*/ 1618931 w 7869956"/>
              <a:gd name="connsiteY8487" fmla="*/ 190422 h 3717758"/>
              <a:gd name="connsiteX8488" fmla="*/ 1579463 w 7869956"/>
              <a:gd name="connsiteY8488" fmla="*/ 192586 h 3717758"/>
              <a:gd name="connsiteX8489" fmla="*/ 1537629 w 7869956"/>
              <a:gd name="connsiteY8489" fmla="*/ 163136 h 3717758"/>
              <a:gd name="connsiteX8490" fmla="*/ 1542761 w 7869956"/>
              <a:gd name="connsiteY8490" fmla="*/ 155670 h 3717758"/>
              <a:gd name="connsiteX8491" fmla="*/ 1535155 w 7869956"/>
              <a:gd name="connsiteY8491" fmla="*/ 136670 h 3717758"/>
              <a:gd name="connsiteX8492" fmla="*/ 1534506 w 7869956"/>
              <a:gd name="connsiteY8492" fmla="*/ 157602 h 3717758"/>
              <a:gd name="connsiteX8493" fmla="*/ 1506416 w 7869956"/>
              <a:gd name="connsiteY8493" fmla="*/ 163322 h 3717758"/>
              <a:gd name="connsiteX8494" fmla="*/ 1512306 w 7869956"/>
              <a:gd name="connsiteY8494" fmla="*/ 184795 h 3717758"/>
              <a:gd name="connsiteX8495" fmla="*/ 1494359 w 7869956"/>
              <a:gd name="connsiteY8495" fmla="*/ 180775 h 3717758"/>
              <a:gd name="connsiteX8496" fmla="*/ 1494821 w 7869956"/>
              <a:gd name="connsiteY8496" fmla="*/ 165038 h 3717758"/>
              <a:gd name="connsiteX8497" fmla="*/ 1510915 w 7869956"/>
              <a:gd name="connsiteY8497" fmla="*/ 176787 h 3717758"/>
              <a:gd name="connsiteX8498" fmla="*/ 1504824 w 7869956"/>
              <a:gd name="connsiteY8498" fmla="*/ 160569 h 3717758"/>
              <a:gd name="connsiteX8499" fmla="*/ 1473935 w 7869956"/>
              <a:gd name="connsiteY8499" fmla="*/ 150289 h 3717758"/>
              <a:gd name="connsiteX8500" fmla="*/ 1469730 w 7869956"/>
              <a:gd name="connsiteY8500" fmla="*/ 126326 h 3717758"/>
              <a:gd name="connsiteX8501" fmla="*/ 1482856 w 7869956"/>
              <a:gd name="connsiteY8501" fmla="*/ 127331 h 3717758"/>
              <a:gd name="connsiteX8502" fmla="*/ 1460084 w 7869956"/>
              <a:gd name="connsiteY8502" fmla="*/ 120313 h 3717758"/>
              <a:gd name="connsiteX8503" fmla="*/ 1461134 w 7869956"/>
              <a:gd name="connsiteY8503" fmla="*/ 138756 h 3717758"/>
              <a:gd name="connsiteX8504" fmla="*/ 1475976 w 7869956"/>
              <a:gd name="connsiteY8504" fmla="*/ 137319 h 3717758"/>
              <a:gd name="connsiteX8505" fmla="*/ 1464103 w 7869956"/>
              <a:gd name="connsiteY8505" fmla="*/ 149486 h 3717758"/>
              <a:gd name="connsiteX8506" fmla="*/ 1416642 w 7869956"/>
              <a:gd name="connsiteY8506" fmla="*/ 143193 h 3717758"/>
              <a:gd name="connsiteX8507" fmla="*/ 1409005 w 7869956"/>
              <a:gd name="connsiteY8507" fmla="*/ 124194 h 3717758"/>
              <a:gd name="connsiteX8508" fmla="*/ 1404027 w 7869956"/>
              <a:gd name="connsiteY8508" fmla="*/ 126466 h 3717758"/>
              <a:gd name="connsiteX8509" fmla="*/ 1397147 w 7869956"/>
              <a:gd name="connsiteY8509" fmla="*/ 136453 h 3717758"/>
              <a:gd name="connsiteX8510" fmla="*/ 1356241 w 7869956"/>
              <a:gd name="connsiteY8510" fmla="*/ 130609 h 3717758"/>
              <a:gd name="connsiteX8511" fmla="*/ 1356736 w 7869956"/>
              <a:gd name="connsiteY8511" fmla="*/ 114871 h 3717758"/>
              <a:gd name="connsiteX8512" fmla="*/ 1348759 w 7869956"/>
              <a:gd name="connsiteY8512" fmla="*/ 106384 h 3717758"/>
              <a:gd name="connsiteX8513" fmla="*/ 1337365 w 7869956"/>
              <a:gd name="connsiteY8513" fmla="*/ 102844 h 3717758"/>
              <a:gd name="connsiteX8514" fmla="*/ 1333764 w 7869956"/>
              <a:gd name="connsiteY8514" fmla="*/ 113077 h 3717758"/>
              <a:gd name="connsiteX8515" fmla="*/ 1320994 w 7869956"/>
              <a:gd name="connsiteY8515" fmla="*/ 101560 h 3717758"/>
              <a:gd name="connsiteX8516" fmla="*/ 1322989 w 7869956"/>
              <a:gd name="connsiteY8516" fmla="*/ 88591 h 3717758"/>
              <a:gd name="connsiteX8517" fmla="*/ 1313016 w 7869956"/>
              <a:gd name="connsiteY8517" fmla="*/ 93073 h 3717758"/>
              <a:gd name="connsiteX8518" fmla="*/ 1320994 w 7869956"/>
              <a:gd name="connsiteY8518" fmla="*/ 101560 h 3717758"/>
              <a:gd name="connsiteX8519" fmla="*/ 1305951 w 7869956"/>
              <a:gd name="connsiteY8519" fmla="*/ 108331 h 3717758"/>
              <a:gd name="connsiteX8520" fmla="*/ 1293491 w 7869956"/>
              <a:gd name="connsiteY8520" fmla="*/ 86349 h 3717758"/>
              <a:gd name="connsiteX8521" fmla="*/ 1243077 w 7869956"/>
              <a:gd name="connsiteY8521" fmla="*/ 69281 h 3717758"/>
              <a:gd name="connsiteX8522" fmla="*/ 1234976 w 7869956"/>
              <a:gd name="connsiteY8522" fmla="*/ 66035 h 3717758"/>
              <a:gd name="connsiteX8523" fmla="*/ 1200795 w 7869956"/>
              <a:gd name="connsiteY8523" fmla="*/ 55506 h 3717758"/>
              <a:gd name="connsiteX8524" fmla="*/ 1175040 w 7869956"/>
              <a:gd name="connsiteY8524" fmla="*/ 37712 h 3717758"/>
              <a:gd name="connsiteX8525" fmla="*/ 1181750 w 7869956"/>
              <a:gd name="connsiteY8525" fmla="*/ 33013 h 3717758"/>
              <a:gd name="connsiteX8526" fmla="*/ 1168656 w 7869956"/>
              <a:gd name="connsiteY8526" fmla="*/ 31977 h 3717758"/>
              <a:gd name="connsiteX8527" fmla="*/ 1168314 w 7869956"/>
              <a:gd name="connsiteY8527" fmla="*/ 42474 h 3717758"/>
              <a:gd name="connsiteX8528" fmla="*/ 1146934 w 7869956"/>
              <a:gd name="connsiteY8528" fmla="*/ 43448 h 3717758"/>
              <a:gd name="connsiteX8529" fmla="*/ 1177081 w 7869956"/>
              <a:gd name="connsiteY8529" fmla="*/ 24788 h 3717758"/>
              <a:gd name="connsiteX8530" fmla="*/ 1203609 w 7869956"/>
              <a:gd name="connsiteY8530" fmla="*/ 16332 h 3717758"/>
              <a:gd name="connsiteX8531" fmla="*/ 1212962 w 7869956"/>
              <a:gd name="connsiteY8531" fmla="*/ 32797 h 3717758"/>
              <a:gd name="connsiteX8532" fmla="*/ 1206114 w 7869956"/>
              <a:gd name="connsiteY8532" fmla="*/ 42768 h 3717758"/>
              <a:gd name="connsiteX8533" fmla="*/ 1247638 w 7869956"/>
              <a:gd name="connsiteY8533" fmla="*/ 27617 h 3717758"/>
              <a:gd name="connsiteX8534" fmla="*/ 1251827 w 7869956"/>
              <a:gd name="connsiteY8534" fmla="*/ 51564 h 3717758"/>
              <a:gd name="connsiteX8535" fmla="*/ 1278093 w 7869956"/>
              <a:gd name="connsiteY8535" fmla="*/ 53651 h 3717758"/>
              <a:gd name="connsiteX8536" fmla="*/ 1264645 w 7869956"/>
              <a:gd name="connsiteY8536" fmla="*/ 63114 h 3717758"/>
              <a:gd name="connsiteX8537" fmla="*/ 1246555 w 7869956"/>
              <a:gd name="connsiteY8537" fmla="*/ 64319 h 3717758"/>
              <a:gd name="connsiteX8538" fmla="*/ 1275713 w 7869956"/>
              <a:gd name="connsiteY8538" fmla="*/ 77088 h 3717758"/>
              <a:gd name="connsiteX8539" fmla="*/ 1280861 w 7869956"/>
              <a:gd name="connsiteY8539" fmla="*/ 69637 h 3717758"/>
              <a:gd name="connsiteX8540" fmla="*/ 1274631 w 7869956"/>
              <a:gd name="connsiteY8540" fmla="*/ 58614 h 3717758"/>
              <a:gd name="connsiteX8541" fmla="*/ 1284819 w 7869956"/>
              <a:gd name="connsiteY8541" fmla="*/ 48891 h 3717758"/>
              <a:gd name="connsiteX8542" fmla="*/ 1312909 w 7869956"/>
              <a:gd name="connsiteY8542" fmla="*/ 43155 h 3717758"/>
              <a:gd name="connsiteX8543" fmla="*/ 1304297 w 7869956"/>
              <a:gd name="connsiteY8543" fmla="*/ 55677 h 3717758"/>
              <a:gd name="connsiteX8544" fmla="*/ 1333809 w 7869956"/>
              <a:gd name="connsiteY8544" fmla="*/ 57965 h 3717758"/>
              <a:gd name="connsiteX8545" fmla="*/ 1339886 w 7869956"/>
              <a:gd name="connsiteY8545" fmla="*/ 74214 h 3717758"/>
              <a:gd name="connsiteX8546" fmla="*/ 1355035 w 7869956"/>
              <a:gd name="connsiteY8546" fmla="*/ 62232 h 3717758"/>
              <a:gd name="connsiteX8547" fmla="*/ 1345978 w 7869956"/>
              <a:gd name="connsiteY8547" fmla="*/ 90399 h 3717758"/>
              <a:gd name="connsiteX8548" fmla="*/ 1357371 w 7869956"/>
              <a:gd name="connsiteY8548" fmla="*/ 93924 h 3717758"/>
              <a:gd name="connsiteX8549" fmla="*/ 1369057 w 7869956"/>
              <a:gd name="connsiteY8549" fmla="*/ 86951 h 3717758"/>
              <a:gd name="connsiteX8550" fmla="*/ 1376123 w 7869956"/>
              <a:gd name="connsiteY8550" fmla="*/ 71740 h 3717758"/>
              <a:gd name="connsiteX8551" fmla="*/ 1376277 w 7869956"/>
              <a:gd name="connsiteY8551" fmla="*/ 66530 h 3717758"/>
              <a:gd name="connsiteX8552" fmla="*/ 1378920 w 7869956"/>
              <a:gd name="connsiteY8552" fmla="*/ 87740 h 3717758"/>
              <a:gd name="connsiteX8553" fmla="*/ 1402342 w 7869956"/>
              <a:gd name="connsiteY8553" fmla="*/ 73794 h 3717758"/>
              <a:gd name="connsiteX8554" fmla="*/ 1398585 w 7869956"/>
              <a:gd name="connsiteY8554" fmla="*/ 89285 h 3717758"/>
              <a:gd name="connsiteX8555" fmla="*/ 1423893 w 7869956"/>
              <a:gd name="connsiteY8555" fmla="*/ 67596 h 3717758"/>
              <a:gd name="connsiteX8556" fmla="*/ 1424975 w 7869956"/>
              <a:gd name="connsiteY8556" fmla="*/ 86070 h 3717758"/>
              <a:gd name="connsiteX8557" fmla="*/ 1409671 w 7869956"/>
              <a:gd name="connsiteY8557" fmla="*/ 103261 h 3717758"/>
              <a:gd name="connsiteX8558" fmla="*/ 1439816 w 7869956"/>
              <a:gd name="connsiteY8558" fmla="*/ 84586 h 3717758"/>
              <a:gd name="connsiteX8559" fmla="*/ 1444315 w 7869956"/>
              <a:gd name="connsiteY8559" fmla="*/ 98067 h 3717758"/>
              <a:gd name="connsiteX8560" fmla="*/ 1454626 w 7869956"/>
              <a:gd name="connsiteY8560" fmla="*/ 83118 h 3717758"/>
              <a:gd name="connsiteX8561" fmla="*/ 1443403 w 7869956"/>
              <a:gd name="connsiteY8561" fmla="*/ 74368 h 3717758"/>
              <a:gd name="connsiteX8562" fmla="*/ 1463082 w 7869956"/>
              <a:gd name="connsiteY8562" fmla="*/ 75882 h 3717758"/>
              <a:gd name="connsiteX8563" fmla="*/ 1406084 w 7869956"/>
              <a:gd name="connsiteY8563" fmla="*/ 58335 h 3717758"/>
              <a:gd name="connsiteX8564" fmla="*/ 1460423 w 7869956"/>
              <a:gd name="connsiteY8564" fmla="*/ 54687 h 3717758"/>
              <a:gd name="connsiteX8565" fmla="*/ 1475281 w 7869956"/>
              <a:gd name="connsiteY8565" fmla="*/ 53172 h 3717758"/>
              <a:gd name="connsiteX8566" fmla="*/ 1471646 w 7869956"/>
              <a:gd name="connsiteY8566" fmla="*/ 63438 h 3717758"/>
              <a:gd name="connsiteX8567" fmla="*/ 1502398 w 7869956"/>
              <a:gd name="connsiteY8567" fmla="*/ 78943 h 3717758"/>
              <a:gd name="connsiteX8568" fmla="*/ 1498825 w 7869956"/>
              <a:gd name="connsiteY8568" fmla="*/ 89162 h 3717758"/>
              <a:gd name="connsiteX8569" fmla="*/ 1513651 w 7869956"/>
              <a:gd name="connsiteY8569" fmla="*/ 87662 h 3717758"/>
              <a:gd name="connsiteX8570" fmla="*/ 1502398 w 7869956"/>
              <a:gd name="connsiteY8570" fmla="*/ 78943 h 3717758"/>
              <a:gd name="connsiteX8571" fmla="*/ 1527874 w 7869956"/>
              <a:gd name="connsiteY8571" fmla="*/ 52028 h 3717758"/>
              <a:gd name="connsiteX8572" fmla="*/ 1547384 w 7869956"/>
              <a:gd name="connsiteY8572" fmla="*/ 58799 h 3717758"/>
              <a:gd name="connsiteX8573" fmla="*/ 1596529 w 7869956"/>
              <a:gd name="connsiteY8573" fmla="*/ 62602 h 3717758"/>
              <a:gd name="connsiteX8574" fmla="*/ 1592944 w 7869956"/>
              <a:gd name="connsiteY8574" fmla="*/ 72821 h 3717758"/>
              <a:gd name="connsiteX8575" fmla="*/ 1597782 w 7869956"/>
              <a:gd name="connsiteY8575" fmla="*/ 75836 h 3717758"/>
              <a:gd name="connsiteX8576" fmla="*/ 1611217 w 7869956"/>
              <a:gd name="connsiteY8576" fmla="*/ 66343 h 3717758"/>
              <a:gd name="connsiteX8577" fmla="*/ 1610907 w 7869956"/>
              <a:gd name="connsiteY8577" fmla="*/ 76856 h 3717758"/>
              <a:gd name="connsiteX8578" fmla="*/ 1617803 w 7869956"/>
              <a:gd name="connsiteY8578" fmla="*/ 66869 h 3717758"/>
              <a:gd name="connsiteX8579" fmla="*/ 1619008 w 7869956"/>
              <a:gd name="connsiteY8579" fmla="*/ 80104 h 3717758"/>
              <a:gd name="connsiteX8580" fmla="*/ 1624342 w 7869956"/>
              <a:gd name="connsiteY8580" fmla="*/ 67395 h 3717758"/>
              <a:gd name="connsiteX8581" fmla="*/ 1657131 w 7869956"/>
              <a:gd name="connsiteY8581" fmla="*/ 69961 h 3717758"/>
              <a:gd name="connsiteX8582" fmla="*/ 1656482 w 7869956"/>
              <a:gd name="connsiteY8582" fmla="*/ 90894 h 3717758"/>
              <a:gd name="connsiteX8583" fmla="*/ 1700666 w 7869956"/>
              <a:gd name="connsiteY8583" fmla="*/ 96969 h 3717758"/>
              <a:gd name="connsiteX8584" fmla="*/ 1700527 w 7869956"/>
              <a:gd name="connsiteY8584" fmla="*/ 102210 h 3717758"/>
              <a:gd name="connsiteX8585" fmla="*/ 1686443 w 7869956"/>
              <a:gd name="connsiteY8585" fmla="*/ 132635 h 3717758"/>
              <a:gd name="connsiteX8586" fmla="*/ 1699893 w 7869956"/>
              <a:gd name="connsiteY8586" fmla="*/ 123189 h 3717758"/>
              <a:gd name="connsiteX8587" fmla="*/ 1703789 w 7869956"/>
              <a:gd name="connsiteY8587" fmla="*/ 102458 h 3717758"/>
              <a:gd name="connsiteX8588" fmla="*/ 1704731 w 7869956"/>
              <a:gd name="connsiteY8588" fmla="*/ 126203 h 3717758"/>
              <a:gd name="connsiteX8589" fmla="*/ 1717687 w 7869956"/>
              <a:gd name="connsiteY8589" fmla="*/ 132418 h 3717758"/>
              <a:gd name="connsiteX8590" fmla="*/ 1769506 w 7869956"/>
              <a:gd name="connsiteY8590" fmla="*/ 102318 h 3717758"/>
              <a:gd name="connsiteX8591" fmla="*/ 1764049 w 7869956"/>
              <a:gd name="connsiteY8591" fmla="*/ 120267 h 3717758"/>
              <a:gd name="connsiteX8592" fmla="*/ 1779201 w 7869956"/>
              <a:gd name="connsiteY8592" fmla="*/ 108332 h 3717758"/>
              <a:gd name="connsiteX8593" fmla="*/ 1792481 w 7869956"/>
              <a:gd name="connsiteY8593" fmla="*/ 104081 h 3717758"/>
              <a:gd name="connsiteX8594" fmla="*/ 1786853 w 7869956"/>
              <a:gd name="connsiteY8594" fmla="*/ 127300 h 3717758"/>
              <a:gd name="connsiteX8595" fmla="*/ 1793377 w 7869956"/>
              <a:gd name="connsiteY8595" fmla="*/ 127843 h 3717758"/>
              <a:gd name="connsiteX8596" fmla="*/ 1798864 w 7869956"/>
              <a:gd name="connsiteY8596" fmla="*/ 109848 h 3717758"/>
              <a:gd name="connsiteX8597" fmla="*/ 1808883 w 7869956"/>
              <a:gd name="connsiteY8597" fmla="*/ 105363 h 3717758"/>
              <a:gd name="connsiteX8598" fmla="*/ 1886752 w 7869956"/>
              <a:gd name="connsiteY8598" fmla="*/ 137644 h 3717758"/>
              <a:gd name="connsiteX8599" fmla="*/ 1903619 w 7869956"/>
              <a:gd name="connsiteY8599" fmla="*/ 123234 h 3717758"/>
              <a:gd name="connsiteX8600" fmla="*/ 1923438 w 7869956"/>
              <a:gd name="connsiteY8600" fmla="*/ 119510 h 3717758"/>
              <a:gd name="connsiteX8601" fmla="*/ 1944835 w 7869956"/>
              <a:gd name="connsiteY8601" fmla="*/ 118567 h 3717758"/>
              <a:gd name="connsiteX8602" fmla="*/ 1942639 w 7869956"/>
              <a:gd name="connsiteY8602" fmla="*/ 136747 h 3717758"/>
              <a:gd name="connsiteX8603" fmla="*/ 1955439 w 7869956"/>
              <a:gd name="connsiteY8603" fmla="*/ 148280 h 3717758"/>
              <a:gd name="connsiteX8604" fmla="*/ 1968703 w 7869956"/>
              <a:gd name="connsiteY8604" fmla="*/ 144060 h 3717758"/>
              <a:gd name="connsiteX8605" fmla="*/ 1965117 w 7869956"/>
              <a:gd name="connsiteY8605" fmla="*/ 154263 h 3717758"/>
              <a:gd name="connsiteX8606" fmla="*/ 2063934 w 7869956"/>
              <a:gd name="connsiteY8606" fmla="*/ 146161 h 3717758"/>
              <a:gd name="connsiteX8607" fmla="*/ 2036323 w 7869956"/>
              <a:gd name="connsiteY8607" fmla="*/ 136175 h 3717758"/>
              <a:gd name="connsiteX8608" fmla="*/ 2041317 w 7869956"/>
              <a:gd name="connsiteY8608" fmla="*/ 133917 h 3717758"/>
              <a:gd name="connsiteX8609" fmla="*/ 2031300 w 7869956"/>
              <a:gd name="connsiteY8609" fmla="*/ 138386 h 3717758"/>
              <a:gd name="connsiteX8610" fmla="*/ 2030558 w 7869956"/>
              <a:gd name="connsiteY8610" fmla="*/ 109429 h 3717758"/>
              <a:gd name="connsiteX8611" fmla="*/ 2063176 w 7869956"/>
              <a:gd name="connsiteY8611" fmla="*/ 117252 h 3717758"/>
              <a:gd name="connsiteX8612" fmla="*/ 2076131 w 7869956"/>
              <a:gd name="connsiteY8612" fmla="*/ 123497 h 3717758"/>
              <a:gd name="connsiteX8613" fmla="*/ 2069253 w 7869956"/>
              <a:gd name="connsiteY8613" fmla="*/ 133484 h 3717758"/>
              <a:gd name="connsiteX8614" fmla="*/ 2076499 w 7869956"/>
              <a:gd name="connsiteY8614" fmla="*/ 137811 h 3717758"/>
              <a:gd name="connsiteX8615" fmla="*/ 2081042 w 7869956"/>
              <a:gd name="connsiteY8615" fmla="*/ 134345 h 3717758"/>
              <a:gd name="connsiteX8616" fmla="*/ 2078591 w 7869956"/>
              <a:gd name="connsiteY8616" fmla="*/ 149918 h 3717758"/>
              <a:gd name="connsiteX8617" fmla="*/ 2065526 w 7869956"/>
              <a:gd name="connsiteY8617" fmla="*/ 148944 h 3717758"/>
              <a:gd name="connsiteX8618" fmla="*/ 2067986 w 7869956"/>
              <a:gd name="connsiteY8618" fmla="*/ 175380 h 3717758"/>
              <a:gd name="connsiteX8619" fmla="*/ 2079548 w 7869956"/>
              <a:gd name="connsiteY8619" fmla="*/ 173679 h 3717758"/>
              <a:gd name="connsiteX8620" fmla="*/ 2118755 w 7869956"/>
              <a:gd name="connsiteY8620" fmla="*/ 126838 h 3717758"/>
              <a:gd name="connsiteX8621" fmla="*/ 2124983 w 7869956"/>
              <a:gd name="connsiteY8621" fmla="*/ 137767 h 3717758"/>
              <a:gd name="connsiteX8622" fmla="*/ 2151204 w 7869956"/>
              <a:gd name="connsiteY8622" fmla="*/ 139838 h 3717758"/>
              <a:gd name="connsiteX8623" fmla="*/ 2145902 w 7869956"/>
              <a:gd name="connsiteY8623" fmla="*/ 152561 h 3717758"/>
              <a:gd name="connsiteX8624" fmla="*/ 2162767 w 7869956"/>
              <a:gd name="connsiteY8624" fmla="*/ 138106 h 3717758"/>
              <a:gd name="connsiteX8625" fmla="*/ 2174161 w 7869956"/>
              <a:gd name="connsiteY8625" fmla="*/ 141617 h 3717758"/>
              <a:gd name="connsiteX8626" fmla="*/ 2181798 w 7869956"/>
              <a:gd name="connsiteY8626" fmla="*/ 160617 h 3717758"/>
              <a:gd name="connsiteX8627" fmla="*/ 2190239 w 7869956"/>
              <a:gd name="connsiteY8627" fmla="*/ 153336 h 3717758"/>
              <a:gd name="connsiteX8628" fmla="*/ 2184009 w 7869956"/>
              <a:gd name="connsiteY8628" fmla="*/ 142373 h 3717758"/>
              <a:gd name="connsiteX8629" fmla="*/ 2199021 w 7869956"/>
              <a:gd name="connsiteY8629" fmla="*/ 135664 h 3717758"/>
              <a:gd name="connsiteX8630" fmla="*/ 2201803 w 7869956"/>
              <a:gd name="connsiteY8630" fmla="*/ 151588 h 3717758"/>
              <a:gd name="connsiteX8631" fmla="*/ 2213337 w 7869956"/>
              <a:gd name="connsiteY8631" fmla="*/ 149887 h 3717758"/>
              <a:gd name="connsiteX8632" fmla="*/ 2215547 w 7869956"/>
              <a:gd name="connsiteY8632" fmla="*/ 131660 h 3717758"/>
              <a:gd name="connsiteX8633" fmla="*/ 2195882 w 7869956"/>
              <a:gd name="connsiteY8633" fmla="*/ 130115 h 3717758"/>
              <a:gd name="connsiteX8634" fmla="*/ 2199623 w 7869956"/>
              <a:gd name="connsiteY8634" fmla="*/ 114655 h 3717758"/>
              <a:gd name="connsiteX8635" fmla="*/ 2214465 w 7869956"/>
              <a:gd name="connsiteY8635" fmla="*/ 113217 h 3717758"/>
              <a:gd name="connsiteX8636" fmla="*/ 2205096 w 7869956"/>
              <a:gd name="connsiteY8636" fmla="*/ 96706 h 3717758"/>
              <a:gd name="connsiteX8637" fmla="*/ 2227249 w 7869956"/>
              <a:gd name="connsiteY8637" fmla="*/ 124734 h 3717758"/>
              <a:gd name="connsiteX8638" fmla="*/ 2249728 w 7869956"/>
              <a:gd name="connsiteY8638" fmla="*/ 142205 h 3717758"/>
              <a:gd name="connsiteX8639" fmla="*/ 2244085 w 7869956"/>
              <a:gd name="connsiteY8639" fmla="*/ 165409 h 3717758"/>
              <a:gd name="connsiteX8640" fmla="*/ 2267058 w 7869956"/>
              <a:gd name="connsiteY8640" fmla="*/ 167187 h 3717758"/>
              <a:gd name="connsiteX8641" fmla="*/ 2275637 w 7869956"/>
              <a:gd name="connsiteY8641" fmla="*/ 154711 h 3717758"/>
              <a:gd name="connsiteX8642" fmla="*/ 2273474 w 7869956"/>
              <a:gd name="connsiteY8642" fmla="*/ 172923 h 3717758"/>
              <a:gd name="connsiteX8643" fmla="*/ 2283460 w 7869956"/>
              <a:gd name="connsiteY8643" fmla="*/ 168469 h 3717758"/>
              <a:gd name="connsiteX8644" fmla="*/ 2285656 w 7869956"/>
              <a:gd name="connsiteY8644" fmla="*/ 150228 h 3717758"/>
              <a:gd name="connsiteX8645" fmla="*/ 2277694 w 7869956"/>
              <a:gd name="connsiteY8645" fmla="*/ 141741 h 3717758"/>
              <a:gd name="connsiteX8646" fmla="*/ 2290788 w 7869956"/>
              <a:gd name="connsiteY8646" fmla="*/ 142729 h 3717758"/>
              <a:gd name="connsiteX8647" fmla="*/ 2284557 w 7869956"/>
              <a:gd name="connsiteY8647" fmla="*/ 131769 h 3717758"/>
              <a:gd name="connsiteX8648" fmla="*/ 2289736 w 7869956"/>
              <a:gd name="connsiteY8648" fmla="*/ 124302 h 3717758"/>
              <a:gd name="connsiteX8649" fmla="*/ 2295627 w 7869956"/>
              <a:gd name="connsiteY8649" fmla="*/ 145776 h 3717758"/>
              <a:gd name="connsiteX8650" fmla="*/ 2308737 w 7869956"/>
              <a:gd name="connsiteY8650" fmla="*/ 146764 h 3717758"/>
              <a:gd name="connsiteX8651" fmla="*/ 2321228 w 7869956"/>
              <a:gd name="connsiteY8651" fmla="*/ 168779 h 3717758"/>
              <a:gd name="connsiteX8652" fmla="*/ 2326856 w 7869956"/>
              <a:gd name="connsiteY8652" fmla="*/ 145558 h 3717758"/>
              <a:gd name="connsiteX8653" fmla="*/ 2327798 w 7869956"/>
              <a:gd name="connsiteY8653" fmla="*/ 169243 h 3717758"/>
              <a:gd name="connsiteX8654" fmla="*/ 2365736 w 7869956"/>
              <a:gd name="connsiteY8654" fmla="*/ 164327 h 3717758"/>
              <a:gd name="connsiteX8655" fmla="*/ 2380392 w 7869956"/>
              <a:gd name="connsiteY8655" fmla="*/ 168082 h 3717758"/>
              <a:gd name="connsiteX8656" fmla="*/ 2391307 w 7869956"/>
              <a:gd name="connsiteY8656" fmla="*/ 187347 h 3717758"/>
              <a:gd name="connsiteX8657" fmla="*/ 2408667 w 7869956"/>
              <a:gd name="connsiteY8657" fmla="*/ 157184 h 3717758"/>
              <a:gd name="connsiteX8658" fmla="*/ 2418021 w 7869956"/>
              <a:gd name="connsiteY8658" fmla="*/ 173617 h 3717758"/>
              <a:gd name="connsiteX8659" fmla="*/ 2409440 w 7869956"/>
              <a:gd name="connsiteY8659" fmla="*/ 186124 h 3717758"/>
              <a:gd name="connsiteX8660" fmla="*/ 2435969 w 7869956"/>
              <a:gd name="connsiteY8660" fmla="*/ 177652 h 3717758"/>
              <a:gd name="connsiteX8661" fmla="*/ 2424731 w 7869956"/>
              <a:gd name="connsiteY8661" fmla="*/ 168933 h 3717758"/>
              <a:gd name="connsiteX8662" fmla="*/ 2470768 w 7869956"/>
              <a:gd name="connsiteY8662" fmla="*/ 167232 h 3717758"/>
              <a:gd name="connsiteX8663" fmla="*/ 2508243 w 7869956"/>
              <a:gd name="connsiteY8663" fmla="*/ 178008 h 3717758"/>
              <a:gd name="connsiteX8664" fmla="*/ 2517766 w 7869956"/>
              <a:gd name="connsiteY8664" fmla="*/ 189294 h 3717758"/>
              <a:gd name="connsiteX8665" fmla="*/ 2513235 w 7869956"/>
              <a:gd name="connsiteY8665" fmla="*/ 175797 h 3717758"/>
              <a:gd name="connsiteX8666" fmla="*/ 2523532 w 7869956"/>
              <a:gd name="connsiteY8666" fmla="*/ 160848 h 3717758"/>
              <a:gd name="connsiteX8667" fmla="*/ 2546166 w 7869956"/>
              <a:gd name="connsiteY8667" fmla="*/ 173093 h 3717758"/>
              <a:gd name="connsiteX8668" fmla="*/ 2539316 w 7869956"/>
              <a:gd name="connsiteY8668" fmla="*/ 183079 h 3717758"/>
              <a:gd name="connsiteX8669" fmla="*/ 2555703 w 7869956"/>
              <a:gd name="connsiteY8669" fmla="*/ 184378 h 3717758"/>
              <a:gd name="connsiteX8670" fmla="*/ 2567577 w 7869956"/>
              <a:gd name="connsiteY8670" fmla="*/ 172134 h 3717758"/>
              <a:gd name="connsiteX8671" fmla="*/ 2570390 w 7869956"/>
              <a:gd name="connsiteY8671" fmla="*/ 188119 h 3717758"/>
              <a:gd name="connsiteX8672" fmla="*/ 2575368 w 7869956"/>
              <a:gd name="connsiteY8672" fmla="*/ 185847 h 3717758"/>
              <a:gd name="connsiteX8673" fmla="*/ 2561470 w 7869956"/>
              <a:gd name="connsiteY8673" fmla="*/ 211030 h 3717758"/>
              <a:gd name="connsiteX8674" fmla="*/ 2589731 w 7869956"/>
              <a:gd name="connsiteY8674" fmla="*/ 200115 h 3717758"/>
              <a:gd name="connsiteX8675" fmla="*/ 2594260 w 7869956"/>
              <a:gd name="connsiteY8675" fmla="*/ 213596 h 3717758"/>
              <a:gd name="connsiteX8676" fmla="*/ 2609410 w 7869956"/>
              <a:gd name="connsiteY8676" fmla="*/ 201662 h 3717758"/>
              <a:gd name="connsiteX8677" fmla="*/ 2598001 w 7869956"/>
              <a:gd name="connsiteY8677" fmla="*/ 198120 h 3717758"/>
              <a:gd name="connsiteX8678" fmla="*/ 2626570 w 7869956"/>
              <a:gd name="connsiteY8678" fmla="*/ 176709 h 3717758"/>
              <a:gd name="connsiteX8679" fmla="*/ 2627483 w 7869956"/>
              <a:gd name="connsiteY8679" fmla="*/ 200409 h 3717758"/>
              <a:gd name="connsiteX8680" fmla="*/ 2613909 w 7869956"/>
              <a:gd name="connsiteY8680" fmla="*/ 215096 h 3717758"/>
              <a:gd name="connsiteX8681" fmla="*/ 2637192 w 7869956"/>
              <a:gd name="connsiteY8681" fmla="*/ 206439 h 3717758"/>
              <a:gd name="connsiteX8682" fmla="*/ 2631069 w 7869956"/>
              <a:gd name="connsiteY8682" fmla="*/ 190207 h 3717758"/>
              <a:gd name="connsiteX8683" fmla="*/ 2649529 w 7869956"/>
              <a:gd name="connsiteY8683" fmla="*/ 178472 h 3717758"/>
              <a:gd name="connsiteX8684" fmla="*/ 2653871 w 7869956"/>
              <a:gd name="connsiteY8684" fmla="*/ 197224 h 3717758"/>
              <a:gd name="connsiteX8685" fmla="*/ 2700421 w 7869956"/>
              <a:gd name="connsiteY8685" fmla="*/ 179786 h 3717758"/>
              <a:gd name="connsiteX8686" fmla="*/ 2698040 w 7869956"/>
              <a:gd name="connsiteY8686" fmla="*/ 203300 h 3717758"/>
              <a:gd name="connsiteX8687" fmla="*/ 2711473 w 7869956"/>
              <a:gd name="connsiteY8687" fmla="*/ 193823 h 3717758"/>
              <a:gd name="connsiteX8688" fmla="*/ 2711149 w 7869956"/>
              <a:gd name="connsiteY8688" fmla="*/ 204320 h 3717758"/>
              <a:gd name="connsiteX8689" fmla="*/ 2721460 w 7869956"/>
              <a:gd name="connsiteY8689" fmla="*/ 189325 h 3717758"/>
              <a:gd name="connsiteX8690" fmla="*/ 2706805 w 7869956"/>
              <a:gd name="connsiteY8690" fmla="*/ 185584 h 3717758"/>
              <a:gd name="connsiteX8691" fmla="*/ 2704008 w 7869956"/>
              <a:gd name="connsiteY8691" fmla="*/ 169629 h 3717758"/>
              <a:gd name="connsiteX8692" fmla="*/ 2736797 w 7869956"/>
              <a:gd name="connsiteY8692" fmla="*/ 172165 h 3717758"/>
              <a:gd name="connsiteX8693" fmla="*/ 2740831 w 7869956"/>
              <a:gd name="connsiteY8693" fmla="*/ 146161 h 3717758"/>
              <a:gd name="connsiteX8694" fmla="*/ 2750046 w 7869956"/>
              <a:gd name="connsiteY8694" fmla="*/ 167898 h 3717758"/>
              <a:gd name="connsiteX8695" fmla="*/ 2716762 w 7869956"/>
              <a:gd name="connsiteY8695" fmla="*/ 181085 h 3717758"/>
              <a:gd name="connsiteX8696" fmla="*/ 2723417 w 7869956"/>
              <a:gd name="connsiteY8696" fmla="*/ 189472 h 3717758"/>
              <a:gd name="connsiteX8697" fmla="*/ 2729422 w 7869956"/>
              <a:gd name="connsiteY8697" fmla="*/ 197811 h 3717758"/>
              <a:gd name="connsiteX8698" fmla="*/ 2729407 w 7869956"/>
              <a:gd name="connsiteY8698" fmla="*/ 197812 h 3717758"/>
              <a:gd name="connsiteX8699" fmla="*/ 2729415 w 7869956"/>
              <a:gd name="connsiteY8699" fmla="*/ 197840 h 3717758"/>
              <a:gd name="connsiteX8700" fmla="*/ 2725057 w 7869956"/>
              <a:gd name="connsiteY8700" fmla="*/ 211178 h 3717758"/>
              <a:gd name="connsiteX8701" fmla="*/ 2723626 w 7869956"/>
              <a:gd name="connsiteY8701" fmla="*/ 226272 h 3717758"/>
              <a:gd name="connsiteX8702" fmla="*/ 2710362 w 7869956"/>
              <a:gd name="connsiteY8702" fmla="*/ 230508 h 3717758"/>
              <a:gd name="connsiteX8703" fmla="*/ 2727212 w 7869956"/>
              <a:gd name="connsiteY8703" fmla="*/ 216008 h 3717758"/>
              <a:gd name="connsiteX8704" fmla="*/ 2743769 w 7869956"/>
              <a:gd name="connsiteY8704" fmla="*/ 212097 h 3717758"/>
              <a:gd name="connsiteX8705" fmla="*/ 2732361 w 7869956"/>
              <a:gd name="connsiteY8705" fmla="*/ 208541 h 3717758"/>
              <a:gd name="connsiteX8706" fmla="*/ 2729415 w 7869956"/>
              <a:gd name="connsiteY8706" fmla="*/ 197840 h 3717758"/>
              <a:gd name="connsiteX8707" fmla="*/ 2729423 w 7869956"/>
              <a:gd name="connsiteY8707" fmla="*/ 197812 h 3717758"/>
              <a:gd name="connsiteX8708" fmla="*/ 2729422 w 7869956"/>
              <a:gd name="connsiteY8708" fmla="*/ 197811 h 3717758"/>
              <a:gd name="connsiteX8709" fmla="*/ 2751913 w 7869956"/>
              <a:gd name="connsiteY8709" fmla="*/ 195401 h 3717758"/>
              <a:gd name="connsiteX8710" fmla="*/ 2802345 w 7869956"/>
              <a:gd name="connsiteY8710" fmla="*/ 177204 h 3717758"/>
              <a:gd name="connsiteX8711" fmla="*/ 2795775 w 7869956"/>
              <a:gd name="connsiteY8711" fmla="*/ 176709 h 3717758"/>
              <a:gd name="connsiteX8712" fmla="*/ 2805762 w 7869956"/>
              <a:gd name="connsiteY8712" fmla="*/ 172242 h 3717758"/>
              <a:gd name="connsiteX8713" fmla="*/ 2780609 w 7869956"/>
              <a:gd name="connsiteY8713" fmla="*/ 188676 h 3717758"/>
              <a:gd name="connsiteX8714" fmla="*/ 2759539 w 7869956"/>
              <a:gd name="connsiteY8714" fmla="*/ 179199 h 3717758"/>
              <a:gd name="connsiteX8715" fmla="*/ 2771102 w 7869956"/>
              <a:gd name="connsiteY8715" fmla="*/ 177453 h 3717758"/>
              <a:gd name="connsiteX8716" fmla="*/ 2770004 w 7869956"/>
              <a:gd name="connsiteY8716" fmla="*/ 158977 h 3717758"/>
              <a:gd name="connsiteX8717" fmla="*/ 2785000 w 7869956"/>
              <a:gd name="connsiteY8717" fmla="*/ 152237 h 3717758"/>
              <a:gd name="connsiteX8718" fmla="*/ 2777657 w 7869956"/>
              <a:gd name="connsiteY8718" fmla="*/ 177931 h 3717758"/>
              <a:gd name="connsiteX8719" fmla="*/ 2793441 w 7869956"/>
              <a:gd name="connsiteY8719" fmla="*/ 145034 h 3717758"/>
              <a:gd name="connsiteX8720" fmla="*/ 2783917 w 7869956"/>
              <a:gd name="connsiteY8720" fmla="*/ 133778 h 3717758"/>
              <a:gd name="connsiteX8721" fmla="*/ 2792204 w 7869956"/>
              <a:gd name="connsiteY8721" fmla="*/ 131769 h 3717758"/>
              <a:gd name="connsiteX8722" fmla="*/ 2807633 w 7869956"/>
              <a:gd name="connsiteY8722" fmla="*/ 164543 h 3717758"/>
              <a:gd name="connsiteX8723" fmla="*/ 2847442 w 7869956"/>
              <a:gd name="connsiteY8723" fmla="*/ 151867 h 3717758"/>
              <a:gd name="connsiteX8724" fmla="*/ 2847797 w 7869956"/>
              <a:gd name="connsiteY8724" fmla="*/ 141323 h 3717758"/>
              <a:gd name="connsiteX8725" fmla="*/ 2854336 w 7869956"/>
              <a:gd name="connsiteY8725" fmla="*/ 141864 h 3717758"/>
              <a:gd name="connsiteX8726" fmla="*/ 2853687 w 7869956"/>
              <a:gd name="connsiteY8726" fmla="*/ 162811 h 3717758"/>
              <a:gd name="connsiteX8727" fmla="*/ 2827467 w 7869956"/>
              <a:gd name="connsiteY8727" fmla="*/ 160771 h 3717758"/>
              <a:gd name="connsiteX8728" fmla="*/ 2828566 w 7869956"/>
              <a:gd name="connsiteY8728" fmla="*/ 179230 h 3717758"/>
              <a:gd name="connsiteX8729" fmla="*/ 2863534 w 7869956"/>
              <a:gd name="connsiteY8729" fmla="*/ 163555 h 3717758"/>
              <a:gd name="connsiteX8730" fmla="*/ 2859005 w 7869956"/>
              <a:gd name="connsiteY8730" fmla="*/ 150057 h 3717758"/>
              <a:gd name="connsiteX8731" fmla="*/ 2890527 w 7869956"/>
              <a:gd name="connsiteY8731" fmla="*/ 139406 h 3717758"/>
              <a:gd name="connsiteX8732" fmla="*/ 2905075 w 7869956"/>
              <a:gd name="connsiteY8732" fmla="*/ 148434 h 3717758"/>
              <a:gd name="connsiteX8733" fmla="*/ 2909589 w 7869956"/>
              <a:gd name="connsiteY8733" fmla="*/ 161915 h 3717758"/>
              <a:gd name="connsiteX8734" fmla="*/ 2899602 w 7869956"/>
              <a:gd name="connsiteY8734" fmla="*/ 166367 h 3717758"/>
              <a:gd name="connsiteX8735" fmla="*/ 2897545 w 7869956"/>
              <a:gd name="connsiteY8735" fmla="*/ 179353 h 3717758"/>
              <a:gd name="connsiteX8736" fmla="*/ 2910686 w 7869956"/>
              <a:gd name="connsiteY8736" fmla="*/ 180327 h 3717758"/>
              <a:gd name="connsiteX8737" fmla="*/ 2913175 w 7869956"/>
              <a:gd name="connsiteY8737" fmla="*/ 151666 h 3717758"/>
              <a:gd name="connsiteX8738" fmla="*/ 2932701 w 7869956"/>
              <a:gd name="connsiteY8738" fmla="*/ 158437 h 3717758"/>
              <a:gd name="connsiteX8739" fmla="*/ 2940631 w 7869956"/>
              <a:gd name="connsiteY8739" fmla="*/ 166955 h 3717758"/>
              <a:gd name="connsiteX8740" fmla="*/ 2928296 w 7869956"/>
              <a:gd name="connsiteY8740" fmla="*/ 194891 h 3717758"/>
              <a:gd name="connsiteX8741" fmla="*/ 2870692 w 7869956"/>
              <a:gd name="connsiteY8741" fmla="*/ 198322 h 3717758"/>
              <a:gd name="connsiteX8742" fmla="*/ 2890032 w 7869956"/>
              <a:gd name="connsiteY8742" fmla="*/ 210272 h 3717758"/>
              <a:gd name="connsiteX8743" fmla="*/ 2898782 w 7869956"/>
              <a:gd name="connsiteY8743" fmla="*/ 192571 h 3717758"/>
              <a:gd name="connsiteX8744" fmla="*/ 2904859 w 7869956"/>
              <a:gd name="connsiteY8744" fmla="*/ 208820 h 3717758"/>
              <a:gd name="connsiteX8745" fmla="*/ 2913469 w 7869956"/>
              <a:gd name="connsiteY8745" fmla="*/ 196329 h 3717758"/>
              <a:gd name="connsiteX8746" fmla="*/ 2912526 w 7869956"/>
              <a:gd name="connsiteY8746" fmla="*/ 227772 h 3717758"/>
              <a:gd name="connsiteX8747" fmla="*/ 2935453 w 7869956"/>
              <a:gd name="connsiteY8747" fmla="*/ 229551 h 3717758"/>
              <a:gd name="connsiteX8748" fmla="*/ 2932625 w 7869956"/>
              <a:gd name="connsiteY8748" fmla="*/ 213566 h 3717758"/>
              <a:gd name="connsiteX8749" fmla="*/ 2920935 w 7869956"/>
              <a:gd name="connsiteY8749" fmla="*/ 220538 h 3717758"/>
              <a:gd name="connsiteX8750" fmla="*/ 2923147 w 7869956"/>
              <a:gd name="connsiteY8750" fmla="*/ 202311 h 3717758"/>
              <a:gd name="connsiteX8751" fmla="*/ 2922823 w 7869956"/>
              <a:gd name="connsiteY8751" fmla="*/ 212824 h 3717758"/>
              <a:gd name="connsiteX8752" fmla="*/ 2929872 w 7869956"/>
              <a:gd name="connsiteY8752" fmla="*/ 197596 h 3717758"/>
              <a:gd name="connsiteX8753" fmla="*/ 2949506 w 7869956"/>
              <a:gd name="connsiteY8753" fmla="*/ 199172 h 3717758"/>
              <a:gd name="connsiteX8754" fmla="*/ 2933304 w 7869956"/>
              <a:gd name="connsiteY8754" fmla="*/ 192602 h 3717758"/>
              <a:gd name="connsiteX8755" fmla="*/ 2945161 w 7869956"/>
              <a:gd name="connsiteY8755" fmla="*/ 180436 h 3717758"/>
              <a:gd name="connsiteX8756" fmla="*/ 2976405 w 7869956"/>
              <a:gd name="connsiteY8756" fmla="*/ 180203 h 3717758"/>
              <a:gd name="connsiteX8757" fmla="*/ 2987474 w 7869956"/>
              <a:gd name="connsiteY8757" fmla="*/ 194194 h 3717758"/>
              <a:gd name="connsiteX8758" fmla="*/ 2989514 w 7869956"/>
              <a:gd name="connsiteY8758" fmla="*/ 181224 h 3717758"/>
              <a:gd name="connsiteX8759" fmla="*/ 2997941 w 7869956"/>
              <a:gd name="connsiteY8759" fmla="*/ 173989 h 3717758"/>
              <a:gd name="connsiteX8760" fmla="*/ 3013988 w 7869956"/>
              <a:gd name="connsiteY8760" fmla="*/ 185738 h 3717758"/>
              <a:gd name="connsiteX8761" fmla="*/ 2996220 w 7869956"/>
              <a:gd name="connsiteY8761" fmla="*/ 203536 h 3717758"/>
              <a:gd name="connsiteX8762" fmla="*/ 2991842 w 7869956"/>
              <a:gd name="connsiteY8762" fmla="*/ 212951 h 3717758"/>
              <a:gd name="connsiteX8763" fmla="*/ 2991803 w 7869956"/>
              <a:gd name="connsiteY8763" fmla="*/ 212900 h 3717758"/>
              <a:gd name="connsiteX8764" fmla="*/ 2991774 w 7869956"/>
              <a:gd name="connsiteY8764" fmla="*/ 213099 h 3717758"/>
              <a:gd name="connsiteX8765" fmla="*/ 2984784 w 7869956"/>
              <a:gd name="connsiteY8765" fmla="*/ 228129 h 3717758"/>
              <a:gd name="connsiteX8766" fmla="*/ 2990276 w 7869956"/>
              <a:gd name="connsiteY8766" fmla="*/ 223373 h 3717758"/>
              <a:gd name="connsiteX8767" fmla="*/ 2991774 w 7869956"/>
              <a:gd name="connsiteY8767" fmla="*/ 213099 h 3717758"/>
              <a:gd name="connsiteX8768" fmla="*/ 2991842 w 7869956"/>
              <a:gd name="connsiteY8768" fmla="*/ 212951 h 3717758"/>
              <a:gd name="connsiteX8769" fmla="*/ 2996150 w 7869956"/>
              <a:gd name="connsiteY8769" fmla="*/ 218491 h 3717758"/>
              <a:gd name="connsiteX8770" fmla="*/ 3009596 w 7869956"/>
              <a:gd name="connsiteY8770" fmla="*/ 222176 h 3717758"/>
              <a:gd name="connsiteX8771" fmla="*/ 3013972 w 7869956"/>
              <a:gd name="connsiteY8771" fmla="*/ 240914 h 3717758"/>
              <a:gd name="connsiteX8772" fmla="*/ 3030344 w 7869956"/>
              <a:gd name="connsiteY8772" fmla="*/ 242165 h 3717758"/>
              <a:gd name="connsiteX8773" fmla="*/ 3035662 w 7869956"/>
              <a:gd name="connsiteY8773" fmla="*/ 229442 h 3717758"/>
              <a:gd name="connsiteX8774" fmla="*/ 3025999 w 7869956"/>
              <a:gd name="connsiteY8774" fmla="*/ 223474 h 3717758"/>
              <a:gd name="connsiteX8775" fmla="*/ 3036141 w 7869956"/>
              <a:gd name="connsiteY8775" fmla="*/ 213720 h 3717758"/>
              <a:gd name="connsiteX8776" fmla="*/ 3024901 w 7869956"/>
              <a:gd name="connsiteY8776" fmla="*/ 204953 h 3717758"/>
              <a:gd name="connsiteX8777" fmla="*/ 3046777 w 7869956"/>
              <a:gd name="connsiteY8777" fmla="*/ 188288 h 3717758"/>
              <a:gd name="connsiteX8778" fmla="*/ 3048030 w 7869956"/>
              <a:gd name="connsiteY8778" fmla="*/ 201522 h 3717758"/>
              <a:gd name="connsiteX8779" fmla="*/ 3071296 w 7869956"/>
              <a:gd name="connsiteY8779" fmla="*/ 192818 h 3717758"/>
              <a:gd name="connsiteX8780" fmla="*/ 3099401 w 7869956"/>
              <a:gd name="connsiteY8780" fmla="*/ 187129 h 3717758"/>
              <a:gd name="connsiteX8781" fmla="*/ 3107656 w 7869956"/>
              <a:gd name="connsiteY8781" fmla="*/ 185165 h 3717758"/>
              <a:gd name="connsiteX8782" fmla="*/ 3113747 w 7869956"/>
              <a:gd name="connsiteY8782" fmla="*/ 201352 h 3717758"/>
              <a:gd name="connsiteX8783" fmla="*/ 3140307 w 7869956"/>
              <a:gd name="connsiteY8783" fmla="*/ 192943 h 3717758"/>
              <a:gd name="connsiteX8784" fmla="*/ 3143105 w 7869956"/>
              <a:gd name="connsiteY8784" fmla="*/ 208896 h 3717758"/>
              <a:gd name="connsiteX8785" fmla="*/ 3151546 w 7869956"/>
              <a:gd name="connsiteY8785" fmla="*/ 201631 h 3717758"/>
              <a:gd name="connsiteX8786" fmla="*/ 3152783 w 7869956"/>
              <a:gd name="connsiteY8786" fmla="*/ 214895 h 3717758"/>
              <a:gd name="connsiteX8787" fmla="*/ 3162616 w 7869956"/>
              <a:gd name="connsiteY8787" fmla="*/ 215636 h 3717758"/>
              <a:gd name="connsiteX8788" fmla="*/ 3163095 w 7869956"/>
              <a:gd name="connsiteY8788" fmla="*/ 199945 h 3717758"/>
              <a:gd name="connsiteX8789" fmla="*/ 3196054 w 7869956"/>
              <a:gd name="connsiteY8789" fmla="*/ 197225 h 3717758"/>
              <a:gd name="connsiteX8790" fmla="*/ 3193999 w 7869956"/>
              <a:gd name="connsiteY8790" fmla="*/ 210210 h 3717758"/>
              <a:gd name="connsiteX8791" fmla="*/ 3208685 w 7869956"/>
              <a:gd name="connsiteY8791" fmla="*/ 213983 h 3717758"/>
              <a:gd name="connsiteX8792" fmla="*/ 3241444 w 7869956"/>
              <a:gd name="connsiteY8792" fmla="*/ 216487 h 3717758"/>
              <a:gd name="connsiteX8793" fmla="*/ 3258017 w 7869956"/>
              <a:gd name="connsiteY8793" fmla="*/ 212530 h 3717758"/>
              <a:gd name="connsiteX8794" fmla="*/ 3266782 w 7869956"/>
              <a:gd name="connsiteY8794" fmla="*/ 194843 h 3717758"/>
              <a:gd name="connsiteX8795" fmla="*/ 3276306 w 7869956"/>
              <a:gd name="connsiteY8795" fmla="*/ 206098 h 3717758"/>
              <a:gd name="connsiteX8796" fmla="*/ 3262855 w 7869956"/>
              <a:gd name="connsiteY8796" fmla="*/ 215544 h 3717758"/>
              <a:gd name="connsiteX8797" fmla="*/ 3258619 w 7869956"/>
              <a:gd name="connsiteY8797" fmla="*/ 246742 h 3717758"/>
              <a:gd name="connsiteX8798" fmla="*/ 3275301 w 7869956"/>
              <a:gd name="connsiteY8798" fmla="*/ 237481 h 3717758"/>
              <a:gd name="connsiteX8799" fmla="*/ 3304998 w 7869956"/>
              <a:gd name="connsiteY8799" fmla="*/ 234574 h 3717758"/>
              <a:gd name="connsiteX8800" fmla="*/ 3309497 w 7869956"/>
              <a:gd name="connsiteY8800" fmla="*/ 248024 h 3717758"/>
              <a:gd name="connsiteX8801" fmla="*/ 3311383 w 7869956"/>
              <a:gd name="connsiteY8801" fmla="*/ 240279 h 3717758"/>
              <a:gd name="connsiteX8802" fmla="*/ 3370238 w 7869956"/>
              <a:gd name="connsiteY8802" fmla="*/ 250126 h 3717758"/>
              <a:gd name="connsiteX8803" fmla="*/ 3357777 w 7869956"/>
              <a:gd name="connsiteY8803" fmla="*/ 228144 h 3717758"/>
              <a:gd name="connsiteX8804" fmla="*/ 3347775 w 7869956"/>
              <a:gd name="connsiteY8804" fmla="*/ 232612 h 3717758"/>
              <a:gd name="connsiteX8805" fmla="*/ 3350867 w 7869956"/>
              <a:gd name="connsiteY8805" fmla="*/ 238099 h 3717758"/>
              <a:gd name="connsiteX8806" fmla="*/ 3313238 w 7869956"/>
              <a:gd name="connsiteY8806" fmla="*/ 232565 h 3717758"/>
              <a:gd name="connsiteX8807" fmla="*/ 3317010 w 7869956"/>
              <a:gd name="connsiteY8807" fmla="*/ 217105 h 3717758"/>
              <a:gd name="connsiteX8808" fmla="*/ 3329949 w 7869956"/>
              <a:gd name="connsiteY8808" fmla="*/ 223382 h 3717758"/>
              <a:gd name="connsiteX8809" fmla="*/ 3361489 w 7869956"/>
              <a:gd name="connsiteY8809" fmla="*/ 212684 h 3717758"/>
              <a:gd name="connsiteX8810" fmla="*/ 3359463 w 7869956"/>
              <a:gd name="connsiteY8810" fmla="*/ 225670 h 3717758"/>
              <a:gd name="connsiteX8811" fmla="*/ 3372726 w 7869956"/>
              <a:gd name="connsiteY8811" fmla="*/ 221450 h 3717758"/>
              <a:gd name="connsiteX8812" fmla="*/ 3368073 w 7869956"/>
              <a:gd name="connsiteY8812" fmla="*/ 213210 h 3717758"/>
              <a:gd name="connsiteX8813" fmla="*/ 3415812 w 7869956"/>
              <a:gd name="connsiteY8813" fmla="*/ 209021 h 3717758"/>
              <a:gd name="connsiteX8814" fmla="*/ 3421889 w 7869956"/>
              <a:gd name="connsiteY8814" fmla="*/ 225253 h 3717758"/>
              <a:gd name="connsiteX8815" fmla="*/ 3428767 w 7869956"/>
              <a:gd name="connsiteY8815" fmla="*/ 215281 h 3717758"/>
              <a:gd name="connsiteX8816" fmla="*/ 3430004 w 7869956"/>
              <a:gd name="connsiteY8816" fmla="*/ 228484 h 3717758"/>
              <a:gd name="connsiteX8817" fmla="*/ 3440007 w 7869956"/>
              <a:gd name="connsiteY8817" fmla="*/ 224031 h 3717758"/>
              <a:gd name="connsiteX8818" fmla="*/ 3437038 w 7869956"/>
              <a:gd name="connsiteY8818" fmla="*/ 213333 h 3717758"/>
              <a:gd name="connsiteX8819" fmla="*/ 3451740 w 7869956"/>
              <a:gd name="connsiteY8819" fmla="*/ 217060 h 3717758"/>
              <a:gd name="connsiteX8820" fmla="*/ 3449700 w 7869956"/>
              <a:gd name="connsiteY8820" fmla="*/ 230015 h 3717758"/>
              <a:gd name="connsiteX8821" fmla="*/ 3459826 w 7869956"/>
              <a:gd name="connsiteY8821" fmla="*/ 220351 h 3717758"/>
              <a:gd name="connsiteX8822" fmla="*/ 3458589 w 7869956"/>
              <a:gd name="connsiteY8822" fmla="*/ 207104 h 3717758"/>
              <a:gd name="connsiteX8823" fmla="*/ 3486369 w 7869956"/>
              <a:gd name="connsiteY8823" fmla="*/ 211881 h 3717758"/>
              <a:gd name="connsiteX8824" fmla="*/ 3482628 w 7869956"/>
              <a:gd name="connsiteY8824" fmla="*/ 227340 h 3717758"/>
              <a:gd name="connsiteX8825" fmla="*/ 3559262 w 7869956"/>
              <a:gd name="connsiteY8825" fmla="*/ 246402 h 3717758"/>
              <a:gd name="connsiteX8826" fmla="*/ 3561302 w 7869956"/>
              <a:gd name="connsiteY8826" fmla="*/ 233462 h 3717758"/>
              <a:gd name="connsiteX8827" fmla="*/ 3565801 w 7869956"/>
              <a:gd name="connsiteY8827" fmla="*/ 246896 h 3717758"/>
              <a:gd name="connsiteX8828" fmla="*/ 3571135 w 7869956"/>
              <a:gd name="connsiteY8828" fmla="*/ 234235 h 3717758"/>
              <a:gd name="connsiteX8829" fmla="*/ 3577241 w 7869956"/>
              <a:gd name="connsiteY8829" fmla="*/ 250437 h 3717758"/>
              <a:gd name="connsiteX8830" fmla="*/ 3598792 w 7869956"/>
              <a:gd name="connsiteY8830" fmla="*/ 244269 h 3717758"/>
              <a:gd name="connsiteX8831" fmla="*/ 3597540 w 7869956"/>
              <a:gd name="connsiteY8831" fmla="*/ 231034 h 3717758"/>
              <a:gd name="connsiteX8832" fmla="*/ 3604265 w 7869956"/>
              <a:gd name="connsiteY8832" fmla="*/ 226305 h 3717758"/>
              <a:gd name="connsiteX8833" fmla="*/ 3632030 w 7869956"/>
              <a:gd name="connsiteY8833" fmla="*/ 231081 h 3717758"/>
              <a:gd name="connsiteX8834" fmla="*/ 3615317 w 7869956"/>
              <a:gd name="connsiteY8834" fmla="*/ 240310 h 3717758"/>
              <a:gd name="connsiteX8835" fmla="*/ 3616741 w 7869956"/>
              <a:gd name="connsiteY8835" fmla="*/ 248287 h 3717758"/>
              <a:gd name="connsiteX8836" fmla="*/ 3652778 w 7869956"/>
              <a:gd name="connsiteY8836" fmla="*/ 251055 h 3717758"/>
              <a:gd name="connsiteX8837" fmla="*/ 3631720 w 7869956"/>
              <a:gd name="connsiteY8837" fmla="*/ 241563 h 3717758"/>
              <a:gd name="connsiteX8838" fmla="*/ 3633777 w 7869956"/>
              <a:gd name="connsiteY8838" fmla="*/ 228622 h 3717758"/>
              <a:gd name="connsiteX8839" fmla="*/ 3650134 w 7869956"/>
              <a:gd name="connsiteY8839" fmla="*/ 229859 h 3717758"/>
              <a:gd name="connsiteX8840" fmla="*/ 3666072 w 7869956"/>
              <a:gd name="connsiteY8840" fmla="*/ 246880 h 3717758"/>
              <a:gd name="connsiteX8841" fmla="*/ 3660136 w 7869956"/>
              <a:gd name="connsiteY8841" fmla="*/ 225407 h 3717758"/>
              <a:gd name="connsiteX8842" fmla="*/ 3674483 w 7869956"/>
              <a:gd name="connsiteY8842" fmla="*/ 239615 h 3717758"/>
              <a:gd name="connsiteX8843" fmla="*/ 3687592 w 7869956"/>
              <a:gd name="connsiteY8843" fmla="*/ 240651 h 3717758"/>
              <a:gd name="connsiteX8844" fmla="*/ 3725560 w 7869956"/>
              <a:gd name="connsiteY8844" fmla="*/ 235704 h 3717758"/>
              <a:gd name="connsiteX8845" fmla="*/ 3737572 w 7869956"/>
              <a:gd name="connsiteY8845" fmla="*/ 218235 h 3717758"/>
              <a:gd name="connsiteX8846" fmla="*/ 3746739 w 7869956"/>
              <a:gd name="connsiteY8846" fmla="*/ 239971 h 3717758"/>
              <a:gd name="connsiteX8847" fmla="*/ 3783797 w 7869956"/>
              <a:gd name="connsiteY8847" fmla="*/ 211355 h 3717758"/>
              <a:gd name="connsiteX8848" fmla="*/ 3798607 w 7869956"/>
              <a:gd name="connsiteY8848" fmla="*/ 209855 h 3717758"/>
              <a:gd name="connsiteX8849" fmla="*/ 3839667 w 7869956"/>
              <a:gd name="connsiteY8849" fmla="*/ 210396 h 3717758"/>
              <a:gd name="connsiteX8850" fmla="*/ 3827641 w 7869956"/>
              <a:gd name="connsiteY8850" fmla="*/ 227866 h 3717758"/>
              <a:gd name="connsiteX8851" fmla="*/ 3841972 w 7869956"/>
              <a:gd name="connsiteY8851" fmla="*/ 242120 h 3717758"/>
              <a:gd name="connsiteX8852" fmla="*/ 3848696 w 7869956"/>
              <a:gd name="connsiteY8852" fmla="*/ 237358 h 3717758"/>
              <a:gd name="connsiteX8853" fmla="*/ 3852608 w 7869956"/>
              <a:gd name="connsiteY8853" fmla="*/ 216657 h 3717758"/>
              <a:gd name="connsiteX8854" fmla="*/ 3851989 w 7869956"/>
              <a:gd name="connsiteY8854" fmla="*/ 237621 h 3717758"/>
              <a:gd name="connsiteX8855" fmla="*/ 3864326 w 7869956"/>
              <a:gd name="connsiteY8855" fmla="*/ 264891 h 3717758"/>
              <a:gd name="connsiteX8856" fmla="*/ 3873555 w 7869956"/>
              <a:gd name="connsiteY8856" fmla="*/ 231437 h 3717758"/>
              <a:gd name="connsiteX8857" fmla="*/ 3892585 w 7869956"/>
              <a:gd name="connsiteY8857" fmla="*/ 253915 h 3717758"/>
              <a:gd name="connsiteX8858" fmla="*/ 3882120 w 7869956"/>
              <a:gd name="connsiteY8858" fmla="*/ 218946 h 3717758"/>
              <a:gd name="connsiteX8859" fmla="*/ 3911323 w 7869956"/>
              <a:gd name="connsiteY8859" fmla="*/ 231715 h 3717758"/>
              <a:gd name="connsiteX8860" fmla="*/ 3881054 w 7869956"/>
              <a:gd name="connsiteY8860" fmla="*/ 200501 h 3717758"/>
              <a:gd name="connsiteX8861" fmla="*/ 3903839 w 7869956"/>
              <a:gd name="connsiteY8861" fmla="*/ 207521 h 3717758"/>
              <a:gd name="connsiteX8862" fmla="*/ 3898847 w 7869956"/>
              <a:gd name="connsiteY8862" fmla="*/ 209715 h 3717758"/>
              <a:gd name="connsiteX8863" fmla="*/ 3919609 w 7869956"/>
              <a:gd name="connsiteY8863" fmla="*/ 229752 h 3717758"/>
              <a:gd name="connsiteX8864" fmla="*/ 3918960 w 7869956"/>
              <a:gd name="connsiteY8864" fmla="*/ 250683 h 3717758"/>
              <a:gd name="connsiteX8865" fmla="*/ 3930524 w 7869956"/>
              <a:gd name="connsiteY8865" fmla="*/ 248967 h 3717758"/>
              <a:gd name="connsiteX8866" fmla="*/ 3927539 w 7869956"/>
              <a:gd name="connsiteY8866" fmla="*/ 238239 h 3717758"/>
              <a:gd name="connsiteX8867" fmla="*/ 3945828 w 7869956"/>
              <a:gd name="connsiteY8867" fmla="*/ 231807 h 3717758"/>
              <a:gd name="connsiteX8868" fmla="*/ 3967208 w 7869956"/>
              <a:gd name="connsiteY8868" fmla="*/ 230833 h 3717758"/>
              <a:gd name="connsiteX8869" fmla="*/ 3973439 w 7869956"/>
              <a:gd name="connsiteY8869" fmla="*/ 241764 h 3717758"/>
              <a:gd name="connsiteX8870" fmla="*/ 3986873 w 7869956"/>
              <a:gd name="connsiteY8870" fmla="*/ 232318 h 3717758"/>
              <a:gd name="connsiteX8871" fmla="*/ 3996087 w 7869956"/>
              <a:gd name="connsiteY8871" fmla="*/ 254054 h 3717758"/>
              <a:gd name="connsiteX8872" fmla="*/ 4021071 w 7869956"/>
              <a:gd name="connsiteY8872" fmla="*/ 242892 h 3717758"/>
              <a:gd name="connsiteX8873" fmla="*/ 4007467 w 7869956"/>
              <a:gd name="connsiteY8873" fmla="*/ 257579 h 3717758"/>
              <a:gd name="connsiteX8874" fmla="*/ 4018721 w 7869956"/>
              <a:gd name="connsiteY8874" fmla="*/ 266313 h 3717758"/>
              <a:gd name="connsiteX8875" fmla="*/ 4039158 w 7869956"/>
              <a:gd name="connsiteY8875" fmla="*/ 241594 h 3717758"/>
              <a:gd name="connsiteX8876" fmla="*/ 4088350 w 7869956"/>
              <a:gd name="connsiteY8876" fmla="*/ 245428 h 3717758"/>
              <a:gd name="connsiteX8877" fmla="*/ 4095213 w 7869956"/>
              <a:gd name="connsiteY8877" fmla="*/ 235441 h 3717758"/>
              <a:gd name="connsiteX8878" fmla="*/ 4104427 w 7869956"/>
              <a:gd name="connsiteY8878" fmla="*/ 257207 h 3717758"/>
              <a:gd name="connsiteX8879" fmla="*/ 4106624 w 7869956"/>
              <a:gd name="connsiteY8879" fmla="*/ 238981 h 3717758"/>
              <a:gd name="connsiteX8880" fmla="*/ 4133152 w 7869956"/>
              <a:gd name="connsiteY8880" fmla="*/ 230525 h 3717758"/>
              <a:gd name="connsiteX8881" fmla="*/ 4132673 w 7869956"/>
              <a:gd name="connsiteY8881" fmla="*/ 246278 h 3717758"/>
              <a:gd name="connsiteX8882" fmla="*/ 4157655 w 7869956"/>
              <a:gd name="connsiteY8882" fmla="*/ 235100 h 3717758"/>
              <a:gd name="connsiteX8883" fmla="*/ 4179067 w 7869956"/>
              <a:gd name="connsiteY8883" fmla="*/ 234126 h 3717758"/>
              <a:gd name="connsiteX8884" fmla="*/ 4186689 w 7869956"/>
              <a:gd name="connsiteY8884" fmla="*/ 253080 h 3717758"/>
              <a:gd name="connsiteX8885" fmla="*/ 4203245 w 7869956"/>
              <a:gd name="connsiteY8885" fmla="*/ 249107 h 3717758"/>
              <a:gd name="connsiteX8886" fmla="*/ 4207157 w 7869956"/>
              <a:gd name="connsiteY8886" fmla="*/ 228391 h 3717758"/>
              <a:gd name="connsiteX8887" fmla="*/ 4207775 w 7869956"/>
              <a:gd name="connsiteY8887" fmla="*/ 262603 h 3717758"/>
              <a:gd name="connsiteX8888" fmla="*/ 4216047 w 7869956"/>
              <a:gd name="connsiteY8888" fmla="*/ 260624 h 3717758"/>
              <a:gd name="connsiteX8889" fmla="*/ 4218241 w 7869956"/>
              <a:gd name="connsiteY8889" fmla="*/ 242398 h 3717758"/>
              <a:gd name="connsiteX8890" fmla="*/ 4224317 w 7869956"/>
              <a:gd name="connsiteY8890" fmla="*/ 258615 h 3717758"/>
              <a:gd name="connsiteX8891" fmla="*/ 4225106 w 7869956"/>
              <a:gd name="connsiteY8891" fmla="*/ 232425 h 3717758"/>
              <a:gd name="connsiteX8892" fmla="*/ 4233376 w 7869956"/>
              <a:gd name="connsiteY8892" fmla="*/ 230447 h 3717758"/>
              <a:gd name="connsiteX8893" fmla="*/ 4238045 w 7869956"/>
              <a:gd name="connsiteY8893" fmla="*/ 238687 h 3717758"/>
              <a:gd name="connsiteX8894" fmla="*/ 4232897 w 7869956"/>
              <a:gd name="connsiteY8894" fmla="*/ 246169 h 3717758"/>
              <a:gd name="connsiteX8895" fmla="*/ 4249285 w 7869956"/>
              <a:gd name="connsiteY8895" fmla="*/ 247437 h 3717758"/>
              <a:gd name="connsiteX8896" fmla="*/ 4238045 w 7869956"/>
              <a:gd name="connsiteY8896" fmla="*/ 238687 h 3717758"/>
              <a:gd name="connsiteX8897" fmla="*/ 4256782 w 7869956"/>
              <a:gd name="connsiteY8897" fmla="*/ 216487 h 3717758"/>
              <a:gd name="connsiteX8898" fmla="*/ 4262719 w 7869956"/>
              <a:gd name="connsiteY8898" fmla="*/ 237960 h 3717758"/>
              <a:gd name="connsiteX8899" fmla="*/ 4257246 w 7869956"/>
              <a:gd name="connsiteY8899" fmla="*/ 255924 h 3717758"/>
              <a:gd name="connsiteX8900" fmla="*/ 4278797 w 7869956"/>
              <a:gd name="connsiteY8900" fmla="*/ 249709 h 3717758"/>
              <a:gd name="connsiteX8901" fmla="*/ 4265996 w 7869956"/>
              <a:gd name="connsiteY8901" fmla="*/ 238192 h 3717758"/>
              <a:gd name="connsiteX8902" fmla="*/ 4296126 w 7869956"/>
              <a:gd name="connsiteY8902" fmla="*/ 219548 h 3717758"/>
              <a:gd name="connsiteX8903" fmla="*/ 4313767 w 7869956"/>
              <a:gd name="connsiteY8903" fmla="*/ 234050 h 3717758"/>
              <a:gd name="connsiteX8904" fmla="*/ 4333942 w 7869956"/>
              <a:gd name="connsiteY8904" fmla="*/ 219873 h 3717758"/>
              <a:gd name="connsiteX8905" fmla="*/ 4351735 w 7869956"/>
              <a:gd name="connsiteY8905" fmla="*/ 229134 h 3717758"/>
              <a:gd name="connsiteX8906" fmla="*/ 4336740 w 7869956"/>
              <a:gd name="connsiteY8906" fmla="*/ 235873 h 3717758"/>
              <a:gd name="connsiteX8907" fmla="*/ 4329566 w 7869956"/>
              <a:gd name="connsiteY8907" fmla="*/ 256312 h 3717758"/>
              <a:gd name="connsiteX8908" fmla="*/ 4342505 w 7869956"/>
              <a:gd name="connsiteY8908" fmla="*/ 262541 h 3717758"/>
              <a:gd name="connsiteX8909" fmla="*/ 4373116 w 7869956"/>
              <a:gd name="connsiteY8909" fmla="*/ 228160 h 3717758"/>
              <a:gd name="connsiteX8910" fmla="*/ 4370735 w 7869956"/>
              <a:gd name="connsiteY8910" fmla="*/ 251611 h 3717758"/>
              <a:gd name="connsiteX8911" fmla="*/ 4358893 w 7869956"/>
              <a:gd name="connsiteY8911" fmla="*/ 263856 h 3717758"/>
              <a:gd name="connsiteX8912" fmla="*/ 4386674 w 7869956"/>
              <a:gd name="connsiteY8912" fmla="*/ 268663 h 3717758"/>
              <a:gd name="connsiteX8913" fmla="*/ 4409770 w 7869956"/>
              <a:gd name="connsiteY8913" fmla="*/ 265138 h 3717758"/>
              <a:gd name="connsiteX8914" fmla="*/ 4435063 w 7869956"/>
              <a:gd name="connsiteY8914" fmla="*/ 243449 h 3717758"/>
              <a:gd name="connsiteX8915" fmla="*/ 4426173 w 7869956"/>
              <a:gd name="connsiteY8915" fmla="*/ 266406 h 3717758"/>
              <a:gd name="connsiteX8916" fmla="*/ 4469429 w 7869956"/>
              <a:gd name="connsiteY8916" fmla="*/ 248783 h 3717758"/>
              <a:gd name="connsiteX8917" fmla="*/ 4461329 w 7869956"/>
              <a:gd name="connsiteY8917" fmla="*/ 245489 h 3717758"/>
              <a:gd name="connsiteX8918" fmla="*/ 4469908 w 7869956"/>
              <a:gd name="connsiteY8918" fmla="*/ 232998 h 3717758"/>
              <a:gd name="connsiteX8919" fmla="*/ 4487563 w 7869956"/>
              <a:gd name="connsiteY8919" fmla="*/ 247529 h 3717758"/>
              <a:gd name="connsiteX8920" fmla="*/ 4507861 w 7869956"/>
              <a:gd name="connsiteY8920" fmla="*/ 228113 h 3717758"/>
              <a:gd name="connsiteX8921" fmla="*/ 4518931 w 7869956"/>
              <a:gd name="connsiteY8921" fmla="*/ 242089 h 3717758"/>
              <a:gd name="connsiteX8922" fmla="*/ 4516597 w 7869956"/>
              <a:gd name="connsiteY8922" fmla="*/ 210350 h 3717758"/>
              <a:gd name="connsiteX8923" fmla="*/ 4548582 w 7869956"/>
              <a:gd name="connsiteY8923" fmla="*/ 239166 h 3717758"/>
              <a:gd name="connsiteX8924" fmla="*/ 4547329 w 7869956"/>
              <a:gd name="connsiteY8924" fmla="*/ 225902 h 3717758"/>
              <a:gd name="connsiteX8925" fmla="*/ 4553404 w 7869956"/>
              <a:gd name="connsiteY8925" fmla="*/ 242135 h 3717758"/>
              <a:gd name="connsiteX8926" fmla="*/ 4573240 w 7869956"/>
              <a:gd name="connsiteY8926" fmla="*/ 238410 h 3717758"/>
              <a:gd name="connsiteX8927" fmla="*/ 4575436 w 7869956"/>
              <a:gd name="connsiteY8927" fmla="*/ 220197 h 3717758"/>
              <a:gd name="connsiteX8928" fmla="*/ 4581558 w 7869956"/>
              <a:gd name="connsiteY8928" fmla="*/ 236446 h 3717758"/>
              <a:gd name="connsiteX8929" fmla="*/ 4604637 w 7869956"/>
              <a:gd name="connsiteY8929" fmla="*/ 232951 h 3717758"/>
              <a:gd name="connsiteX8930" fmla="*/ 4608535 w 7869956"/>
              <a:gd name="connsiteY8930" fmla="*/ 212251 h 3717758"/>
              <a:gd name="connsiteX8931" fmla="*/ 4623391 w 7869956"/>
              <a:gd name="connsiteY8931" fmla="*/ 210813 h 3717758"/>
              <a:gd name="connsiteX8932" fmla="*/ 4619635 w 7869956"/>
              <a:gd name="connsiteY8932" fmla="*/ 226272 h 3717758"/>
              <a:gd name="connsiteX8933" fmla="*/ 4700349 w 7869956"/>
              <a:gd name="connsiteY8933" fmla="*/ 219377 h 3717758"/>
              <a:gd name="connsiteX8934" fmla="*/ 4700657 w 7869956"/>
              <a:gd name="connsiteY8934" fmla="*/ 208865 h 3717758"/>
              <a:gd name="connsiteX8935" fmla="*/ 4712051 w 7869956"/>
              <a:gd name="connsiteY8935" fmla="*/ 212407 h 3717758"/>
              <a:gd name="connsiteX8936" fmla="*/ 4713304 w 7869956"/>
              <a:gd name="connsiteY8936" fmla="*/ 225623 h 3717758"/>
              <a:gd name="connsiteX8937" fmla="*/ 4736585 w 7869956"/>
              <a:gd name="connsiteY8937" fmla="*/ 216920 h 3717758"/>
              <a:gd name="connsiteX8938" fmla="*/ 4741084 w 7869956"/>
              <a:gd name="connsiteY8938" fmla="*/ 230401 h 3717758"/>
              <a:gd name="connsiteX8939" fmla="*/ 4770906 w 7869956"/>
              <a:gd name="connsiteY8939" fmla="*/ 222239 h 3717758"/>
              <a:gd name="connsiteX8940" fmla="*/ 4769530 w 7869956"/>
              <a:gd name="connsiteY8940" fmla="*/ 214262 h 3717758"/>
              <a:gd name="connsiteX8941" fmla="*/ 4754828 w 7869956"/>
              <a:gd name="connsiteY8941" fmla="*/ 210457 h 3717758"/>
              <a:gd name="connsiteX8942" fmla="*/ 4773612 w 7869956"/>
              <a:gd name="connsiteY8942" fmla="*/ 188257 h 3717758"/>
              <a:gd name="connsiteX8943" fmla="*/ 4769684 w 7869956"/>
              <a:gd name="connsiteY8943" fmla="*/ 208990 h 3717758"/>
              <a:gd name="connsiteX8944" fmla="*/ 4852749 w 7869956"/>
              <a:gd name="connsiteY8944" fmla="*/ 178595 h 3717758"/>
              <a:gd name="connsiteX8945" fmla="*/ 4864453 w 7869956"/>
              <a:gd name="connsiteY8945" fmla="*/ 171624 h 3717758"/>
              <a:gd name="connsiteX8946" fmla="*/ 4847122 w 7869956"/>
              <a:gd name="connsiteY8946" fmla="*/ 201847 h 3717758"/>
              <a:gd name="connsiteX8947" fmla="*/ 4896948 w 7869956"/>
              <a:gd name="connsiteY8947" fmla="*/ 184733 h 3717758"/>
              <a:gd name="connsiteX8948" fmla="*/ 4895216 w 7869956"/>
              <a:gd name="connsiteY8948" fmla="*/ 187207 h 3717758"/>
              <a:gd name="connsiteX8949" fmla="*/ 4879602 w 7869956"/>
              <a:gd name="connsiteY8949" fmla="*/ 214878 h 3717758"/>
              <a:gd name="connsiteX8950" fmla="*/ 4909872 w 7869956"/>
              <a:gd name="connsiteY8950" fmla="*/ 190932 h 3717758"/>
              <a:gd name="connsiteX8951" fmla="*/ 4912855 w 7869956"/>
              <a:gd name="connsiteY8951" fmla="*/ 201707 h 3717758"/>
              <a:gd name="connsiteX8952" fmla="*/ 4980321 w 7869956"/>
              <a:gd name="connsiteY8952" fmla="*/ 143889 h 3717758"/>
              <a:gd name="connsiteX8953" fmla="*/ 4981233 w 7869956"/>
              <a:gd name="connsiteY8953" fmla="*/ 167604 h 3717758"/>
              <a:gd name="connsiteX8954" fmla="*/ 4976580 w 7869956"/>
              <a:gd name="connsiteY8954" fmla="*/ 159395 h 3717758"/>
              <a:gd name="connsiteX8955" fmla="*/ 4972994 w 7869956"/>
              <a:gd name="connsiteY8955" fmla="*/ 169582 h 3717758"/>
              <a:gd name="connsiteX8956" fmla="*/ 4989381 w 7869956"/>
              <a:gd name="connsiteY8956" fmla="*/ 170850 h 3717758"/>
              <a:gd name="connsiteX8957" fmla="*/ 4991406 w 7869956"/>
              <a:gd name="connsiteY8957" fmla="*/ 157895 h 3717758"/>
              <a:gd name="connsiteX8958" fmla="*/ 5004191 w 7869956"/>
              <a:gd name="connsiteY8958" fmla="*/ 169381 h 3717758"/>
              <a:gd name="connsiteX8959" fmla="*/ 5007793 w 7869956"/>
              <a:gd name="connsiteY8959" fmla="*/ 159195 h 3717758"/>
              <a:gd name="connsiteX8960" fmla="*/ 4998253 w 7869956"/>
              <a:gd name="connsiteY8960" fmla="*/ 147924 h 3717758"/>
              <a:gd name="connsiteX8961" fmla="*/ 4983443 w 7869956"/>
              <a:gd name="connsiteY8961" fmla="*/ 149408 h 3717758"/>
              <a:gd name="connsiteX8962" fmla="*/ 4978915 w 7869956"/>
              <a:gd name="connsiteY8962" fmla="*/ 135912 h 3717758"/>
              <a:gd name="connsiteX8963" fmla="*/ 4988438 w 7869956"/>
              <a:gd name="connsiteY8963" fmla="*/ 147166 h 3717758"/>
              <a:gd name="connsiteX8964" fmla="*/ 5021861 w 7869956"/>
              <a:gd name="connsiteY8964" fmla="*/ 128724 h 3717758"/>
              <a:gd name="connsiteX8965" fmla="*/ 5012308 w 7869956"/>
              <a:gd name="connsiteY8965" fmla="*/ 172691 h 3717758"/>
              <a:gd name="connsiteX8966" fmla="*/ 5040706 w 7869956"/>
              <a:gd name="connsiteY8966" fmla="*/ 156458 h 3717758"/>
              <a:gd name="connsiteX8967" fmla="*/ 5060232 w 7869956"/>
              <a:gd name="connsiteY8967" fmla="*/ 163275 h 3717758"/>
              <a:gd name="connsiteX8968" fmla="*/ 5080361 w 7869956"/>
              <a:gd name="connsiteY8968" fmla="*/ 149053 h 3717758"/>
              <a:gd name="connsiteX8969" fmla="*/ 5073341 w 7869956"/>
              <a:gd name="connsiteY8969" fmla="*/ 164249 h 3717758"/>
              <a:gd name="connsiteX8970" fmla="*/ 5086791 w 7869956"/>
              <a:gd name="connsiteY8970" fmla="*/ 154788 h 3717758"/>
              <a:gd name="connsiteX8971" fmla="*/ 5085540 w 7869956"/>
              <a:gd name="connsiteY8971" fmla="*/ 141554 h 3717758"/>
              <a:gd name="connsiteX8972" fmla="*/ 5110662 w 7869956"/>
              <a:gd name="connsiteY8972" fmla="*/ 125151 h 3717758"/>
              <a:gd name="connsiteX8973" fmla="*/ 5144841 w 7869956"/>
              <a:gd name="connsiteY8973" fmla="*/ 135664 h 3717758"/>
              <a:gd name="connsiteX8974" fmla="*/ 5158447 w 7869956"/>
              <a:gd name="connsiteY8974" fmla="*/ 120979 h 3717758"/>
              <a:gd name="connsiteX8975" fmla="*/ 5147192 w 7869956"/>
              <a:gd name="connsiteY8975" fmla="*/ 167388 h 3717758"/>
              <a:gd name="connsiteX8976" fmla="*/ 5202476 w 7869956"/>
              <a:gd name="connsiteY8976" fmla="*/ 132263 h 3717758"/>
              <a:gd name="connsiteX8977" fmla="*/ 5255873 w 7869956"/>
              <a:gd name="connsiteY8977" fmla="*/ 104884 h 3717758"/>
              <a:gd name="connsiteX8978" fmla="*/ 5196399 w 7869956"/>
              <a:gd name="connsiteY8978" fmla="*/ 116031 h 3717758"/>
              <a:gd name="connsiteX8979" fmla="*/ 5189350 w 7869956"/>
              <a:gd name="connsiteY8979" fmla="*/ 131243 h 3717758"/>
              <a:gd name="connsiteX8980" fmla="*/ 5188097 w 7869956"/>
              <a:gd name="connsiteY8980" fmla="*/ 118040 h 3717758"/>
              <a:gd name="connsiteX8981" fmla="*/ 5157503 w 7869956"/>
              <a:gd name="connsiteY8981" fmla="*/ 152454 h 3717758"/>
              <a:gd name="connsiteX8982" fmla="*/ 5195317 w 7869956"/>
              <a:gd name="connsiteY8982" fmla="*/ 97587 h 3717758"/>
              <a:gd name="connsiteX8983" fmla="*/ 5191391 w 7869956"/>
              <a:gd name="connsiteY8983" fmla="*/ 118304 h 3717758"/>
              <a:gd name="connsiteX8984" fmla="*/ 5220594 w 7869956"/>
              <a:gd name="connsiteY8984" fmla="*/ 75882 h 3717758"/>
              <a:gd name="connsiteX8985" fmla="*/ 5249798 w 7869956"/>
              <a:gd name="connsiteY8985" fmla="*/ 88683 h 3717758"/>
              <a:gd name="connsiteX8986" fmla="*/ 5272306 w 7869956"/>
              <a:gd name="connsiteY8986" fmla="*/ 51009 h 3717758"/>
              <a:gd name="connsiteX8987" fmla="*/ 5274933 w 7869956"/>
              <a:gd name="connsiteY8987" fmla="*/ 72203 h 3717758"/>
              <a:gd name="connsiteX8988" fmla="*/ 5282741 w 7869956"/>
              <a:gd name="connsiteY8988" fmla="*/ 85994 h 3717758"/>
              <a:gd name="connsiteX8989" fmla="*/ 5298217 w 7869956"/>
              <a:gd name="connsiteY8989" fmla="*/ 63530 h 3717758"/>
              <a:gd name="connsiteX8990" fmla="*/ 5314603 w 7869956"/>
              <a:gd name="connsiteY8990" fmla="*/ 64798 h 3717758"/>
              <a:gd name="connsiteX8991" fmla="*/ 5304910 w 7869956"/>
              <a:gd name="connsiteY8991" fmla="*/ 58799 h 3717758"/>
              <a:gd name="connsiteX8992" fmla="*/ 5312099 w 7869956"/>
              <a:gd name="connsiteY8992" fmla="*/ 38331 h 3717758"/>
              <a:gd name="connsiteX8993" fmla="*/ 5328347 w 7869956"/>
              <a:gd name="connsiteY8993" fmla="*/ 44856 h 3717758"/>
              <a:gd name="connsiteX8994" fmla="*/ 5327698 w 7869956"/>
              <a:gd name="connsiteY8994" fmla="*/ 65817 h 3717758"/>
              <a:gd name="connsiteX8995" fmla="*/ 5350346 w 7869956"/>
              <a:gd name="connsiteY8995" fmla="*/ 22950 h 3717758"/>
              <a:gd name="connsiteX8996" fmla="*/ 5373458 w 7869956"/>
              <a:gd name="connsiteY8996" fmla="*/ 19439 h 3717758"/>
              <a:gd name="connsiteX8997" fmla="*/ 5368001 w 7869956"/>
              <a:gd name="connsiteY8997" fmla="*/ 37435 h 3717758"/>
              <a:gd name="connsiteX8998" fmla="*/ 5354705 w 7869956"/>
              <a:gd name="connsiteY8998" fmla="*/ 41624 h 3717758"/>
              <a:gd name="connsiteX8999" fmla="*/ 5359235 w 7869956"/>
              <a:gd name="connsiteY8999" fmla="*/ 55105 h 3717758"/>
              <a:gd name="connsiteX9000" fmla="*/ 5369563 w 7869956"/>
              <a:gd name="connsiteY9000" fmla="*/ 40172 h 3717758"/>
              <a:gd name="connsiteX9001" fmla="*/ 5387356 w 7869956"/>
              <a:gd name="connsiteY9001" fmla="*/ 49401 h 3717758"/>
              <a:gd name="connsiteX9002" fmla="*/ 5351583 w 7869956"/>
              <a:gd name="connsiteY9002" fmla="*/ 91296 h 3717758"/>
              <a:gd name="connsiteX9003" fmla="*/ 5397622 w 7869956"/>
              <a:gd name="connsiteY9003" fmla="*/ 89657 h 3717758"/>
              <a:gd name="connsiteX9004" fmla="*/ 5409495 w 7869956"/>
              <a:gd name="connsiteY9004" fmla="*/ 77398 h 3717758"/>
              <a:gd name="connsiteX9005" fmla="*/ 5406542 w 7869956"/>
              <a:gd name="connsiteY9005" fmla="*/ 66668 h 3717758"/>
              <a:gd name="connsiteX9006" fmla="*/ 5478969 w 7869956"/>
              <a:gd name="connsiteY9006" fmla="*/ 61813 h 3717758"/>
              <a:gd name="connsiteX9007" fmla="*/ 5480995 w 7869956"/>
              <a:gd name="connsiteY9007" fmla="*/ 48843 h 3717758"/>
              <a:gd name="connsiteX9008" fmla="*/ 5495666 w 7869956"/>
              <a:gd name="connsiteY9008" fmla="*/ 52601 h 3717758"/>
              <a:gd name="connsiteX9009" fmla="*/ 5486947 w 7869956"/>
              <a:gd name="connsiteY9009" fmla="*/ 70271 h 3717758"/>
              <a:gd name="connsiteX9010" fmla="*/ 5516598 w 7869956"/>
              <a:gd name="connsiteY9010" fmla="*/ 67333 h 3717758"/>
              <a:gd name="connsiteX9011" fmla="*/ 5522675 w 7869956"/>
              <a:gd name="connsiteY9011" fmla="*/ 83566 h 3717758"/>
              <a:gd name="connsiteX9012" fmla="*/ 5527961 w 7869956"/>
              <a:gd name="connsiteY9012" fmla="*/ 70873 h 3717758"/>
              <a:gd name="connsiteX9013" fmla="*/ 5535614 w 7869956"/>
              <a:gd name="connsiteY9013" fmla="*/ 89858 h 3717758"/>
              <a:gd name="connsiteX9014" fmla="*/ 5545941 w 7869956"/>
              <a:gd name="connsiteY9014" fmla="*/ 74908 h 3717758"/>
              <a:gd name="connsiteX9015" fmla="*/ 5548244 w 7869956"/>
              <a:gd name="connsiteY9015" fmla="*/ 106600 h 3717758"/>
              <a:gd name="connsiteX9016" fmla="*/ 5568078 w 7869956"/>
              <a:gd name="connsiteY9016" fmla="*/ 102922 h 3717758"/>
              <a:gd name="connsiteX9017" fmla="*/ 5564662 w 7869956"/>
              <a:gd name="connsiteY9017" fmla="*/ 107883 h 3717758"/>
              <a:gd name="connsiteX9018" fmla="*/ 5564476 w 7869956"/>
              <a:gd name="connsiteY9018" fmla="*/ 113108 h 3717758"/>
              <a:gd name="connsiteX9019" fmla="*/ 5552912 w 7869956"/>
              <a:gd name="connsiteY9019" fmla="*/ 114856 h 3717758"/>
              <a:gd name="connsiteX9020" fmla="*/ 5582905 w 7869956"/>
              <a:gd name="connsiteY9020" fmla="*/ 101375 h 3717758"/>
              <a:gd name="connsiteX9021" fmla="*/ 5592259 w 7869956"/>
              <a:gd name="connsiteY9021" fmla="*/ 117870 h 3717758"/>
              <a:gd name="connsiteX9022" fmla="*/ 5600684 w 7869956"/>
              <a:gd name="connsiteY9022" fmla="*/ 110666 h 3717758"/>
              <a:gd name="connsiteX9023" fmla="*/ 5599725 w 7869956"/>
              <a:gd name="connsiteY9023" fmla="*/ 142080 h 3717758"/>
              <a:gd name="connsiteX9024" fmla="*/ 5579735 w 7869956"/>
              <a:gd name="connsiteY9024" fmla="*/ 151061 h 3717758"/>
              <a:gd name="connsiteX9025" fmla="*/ 5582379 w 7869956"/>
              <a:gd name="connsiteY9025" fmla="*/ 172257 h 3717758"/>
              <a:gd name="connsiteX9026" fmla="*/ 5612696 w 7869956"/>
              <a:gd name="connsiteY9026" fmla="*/ 148356 h 3717758"/>
              <a:gd name="connsiteX9027" fmla="*/ 5626469 w 7869956"/>
              <a:gd name="connsiteY9027" fmla="*/ 128399 h 3717758"/>
              <a:gd name="connsiteX9028" fmla="*/ 5614566 w 7869956"/>
              <a:gd name="connsiteY9028" fmla="*/ 140643 h 3717758"/>
              <a:gd name="connsiteX9029" fmla="*/ 5623934 w 7869956"/>
              <a:gd name="connsiteY9029" fmla="*/ 157108 h 3717758"/>
              <a:gd name="connsiteX9030" fmla="*/ 5630953 w 7869956"/>
              <a:gd name="connsiteY9030" fmla="*/ 141864 h 3717758"/>
              <a:gd name="connsiteX9031" fmla="*/ 5633921 w 7869956"/>
              <a:gd name="connsiteY9031" fmla="*/ 152608 h 3717758"/>
              <a:gd name="connsiteX9032" fmla="*/ 5642810 w 7869956"/>
              <a:gd name="connsiteY9032" fmla="*/ 129667 h 3717758"/>
              <a:gd name="connsiteX9033" fmla="*/ 5650462 w 7869956"/>
              <a:gd name="connsiteY9033" fmla="*/ 148666 h 3717758"/>
              <a:gd name="connsiteX9034" fmla="*/ 5661099 w 7869956"/>
              <a:gd name="connsiteY9034" fmla="*/ 123220 h 3717758"/>
              <a:gd name="connsiteX9035" fmla="*/ 5657358 w 7869956"/>
              <a:gd name="connsiteY9035" fmla="*/ 138710 h 3717758"/>
              <a:gd name="connsiteX9036" fmla="*/ 5665304 w 7869956"/>
              <a:gd name="connsiteY9036" fmla="*/ 147183 h 3717758"/>
              <a:gd name="connsiteX9037" fmla="*/ 5692342 w 7869956"/>
              <a:gd name="connsiteY9037" fmla="*/ 123050 h 3717758"/>
              <a:gd name="connsiteX9038" fmla="*/ 5692961 w 7869956"/>
              <a:gd name="connsiteY9038" fmla="*/ 102041 h 3717758"/>
              <a:gd name="connsiteX9039" fmla="*/ 5701402 w 7869956"/>
              <a:gd name="connsiteY9039" fmla="*/ 94867 h 3717758"/>
              <a:gd name="connsiteX9040" fmla="*/ 5714357 w 7869956"/>
              <a:gd name="connsiteY9040" fmla="*/ 101065 h 3717758"/>
              <a:gd name="connsiteX9041" fmla="*/ 5683886 w 7869956"/>
              <a:gd name="connsiteY9041" fmla="*/ 130238 h 3717758"/>
              <a:gd name="connsiteX9042" fmla="*/ 5685308 w 7869956"/>
              <a:gd name="connsiteY9042" fmla="*/ 138246 h 3717758"/>
              <a:gd name="connsiteX9043" fmla="*/ 5758664 w 7869956"/>
              <a:gd name="connsiteY9043" fmla="*/ 101885 h 3717758"/>
              <a:gd name="connsiteX9044" fmla="*/ 5768202 w 7869956"/>
              <a:gd name="connsiteY9044" fmla="*/ 113141 h 3717758"/>
              <a:gd name="connsiteX9045" fmla="*/ 5732229 w 7869956"/>
              <a:gd name="connsiteY9045" fmla="*/ 160245 h 3717758"/>
              <a:gd name="connsiteX9046" fmla="*/ 5735366 w 7869956"/>
              <a:gd name="connsiteY9046" fmla="*/ 165779 h 3717758"/>
              <a:gd name="connsiteX9047" fmla="*/ 5792042 w 7869956"/>
              <a:gd name="connsiteY9047" fmla="*/ 138633 h 3717758"/>
              <a:gd name="connsiteX9048" fmla="*/ 5841543 w 7869956"/>
              <a:gd name="connsiteY9048" fmla="*/ 131954 h 3717758"/>
              <a:gd name="connsiteX9049" fmla="*/ 5849968 w 7869956"/>
              <a:gd name="connsiteY9049" fmla="*/ 124750 h 3717758"/>
              <a:gd name="connsiteX9050" fmla="*/ 5847805 w 7869956"/>
              <a:gd name="connsiteY9050" fmla="*/ 142961 h 3717758"/>
              <a:gd name="connsiteX9051" fmla="*/ 5860590 w 7869956"/>
              <a:gd name="connsiteY9051" fmla="*/ 154463 h 3717758"/>
              <a:gd name="connsiteX9052" fmla="*/ 5865892 w 7869956"/>
              <a:gd name="connsiteY9052" fmla="*/ 141724 h 3717758"/>
              <a:gd name="connsiteX9053" fmla="*/ 5859167 w 7869956"/>
              <a:gd name="connsiteY9053" fmla="*/ 146456 h 3717758"/>
              <a:gd name="connsiteX9054" fmla="*/ 5879636 w 7869956"/>
              <a:gd name="connsiteY9054" fmla="*/ 121766 h 3717758"/>
              <a:gd name="connsiteX9055" fmla="*/ 5919429 w 7869956"/>
              <a:gd name="connsiteY9055" fmla="*/ 164280 h 3717758"/>
              <a:gd name="connsiteX9056" fmla="*/ 5933295 w 7869956"/>
              <a:gd name="connsiteY9056" fmla="*/ 194256 h 3717758"/>
              <a:gd name="connsiteX9057" fmla="*/ 5878321 w 7869956"/>
              <a:gd name="connsiteY9057" fmla="*/ 274027 h 3717758"/>
              <a:gd name="connsiteX9058" fmla="*/ 5883794 w 7869956"/>
              <a:gd name="connsiteY9058" fmla="*/ 256049 h 3717758"/>
              <a:gd name="connsiteX9059" fmla="*/ 5857251 w 7869956"/>
              <a:gd name="connsiteY9059" fmla="*/ 264505 h 3717758"/>
              <a:gd name="connsiteX9060" fmla="*/ 5791826 w 7869956"/>
              <a:gd name="connsiteY9060" fmla="*/ 309337 h 3717758"/>
              <a:gd name="connsiteX9061" fmla="*/ 5732336 w 7869956"/>
              <a:gd name="connsiteY9061" fmla="*/ 320484 h 3717758"/>
              <a:gd name="connsiteX9062" fmla="*/ 5748539 w 7869956"/>
              <a:gd name="connsiteY9062" fmla="*/ 326992 h 3717758"/>
              <a:gd name="connsiteX9063" fmla="*/ 5713600 w 7869956"/>
              <a:gd name="connsiteY9063" fmla="*/ 342684 h 3717758"/>
              <a:gd name="connsiteX9064" fmla="*/ 5677039 w 7869956"/>
              <a:gd name="connsiteY9064" fmla="*/ 355592 h 3717758"/>
              <a:gd name="connsiteX9065" fmla="*/ 5672523 w 7869956"/>
              <a:gd name="connsiteY9065" fmla="*/ 342111 h 3717758"/>
              <a:gd name="connsiteX9066" fmla="*/ 5645840 w 7869956"/>
              <a:gd name="connsiteY9066" fmla="*/ 355824 h 3717758"/>
              <a:gd name="connsiteX9067" fmla="*/ 5657544 w 7869956"/>
              <a:gd name="connsiteY9067" fmla="*/ 348852 h 3717758"/>
              <a:gd name="connsiteX9068" fmla="*/ 5639116 w 7869956"/>
              <a:gd name="connsiteY9068" fmla="*/ 360570 h 3717758"/>
              <a:gd name="connsiteX9069" fmla="*/ 5578220 w 7869956"/>
              <a:gd name="connsiteY9069" fmla="*/ 363709 h 3717758"/>
              <a:gd name="connsiteX9070" fmla="*/ 5540731 w 7869956"/>
              <a:gd name="connsiteY9070" fmla="*/ 408062 h 3717758"/>
              <a:gd name="connsiteX9071" fmla="*/ 5546328 w 7869956"/>
              <a:gd name="connsiteY9071" fmla="*/ 440048 h 3717758"/>
              <a:gd name="connsiteX9072" fmla="*/ 5556485 w 7869956"/>
              <a:gd name="connsiteY9072" fmla="*/ 430263 h 3717758"/>
              <a:gd name="connsiteX9073" fmla="*/ 5557103 w 7869956"/>
              <a:gd name="connsiteY9073" fmla="*/ 409330 h 3717758"/>
              <a:gd name="connsiteX9074" fmla="*/ 5590063 w 7869956"/>
              <a:gd name="connsiteY9074" fmla="*/ 406640 h 3717758"/>
              <a:gd name="connsiteX9075" fmla="*/ 5594576 w 7869956"/>
              <a:gd name="connsiteY9075" fmla="*/ 420120 h 3717758"/>
              <a:gd name="connsiteX9076" fmla="*/ 5608026 w 7869956"/>
              <a:gd name="connsiteY9076" fmla="*/ 410644 h 3717758"/>
              <a:gd name="connsiteX9077" fmla="*/ 5606588 w 7869956"/>
              <a:gd name="connsiteY9077" fmla="*/ 402667 h 3717758"/>
              <a:gd name="connsiteX9078" fmla="*/ 5614566 w 7869956"/>
              <a:gd name="connsiteY9078" fmla="*/ 411185 h 3717758"/>
              <a:gd name="connsiteX9079" fmla="*/ 5595504 w 7869956"/>
              <a:gd name="connsiteY9079" fmla="*/ 443774 h 3717758"/>
              <a:gd name="connsiteX9080" fmla="*/ 5630504 w 7869956"/>
              <a:gd name="connsiteY9080" fmla="*/ 428144 h 3717758"/>
              <a:gd name="connsiteX9081" fmla="*/ 5631556 w 7869956"/>
              <a:gd name="connsiteY9081" fmla="*/ 446618 h 3717758"/>
              <a:gd name="connsiteX9082" fmla="*/ 5657775 w 7869956"/>
              <a:gd name="connsiteY9082" fmla="*/ 448643 h 3717758"/>
              <a:gd name="connsiteX9083" fmla="*/ 5652334 w 7869956"/>
              <a:gd name="connsiteY9083" fmla="*/ 466624 h 3717758"/>
              <a:gd name="connsiteX9084" fmla="*/ 5673373 w 7869956"/>
              <a:gd name="connsiteY9084" fmla="*/ 476162 h 3717758"/>
              <a:gd name="connsiteX9085" fmla="*/ 5676960 w 7869956"/>
              <a:gd name="connsiteY9085" fmla="*/ 465896 h 3717758"/>
              <a:gd name="connsiteX9086" fmla="*/ 5704618 w 7869956"/>
              <a:gd name="connsiteY9086" fmla="*/ 475930 h 3717758"/>
              <a:gd name="connsiteX9087" fmla="*/ 5730203 w 7869956"/>
              <a:gd name="connsiteY9087" fmla="*/ 498887 h 3717758"/>
              <a:gd name="connsiteX9088" fmla="*/ 5612000 w 7869956"/>
              <a:gd name="connsiteY9088" fmla="*/ 550182 h 3717758"/>
              <a:gd name="connsiteX9089" fmla="*/ 5573736 w 7869956"/>
              <a:gd name="connsiteY9089" fmla="*/ 565565 h 3717758"/>
              <a:gd name="connsiteX9090" fmla="*/ 5537067 w 7869956"/>
              <a:gd name="connsiteY9090" fmla="*/ 583730 h 3717758"/>
              <a:gd name="connsiteX9091" fmla="*/ 5567199 w 7869956"/>
              <a:gd name="connsiteY9091" fmla="*/ 565054 h 3717758"/>
              <a:gd name="connsiteX9092" fmla="*/ 5518778 w 7869956"/>
              <a:gd name="connsiteY9092" fmla="*/ 590222 h 3717758"/>
              <a:gd name="connsiteX9093" fmla="*/ 5503489 w 7869956"/>
              <a:gd name="connsiteY9093" fmla="*/ 607366 h 3717758"/>
              <a:gd name="connsiteX9094" fmla="*/ 5519103 w 7869956"/>
              <a:gd name="connsiteY9094" fmla="*/ 579710 h 3717758"/>
              <a:gd name="connsiteX9095" fmla="*/ 5488338 w 7869956"/>
              <a:gd name="connsiteY9095" fmla="*/ 619333 h 3717758"/>
              <a:gd name="connsiteX9096" fmla="*/ 5483793 w 7869956"/>
              <a:gd name="connsiteY9096" fmla="*/ 605867 h 3717758"/>
              <a:gd name="connsiteX9097" fmla="*/ 5467421 w 7869956"/>
              <a:gd name="connsiteY9097" fmla="*/ 604615 h 3717758"/>
              <a:gd name="connsiteX9098" fmla="*/ 5462429 w 7869956"/>
              <a:gd name="connsiteY9098" fmla="*/ 606857 h 3717758"/>
              <a:gd name="connsiteX9099" fmla="*/ 5455054 w 7869956"/>
              <a:gd name="connsiteY9099" fmla="*/ 632551 h 3717758"/>
              <a:gd name="connsiteX9100" fmla="*/ 5461640 w 7869956"/>
              <a:gd name="connsiteY9100" fmla="*/ 633061 h 3717758"/>
              <a:gd name="connsiteX9101" fmla="*/ 5468658 w 7869956"/>
              <a:gd name="connsiteY9101" fmla="*/ 617848 h 3717758"/>
              <a:gd name="connsiteX9102" fmla="*/ 5480192 w 7869956"/>
              <a:gd name="connsiteY9102" fmla="*/ 616102 h 3717758"/>
              <a:gd name="connsiteX9103" fmla="*/ 5464917 w 7869956"/>
              <a:gd name="connsiteY9103" fmla="*/ 633293 h 3717758"/>
              <a:gd name="connsiteX9104" fmla="*/ 5475986 w 7869956"/>
              <a:gd name="connsiteY9104" fmla="*/ 647284 h 3717758"/>
              <a:gd name="connsiteX9105" fmla="*/ 5468613 w 7869956"/>
              <a:gd name="connsiteY9105" fmla="*/ 672931 h 3717758"/>
              <a:gd name="connsiteX9106" fmla="*/ 5504060 w 7869956"/>
              <a:gd name="connsiteY9106" fmla="*/ 641595 h 3717758"/>
              <a:gd name="connsiteX9107" fmla="*/ 5519057 w 7869956"/>
              <a:gd name="connsiteY9107" fmla="*/ 634869 h 3717758"/>
              <a:gd name="connsiteX9108" fmla="*/ 5517835 w 7869956"/>
              <a:gd name="connsiteY9108" fmla="*/ 621667 h 3717758"/>
              <a:gd name="connsiteX9109" fmla="*/ 5530774 w 7869956"/>
              <a:gd name="connsiteY9109" fmla="*/ 627896 h 3717758"/>
              <a:gd name="connsiteX9110" fmla="*/ 5668505 w 7869956"/>
              <a:gd name="connsiteY9110" fmla="*/ 583420 h 3717758"/>
              <a:gd name="connsiteX9111" fmla="*/ 5641156 w 7869956"/>
              <a:gd name="connsiteY9111" fmla="*/ 618066 h 3717758"/>
              <a:gd name="connsiteX9112" fmla="*/ 5672540 w 7869956"/>
              <a:gd name="connsiteY9112" fmla="*/ 612654 h 3717758"/>
              <a:gd name="connsiteX9113" fmla="*/ 5683593 w 7869956"/>
              <a:gd name="connsiteY9113" fmla="*/ 626645 h 3717758"/>
              <a:gd name="connsiteX9114" fmla="*/ 5708576 w 7869956"/>
              <a:gd name="connsiteY9114" fmla="*/ 615405 h 3717758"/>
              <a:gd name="connsiteX9115" fmla="*/ 5715423 w 7869956"/>
              <a:gd name="connsiteY9115" fmla="*/ 620842 h 3717758"/>
              <a:gd name="connsiteX9116" fmla="*/ 5724275 w 7869956"/>
              <a:gd name="connsiteY9116" fmla="*/ 621867 h 3717758"/>
              <a:gd name="connsiteX9117" fmla="*/ 5724806 w 7869956"/>
              <a:gd name="connsiteY9117" fmla="*/ 620504 h 3717758"/>
              <a:gd name="connsiteX9118" fmla="*/ 5732783 w 7869956"/>
              <a:gd name="connsiteY9118" fmla="*/ 628991 h 3717758"/>
              <a:gd name="connsiteX9119" fmla="*/ 5720226 w 7869956"/>
              <a:gd name="connsiteY9119" fmla="*/ 633844 h 3717758"/>
              <a:gd name="connsiteX9120" fmla="*/ 5719674 w 7869956"/>
              <a:gd name="connsiteY9120" fmla="*/ 627956 h 3717758"/>
              <a:gd name="connsiteX9121" fmla="*/ 5722280 w 7869956"/>
              <a:gd name="connsiteY9121" fmla="*/ 626983 h 3717758"/>
              <a:gd name="connsiteX9122" fmla="*/ 5724034 w 7869956"/>
              <a:gd name="connsiteY9122" fmla="*/ 622484 h 3717758"/>
              <a:gd name="connsiteX9123" fmla="*/ 5718110 w 7869956"/>
              <a:gd name="connsiteY9123" fmla="*/ 626645 h 3717758"/>
              <a:gd name="connsiteX9124" fmla="*/ 5711374 w 7869956"/>
              <a:gd name="connsiteY9124" fmla="*/ 631407 h 3717758"/>
              <a:gd name="connsiteX9125" fmla="*/ 5720743 w 7869956"/>
              <a:gd name="connsiteY9125" fmla="*/ 647871 h 3717758"/>
              <a:gd name="connsiteX9126" fmla="*/ 5659661 w 7869956"/>
              <a:gd name="connsiteY9126" fmla="*/ 711411 h 3717758"/>
              <a:gd name="connsiteX9127" fmla="*/ 5597668 w 7869956"/>
              <a:gd name="connsiteY9127" fmla="*/ 751264 h 3717758"/>
              <a:gd name="connsiteX9128" fmla="*/ 5567043 w 7869956"/>
              <a:gd name="connsiteY9128" fmla="*/ 776817 h 3717758"/>
              <a:gd name="connsiteX9129" fmla="*/ 5566046 w 7869956"/>
              <a:gd name="connsiteY9129" fmla="*/ 778939 h 3717758"/>
              <a:gd name="connsiteX9130" fmla="*/ 5563680 w 7869956"/>
              <a:gd name="connsiteY9130" fmla="*/ 779624 h 3717758"/>
              <a:gd name="connsiteX9131" fmla="*/ 5560173 w 7869956"/>
              <a:gd name="connsiteY9131" fmla="*/ 782549 h 3717758"/>
              <a:gd name="connsiteX9132" fmla="*/ 5519119 w 7869956"/>
              <a:gd name="connsiteY9132" fmla="*/ 795061 h 3717758"/>
              <a:gd name="connsiteX9133" fmla="*/ 5454002 w 7869956"/>
              <a:gd name="connsiteY9133" fmla="*/ 829397 h 3717758"/>
              <a:gd name="connsiteX9134" fmla="*/ 5454327 w 7869956"/>
              <a:gd name="connsiteY9134" fmla="*/ 818931 h 3717758"/>
              <a:gd name="connsiteX9135" fmla="*/ 5439634 w 7869956"/>
              <a:gd name="connsiteY9135" fmla="*/ 827028 h 3717758"/>
              <a:gd name="connsiteX9136" fmla="*/ 5434673 w 7869956"/>
              <a:gd name="connsiteY9136" fmla="*/ 836414 h 3717758"/>
              <a:gd name="connsiteX9137" fmla="*/ 5451236 w 7869956"/>
              <a:gd name="connsiteY9137" fmla="*/ 833547 h 3717758"/>
              <a:gd name="connsiteX9138" fmla="*/ 5491739 w 7869956"/>
              <a:gd name="connsiteY9138" fmla="*/ 833613 h 3717758"/>
              <a:gd name="connsiteX9139" fmla="*/ 5492048 w 7869956"/>
              <a:gd name="connsiteY9139" fmla="*/ 823100 h 3717758"/>
              <a:gd name="connsiteX9140" fmla="*/ 5503442 w 7869956"/>
              <a:gd name="connsiteY9140" fmla="*/ 826642 h 3717758"/>
              <a:gd name="connsiteX9141" fmla="*/ 5504695 w 7869956"/>
              <a:gd name="connsiteY9141" fmla="*/ 839859 h 3717758"/>
              <a:gd name="connsiteX9142" fmla="*/ 5527976 w 7869956"/>
              <a:gd name="connsiteY9142" fmla="*/ 831156 h 3717758"/>
              <a:gd name="connsiteX9143" fmla="*/ 5532475 w 7869956"/>
              <a:gd name="connsiteY9143" fmla="*/ 844636 h 3717758"/>
              <a:gd name="connsiteX9144" fmla="*/ 5562297 w 7869956"/>
              <a:gd name="connsiteY9144" fmla="*/ 836474 h 3717758"/>
              <a:gd name="connsiteX9145" fmla="*/ 5560921 w 7869956"/>
              <a:gd name="connsiteY9145" fmla="*/ 828497 h 3717758"/>
              <a:gd name="connsiteX9146" fmla="*/ 5546219 w 7869956"/>
              <a:gd name="connsiteY9146" fmla="*/ 824692 h 3717758"/>
              <a:gd name="connsiteX9147" fmla="*/ 5565002 w 7869956"/>
              <a:gd name="connsiteY9147" fmla="*/ 802492 h 3717758"/>
              <a:gd name="connsiteX9148" fmla="*/ 5561075 w 7869956"/>
              <a:gd name="connsiteY9148" fmla="*/ 823225 h 3717758"/>
              <a:gd name="connsiteX9149" fmla="*/ 5644139 w 7869956"/>
              <a:gd name="connsiteY9149" fmla="*/ 792830 h 3717758"/>
              <a:gd name="connsiteX9150" fmla="*/ 5655843 w 7869956"/>
              <a:gd name="connsiteY9150" fmla="*/ 785859 h 3717758"/>
              <a:gd name="connsiteX9151" fmla="*/ 5638512 w 7869956"/>
              <a:gd name="connsiteY9151" fmla="*/ 816082 h 3717758"/>
              <a:gd name="connsiteX9152" fmla="*/ 5688338 w 7869956"/>
              <a:gd name="connsiteY9152" fmla="*/ 798969 h 3717758"/>
              <a:gd name="connsiteX9153" fmla="*/ 5686606 w 7869956"/>
              <a:gd name="connsiteY9153" fmla="*/ 801443 h 3717758"/>
              <a:gd name="connsiteX9154" fmla="*/ 5670993 w 7869956"/>
              <a:gd name="connsiteY9154" fmla="*/ 829114 h 3717758"/>
              <a:gd name="connsiteX9155" fmla="*/ 5701263 w 7869956"/>
              <a:gd name="connsiteY9155" fmla="*/ 805167 h 3717758"/>
              <a:gd name="connsiteX9156" fmla="*/ 5704246 w 7869956"/>
              <a:gd name="connsiteY9156" fmla="*/ 815943 h 3717758"/>
              <a:gd name="connsiteX9157" fmla="*/ 5771711 w 7869956"/>
              <a:gd name="connsiteY9157" fmla="*/ 758125 h 3717758"/>
              <a:gd name="connsiteX9158" fmla="*/ 5772623 w 7869956"/>
              <a:gd name="connsiteY9158" fmla="*/ 781839 h 3717758"/>
              <a:gd name="connsiteX9159" fmla="*/ 5767970 w 7869956"/>
              <a:gd name="connsiteY9159" fmla="*/ 773630 h 3717758"/>
              <a:gd name="connsiteX9160" fmla="*/ 5764385 w 7869956"/>
              <a:gd name="connsiteY9160" fmla="*/ 783818 h 3717758"/>
              <a:gd name="connsiteX9161" fmla="*/ 5780772 w 7869956"/>
              <a:gd name="connsiteY9161" fmla="*/ 785085 h 3717758"/>
              <a:gd name="connsiteX9162" fmla="*/ 5782797 w 7869956"/>
              <a:gd name="connsiteY9162" fmla="*/ 772130 h 3717758"/>
              <a:gd name="connsiteX9163" fmla="*/ 5795581 w 7869956"/>
              <a:gd name="connsiteY9163" fmla="*/ 783616 h 3717758"/>
              <a:gd name="connsiteX9164" fmla="*/ 5799183 w 7869956"/>
              <a:gd name="connsiteY9164" fmla="*/ 773430 h 3717758"/>
              <a:gd name="connsiteX9165" fmla="*/ 5789644 w 7869956"/>
              <a:gd name="connsiteY9165" fmla="*/ 762160 h 3717758"/>
              <a:gd name="connsiteX9166" fmla="*/ 5774834 w 7869956"/>
              <a:gd name="connsiteY9166" fmla="*/ 763643 h 3717758"/>
              <a:gd name="connsiteX9167" fmla="*/ 5770306 w 7869956"/>
              <a:gd name="connsiteY9167" fmla="*/ 750148 h 3717758"/>
              <a:gd name="connsiteX9168" fmla="*/ 5779828 w 7869956"/>
              <a:gd name="connsiteY9168" fmla="*/ 761402 h 3717758"/>
              <a:gd name="connsiteX9169" fmla="*/ 5813252 w 7869956"/>
              <a:gd name="connsiteY9169" fmla="*/ 742959 h 3717758"/>
              <a:gd name="connsiteX9170" fmla="*/ 5803698 w 7869956"/>
              <a:gd name="connsiteY9170" fmla="*/ 786926 h 3717758"/>
              <a:gd name="connsiteX9171" fmla="*/ 5832097 w 7869956"/>
              <a:gd name="connsiteY9171" fmla="*/ 770694 h 3717758"/>
              <a:gd name="connsiteX9172" fmla="*/ 5851622 w 7869956"/>
              <a:gd name="connsiteY9172" fmla="*/ 777510 h 3717758"/>
              <a:gd name="connsiteX9173" fmla="*/ 5871751 w 7869956"/>
              <a:gd name="connsiteY9173" fmla="*/ 763288 h 3717758"/>
              <a:gd name="connsiteX9174" fmla="*/ 5864732 w 7869956"/>
              <a:gd name="connsiteY9174" fmla="*/ 778484 h 3717758"/>
              <a:gd name="connsiteX9175" fmla="*/ 5878182 w 7869956"/>
              <a:gd name="connsiteY9175" fmla="*/ 769024 h 3717758"/>
              <a:gd name="connsiteX9176" fmla="*/ 5876930 w 7869956"/>
              <a:gd name="connsiteY9176" fmla="*/ 755789 h 3717758"/>
              <a:gd name="connsiteX9177" fmla="*/ 5902052 w 7869956"/>
              <a:gd name="connsiteY9177" fmla="*/ 739387 h 3717758"/>
              <a:gd name="connsiteX9178" fmla="*/ 5936232 w 7869956"/>
              <a:gd name="connsiteY9178" fmla="*/ 749899 h 3717758"/>
              <a:gd name="connsiteX9179" fmla="*/ 5949838 w 7869956"/>
              <a:gd name="connsiteY9179" fmla="*/ 735214 h 3717758"/>
              <a:gd name="connsiteX9180" fmla="*/ 5938582 w 7869956"/>
              <a:gd name="connsiteY9180" fmla="*/ 781623 h 3717758"/>
              <a:gd name="connsiteX9181" fmla="*/ 5993867 w 7869956"/>
              <a:gd name="connsiteY9181" fmla="*/ 746499 h 3717758"/>
              <a:gd name="connsiteX9182" fmla="*/ 6047264 w 7869956"/>
              <a:gd name="connsiteY9182" fmla="*/ 719120 h 3717758"/>
              <a:gd name="connsiteX9183" fmla="*/ 5987790 w 7869956"/>
              <a:gd name="connsiteY9183" fmla="*/ 730267 h 3717758"/>
              <a:gd name="connsiteX9184" fmla="*/ 5980741 w 7869956"/>
              <a:gd name="connsiteY9184" fmla="*/ 745478 h 3717758"/>
              <a:gd name="connsiteX9185" fmla="*/ 5979488 w 7869956"/>
              <a:gd name="connsiteY9185" fmla="*/ 732276 h 3717758"/>
              <a:gd name="connsiteX9186" fmla="*/ 5948893 w 7869956"/>
              <a:gd name="connsiteY9186" fmla="*/ 766690 h 3717758"/>
              <a:gd name="connsiteX9187" fmla="*/ 5986707 w 7869956"/>
              <a:gd name="connsiteY9187" fmla="*/ 711822 h 3717758"/>
              <a:gd name="connsiteX9188" fmla="*/ 5982781 w 7869956"/>
              <a:gd name="connsiteY9188" fmla="*/ 732539 h 3717758"/>
              <a:gd name="connsiteX9189" fmla="*/ 6011985 w 7869956"/>
              <a:gd name="connsiteY9189" fmla="*/ 690117 h 3717758"/>
              <a:gd name="connsiteX9190" fmla="*/ 6041188 w 7869956"/>
              <a:gd name="connsiteY9190" fmla="*/ 702918 h 3717758"/>
              <a:gd name="connsiteX9191" fmla="*/ 6063697 w 7869956"/>
              <a:gd name="connsiteY9191" fmla="*/ 665244 h 3717758"/>
              <a:gd name="connsiteX9192" fmla="*/ 6066324 w 7869956"/>
              <a:gd name="connsiteY9192" fmla="*/ 686438 h 3717758"/>
              <a:gd name="connsiteX9193" fmla="*/ 6074131 w 7869956"/>
              <a:gd name="connsiteY9193" fmla="*/ 700229 h 3717758"/>
              <a:gd name="connsiteX9194" fmla="*/ 6089608 w 7869956"/>
              <a:gd name="connsiteY9194" fmla="*/ 677766 h 3717758"/>
              <a:gd name="connsiteX9195" fmla="*/ 6105993 w 7869956"/>
              <a:gd name="connsiteY9195" fmla="*/ 679033 h 3717758"/>
              <a:gd name="connsiteX9196" fmla="*/ 6096301 w 7869956"/>
              <a:gd name="connsiteY9196" fmla="*/ 673034 h 3717758"/>
              <a:gd name="connsiteX9197" fmla="*/ 6103489 w 7869956"/>
              <a:gd name="connsiteY9197" fmla="*/ 652567 h 3717758"/>
              <a:gd name="connsiteX9198" fmla="*/ 6119737 w 7869956"/>
              <a:gd name="connsiteY9198" fmla="*/ 659091 h 3717758"/>
              <a:gd name="connsiteX9199" fmla="*/ 6119088 w 7869956"/>
              <a:gd name="connsiteY9199" fmla="*/ 680052 h 3717758"/>
              <a:gd name="connsiteX9200" fmla="*/ 6141736 w 7869956"/>
              <a:gd name="connsiteY9200" fmla="*/ 637185 h 3717758"/>
              <a:gd name="connsiteX9201" fmla="*/ 6164849 w 7869956"/>
              <a:gd name="connsiteY9201" fmla="*/ 633674 h 3717758"/>
              <a:gd name="connsiteX9202" fmla="*/ 6159392 w 7869956"/>
              <a:gd name="connsiteY9202" fmla="*/ 651670 h 3717758"/>
              <a:gd name="connsiteX9203" fmla="*/ 6146096 w 7869956"/>
              <a:gd name="connsiteY9203" fmla="*/ 655859 h 3717758"/>
              <a:gd name="connsiteX9204" fmla="*/ 6150626 w 7869956"/>
              <a:gd name="connsiteY9204" fmla="*/ 669341 h 3717758"/>
              <a:gd name="connsiteX9205" fmla="*/ 6160953 w 7869956"/>
              <a:gd name="connsiteY9205" fmla="*/ 654407 h 3717758"/>
              <a:gd name="connsiteX9206" fmla="*/ 6178747 w 7869956"/>
              <a:gd name="connsiteY9206" fmla="*/ 663636 h 3717758"/>
              <a:gd name="connsiteX9207" fmla="*/ 6142973 w 7869956"/>
              <a:gd name="connsiteY9207" fmla="*/ 705531 h 3717758"/>
              <a:gd name="connsiteX9208" fmla="*/ 6189013 w 7869956"/>
              <a:gd name="connsiteY9208" fmla="*/ 703892 h 3717758"/>
              <a:gd name="connsiteX9209" fmla="*/ 6200885 w 7869956"/>
              <a:gd name="connsiteY9209" fmla="*/ 691633 h 3717758"/>
              <a:gd name="connsiteX9210" fmla="*/ 6197933 w 7869956"/>
              <a:gd name="connsiteY9210" fmla="*/ 680903 h 3717758"/>
              <a:gd name="connsiteX9211" fmla="*/ 6270360 w 7869956"/>
              <a:gd name="connsiteY9211" fmla="*/ 676049 h 3717758"/>
              <a:gd name="connsiteX9212" fmla="*/ 6272386 w 7869956"/>
              <a:gd name="connsiteY9212" fmla="*/ 663079 h 3717758"/>
              <a:gd name="connsiteX9213" fmla="*/ 6287056 w 7869956"/>
              <a:gd name="connsiteY9213" fmla="*/ 666836 h 3717758"/>
              <a:gd name="connsiteX9214" fmla="*/ 6278337 w 7869956"/>
              <a:gd name="connsiteY9214" fmla="*/ 684506 h 3717758"/>
              <a:gd name="connsiteX9215" fmla="*/ 6307989 w 7869956"/>
              <a:gd name="connsiteY9215" fmla="*/ 681569 h 3717758"/>
              <a:gd name="connsiteX9216" fmla="*/ 6314066 w 7869956"/>
              <a:gd name="connsiteY9216" fmla="*/ 697801 h 3717758"/>
              <a:gd name="connsiteX9217" fmla="*/ 6319352 w 7869956"/>
              <a:gd name="connsiteY9217" fmla="*/ 685109 h 3717758"/>
              <a:gd name="connsiteX9218" fmla="*/ 6327004 w 7869956"/>
              <a:gd name="connsiteY9218" fmla="*/ 704093 h 3717758"/>
              <a:gd name="connsiteX9219" fmla="*/ 6337332 w 7869956"/>
              <a:gd name="connsiteY9219" fmla="*/ 689144 h 3717758"/>
              <a:gd name="connsiteX9220" fmla="*/ 6339635 w 7869956"/>
              <a:gd name="connsiteY9220" fmla="*/ 720835 h 3717758"/>
              <a:gd name="connsiteX9221" fmla="*/ 6359469 w 7869956"/>
              <a:gd name="connsiteY9221" fmla="*/ 717157 h 3717758"/>
              <a:gd name="connsiteX9222" fmla="*/ 6356052 w 7869956"/>
              <a:gd name="connsiteY9222" fmla="*/ 722119 h 3717758"/>
              <a:gd name="connsiteX9223" fmla="*/ 6355867 w 7869956"/>
              <a:gd name="connsiteY9223" fmla="*/ 727344 h 3717758"/>
              <a:gd name="connsiteX9224" fmla="*/ 6344303 w 7869956"/>
              <a:gd name="connsiteY9224" fmla="*/ 729092 h 3717758"/>
              <a:gd name="connsiteX9225" fmla="*/ 6374296 w 7869956"/>
              <a:gd name="connsiteY9225" fmla="*/ 715610 h 3717758"/>
              <a:gd name="connsiteX9226" fmla="*/ 6383649 w 7869956"/>
              <a:gd name="connsiteY9226" fmla="*/ 732106 h 3717758"/>
              <a:gd name="connsiteX9227" fmla="*/ 6392074 w 7869956"/>
              <a:gd name="connsiteY9227" fmla="*/ 724901 h 3717758"/>
              <a:gd name="connsiteX9228" fmla="*/ 6391115 w 7869956"/>
              <a:gd name="connsiteY9228" fmla="*/ 756315 h 3717758"/>
              <a:gd name="connsiteX9229" fmla="*/ 6371126 w 7869956"/>
              <a:gd name="connsiteY9229" fmla="*/ 765297 h 3717758"/>
              <a:gd name="connsiteX9230" fmla="*/ 6373769 w 7869956"/>
              <a:gd name="connsiteY9230" fmla="*/ 786492 h 3717758"/>
              <a:gd name="connsiteX9231" fmla="*/ 6404086 w 7869956"/>
              <a:gd name="connsiteY9231" fmla="*/ 762592 h 3717758"/>
              <a:gd name="connsiteX9232" fmla="*/ 6417860 w 7869956"/>
              <a:gd name="connsiteY9232" fmla="*/ 742634 h 3717758"/>
              <a:gd name="connsiteX9233" fmla="*/ 6405956 w 7869956"/>
              <a:gd name="connsiteY9233" fmla="*/ 754879 h 3717758"/>
              <a:gd name="connsiteX9234" fmla="*/ 6415324 w 7869956"/>
              <a:gd name="connsiteY9234" fmla="*/ 771343 h 3717758"/>
              <a:gd name="connsiteX9235" fmla="*/ 6422344 w 7869956"/>
              <a:gd name="connsiteY9235" fmla="*/ 756099 h 3717758"/>
              <a:gd name="connsiteX9236" fmla="*/ 6425311 w 7869956"/>
              <a:gd name="connsiteY9236" fmla="*/ 766844 h 3717758"/>
              <a:gd name="connsiteX9237" fmla="*/ 6434201 w 7869956"/>
              <a:gd name="connsiteY9237" fmla="*/ 743902 h 3717758"/>
              <a:gd name="connsiteX9238" fmla="*/ 6441853 w 7869956"/>
              <a:gd name="connsiteY9238" fmla="*/ 762901 h 3717758"/>
              <a:gd name="connsiteX9239" fmla="*/ 6452489 w 7869956"/>
              <a:gd name="connsiteY9239" fmla="*/ 737455 h 3717758"/>
              <a:gd name="connsiteX9240" fmla="*/ 6448748 w 7869956"/>
              <a:gd name="connsiteY9240" fmla="*/ 752946 h 3717758"/>
              <a:gd name="connsiteX9241" fmla="*/ 6456694 w 7869956"/>
              <a:gd name="connsiteY9241" fmla="*/ 761418 h 3717758"/>
              <a:gd name="connsiteX9242" fmla="*/ 6483733 w 7869956"/>
              <a:gd name="connsiteY9242" fmla="*/ 737285 h 3717758"/>
              <a:gd name="connsiteX9243" fmla="*/ 6484351 w 7869956"/>
              <a:gd name="connsiteY9243" fmla="*/ 716276 h 3717758"/>
              <a:gd name="connsiteX9244" fmla="*/ 6492793 w 7869956"/>
              <a:gd name="connsiteY9244" fmla="*/ 709102 h 3717758"/>
              <a:gd name="connsiteX9245" fmla="*/ 6505748 w 7869956"/>
              <a:gd name="connsiteY9245" fmla="*/ 715301 h 3717758"/>
              <a:gd name="connsiteX9246" fmla="*/ 6475277 w 7869956"/>
              <a:gd name="connsiteY9246" fmla="*/ 744473 h 3717758"/>
              <a:gd name="connsiteX9247" fmla="*/ 6476699 w 7869956"/>
              <a:gd name="connsiteY9247" fmla="*/ 752481 h 3717758"/>
              <a:gd name="connsiteX9248" fmla="*/ 6550054 w 7869956"/>
              <a:gd name="connsiteY9248" fmla="*/ 716120 h 3717758"/>
              <a:gd name="connsiteX9249" fmla="*/ 6559593 w 7869956"/>
              <a:gd name="connsiteY9249" fmla="*/ 727376 h 3717758"/>
              <a:gd name="connsiteX9250" fmla="*/ 6523619 w 7869956"/>
              <a:gd name="connsiteY9250" fmla="*/ 774480 h 3717758"/>
              <a:gd name="connsiteX9251" fmla="*/ 6526757 w 7869956"/>
              <a:gd name="connsiteY9251" fmla="*/ 780015 h 3717758"/>
              <a:gd name="connsiteX9252" fmla="*/ 6583432 w 7869956"/>
              <a:gd name="connsiteY9252" fmla="*/ 752868 h 3717758"/>
              <a:gd name="connsiteX9253" fmla="*/ 6632934 w 7869956"/>
              <a:gd name="connsiteY9253" fmla="*/ 746189 h 3717758"/>
              <a:gd name="connsiteX9254" fmla="*/ 6641359 w 7869956"/>
              <a:gd name="connsiteY9254" fmla="*/ 738986 h 3717758"/>
              <a:gd name="connsiteX9255" fmla="*/ 6639196 w 7869956"/>
              <a:gd name="connsiteY9255" fmla="*/ 757196 h 3717758"/>
              <a:gd name="connsiteX9256" fmla="*/ 6651980 w 7869956"/>
              <a:gd name="connsiteY9256" fmla="*/ 768699 h 3717758"/>
              <a:gd name="connsiteX9257" fmla="*/ 6657283 w 7869956"/>
              <a:gd name="connsiteY9257" fmla="*/ 755960 h 3717758"/>
              <a:gd name="connsiteX9258" fmla="*/ 6650558 w 7869956"/>
              <a:gd name="connsiteY9258" fmla="*/ 760691 h 3717758"/>
              <a:gd name="connsiteX9259" fmla="*/ 6671027 w 7869956"/>
              <a:gd name="connsiteY9259" fmla="*/ 736001 h 3717758"/>
              <a:gd name="connsiteX9260" fmla="*/ 6710819 w 7869956"/>
              <a:gd name="connsiteY9260" fmla="*/ 778515 h 3717758"/>
              <a:gd name="connsiteX9261" fmla="*/ 6724686 w 7869956"/>
              <a:gd name="connsiteY9261" fmla="*/ 808491 h 3717758"/>
              <a:gd name="connsiteX9262" fmla="*/ 6669712 w 7869956"/>
              <a:gd name="connsiteY9262" fmla="*/ 888263 h 3717758"/>
              <a:gd name="connsiteX9263" fmla="*/ 6675185 w 7869956"/>
              <a:gd name="connsiteY9263" fmla="*/ 870284 h 3717758"/>
              <a:gd name="connsiteX9264" fmla="*/ 6648642 w 7869956"/>
              <a:gd name="connsiteY9264" fmla="*/ 878740 h 3717758"/>
              <a:gd name="connsiteX9265" fmla="*/ 6583216 w 7869956"/>
              <a:gd name="connsiteY9265" fmla="*/ 923572 h 3717758"/>
              <a:gd name="connsiteX9266" fmla="*/ 6523727 w 7869956"/>
              <a:gd name="connsiteY9266" fmla="*/ 934719 h 3717758"/>
              <a:gd name="connsiteX9267" fmla="*/ 6539929 w 7869956"/>
              <a:gd name="connsiteY9267" fmla="*/ 941228 h 3717758"/>
              <a:gd name="connsiteX9268" fmla="*/ 6504990 w 7869956"/>
              <a:gd name="connsiteY9268" fmla="*/ 956920 h 3717758"/>
              <a:gd name="connsiteX9269" fmla="*/ 6468429 w 7869956"/>
              <a:gd name="connsiteY9269" fmla="*/ 969827 h 3717758"/>
              <a:gd name="connsiteX9270" fmla="*/ 6463914 w 7869956"/>
              <a:gd name="connsiteY9270" fmla="*/ 956346 h 3717758"/>
              <a:gd name="connsiteX9271" fmla="*/ 6437231 w 7869956"/>
              <a:gd name="connsiteY9271" fmla="*/ 970060 h 3717758"/>
              <a:gd name="connsiteX9272" fmla="*/ 6448935 w 7869956"/>
              <a:gd name="connsiteY9272" fmla="*/ 963087 h 3717758"/>
              <a:gd name="connsiteX9273" fmla="*/ 6430507 w 7869956"/>
              <a:gd name="connsiteY9273" fmla="*/ 974806 h 3717758"/>
              <a:gd name="connsiteX9274" fmla="*/ 6369611 w 7869956"/>
              <a:gd name="connsiteY9274" fmla="*/ 977944 h 3717758"/>
              <a:gd name="connsiteX9275" fmla="*/ 6332122 w 7869956"/>
              <a:gd name="connsiteY9275" fmla="*/ 1022297 h 3717758"/>
              <a:gd name="connsiteX9276" fmla="*/ 6337718 w 7869956"/>
              <a:gd name="connsiteY9276" fmla="*/ 1054283 h 3717758"/>
              <a:gd name="connsiteX9277" fmla="*/ 6347875 w 7869956"/>
              <a:gd name="connsiteY9277" fmla="*/ 1044498 h 3717758"/>
              <a:gd name="connsiteX9278" fmla="*/ 6348494 w 7869956"/>
              <a:gd name="connsiteY9278" fmla="*/ 1023565 h 3717758"/>
              <a:gd name="connsiteX9279" fmla="*/ 6381453 w 7869956"/>
              <a:gd name="connsiteY9279" fmla="*/ 1020876 h 3717758"/>
              <a:gd name="connsiteX9280" fmla="*/ 6385967 w 7869956"/>
              <a:gd name="connsiteY9280" fmla="*/ 1034355 h 3717758"/>
              <a:gd name="connsiteX9281" fmla="*/ 6399417 w 7869956"/>
              <a:gd name="connsiteY9281" fmla="*/ 1024880 h 3717758"/>
              <a:gd name="connsiteX9282" fmla="*/ 6397979 w 7869956"/>
              <a:gd name="connsiteY9282" fmla="*/ 1016902 h 3717758"/>
              <a:gd name="connsiteX9283" fmla="*/ 6405956 w 7869956"/>
              <a:gd name="connsiteY9283" fmla="*/ 1025420 h 3717758"/>
              <a:gd name="connsiteX9284" fmla="*/ 6386895 w 7869956"/>
              <a:gd name="connsiteY9284" fmla="*/ 1058009 h 3717758"/>
              <a:gd name="connsiteX9285" fmla="*/ 6421895 w 7869956"/>
              <a:gd name="connsiteY9285" fmla="*/ 1042379 h 3717758"/>
              <a:gd name="connsiteX9286" fmla="*/ 6422946 w 7869956"/>
              <a:gd name="connsiteY9286" fmla="*/ 1060853 h 3717758"/>
              <a:gd name="connsiteX9287" fmla="*/ 6449165 w 7869956"/>
              <a:gd name="connsiteY9287" fmla="*/ 1062878 h 3717758"/>
              <a:gd name="connsiteX9288" fmla="*/ 6443725 w 7869956"/>
              <a:gd name="connsiteY9288" fmla="*/ 1080859 h 3717758"/>
              <a:gd name="connsiteX9289" fmla="*/ 6464764 w 7869956"/>
              <a:gd name="connsiteY9289" fmla="*/ 1090398 h 3717758"/>
              <a:gd name="connsiteX9290" fmla="*/ 6468351 w 7869956"/>
              <a:gd name="connsiteY9290" fmla="*/ 1080132 h 3717758"/>
              <a:gd name="connsiteX9291" fmla="*/ 6496008 w 7869956"/>
              <a:gd name="connsiteY9291" fmla="*/ 1090166 h 3717758"/>
              <a:gd name="connsiteX9292" fmla="*/ 6521594 w 7869956"/>
              <a:gd name="connsiteY9292" fmla="*/ 1113122 h 3717758"/>
              <a:gd name="connsiteX9293" fmla="*/ 6403390 w 7869956"/>
              <a:gd name="connsiteY9293" fmla="*/ 1164417 h 3717758"/>
              <a:gd name="connsiteX9294" fmla="*/ 6365127 w 7869956"/>
              <a:gd name="connsiteY9294" fmla="*/ 1179800 h 3717758"/>
              <a:gd name="connsiteX9295" fmla="*/ 6328457 w 7869956"/>
              <a:gd name="connsiteY9295" fmla="*/ 1197965 h 3717758"/>
              <a:gd name="connsiteX9296" fmla="*/ 6358589 w 7869956"/>
              <a:gd name="connsiteY9296" fmla="*/ 1179289 h 3717758"/>
              <a:gd name="connsiteX9297" fmla="*/ 6310169 w 7869956"/>
              <a:gd name="connsiteY9297" fmla="*/ 1204458 h 3717758"/>
              <a:gd name="connsiteX9298" fmla="*/ 6294879 w 7869956"/>
              <a:gd name="connsiteY9298" fmla="*/ 1221602 h 3717758"/>
              <a:gd name="connsiteX9299" fmla="*/ 6310493 w 7869956"/>
              <a:gd name="connsiteY9299" fmla="*/ 1193945 h 3717758"/>
              <a:gd name="connsiteX9300" fmla="*/ 6279728 w 7869956"/>
              <a:gd name="connsiteY9300" fmla="*/ 1233569 h 3717758"/>
              <a:gd name="connsiteX9301" fmla="*/ 6275184 w 7869956"/>
              <a:gd name="connsiteY9301" fmla="*/ 1220102 h 3717758"/>
              <a:gd name="connsiteX9302" fmla="*/ 6258812 w 7869956"/>
              <a:gd name="connsiteY9302" fmla="*/ 1218850 h 3717758"/>
              <a:gd name="connsiteX9303" fmla="*/ 6253820 w 7869956"/>
              <a:gd name="connsiteY9303" fmla="*/ 1221092 h 3717758"/>
              <a:gd name="connsiteX9304" fmla="*/ 6246444 w 7869956"/>
              <a:gd name="connsiteY9304" fmla="*/ 1246786 h 3717758"/>
              <a:gd name="connsiteX9305" fmla="*/ 6253031 w 7869956"/>
              <a:gd name="connsiteY9305" fmla="*/ 1247296 h 3717758"/>
              <a:gd name="connsiteX9306" fmla="*/ 6260049 w 7869956"/>
              <a:gd name="connsiteY9306" fmla="*/ 1232083 h 3717758"/>
              <a:gd name="connsiteX9307" fmla="*/ 6271582 w 7869956"/>
              <a:gd name="connsiteY9307" fmla="*/ 1230337 h 3717758"/>
              <a:gd name="connsiteX9308" fmla="*/ 6256308 w 7869956"/>
              <a:gd name="connsiteY9308" fmla="*/ 1247528 h 3717758"/>
              <a:gd name="connsiteX9309" fmla="*/ 6267377 w 7869956"/>
              <a:gd name="connsiteY9309" fmla="*/ 1261519 h 3717758"/>
              <a:gd name="connsiteX9310" fmla="*/ 6260003 w 7869956"/>
              <a:gd name="connsiteY9310" fmla="*/ 1287166 h 3717758"/>
              <a:gd name="connsiteX9311" fmla="*/ 6295451 w 7869956"/>
              <a:gd name="connsiteY9311" fmla="*/ 1255830 h 3717758"/>
              <a:gd name="connsiteX9312" fmla="*/ 6310448 w 7869956"/>
              <a:gd name="connsiteY9312" fmla="*/ 1249104 h 3717758"/>
              <a:gd name="connsiteX9313" fmla="*/ 6309226 w 7869956"/>
              <a:gd name="connsiteY9313" fmla="*/ 1235902 h 3717758"/>
              <a:gd name="connsiteX9314" fmla="*/ 6322165 w 7869956"/>
              <a:gd name="connsiteY9314" fmla="*/ 1242131 h 3717758"/>
              <a:gd name="connsiteX9315" fmla="*/ 6459895 w 7869956"/>
              <a:gd name="connsiteY9315" fmla="*/ 1197655 h 3717758"/>
              <a:gd name="connsiteX9316" fmla="*/ 6432547 w 7869956"/>
              <a:gd name="connsiteY9316" fmla="*/ 1232301 h 3717758"/>
              <a:gd name="connsiteX9317" fmla="*/ 6463930 w 7869956"/>
              <a:gd name="connsiteY9317" fmla="*/ 1226890 h 3717758"/>
              <a:gd name="connsiteX9318" fmla="*/ 6474983 w 7869956"/>
              <a:gd name="connsiteY9318" fmla="*/ 1240880 h 3717758"/>
              <a:gd name="connsiteX9319" fmla="*/ 6499967 w 7869956"/>
              <a:gd name="connsiteY9319" fmla="*/ 1229640 h 3717758"/>
              <a:gd name="connsiteX9320" fmla="*/ 6516213 w 7869956"/>
              <a:gd name="connsiteY9320" fmla="*/ 1236165 h 3717758"/>
              <a:gd name="connsiteX9321" fmla="*/ 6502765 w 7869956"/>
              <a:gd name="connsiteY9321" fmla="*/ 1245642 h 3717758"/>
              <a:gd name="connsiteX9322" fmla="*/ 6512133 w 7869956"/>
              <a:gd name="connsiteY9322" fmla="*/ 1262106 h 3717758"/>
              <a:gd name="connsiteX9323" fmla="*/ 6451051 w 7869956"/>
              <a:gd name="connsiteY9323" fmla="*/ 1325646 h 3717758"/>
              <a:gd name="connsiteX9324" fmla="*/ 6389059 w 7869956"/>
              <a:gd name="connsiteY9324" fmla="*/ 1365500 h 3717758"/>
              <a:gd name="connsiteX9325" fmla="*/ 6310510 w 7869956"/>
              <a:gd name="connsiteY9325" fmla="*/ 1409296 h 3717758"/>
              <a:gd name="connsiteX9326" fmla="*/ 6245393 w 7869956"/>
              <a:gd name="connsiteY9326" fmla="*/ 1443632 h 3717758"/>
              <a:gd name="connsiteX9327" fmla="*/ 6245717 w 7869956"/>
              <a:gd name="connsiteY9327" fmla="*/ 1433167 h 3717758"/>
              <a:gd name="connsiteX9328" fmla="*/ 6223718 w 7869956"/>
              <a:gd name="connsiteY9328" fmla="*/ 1455087 h 3717758"/>
              <a:gd name="connsiteX9329" fmla="*/ 6214350 w 7869956"/>
              <a:gd name="connsiteY9329" fmla="*/ 1438547 h 3717758"/>
              <a:gd name="connsiteX9330" fmla="*/ 6139819 w 7869956"/>
              <a:gd name="connsiteY9330" fmla="*/ 1511639 h 3717758"/>
              <a:gd name="connsiteX9331" fmla="*/ 6116243 w 7869956"/>
              <a:gd name="connsiteY9331" fmla="*/ 1530809 h 3717758"/>
              <a:gd name="connsiteX9332" fmla="*/ 6032732 w 7869956"/>
              <a:gd name="connsiteY9332" fmla="*/ 1521735 h 3717758"/>
              <a:gd name="connsiteX9333" fmla="*/ 6042563 w 7869956"/>
              <a:gd name="connsiteY9333" fmla="*/ 1522445 h 3717758"/>
              <a:gd name="connsiteX9334" fmla="*/ 6031943 w 7869956"/>
              <a:gd name="connsiteY9334" fmla="*/ 1547892 h 3717758"/>
              <a:gd name="connsiteX9335" fmla="*/ 6016948 w 7869956"/>
              <a:gd name="connsiteY9335" fmla="*/ 1554602 h 3717758"/>
              <a:gd name="connsiteX9336" fmla="*/ 6000899 w 7869956"/>
              <a:gd name="connsiteY9336" fmla="*/ 1542852 h 3717758"/>
              <a:gd name="connsiteX9337" fmla="*/ 5993557 w 7869956"/>
              <a:gd name="connsiteY9337" fmla="*/ 1568545 h 3717758"/>
              <a:gd name="connsiteX9338" fmla="*/ 5889884 w 7869956"/>
              <a:gd name="connsiteY9338" fmla="*/ 1573648 h 3717758"/>
              <a:gd name="connsiteX9339" fmla="*/ 5869991 w 7869956"/>
              <a:gd name="connsiteY9339" fmla="*/ 1579106 h 3717758"/>
              <a:gd name="connsiteX9340" fmla="*/ 5869599 w 7869956"/>
              <a:gd name="connsiteY9340" fmla="*/ 1579280 h 3717758"/>
              <a:gd name="connsiteX9341" fmla="*/ 5869596 w 7869956"/>
              <a:gd name="connsiteY9341" fmla="*/ 1579388 h 3717758"/>
              <a:gd name="connsiteX9342" fmla="*/ 5869474 w 7869956"/>
              <a:gd name="connsiteY9342" fmla="*/ 1579335 h 3717758"/>
              <a:gd name="connsiteX9343" fmla="*/ 5863326 w 7869956"/>
              <a:gd name="connsiteY9343" fmla="*/ 1582057 h 3717758"/>
              <a:gd name="connsiteX9344" fmla="*/ 5859178 w 7869956"/>
              <a:gd name="connsiteY9344" fmla="*/ 1597457 h 3717758"/>
              <a:gd name="connsiteX9345" fmla="*/ 5853613 w 7869956"/>
              <a:gd name="connsiteY9345" fmla="*/ 1601426 h 3717758"/>
              <a:gd name="connsiteX9346" fmla="*/ 5855620 w 7869956"/>
              <a:gd name="connsiteY9346" fmla="*/ 1609937 h 3717758"/>
              <a:gd name="connsiteX9347" fmla="*/ 5867184 w 7869956"/>
              <a:gd name="connsiteY9347" fmla="*/ 1608221 h 3717758"/>
              <a:gd name="connsiteX9348" fmla="*/ 5864200 w 7869956"/>
              <a:gd name="connsiteY9348" fmla="*/ 1597493 h 3717758"/>
              <a:gd name="connsiteX9349" fmla="*/ 5882488 w 7869956"/>
              <a:gd name="connsiteY9349" fmla="*/ 1591061 h 3717758"/>
              <a:gd name="connsiteX9350" fmla="*/ 5903869 w 7869956"/>
              <a:gd name="connsiteY9350" fmla="*/ 1590087 h 3717758"/>
              <a:gd name="connsiteX9351" fmla="*/ 5910100 w 7869956"/>
              <a:gd name="connsiteY9351" fmla="*/ 1601018 h 3717758"/>
              <a:gd name="connsiteX9352" fmla="*/ 5923534 w 7869956"/>
              <a:gd name="connsiteY9352" fmla="*/ 1591572 h 3717758"/>
              <a:gd name="connsiteX9353" fmla="*/ 5932748 w 7869956"/>
              <a:gd name="connsiteY9353" fmla="*/ 1613308 h 3717758"/>
              <a:gd name="connsiteX9354" fmla="*/ 5957731 w 7869956"/>
              <a:gd name="connsiteY9354" fmla="*/ 1602146 h 3717758"/>
              <a:gd name="connsiteX9355" fmla="*/ 5944127 w 7869956"/>
              <a:gd name="connsiteY9355" fmla="*/ 1616833 h 3717758"/>
              <a:gd name="connsiteX9356" fmla="*/ 5955381 w 7869956"/>
              <a:gd name="connsiteY9356" fmla="*/ 1625567 h 3717758"/>
              <a:gd name="connsiteX9357" fmla="*/ 5975819 w 7869956"/>
              <a:gd name="connsiteY9357" fmla="*/ 1600848 h 3717758"/>
              <a:gd name="connsiteX9358" fmla="*/ 6025010 w 7869956"/>
              <a:gd name="connsiteY9358" fmla="*/ 1604681 h 3717758"/>
              <a:gd name="connsiteX9359" fmla="*/ 6031874 w 7869956"/>
              <a:gd name="connsiteY9359" fmla="*/ 1594694 h 3717758"/>
              <a:gd name="connsiteX9360" fmla="*/ 6041088 w 7869956"/>
              <a:gd name="connsiteY9360" fmla="*/ 1616461 h 3717758"/>
              <a:gd name="connsiteX9361" fmla="*/ 6043284 w 7869956"/>
              <a:gd name="connsiteY9361" fmla="*/ 1598234 h 3717758"/>
              <a:gd name="connsiteX9362" fmla="*/ 6069813 w 7869956"/>
              <a:gd name="connsiteY9362" fmla="*/ 1589778 h 3717758"/>
              <a:gd name="connsiteX9363" fmla="*/ 6069334 w 7869956"/>
              <a:gd name="connsiteY9363" fmla="*/ 1605532 h 3717758"/>
              <a:gd name="connsiteX9364" fmla="*/ 6094316 w 7869956"/>
              <a:gd name="connsiteY9364" fmla="*/ 1594354 h 3717758"/>
              <a:gd name="connsiteX9365" fmla="*/ 6115727 w 7869956"/>
              <a:gd name="connsiteY9365" fmla="*/ 1593380 h 3717758"/>
              <a:gd name="connsiteX9366" fmla="*/ 6123349 w 7869956"/>
              <a:gd name="connsiteY9366" fmla="*/ 1612334 h 3717758"/>
              <a:gd name="connsiteX9367" fmla="*/ 6139906 w 7869956"/>
              <a:gd name="connsiteY9367" fmla="*/ 1608361 h 3717758"/>
              <a:gd name="connsiteX9368" fmla="*/ 6143817 w 7869956"/>
              <a:gd name="connsiteY9368" fmla="*/ 1587644 h 3717758"/>
              <a:gd name="connsiteX9369" fmla="*/ 6144436 w 7869956"/>
              <a:gd name="connsiteY9369" fmla="*/ 1621856 h 3717758"/>
              <a:gd name="connsiteX9370" fmla="*/ 6152707 w 7869956"/>
              <a:gd name="connsiteY9370" fmla="*/ 1619878 h 3717758"/>
              <a:gd name="connsiteX9371" fmla="*/ 6154901 w 7869956"/>
              <a:gd name="connsiteY9371" fmla="*/ 1601651 h 3717758"/>
              <a:gd name="connsiteX9372" fmla="*/ 6160978 w 7869956"/>
              <a:gd name="connsiteY9372" fmla="*/ 1617869 h 3717758"/>
              <a:gd name="connsiteX9373" fmla="*/ 6161767 w 7869956"/>
              <a:gd name="connsiteY9373" fmla="*/ 1591679 h 3717758"/>
              <a:gd name="connsiteX9374" fmla="*/ 6170036 w 7869956"/>
              <a:gd name="connsiteY9374" fmla="*/ 1589700 h 3717758"/>
              <a:gd name="connsiteX9375" fmla="*/ 6174705 w 7869956"/>
              <a:gd name="connsiteY9375" fmla="*/ 1597941 h 3717758"/>
              <a:gd name="connsiteX9376" fmla="*/ 6169558 w 7869956"/>
              <a:gd name="connsiteY9376" fmla="*/ 1605423 h 3717758"/>
              <a:gd name="connsiteX9377" fmla="*/ 6185945 w 7869956"/>
              <a:gd name="connsiteY9377" fmla="*/ 1606690 h 3717758"/>
              <a:gd name="connsiteX9378" fmla="*/ 6174705 w 7869956"/>
              <a:gd name="connsiteY9378" fmla="*/ 1597941 h 3717758"/>
              <a:gd name="connsiteX9379" fmla="*/ 6193442 w 7869956"/>
              <a:gd name="connsiteY9379" fmla="*/ 1575740 h 3717758"/>
              <a:gd name="connsiteX9380" fmla="*/ 6199379 w 7869956"/>
              <a:gd name="connsiteY9380" fmla="*/ 1597214 h 3717758"/>
              <a:gd name="connsiteX9381" fmla="*/ 6193907 w 7869956"/>
              <a:gd name="connsiteY9381" fmla="*/ 1615178 h 3717758"/>
              <a:gd name="connsiteX9382" fmla="*/ 6215458 w 7869956"/>
              <a:gd name="connsiteY9382" fmla="*/ 1608963 h 3717758"/>
              <a:gd name="connsiteX9383" fmla="*/ 6202656 w 7869956"/>
              <a:gd name="connsiteY9383" fmla="*/ 1597446 h 3717758"/>
              <a:gd name="connsiteX9384" fmla="*/ 6232787 w 7869956"/>
              <a:gd name="connsiteY9384" fmla="*/ 1578802 h 3717758"/>
              <a:gd name="connsiteX9385" fmla="*/ 6250428 w 7869956"/>
              <a:gd name="connsiteY9385" fmla="*/ 1593304 h 3717758"/>
              <a:gd name="connsiteX9386" fmla="*/ 6270602 w 7869956"/>
              <a:gd name="connsiteY9386" fmla="*/ 1579126 h 3717758"/>
              <a:gd name="connsiteX9387" fmla="*/ 6288396 w 7869956"/>
              <a:gd name="connsiteY9387" fmla="*/ 1588387 h 3717758"/>
              <a:gd name="connsiteX9388" fmla="*/ 6273400 w 7869956"/>
              <a:gd name="connsiteY9388" fmla="*/ 1595126 h 3717758"/>
              <a:gd name="connsiteX9389" fmla="*/ 6266227 w 7869956"/>
              <a:gd name="connsiteY9389" fmla="*/ 1615566 h 3717758"/>
              <a:gd name="connsiteX9390" fmla="*/ 6279166 w 7869956"/>
              <a:gd name="connsiteY9390" fmla="*/ 1621795 h 3717758"/>
              <a:gd name="connsiteX9391" fmla="*/ 6309776 w 7869956"/>
              <a:gd name="connsiteY9391" fmla="*/ 1587414 h 3717758"/>
              <a:gd name="connsiteX9392" fmla="*/ 6307395 w 7869956"/>
              <a:gd name="connsiteY9392" fmla="*/ 1610865 h 3717758"/>
              <a:gd name="connsiteX9393" fmla="*/ 6295553 w 7869956"/>
              <a:gd name="connsiteY9393" fmla="*/ 1623109 h 3717758"/>
              <a:gd name="connsiteX9394" fmla="*/ 6323335 w 7869956"/>
              <a:gd name="connsiteY9394" fmla="*/ 1627917 h 3717758"/>
              <a:gd name="connsiteX9395" fmla="*/ 6346431 w 7869956"/>
              <a:gd name="connsiteY9395" fmla="*/ 1624392 h 3717758"/>
              <a:gd name="connsiteX9396" fmla="*/ 6371723 w 7869956"/>
              <a:gd name="connsiteY9396" fmla="*/ 1602703 h 3717758"/>
              <a:gd name="connsiteX9397" fmla="*/ 6362834 w 7869956"/>
              <a:gd name="connsiteY9397" fmla="*/ 1625659 h 3717758"/>
              <a:gd name="connsiteX9398" fmla="*/ 6406090 w 7869956"/>
              <a:gd name="connsiteY9398" fmla="*/ 1608036 h 3717758"/>
              <a:gd name="connsiteX9399" fmla="*/ 6397989 w 7869956"/>
              <a:gd name="connsiteY9399" fmla="*/ 1604743 h 3717758"/>
              <a:gd name="connsiteX9400" fmla="*/ 6406569 w 7869956"/>
              <a:gd name="connsiteY9400" fmla="*/ 1592252 h 3717758"/>
              <a:gd name="connsiteX9401" fmla="*/ 6424224 w 7869956"/>
              <a:gd name="connsiteY9401" fmla="*/ 1606783 h 3717758"/>
              <a:gd name="connsiteX9402" fmla="*/ 6444522 w 7869956"/>
              <a:gd name="connsiteY9402" fmla="*/ 1587367 h 3717758"/>
              <a:gd name="connsiteX9403" fmla="*/ 6455591 w 7869956"/>
              <a:gd name="connsiteY9403" fmla="*/ 1601343 h 3717758"/>
              <a:gd name="connsiteX9404" fmla="*/ 6453257 w 7869956"/>
              <a:gd name="connsiteY9404" fmla="*/ 1569604 h 3717758"/>
              <a:gd name="connsiteX9405" fmla="*/ 6485243 w 7869956"/>
              <a:gd name="connsiteY9405" fmla="*/ 1598419 h 3717758"/>
              <a:gd name="connsiteX9406" fmla="*/ 6483990 w 7869956"/>
              <a:gd name="connsiteY9406" fmla="*/ 1585156 h 3717758"/>
              <a:gd name="connsiteX9407" fmla="*/ 6490065 w 7869956"/>
              <a:gd name="connsiteY9407" fmla="*/ 1601388 h 3717758"/>
              <a:gd name="connsiteX9408" fmla="*/ 6509900 w 7869956"/>
              <a:gd name="connsiteY9408" fmla="*/ 1597663 h 3717758"/>
              <a:gd name="connsiteX9409" fmla="*/ 6512096 w 7869956"/>
              <a:gd name="connsiteY9409" fmla="*/ 1579451 h 3717758"/>
              <a:gd name="connsiteX9410" fmla="*/ 6518218 w 7869956"/>
              <a:gd name="connsiteY9410" fmla="*/ 1595699 h 3717758"/>
              <a:gd name="connsiteX9411" fmla="*/ 6541298 w 7869956"/>
              <a:gd name="connsiteY9411" fmla="*/ 1592205 h 3717758"/>
              <a:gd name="connsiteX9412" fmla="*/ 6545195 w 7869956"/>
              <a:gd name="connsiteY9412" fmla="*/ 1571504 h 3717758"/>
              <a:gd name="connsiteX9413" fmla="*/ 6560051 w 7869956"/>
              <a:gd name="connsiteY9413" fmla="*/ 1570067 h 3717758"/>
              <a:gd name="connsiteX9414" fmla="*/ 6556295 w 7869956"/>
              <a:gd name="connsiteY9414" fmla="*/ 1585526 h 3717758"/>
              <a:gd name="connsiteX9415" fmla="*/ 6637009 w 7869956"/>
              <a:gd name="connsiteY9415" fmla="*/ 1578631 h 3717758"/>
              <a:gd name="connsiteX9416" fmla="*/ 6637318 w 7869956"/>
              <a:gd name="connsiteY9416" fmla="*/ 1568119 h 3717758"/>
              <a:gd name="connsiteX9417" fmla="*/ 6648711 w 7869956"/>
              <a:gd name="connsiteY9417" fmla="*/ 1571660 h 3717758"/>
              <a:gd name="connsiteX9418" fmla="*/ 6649964 w 7869956"/>
              <a:gd name="connsiteY9418" fmla="*/ 1584877 h 3717758"/>
              <a:gd name="connsiteX9419" fmla="*/ 6673245 w 7869956"/>
              <a:gd name="connsiteY9419" fmla="*/ 1576174 h 3717758"/>
              <a:gd name="connsiteX9420" fmla="*/ 6677745 w 7869956"/>
              <a:gd name="connsiteY9420" fmla="*/ 1589655 h 3717758"/>
              <a:gd name="connsiteX9421" fmla="*/ 6707567 w 7869956"/>
              <a:gd name="connsiteY9421" fmla="*/ 1581493 h 3717758"/>
              <a:gd name="connsiteX9422" fmla="*/ 6706191 w 7869956"/>
              <a:gd name="connsiteY9422" fmla="*/ 1573515 h 3717758"/>
              <a:gd name="connsiteX9423" fmla="*/ 6691489 w 7869956"/>
              <a:gd name="connsiteY9423" fmla="*/ 1569711 h 3717758"/>
              <a:gd name="connsiteX9424" fmla="*/ 6710272 w 7869956"/>
              <a:gd name="connsiteY9424" fmla="*/ 1547511 h 3717758"/>
              <a:gd name="connsiteX9425" fmla="*/ 6706345 w 7869956"/>
              <a:gd name="connsiteY9425" fmla="*/ 1568244 h 3717758"/>
              <a:gd name="connsiteX9426" fmla="*/ 6789409 w 7869956"/>
              <a:gd name="connsiteY9426" fmla="*/ 1537849 h 3717758"/>
              <a:gd name="connsiteX9427" fmla="*/ 6801113 w 7869956"/>
              <a:gd name="connsiteY9427" fmla="*/ 1530878 h 3717758"/>
              <a:gd name="connsiteX9428" fmla="*/ 6783782 w 7869956"/>
              <a:gd name="connsiteY9428" fmla="*/ 1561101 h 3717758"/>
              <a:gd name="connsiteX9429" fmla="*/ 6833608 w 7869956"/>
              <a:gd name="connsiteY9429" fmla="*/ 1543987 h 3717758"/>
              <a:gd name="connsiteX9430" fmla="*/ 6831876 w 7869956"/>
              <a:gd name="connsiteY9430" fmla="*/ 1546461 h 3717758"/>
              <a:gd name="connsiteX9431" fmla="*/ 6816262 w 7869956"/>
              <a:gd name="connsiteY9431" fmla="*/ 1574132 h 3717758"/>
              <a:gd name="connsiteX9432" fmla="*/ 6846532 w 7869956"/>
              <a:gd name="connsiteY9432" fmla="*/ 1550185 h 3717758"/>
              <a:gd name="connsiteX9433" fmla="*/ 6849515 w 7869956"/>
              <a:gd name="connsiteY9433" fmla="*/ 1560960 h 3717758"/>
              <a:gd name="connsiteX9434" fmla="*/ 6916981 w 7869956"/>
              <a:gd name="connsiteY9434" fmla="*/ 1503143 h 3717758"/>
              <a:gd name="connsiteX9435" fmla="*/ 6917892 w 7869956"/>
              <a:gd name="connsiteY9435" fmla="*/ 1526857 h 3717758"/>
              <a:gd name="connsiteX9436" fmla="*/ 6913240 w 7869956"/>
              <a:gd name="connsiteY9436" fmla="*/ 1518648 h 3717758"/>
              <a:gd name="connsiteX9437" fmla="*/ 6909654 w 7869956"/>
              <a:gd name="connsiteY9437" fmla="*/ 1528836 h 3717758"/>
              <a:gd name="connsiteX9438" fmla="*/ 6926040 w 7869956"/>
              <a:gd name="connsiteY9438" fmla="*/ 1530103 h 3717758"/>
              <a:gd name="connsiteX9439" fmla="*/ 6928066 w 7869956"/>
              <a:gd name="connsiteY9439" fmla="*/ 1517148 h 3717758"/>
              <a:gd name="connsiteX9440" fmla="*/ 6940851 w 7869956"/>
              <a:gd name="connsiteY9440" fmla="*/ 1528635 h 3717758"/>
              <a:gd name="connsiteX9441" fmla="*/ 6944452 w 7869956"/>
              <a:gd name="connsiteY9441" fmla="*/ 1518448 h 3717758"/>
              <a:gd name="connsiteX9442" fmla="*/ 6934913 w 7869956"/>
              <a:gd name="connsiteY9442" fmla="*/ 1507178 h 3717758"/>
              <a:gd name="connsiteX9443" fmla="*/ 6920103 w 7869956"/>
              <a:gd name="connsiteY9443" fmla="*/ 1508661 h 3717758"/>
              <a:gd name="connsiteX9444" fmla="*/ 6915575 w 7869956"/>
              <a:gd name="connsiteY9444" fmla="*/ 1495166 h 3717758"/>
              <a:gd name="connsiteX9445" fmla="*/ 6925097 w 7869956"/>
              <a:gd name="connsiteY9445" fmla="*/ 1506420 h 3717758"/>
              <a:gd name="connsiteX9446" fmla="*/ 6958521 w 7869956"/>
              <a:gd name="connsiteY9446" fmla="*/ 1487977 h 3717758"/>
              <a:gd name="connsiteX9447" fmla="*/ 6948968 w 7869956"/>
              <a:gd name="connsiteY9447" fmla="*/ 1531944 h 3717758"/>
              <a:gd name="connsiteX9448" fmla="*/ 6977366 w 7869956"/>
              <a:gd name="connsiteY9448" fmla="*/ 1515712 h 3717758"/>
              <a:gd name="connsiteX9449" fmla="*/ 6996892 w 7869956"/>
              <a:gd name="connsiteY9449" fmla="*/ 1522528 h 3717758"/>
              <a:gd name="connsiteX9450" fmla="*/ 7017021 w 7869956"/>
              <a:gd name="connsiteY9450" fmla="*/ 1508306 h 3717758"/>
              <a:gd name="connsiteX9451" fmla="*/ 7010001 w 7869956"/>
              <a:gd name="connsiteY9451" fmla="*/ 1523502 h 3717758"/>
              <a:gd name="connsiteX9452" fmla="*/ 7023451 w 7869956"/>
              <a:gd name="connsiteY9452" fmla="*/ 1514042 h 3717758"/>
              <a:gd name="connsiteX9453" fmla="*/ 7022199 w 7869956"/>
              <a:gd name="connsiteY9453" fmla="*/ 1500807 h 3717758"/>
              <a:gd name="connsiteX9454" fmla="*/ 7047320 w 7869956"/>
              <a:gd name="connsiteY9454" fmla="*/ 1484404 h 3717758"/>
              <a:gd name="connsiteX9455" fmla="*/ 7081501 w 7869956"/>
              <a:gd name="connsiteY9455" fmla="*/ 1494917 h 3717758"/>
              <a:gd name="connsiteX9456" fmla="*/ 7095106 w 7869956"/>
              <a:gd name="connsiteY9456" fmla="*/ 1480232 h 3717758"/>
              <a:gd name="connsiteX9457" fmla="*/ 7083851 w 7869956"/>
              <a:gd name="connsiteY9457" fmla="*/ 1526641 h 3717758"/>
              <a:gd name="connsiteX9458" fmla="*/ 7139136 w 7869956"/>
              <a:gd name="connsiteY9458" fmla="*/ 1491517 h 3717758"/>
              <a:gd name="connsiteX9459" fmla="*/ 7192533 w 7869956"/>
              <a:gd name="connsiteY9459" fmla="*/ 1464137 h 3717758"/>
              <a:gd name="connsiteX9460" fmla="*/ 7133059 w 7869956"/>
              <a:gd name="connsiteY9460" fmla="*/ 1475285 h 3717758"/>
              <a:gd name="connsiteX9461" fmla="*/ 7126010 w 7869956"/>
              <a:gd name="connsiteY9461" fmla="*/ 1490496 h 3717758"/>
              <a:gd name="connsiteX9462" fmla="*/ 7124757 w 7869956"/>
              <a:gd name="connsiteY9462" fmla="*/ 1477294 h 3717758"/>
              <a:gd name="connsiteX9463" fmla="*/ 7094162 w 7869956"/>
              <a:gd name="connsiteY9463" fmla="*/ 1511707 h 3717758"/>
              <a:gd name="connsiteX9464" fmla="*/ 7131976 w 7869956"/>
              <a:gd name="connsiteY9464" fmla="*/ 1456840 h 3717758"/>
              <a:gd name="connsiteX9465" fmla="*/ 7128051 w 7869956"/>
              <a:gd name="connsiteY9465" fmla="*/ 1477557 h 3717758"/>
              <a:gd name="connsiteX9466" fmla="*/ 7157254 w 7869956"/>
              <a:gd name="connsiteY9466" fmla="*/ 1435135 h 3717758"/>
              <a:gd name="connsiteX9467" fmla="*/ 7186458 w 7869956"/>
              <a:gd name="connsiteY9467" fmla="*/ 1447937 h 3717758"/>
              <a:gd name="connsiteX9468" fmla="*/ 7208966 w 7869956"/>
              <a:gd name="connsiteY9468" fmla="*/ 1410262 h 3717758"/>
              <a:gd name="connsiteX9469" fmla="*/ 7211594 w 7869956"/>
              <a:gd name="connsiteY9469" fmla="*/ 1431456 h 3717758"/>
              <a:gd name="connsiteX9470" fmla="*/ 7219401 w 7869956"/>
              <a:gd name="connsiteY9470" fmla="*/ 1445247 h 3717758"/>
              <a:gd name="connsiteX9471" fmla="*/ 7234877 w 7869956"/>
              <a:gd name="connsiteY9471" fmla="*/ 1422784 h 3717758"/>
              <a:gd name="connsiteX9472" fmla="*/ 7251263 w 7869956"/>
              <a:gd name="connsiteY9472" fmla="*/ 1424052 h 3717758"/>
              <a:gd name="connsiteX9473" fmla="*/ 7241570 w 7869956"/>
              <a:gd name="connsiteY9473" fmla="*/ 1418052 h 3717758"/>
              <a:gd name="connsiteX9474" fmla="*/ 7248759 w 7869956"/>
              <a:gd name="connsiteY9474" fmla="*/ 1397585 h 3717758"/>
              <a:gd name="connsiteX9475" fmla="*/ 7265006 w 7869956"/>
              <a:gd name="connsiteY9475" fmla="*/ 1404109 h 3717758"/>
              <a:gd name="connsiteX9476" fmla="*/ 7264357 w 7869956"/>
              <a:gd name="connsiteY9476" fmla="*/ 1425070 h 3717758"/>
              <a:gd name="connsiteX9477" fmla="*/ 7287006 w 7869956"/>
              <a:gd name="connsiteY9477" fmla="*/ 1382203 h 3717758"/>
              <a:gd name="connsiteX9478" fmla="*/ 7310117 w 7869956"/>
              <a:gd name="connsiteY9478" fmla="*/ 1378692 h 3717758"/>
              <a:gd name="connsiteX9479" fmla="*/ 7304661 w 7869956"/>
              <a:gd name="connsiteY9479" fmla="*/ 1396688 h 3717758"/>
              <a:gd name="connsiteX9480" fmla="*/ 7291365 w 7869956"/>
              <a:gd name="connsiteY9480" fmla="*/ 1400877 h 3717758"/>
              <a:gd name="connsiteX9481" fmla="*/ 7295895 w 7869956"/>
              <a:gd name="connsiteY9481" fmla="*/ 1414358 h 3717758"/>
              <a:gd name="connsiteX9482" fmla="*/ 7306222 w 7869956"/>
              <a:gd name="connsiteY9482" fmla="*/ 1399425 h 3717758"/>
              <a:gd name="connsiteX9483" fmla="*/ 7324015 w 7869956"/>
              <a:gd name="connsiteY9483" fmla="*/ 1408653 h 3717758"/>
              <a:gd name="connsiteX9484" fmla="*/ 7288243 w 7869956"/>
              <a:gd name="connsiteY9484" fmla="*/ 1450550 h 3717758"/>
              <a:gd name="connsiteX9485" fmla="*/ 7334282 w 7869956"/>
              <a:gd name="connsiteY9485" fmla="*/ 1448910 h 3717758"/>
              <a:gd name="connsiteX9486" fmla="*/ 7346154 w 7869956"/>
              <a:gd name="connsiteY9486" fmla="*/ 1436651 h 3717758"/>
              <a:gd name="connsiteX9487" fmla="*/ 7343202 w 7869956"/>
              <a:gd name="connsiteY9487" fmla="*/ 1425921 h 3717758"/>
              <a:gd name="connsiteX9488" fmla="*/ 7415629 w 7869956"/>
              <a:gd name="connsiteY9488" fmla="*/ 1421067 h 3717758"/>
              <a:gd name="connsiteX9489" fmla="*/ 7417655 w 7869956"/>
              <a:gd name="connsiteY9489" fmla="*/ 1408097 h 3717758"/>
              <a:gd name="connsiteX9490" fmla="*/ 7432326 w 7869956"/>
              <a:gd name="connsiteY9490" fmla="*/ 1411854 h 3717758"/>
              <a:gd name="connsiteX9491" fmla="*/ 7423606 w 7869956"/>
              <a:gd name="connsiteY9491" fmla="*/ 1429524 h 3717758"/>
              <a:gd name="connsiteX9492" fmla="*/ 7453258 w 7869956"/>
              <a:gd name="connsiteY9492" fmla="*/ 1426587 h 3717758"/>
              <a:gd name="connsiteX9493" fmla="*/ 7459334 w 7869956"/>
              <a:gd name="connsiteY9493" fmla="*/ 1442819 h 3717758"/>
              <a:gd name="connsiteX9494" fmla="*/ 7464621 w 7869956"/>
              <a:gd name="connsiteY9494" fmla="*/ 1430126 h 3717758"/>
              <a:gd name="connsiteX9495" fmla="*/ 7472274 w 7869956"/>
              <a:gd name="connsiteY9495" fmla="*/ 1449111 h 3717758"/>
              <a:gd name="connsiteX9496" fmla="*/ 7482601 w 7869956"/>
              <a:gd name="connsiteY9496" fmla="*/ 1434162 h 3717758"/>
              <a:gd name="connsiteX9497" fmla="*/ 7484905 w 7869956"/>
              <a:gd name="connsiteY9497" fmla="*/ 1465853 h 3717758"/>
              <a:gd name="connsiteX9498" fmla="*/ 7504737 w 7869956"/>
              <a:gd name="connsiteY9498" fmla="*/ 1462175 h 3717758"/>
              <a:gd name="connsiteX9499" fmla="*/ 7501321 w 7869956"/>
              <a:gd name="connsiteY9499" fmla="*/ 1467137 h 3717758"/>
              <a:gd name="connsiteX9500" fmla="*/ 7501136 w 7869956"/>
              <a:gd name="connsiteY9500" fmla="*/ 1472362 h 3717758"/>
              <a:gd name="connsiteX9501" fmla="*/ 7489572 w 7869956"/>
              <a:gd name="connsiteY9501" fmla="*/ 1474110 h 3717758"/>
              <a:gd name="connsiteX9502" fmla="*/ 7519565 w 7869956"/>
              <a:gd name="connsiteY9502" fmla="*/ 1460629 h 3717758"/>
              <a:gd name="connsiteX9503" fmla="*/ 7528919 w 7869956"/>
              <a:gd name="connsiteY9503" fmla="*/ 1477124 h 3717758"/>
              <a:gd name="connsiteX9504" fmla="*/ 7537344 w 7869956"/>
              <a:gd name="connsiteY9504" fmla="*/ 1469919 h 3717758"/>
              <a:gd name="connsiteX9505" fmla="*/ 7536385 w 7869956"/>
              <a:gd name="connsiteY9505" fmla="*/ 1501333 h 3717758"/>
              <a:gd name="connsiteX9506" fmla="*/ 7516395 w 7869956"/>
              <a:gd name="connsiteY9506" fmla="*/ 1510315 h 3717758"/>
              <a:gd name="connsiteX9507" fmla="*/ 7519038 w 7869956"/>
              <a:gd name="connsiteY9507" fmla="*/ 1531510 h 3717758"/>
              <a:gd name="connsiteX9508" fmla="*/ 7549355 w 7869956"/>
              <a:gd name="connsiteY9508" fmla="*/ 1507609 h 3717758"/>
              <a:gd name="connsiteX9509" fmla="*/ 7563129 w 7869956"/>
              <a:gd name="connsiteY9509" fmla="*/ 1487653 h 3717758"/>
              <a:gd name="connsiteX9510" fmla="*/ 7551226 w 7869956"/>
              <a:gd name="connsiteY9510" fmla="*/ 1499897 h 3717758"/>
              <a:gd name="connsiteX9511" fmla="*/ 7560594 w 7869956"/>
              <a:gd name="connsiteY9511" fmla="*/ 1516361 h 3717758"/>
              <a:gd name="connsiteX9512" fmla="*/ 7567613 w 7869956"/>
              <a:gd name="connsiteY9512" fmla="*/ 1501117 h 3717758"/>
              <a:gd name="connsiteX9513" fmla="*/ 7570580 w 7869956"/>
              <a:gd name="connsiteY9513" fmla="*/ 1511862 h 3717758"/>
              <a:gd name="connsiteX9514" fmla="*/ 7579471 w 7869956"/>
              <a:gd name="connsiteY9514" fmla="*/ 1488920 h 3717758"/>
              <a:gd name="connsiteX9515" fmla="*/ 7587122 w 7869956"/>
              <a:gd name="connsiteY9515" fmla="*/ 1507920 h 3717758"/>
              <a:gd name="connsiteX9516" fmla="*/ 7597758 w 7869956"/>
              <a:gd name="connsiteY9516" fmla="*/ 1482473 h 3717758"/>
              <a:gd name="connsiteX9517" fmla="*/ 7594018 w 7869956"/>
              <a:gd name="connsiteY9517" fmla="*/ 1497964 h 3717758"/>
              <a:gd name="connsiteX9518" fmla="*/ 7601963 w 7869956"/>
              <a:gd name="connsiteY9518" fmla="*/ 1506436 h 3717758"/>
              <a:gd name="connsiteX9519" fmla="*/ 7629002 w 7869956"/>
              <a:gd name="connsiteY9519" fmla="*/ 1482303 h 3717758"/>
              <a:gd name="connsiteX9520" fmla="*/ 7629621 w 7869956"/>
              <a:gd name="connsiteY9520" fmla="*/ 1461294 h 3717758"/>
              <a:gd name="connsiteX9521" fmla="*/ 7638062 w 7869956"/>
              <a:gd name="connsiteY9521" fmla="*/ 1454120 h 3717758"/>
              <a:gd name="connsiteX9522" fmla="*/ 7651017 w 7869956"/>
              <a:gd name="connsiteY9522" fmla="*/ 1460318 h 3717758"/>
              <a:gd name="connsiteX9523" fmla="*/ 7620546 w 7869956"/>
              <a:gd name="connsiteY9523" fmla="*/ 1489491 h 3717758"/>
              <a:gd name="connsiteX9524" fmla="*/ 7621968 w 7869956"/>
              <a:gd name="connsiteY9524" fmla="*/ 1497499 h 3717758"/>
              <a:gd name="connsiteX9525" fmla="*/ 7695324 w 7869956"/>
              <a:gd name="connsiteY9525" fmla="*/ 1461138 h 3717758"/>
              <a:gd name="connsiteX9526" fmla="*/ 7704862 w 7869956"/>
              <a:gd name="connsiteY9526" fmla="*/ 1472394 h 3717758"/>
              <a:gd name="connsiteX9527" fmla="*/ 7668889 w 7869956"/>
              <a:gd name="connsiteY9527" fmla="*/ 1519499 h 3717758"/>
              <a:gd name="connsiteX9528" fmla="*/ 7672026 w 7869956"/>
              <a:gd name="connsiteY9528" fmla="*/ 1525033 h 3717758"/>
              <a:gd name="connsiteX9529" fmla="*/ 7728702 w 7869956"/>
              <a:gd name="connsiteY9529" fmla="*/ 1497886 h 3717758"/>
              <a:gd name="connsiteX9530" fmla="*/ 7778203 w 7869956"/>
              <a:gd name="connsiteY9530" fmla="*/ 1491207 h 3717758"/>
              <a:gd name="connsiteX9531" fmla="*/ 7786628 w 7869956"/>
              <a:gd name="connsiteY9531" fmla="*/ 1484004 h 3717758"/>
              <a:gd name="connsiteX9532" fmla="*/ 7784465 w 7869956"/>
              <a:gd name="connsiteY9532" fmla="*/ 1502215 h 3717758"/>
              <a:gd name="connsiteX9533" fmla="*/ 7797250 w 7869956"/>
              <a:gd name="connsiteY9533" fmla="*/ 1513717 h 3717758"/>
              <a:gd name="connsiteX9534" fmla="*/ 7802552 w 7869956"/>
              <a:gd name="connsiteY9534" fmla="*/ 1500978 h 3717758"/>
              <a:gd name="connsiteX9535" fmla="*/ 7795827 w 7869956"/>
              <a:gd name="connsiteY9535" fmla="*/ 1505709 h 3717758"/>
              <a:gd name="connsiteX9536" fmla="*/ 7816296 w 7869956"/>
              <a:gd name="connsiteY9536" fmla="*/ 1481019 h 3717758"/>
              <a:gd name="connsiteX9537" fmla="*/ 7856088 w 7869956"/>
              <a:gd name="connsiteY9537" fmla="*/ 1523533 h 3717758"/>
              <a:gd name="connsiteX9538" fmla="*/ 7869956 w 7869956"/>
              <a:gd name="connsiteY9538" fmla="*/ 1553510 h 3717758"/>
              <a:gd name="connsiteX9539" fmla="*/ 7814981 w 7869956"/>
              <a:gd name="connsiteY9539" fmla="*/ 1633281 h 3717758"/>
              <a:gd name="connsiteX9540" fmla="*/ 7820455 w 7869956"/>
              <a:gd name="connsiteY9540" fmla="*/ 1615302 h 3717758"/>
              <a:gd name="connsiteX9541" fmla="*/ 7793912 w 7869956"/>
              <a:gd name="connsiteY9541" fmla="*/ 1623759 h 3717758"/>
              <a:gd name="connsiteX9542" fmla="*/ 7728486 w 7869956"/>
              <a:gd name="connsiteY9542" fmla="*/ 1668590 h 3717758"/>
              <a:gd name="connsiteX9543" fmla="*/ 7668996 w 7869956"/>
              <a:gd name="connsiteY9543" fmla="*/ 1679737 h 3717758"/>
              <a:gd name="connsiteX9544" fmla="*/ 7685198 w 7869956"/>
              <a:gd name="connsiteY9544" fmla="*/ 1686246 h 3717758"/>
              <a:gd name="connsiteX9545" fmla="*/ 7650259 w 7869956"/>
              <a:gd name="connsiteY9545" fmla="*/ 1701938 h 3717758"/>
              <a:gd name="connsiteX9546" fmla="*/ 7613699 w 7869956"/>
              <a:gd name="connsiteY9546" fmla="*/ 1714846 h 3717758"/>
              <a:gd name="connsiteX9547" fmla="*/ 7609183 w 7869956"/>
              <a:gd name="connsiteY9547" fmla="*/ 1701365 h 3717758"/>
              <a:gd name="connsiteX9548" fmla="*/ 7582500 w 7869956"/>
              <a:gd name="connsiteY9548" fmla="*/ 1715078 h 3717758"/>
              <a:gd name="connsiteX9549" fmla="*/ 7594204 w 7869956"/>
              <a:gd name="connsiteY9549" fmla="*/ 1708105 h 3717758"/>
              <a:gd name="connsiteX9550" fmla="*/ 7575775 w 7869956"/>
              <a:gd name="connsiteY9550" fmla="*/ 1719823 h 3717758"/>
              <a:gd name="connsiteX9551" fmla="*/ 7514881 w 7869956"/>
              <a:gd name="connsiteY9551" fmla="*/ 1722963 h 3717758"/>
              <a:gd name="connsiteX9552" fmla="*/ 7477391 w 7869956"/>
              <a:gd name="connsiteY9552" fmla="*/ 1767315 h 3717758"/>
              <a:gd name="connsiteX9553" fmla="*/ 7482988 w 7869956"/>
              <a:gd name="connsiteY9553" fmla="*/ 1799301 h 3717758"/>
              <a:gd name="connsiteX9554" fmla="*/ 7493144 w 7869956"/>
              <a:gd name="connsiteY9554" fmla="*/ 1789516 h 3717758"/>
              <a:gd name="connsiteX9555" fmla="*/ 7493764 w 7869956"/>
              <a:gd name="connsiteY9555" fmla="*/ 1768584 h 3717758"/>
              <a:gd name="connsiteX9556" fmla="*/ 7526722 w 7869956"/>
              <a:gd name="connsiteY9556" fmla="*/ 1765894 h 3717758"/>
              <a:gd name="connsiteX9557" fmla="*/ 7531236 w 7869956"/>
              <a:gd name="connsiteY9557" fmla="*/ 1779373 h 3717758"/>
              <a:gd name="connsiteX9558" fmla="*/ 7544686 w 7869956"/>
              <a:gd name="connsiteY9558" fmla="*/ 1769898 h 3717758"/>
              <a:gd name="connsiteX9559" fmla="*/ 7543248 w 7869956"/>
              <a:gd name="connsiteY9559" fmla="*/ 1761921 h 3717758"/>
              <a:gd name="connsiteX9560" fmla="*/ 7551225 w 7869956"/>
              <a:gd name="connsiteY9560" fmla="*/ 1770438 h 3717758"/>
              <a:gd name="connsiteX9561" fmla="*/ 7532165 w 7869956"/>
              <a:gd name="connsiteY9561" fmla="*/ 1803028 h 3717758"/>
              <a:gd name="connsiteX9562" fmla="*/ 7567164 w 7869956"/>
              <a:gd name="connsiteY9562" fmla="*/ 1787398 h 3717758"/>
              <a:gd name="connsiteX9563" fmla="*/ 7568216 w 7869956"/>
              <a:gd name="connsiteY9563" fmla="*/ 1805871 h 3717758"/>
              <a:gd name="connsiteX9564" fmla="*/ 7594435 w 7869956"/>
              <a:gd name="connsiteY9564" fmla="*/ 1807897 h 3717758"/>
              <a:gd name="connsiteX9565" fmla="*/ 7588994 w 7869956"/>
              <a:gd name="connsiteY9565" fmla="*/ 1825877 h 3717758"/>
              <a:gd name="connsiteX9566" fmla="*/ 7610033 w 7869956"/>
              <a:gd name="connsiteY9566" fmla="*/ 1835416 h 3717758"/>
              <a:gd name="connsiteX9567" fmla="*/ 7613620 w 7869956"/>
              <a:gd name="connsiteY9567" fmla="*/ 1825150 h 3717758"/>
              <a:gd name="connsiteX9568" fmla="*/ 7641277 w 7869956"/>
              <a:gd name="connsiteY9568" fmla="*/ 1835184 h 3717758"/>
              <a:gd name="connsiteX9569" fmla="*/ 7666863 w 7869956"/>
              <a:gd name="connsiteY9569" fmla="*/ 1858140 h 3717758"/>
              <a:gd name="connsiteX9570" fmla="*/ 7548660 w 7869956"/>
              <a:gd name="connsiteY9570" fmla="*/ 1909435 h 3717758"/>
              <a:gd name="connsiteX9571" fmla="*/ 7510396 w 7869956"/>
              <a:gd name="connsiteY9571" fmla="*/ 1924818 h 3717758"/>
              <a:gd name="connsiteX9572" fmla="*/ 7473727 w 7869956"/>
              <a:gd name="connsiteY9572" fmla="*/ 1942984 h 3717758"/>
              <a:gd name="connsiteX9573" fmla="*/ 7503859 w 7869956"/>
              <a:gd name="connsiteY9573" fmla="*/ 1924307 h 3717758"/>
              <a:gd name="connsiteX9574" fmla="*/ 7455437 w 7869956"/>
              <a:gd name="connsiteY9574" fmla="*/ 1949475 h 3717758"/>
              <a:gd name="connsiteX9575" fmla="*/ 7440149 w 7869956"/>
              <a:gd name="connsiteY9575" fmla="*/ 1966620 h 3717758"/>
              <a:gd name="connsiteX9576" fmla="*/ 7455763 w 7869956"/>
              <a:gd name="connsiteY9576" fmla="*/ 1938963 h 3717758"/>
              <a:gd name="connsiteX9577" fmla="*/ 7424997 w 7869956"/>
              <a:gd name="connsiteY9577" fmla="*/ 1978587 h 3717758"/>
              <a:gd name="connsiteX9578" fmla="*/ 7420453 w 7869956"/>
              <a:gd name="connsiteY9578" fmla="*/ 1965120 h 3717758"/>
              <a:gd name="connsiteX9579" fmla="*/ 7404082 w 7869956"/>
              <a:gd name="connsiteY9579" fmla="*/ 1963869 h 3717758"/>
              <a:gd name="connsiteX9580" fmla="*/ 7399089 w 7869956"/>
              <a:gd name="connsiteY9580" fmla="*/ 1966110 h 3717758"/>
              <a:gd name="connsiteX9581" fmla="*/ 7391714 w 7869956"/>
              <a:gd name="connsiteY9581" fmla="*/ 1991805 h 3717758"/>
              <a:gd name="connsiteX9582" fmla="*/ 7398300 w 7869956"/>
              <a:gd name="connsiteY9582" fmla="*/ 1992315 h 3717758"/>
              <a:gd name="connsiteX9583" fmla="*/ 7405318 w 7869956"/>
              <a:gd name="connsiteY9583" fmla="*/ 1977101 h 3717758"/>
              <a:gd name="connsiteX9584" fmla="*/ 7416851 w 7869956"/>
              <a:gd name="connsiteY9584" fmla="*/ 1975355 h 3717758"/>
              <a:gd name="connsiteX9585" fmla="*/ 7401577 w 7869956"/>
              <a:gd name="connsiteY9585" fmla="*/ 1992547 h 3717758"/>
              <a:gd name="connsiteX9586" fmla="*/ 7412647 w 7869956"/>
              <a:gd name="connsiteY9586" fmla="*/ 2006537 h 3717758"/>
              <a:gd name="connsiteX9587" fmla="*/ 7405273 w 7869956"/>
              <a:gd name="connsiteY9587" fmla="*/ 2032185 h 3717758"/>
              <a:gd name="connsiteX9588" fmla="*/ 7440719 w 7869956"/>
              <a:gd name="connsiteY9588" fmla="*/ 2000848 h 3717758"/>
              <a:gd name="connsiteX9589" fmla="*/ 7455717 w 7869956"/>
              <a:gd name="connsiteY9589" fmla="*/ 1994122 h 3717758"/>
              <a:gd name="connsiteX9590" fmla="*/ 7454495 w 7869956"/>
              <a:gd name="connsiteY9590" fmla="*/ 1980921 h 3717758"/>
              <a:gd name="connsiteX9591" fmla="*/ 7467434 w 7869956"/>
              <a:gd name="connsiteY9591" fmla="*/ 1987150 h 3717758"/>
              <a:gd name="connsiteX9592" fmla="*/ 7605165 w 7869956"/>
              <a:gd name="connsiteY9592" fmla="*/ 1942673 h 3717758"/>
              <a:gd name="connsiteX9593" fmla="*/ 7577816 w 7869956"/>
              <a:gd name="connsiteY9593" fmla="*/ 1977319 h 3717758"/>
              <a:gd name="connsiteX9594" fmla="*/ 7609200 w 7869956"/>
              <a:gd name="connsiteY9594" fmla="*/ 1971908 h 3717758"/>
              <a:gd name="connsiteX9595" fmla="*/ 7620253 w 7869956"/>
              <a:gd name="connsiteY9595" fmla="*/ 1985898 h 3717758"/>
              <a:gd name="connsiteX9596" fmla="*/ 7645236 w 7869956"/>
              <a:gd name="connsiteY9596" fmla="*/ 1974659 h 3717758"/>
              <a:gd name="connsiteX9597" fmla="*/ 7661483 w 7869956"/>
              <a:gd name="connsiteY9597" fmla="*/ 1981184 h 3717758"/>
              <a:gd name="connsiteX9598" fmla="*/ 7648034 w 7869956"/>
              <a:gd name="connsiteY9598" fmla="*/ 1990661 h 3717758"/>
              <a:gd name="connsiteX9599" fmla="*/ 7657403 w 7869956"/>
              <a:gd name="connsiteY9599" fmla="*/ 2007124 h 3717758"/>
              <a:gd name="connsiteX9600" fmla="*/ 7596320 w 7869956"/>
              <a:gd name="connsiteY9600" fmla="*/ 2070664 h 3717758"/>
              <a:gd name="connsiteX9601" fmla="*/ 7534328 w 7869956"/>
              <a:gd name="connsiteY9601" fmla="*/ 2110518 h 3717758"/>
              <a:gd name="connsiteX9602" fmla="*/ 7455779 w 7869956"/>
              <a:gd name="connsiteY9602" fmla="*/ 2154314 h 3717758"/>
              <a:gd name="connsiteX9603" fmla="*/ 7390662 w 7869956"/>
              <a:gd name="connsiteY9603" fmla="*/ 2188650 h 3717758"/>
              <a:gd name="connsiteX9604" fmla="*/ 7390987 w 7869956"/>
              <a:gd name="connsiteY9604" fmla="*/ 2178185 h 3717758"/>
              <a:gd name="connsiteX9605" fmla="*/ 7368987 w 7869956"/>
              <a:gd name="connsiteY9605" fmla="*/ 2200105 h 3717758"/>
              <a:gd name="connsiteX9606" fmla="*/ 7359619 w 7869956"/>
              <a:gd name="connsiteY9606" fmla="*/ 2183565 h 3717758"/>
              <a:gd name="connsiteX9607" fmla="*/ 7285088 w 7869956"/>
              <a:gd name="connsiteY9607" fmla="*/ 2256657 h 3717758"/>
              <a:gd name="connsiteX9608" fmla="*/ 7261512 w 7869956"/>
              <a:gd name="connsiteY9608" fmla="*/ 2275827 h 3717758"/>
              <a:gd name="connsiteX9609" fmla="*/ 7178002 w 7869956"/>
              <a:gd name="connsiteY9609" fmla="*/ 2266753 h 3717758"/>
              <a:gd name="connsiteX9610" fmla="*/ 7187832 w 7869956"/>
              <a:gd name="connsiteY9610" fmla="*/ 2267464 h 3717758"/>
              <a:gd name="connsiteX9611" fmla="*/ 7177213 w 7869956"/>
              <a:gd name="connsiteY9611" fmla="*/ 2292910 h 3717758"/>
              <a:gd name="connsiteX9612" fmla="*/ 7162217 w 7869956"/>
              <a:gd name="connsiteY9612" fmla="*/ 2299620 h 3717758"/>
              <a:gd name="connsiteX9613" fmla="*/ 7146169 w 7869956"/>
              <a:gd name="connsiteY9613" fmla="*/ 2287870 h 3717758"/>
              <a:gd name="connsiteX9614" fmla="*/ 7138826 w 7869956"/>
              <a:gd name="connsiteY9614" fmla="*/ 2313563 h 3717758"/>
              <a:gd name="connsiteX9615" fmla="*/ 7035154 w 7869956"/>
              <a:gd name="connsiteY9615" fmla="*/ 2318666 h 3717758"/>
              <a:gd name="connsiteX9616" fmla="*/ 7008596 w 7869956"/>
              <a:gd name="connsiteY9616" fmla="*/ 2327075 h 3717758"/>
              <a:gd name="connsiteX9617" fmla="*/ 6985777 w 7869956"/>
              <a:gd name="connsiteY9617" fmla="*/ 2375247 h 3717758"/>
              <a:gd name="connsiteX9618" fmla="*/ 6857123 w 7869956"/>
              <a:gd name="connsiteY9618" fmla="*/ 2391527 h 3717758"/>
              <a:gd name="connsiteX9619" fmla="*/ 6808733 w 7869956"/>
              <a:gd name="connsiteY9619" fmla="*/ 2416663 h 3717758"/>
              <a:gd name="connsiteX9620" fmla="*/ 6732364 w 7869956"/>
              <a:gd name="connsiteY9620" fmla="*/ 2442265 h 3717758"/>
              <a:gd name="connsiteX9621" fmla="*/ 6680388 w 7869956"/>
              <a:gd name="connsiteY9621" fmla="*/ 2477652 h 3717758"/>
              <a:gd name="connsiteX9622" fmla="*/ 6672565 w 7869956"/>
              <a:gd name="connsiteY9622" fmla="*/ 2463877 h 3717758"/>
              <a:gd name="connsiteX9623" fmla="*/ 6640549 w 7869956"/>
              <a:gd name="connsiteY9623" fmla="*/ 2490297 h 3717758"/>
              <a:gd name="connsiteX9624" fmla="*/ 6645851 w 7869956"/>
              <a:gd name="connsiteY9624" fmla="*/ 2477591 h 3717758"/>
              <a:gd name="connsiteX9625" fmla="*/ 6577938 w 7869956"/>
              <a:gd name="connsiteY9625" fmla="*/ 2495941 h 3717758"/>
              <a:gd name="connsiteX9626" fmla="*/ 6607590 w 7869956"/>
              <a:gd name="connsiteY9626" fmla="*/ 2493003 h 3717758"/>
              <a:gd name="connsiteX9627" fmla="*/ 6636329 w 7869956"/>
              <a:gd name="connsiteY9627" fmla="*/ 2466367 h 3717758"/>
              <a:gd name="connsiteX9628" fmla="*/ 6628382 w 7869956"/>
              <a:gd name="connsiteY9628" fmla="*/ 2457878 h 3717758"/>
              <a:gd name="connsiteX9629" fmla="*/ 6648541 w 7869956"/>
              <a:gd name="connsiteY9629" fmla="*/ 2443656 h 3717758"/>
              <a:gd name="connsiteX9630" fmla="*/ 6614932 w 7869956"/>
              <a:gd name="connsiteY9630" fmla="*/ 2467325 h 3717758"/>
              <a:gd name="connsiteX9631" fmla="*/ 6551205 w 7869956"/>
              <a:gd name="connsiteY9631" fmla="*/ 2475023 h 3717758"/>
              <a:gd name="connsiteX9632" fmla="*/ 6536477 w 7869956"/>
              <a:gd name="connsiteY9632" fmla="*/ 2472434 h 3717758"/>
              <a:gd name="connsiteX9633" fmla="*/ 6535203 w 7869956"/>
              <a:gd name="connsiteY9633" fmla="*/ 2480442 h 3717758"/>
              <a:gd name="connsiteX9634" fmla="*/ 6521907 w 7869956"/>
              <a:gd name="connsiteY9634" fmla="*/ 2484631 h 3717758"/>
              <a:gd name="connsiteX9635" fmla="*/ 6526436 w 7869956"/>
              <a:gd name="connsiteY9635" fmla="*/ 2498112 h 3717758"/>
              <a:gd name="connsiteX9636" fmla="*/ 6536764 w 7869956"/>
              <a:gd name="connsiteY9636" fmla="*/ 2483178 h 3717758"/>
              <a:gd name="connsiteX9637" fmla="*/ 6554557 w 7869956"/>
              <a:gd name="connsiteY9637" fmla="*/ 2492407 h 3717758"/>
              <a:gd name="connsiteX9638" fmla="*/ 6544882 w 7869956"/>
              <a:gd name="connsiteY9638" fmla="*/ 2499644 h 3717758"/>
              <a:gd name="connsiteX9639" fmla="*/ 6549119 w 7869956"/>
              <a:gd name="connsiteY9639" fmla="*/ 2498961 h 3717758"/>
              <a:gd name="connsiteX9640" fmla="*/ 6556107 w 7869956"/>
              <a:gd name="connsiteY9640" fmla="*/ 2507367 h 3717758"/>
              <a:gd name="connsiteX9641" fmla="*/ 6526292 w 7869956"/>
              <a:gd name="connsiteY9641" fmla="*/ 2515871 h 3717758"/>
              <a:gd name="connsiteX9642" fmla="*/ 6524129 w 7869956"/>
              <a:gd name="connsiteY9642" fmla="*/ 2515646 h 3717758"/>
              <a:gd name="connsiteX9643" fmla="*/ 6518784 w 7869956"/>
              <a:gd name="connsiteY9643" fmla="*/ 2534303 h 3717758"/>
              <a:gd name="connsiteX9644" fmla="*/ 6564824 w 7869956"/>
              <a:gd name="connsiteY9644" fmla="*/ 2532663 h 3717758"/>
              <a:gd name="connsiteX9645" fmla="*/ 6576696 w 7869956"/>
              <a:gd name="connsiteY9645" fmla="*/ 2520404 h 3717758"/>
              <a:gd name="connsiteX9646" fmla="*/ 6573744 w 7869956"/>
              <a:gd name="connsiteY9646" fmla="*/ 2509674 h 3717758"/>
              <a:gd name="connsiteX9647" fmla="*/ 6646171 w 7869956"/>
              <a:gd name="connsiteY9647" fmla="*/ 2504820 h 3717758"/>
              <a:gd name="connsiteX9648" fmla="*/ 6648196 w 7869956"/>
              <a:gd name="connsiteY9648" fmla="*/ 2491850 h 3717758"/>
              <a:gd name="connsiteX9649" fmla="*/ 6662867 w 7869956"/>
              <a:gd name="connsiteY9649" fmla="*/ 2495608 h 3717758"/>
              <a:gd name="connsiteX9650" fmla="*/ 6654147 w 7869956"/>
              <a:gd name="connsiteY9650" fmla="*/ 2513277 h 3717758"/>
              <a:gd name="connsiteX9651" fmla="*/ 6683800 w 7869956"/>
              <a:gd name="connsiteY9651" fmla="*/ 2510340 h 3717758"/>
              <a:gd name="connsiteX9652" fmla="*/ 6689877 w 7869956"/>
              <a:gd name="connsiteY9652" fmla="*/ 2526572 h 3717758"/>
              <a:gd name="connsiteX9653" fmla="*/ 6695163 w 7869956"/>
              <a:gd name="connsiteY9653" fmla="*/ 2513880 h 3717758"/>
              <a:gd name="connsiteX9654" fmla="*/ 6702815 w 7869956"/>
              <a:gd name="connsiteY9654" fmla="*/ 2532865 h 3717758"/>
              <a:gd name="connsiteX9655" fmla="*/ 6713143 w 7869956"/>
              <a:gd name="connsiteY9655" fmla="*/ 2517915 h 3717758"/>
              <a:gd name="connsiteX9656" fmla="*/ 6715446 w 7869956"/>
              <a:gd name="connsiteY9656" fmla="*/ 2549606 h 3717758"/>
              <a:gd name="connsiteX9657" fmla="*/ 6735280 w 7869956"/>
              <a:gd name="connsiteY9657" fmla="*/ 2545929 h 3717758"/>
              <a:gd name="connsiteX9658" fmla="*/ 6731863 w 7869956"/>
              <a:gd name="connsiteY9658" fmla="*/ 2550890 h 3717758"/>
              <a:gd name="connsiteX9659" fmla="*/ 6731678 w 7869956"/>
              <a:gd name="connsiteY9659" fmla="*/ 2556115 h 3717758"/>
              <a:gd name="connsiteX9660" fmla="*/ 6720113 w 7869956"/>
              <a:gd name="connsiteY9660" fmla="*/ 2557863 h 3717758"/>
              <a:gd name="connsiteX9661" fmla="*/ 6750106 w 7869956"/>
              <a:gd name="connsiteY9661" fmla="*/ 2544382 h 3717758"/>
              <a:gd name="connsiteX9662" fmla="*/ 6759460 w 7869956"/>
              <a:gd name="connsiteY9662" fmla="*/ 2560877 h 3717758"/>
              <a:gd name="connsiteX9663" fmla="*/ 6767885 w 7869956"/>
              <a:gd name="connsiteY9663" fmla="*/ 2553672 h 3717758"/>
              <a:gd name="connsiteX9664" fmla="*/ 6766926 w 7869956"/>
              <a:gd name="connsiteY9664" fmla="*/ 2585086 h 3717758"/>
              <a:gd name="connsiteX9665" fmla="*/ 6746937 w 7869956"/>
              <a:gd name="connsiteY9665" fmla="*/ 2594069 h 3717758"/>
              <a:gd name="connsiteX9666" fmla="*/ 6749580 w 7869956"/>
              <a:gd name="connsiteY9666" fmla="*/ 2615264 h 3717758"/>
              <a:gd name="connsiteX9667" fmla="*/ 6779898 w 7869956"/>
              <a:gd name="connsiteY9667" fmla="*/ 2591363 h 3717758"/>
              <a:gd name="connsiteX9668" fmla="*/ 6793670 w 7869956"/>
              <a:gd name="connsiteY9668" fmla="*/ 2571405 h 3717758"/>
              <a:gd name="connsiteX9669" fmla="*/ 6781767 w 7869956"/>
              <a:gd name="connsiteY9669" fmla="*/ 2583650 h 3717758"/>
              <a:gd name="connsiteX9670" fmla="*/ 6791135 w 7869956"/>
              <a:gd name="connsiteY9670" fmla="*/ 2600114 h 3717758"/>
              <a:gd name="connsiteX9671" fmla="*/ 6798156 w 7869956"/>
              <a:gd name="connsiteY9671" fmla="*/ 2584871 h 3717758"/>
              <a:gd name="connsiteX9672" fmla="*/ 6801122 w 7869956"/>
              <a:gd name="connsiteY9672" fmla="*/ 2595615 h 3717758"/>
              <a:gd name="connsiteX9673" fmla="*/ 6810011 w 7869956"/>
              <a:gd name="connsiteY9673" fmla="*/ 2572673 h 3717758"/>
              <a:gd name="connsiteX9674" fmla="*/ 6817665 w 7869956"/>
              <a:gd name="connsiteY9674" fmla="*/ 2591673 h 3717758"/>
              <a:gd name="connsiteX9675" fmla="*/ 6828300 w 7869956"/>
              <a:gd name="connsiteY9675" fmla="*/ 2566226 h 3717758"/>
              <a:gd name="connsiteX9676" fmla="*/ 6824559 w 7869956"/>
              <a:gd name="connsiteY9676" fmla="*/ 2581717 h 3717758"/>
              <a:gd name="connsiteX9677" fmla="*/ 6832505 w 7869956"/>
              <a:gd name="connsiteY9677" fmla="*/ 2590189 h 3717758"/>
              <a:gd name="connsiteX9678" fmla="*/ 6859544 w 7869956"/>
              <a:gd name="connsiteY9678" fmla="*/ 2566056 h 3717758"/>
              <a:gd name="connsiteX9679" fmla="*/ 6860162 w 7869956"/>
              <a:gd name="connsiteY9679" fmla="*/ 2545047 h 3717758"/>
              <a:gd name="connsiteX9680" fmla="*/ 6868604 w 7869956"/>
              <a:gd name="connsiteY9680" fmla="*/ 2537874 h 3717758"/>
              <a:gd name="connsiteX9681" fmla="*/ 6881559 w 7869956"/>
              <a:gd name="connsiteY9681" fmla="*/ 2544072 h 3717758"/>
              <a:gd name="connsiteX9682" fmla="*/ 6851088 w 7869956"/>
              <a:gd name="connsiteY9682" fmla="*/ 2573245 h 3717758"/>
              <a:gd name="connsiteX9683" fmla="*/ 6852510 w 7869956"/>
              <a:gd name="connsiteY9683" fmla="*/ 2581253 h 3717758"/>
              <a:gd name="connsiteX9684" fmla="*/ 6925865 w 7869956"/>
              <a:gd name="connsiteY9684" fmla="*/ 2544891 h 3717758"/>
              <a:gd name="connsiteX9685" fmla="*/ 6935404 w 7869956"/>
              <a:gd name="connsiteY9685" fmla="*/ 2556147 h 3717758"/>
              <a:gd name="connsiteX9686" fmla="*/ 6899430 w 7869956"/>
              <a:gd name="connsiteY9686" fmla="*/ 2603251 h 3717758"/>
              <a:gd name="connsiteX9687" fmla="*/ 6902568 w 7869956"/>
              <a:gd name="connsiteY9687" fmla="*/ 2608786 h 3717758"/>
              <a:gd name="connsiteX9688" fmla="*/ 6959243 w 7869956"/>
              <a:gd name="connsiteY9688" fmla="*/ 2581639 h 3717758"/>
              <a:gd name="connsiteX9689" fmla="*/ 7008745 w 7869956"/>
              <a:gd name="connsiteY9689" fmla="*/ 2574960 h 3717758"/>
              <a:gd name="connsiteX9690" fmla="*/ 7017169 w 7869956"/>
              <a:gd name="connsiteY9690" fmla="*/ 2567757 h 3717758"/>
              <a:gd name="connsiteX9691" fmla="*/ 7015007 w 7869956"/>
              <a:gd name="connsiteY9691" fmla="*/ 2585968 h 3717758"/>
              <a:gd name="connsiteX9692" fmla="*/ 7027792 w 7869956"/>
              <a:gd name="connsiteY9692" fmla="*/ 2597470 h 3717758"/>
              <a:gd name="connsiteX9693" fmla="*/ 7033094 w 7869956"/>
              <a:gd name="connsiteY9693" fmla="*/ 2584731 h 3717758"/>
              <a:gd name="connsiteX9694" fmla="*/ 7026369 w 7869956"/>
              <a:gd name="connsiteY9694" fmla="*/ 2589462 h 3717758"/>
              <a:gd name="connsiteX9695" fmla="*/ 7046838 w 7869956"/>
              <a:gd name="connsiteY9695" fmla="*/ 2564772 h 3717758"/>
              <a:gd name="connsiteX9696" fmla="*/ 7086631 w 7869956"/>
              <a:gd name="connsiteY9696" fmla="*/ 2607287 h 3717758"/>
              <a:gd name="connsiteX9697" fmla="*/ 7100497 w 7869956"/>
              <a:gd name="connsiteY9697" fmla="*/ 2637263 h 3717758"/>
              <a:gd name="connsiteX9698" fmla="*/ 7045523 w 7869956"/>
              <a:gd name="connsiteY9698" fmla="*/ 2717034 h 3717758"/>
              <a:gd name="connsiteX9699" fmla="*/ 7050995 w 7869956"/>
              <a:gd name="connsiteY9699" fmla="*/ 2699055 h 3717758"/>
              <a:gd name="connsiteX9700" fmla="*/ 7024453 w 7869956"/>
              <a:gd name="connsiteY9700" fmla="*/ 2707512 h 3717758"/>
              <a:gd name="connsiteX9701" fmla="*/ 6959027 w 7869956"/>
              <a:gd name="connsiteY9701" fmla="*/ 2752343 h 3717758"/>
              <a:gd name="connsiteX9702" fmla="*/ 6899537 w 7869956"/>
              <a:gd name="connsiteY9702" fmla="*/ 2763490 h 3717758"/>
              <a:gd name="connsiteX9703" fmla="*/ 6915740 w 7869956"/>
              <a:gd name="connsiteY9703" fmla="*/ 2769999 h 3717758"/>
              <a:gd name="connsiteX9704" fmla="*/ 6880801 w 7869956"/>
              <a:gd name="connsiteY9704" fmla="*/ 2785690 h 3717758"/>
              <a:gd name="connsiteX9705" fmla="*/ 6844241 w 7869956"/>
              <a:gd name="connsiteY9705" fmla="*/ 2798599 h 3717758"/>
              <a:gd name="connsiteX9706" fmla="*/ 6839725 w 7869956"/>
              <a:gd name="connsiteY9706" fmla="*/ 2785118 h 3717758"/>
              <a:gd name="connsiteX9707" fmla="*/ 6813042 w 7869956"/>
              <a:gd name="connsiteY9707" fmla="*/ 2798831 h 3717758"/>
              <a:gd name="connsiteX9708" fmla="*/ 6824746 w 7869956"/>
              <a:gd name="connsiteY9708" fmla="*/ 2791858 h 3717758"/>
              <a:gd name="connsiteX9709" fmla="*/ 6806318 w 7869956"/>
              <a:gd name="connsiteY9709" fmla="*/ 2803577 h 3717758"/>
              <a:gd name="connsiteX9710" fmla="*/ 6745422 w 7869956"/>
              <a:gd name="connsiteY9710" fmla="*/ 2806716 h 3717758"/>
              <a:gd name="connsiteX9711" fmla="*/ 6707933 w 7869956"/>
              <a:gd name="connsiteY9711" fmla="*/ 2851069 h 3717758"/>
              <a:gd name="connsiteX9712" fmla="*/ 6713528 w 7869956"/>
              <a:gd name="connsiteY9712" fmla="*/ 2883054 h 3717758"/>
              <a:gd name="connsiteX9713" fmla="*/ 6723687 w 7869956"/>
              <a:gd name="connsiteY9713" fmla="*/ 2873269 h 3717758"/>
              <a:gd name="connsiteX9714" fmla="*/ 6724305 w 7869956"/>
              <a:gd name="connsiteY9714" fmla="*/ 2852336 h 3717758"/>
              <a:gd name="connsiteX9715" fmla="*/ 6757264 w 7869956"/>
              <a:gd name="connsiteY9715" fmla="*/ 2849647 h 3717758"/>
              <a:gd name="connsiteX9716" fmla="*/ 6761778 w 7869956"/>
              <a:gd name="connsiteY9716" fmla="*/ 2863127 h 3717758"/>
              <a:gd name="connsiteX9717" fmla="*/ 6775227 w 7869956"/>
              <a:gd name="connsiteY9717" fmla="*/ 2853651 h 3717758"/>
              <a:gd name="connsiteX9718" fmla="*/ 6773789 w 7869956"/>
              <a:gd name="connsiteY9718" fmla="*/ 2845674 h 3717758"/>
              <a:gd name="connsiteX9719" fmla="*/ 6781767 w 7869956"/>
              <a:gd name="connsiteY9719" fmla="*/ 2854191 h 3717758"/>
              <a:gd name="connsiteX9720" fmla="*/ 6762705 w 7869956"/>
              <a:gd name="connsiteY9720" fmla="*/ 2886780 h 3717758"/>
              <a:gd name="connsiteX9721" fmla="*/ 6797706 w 7869956"/>
              <a:gd name="connsiteY9721" fmla="*/ 2871151 h 3717758"/>
              <a:gd name="connsiteX9722" fmla="*/ 6798757 w 7869956"/>
              <a:gd name="connsiteY9722" fmla="*/ 2889624 h 3717758"/>
              <a:gd name="connsiteX9723" fmla="*/ 6824976 w 7869956"/>
              <a:gd name="connsiteY9723" fmla="*/ 2891650 h 3717758"/>
              <a:gd name="connsiteX9724" fmla="*/ 6819536 w 7869956"/>
              <a:gd name="connsiteY9724" fmla="*/ 2909630 h 3717758"/>
              <a:gd name="connsiteX9725" fmla="*/ 6840575 w 7869956"/>
              <a:gd name="connsiteY9725" fmla="*/ 2919169 h 3717758"/>
              <a:gd name="connsiteX9726" fmla="*/ 6844162 w 7869956"/>
              <a:gd name="connsiteY9726" fmla="*/ 2908903 h 3717758"/>
              <a:gd name="connsiteX9727" fmla="*/ 6871819 w 7869956"/>
              <a:gd name="connsiteY9727" fmla="*/ 2918937 h 3717758"/>
              <a:gd name="connsiteX9728" fmla="*/ 6897405 w 7869956"/>
              <a:gd name="connsiteY9728" fmla="*/ 2941893 h 3717758"/>
              <a:gd name="connsiteX9729" fmla="*/ 6779201 w 7869956"/>
              <a:gd name="connsiteY9729" fmla="*/ 2993188 h 3717758"/>
              <a:gd name="connsiteX9730" fmla="*/ 6740937 w 7869956"/>
              <a:gd name="connsiteY9730" fmla="*/ 3008571 h 3717758"/>
              <a:gd name="connsiteX9731" fmla="*/ 6704268 w 7869956"/>
              <a:gd name="connsiteY9731" fmla="*/ 3026736 h 3717758"/>
              <a:gd name="connsiteX9732" fmla="*/ 6734400 w 7869956"/>
              <a:gd name="connsiteY9732" fmla="*/ 3008060 h 3717758"/>
              <a:gd name="connsiteX9733" fmla="*/ 6685979 w 7869956"/>
              <a:gd name="connsiteY9733" fmla="*/ 3033228 h 3717758"/>
              <a:gd name="connsiteX9734" fmla="*/ 6670690 w 7869956"/>
              <a:gd name="connsiteY9734" fmla="*/ 3050373 h 3717758"/>
              <a:gd name="connsiteX9735" fmla="*/ 6686304 w 7869956"/>
              <a:gd name="connsiteY9735" fmla="*/ 3022716 h 3717758"/>
              <a:gd name="connsiteX9736" fmla="*/ 6655539 w 7869956"/>
              <a:gd name="connsiteY9736" fmla="*/ 3062340 h 3717758"/>
              <a:gd name="connsiteX9737" fmla="*/ 6650995 w 7869956"/>
              <a:gd name="connsiteY9737" fmla="*/ 3048874 h 3717758"/>
              <a:gd name="connsiteX9738" fmla="*/ 6634622 w 7869956"/>
              <a:gd name="connsiteY9738" fmla="*/ 3047621 h 3717758"/>
              <a:gd name="connsiteX9739" fmla="*/ 6629630 w 7869956"/>
              <a:gd name="connsiteY9739" fmla="*/ 3049863 h 3717758"/>
              <a:gd name="connsiteX9740" fmla="*/ 6622255 w 7869956"/>
              <a:gd name="connsiteY9740" fmla="*/ 3075558 h 3717758"/>
              <a:gd name="connsiteX9741" fmla="*/ 6628842 w 7869956"/>
              <a:gd name="connsiteY9741" fmla="*/ 3076068 h 3717758"/>
              <a:gd name="connsiteX9742" fmla="*/ 6635859 w 7869956"/>
              <a:gd name="connsiteY9742" fmla="*/ 3060854 h 3717758"/>
              <a:gd name="connsiteX9743" fmla="*/ 6647393 w 7869956"/>
              <a:gd name="connsiteY9743" fmla="*/ 3059108 h 3717758"/>
              <a:gd name="connsiteX9744" fmla="*/ 6632119 w 7869956"/>
              <a:gd name="connsiteY9744" fmla="*/ 3076300 h 3717758"/>
              <a:gd name="connsiteX9745" fmla="*/ 6643188 w 7869956"/>
              <a:gd name="connsiteY9745" fmla="*/ 3090291 h 3717758"/>
              <a:gd name="connsiteX9746" fmla="*/ 6635814 w 7869956"/>
              <a:gd name="connsiteY9746" fmla="*/ 3115938 h 3717758"/>
              <a:gd name="connsiteX9747" fmla="*/ 6671262 w 7869956"/>
              <a:gd name="connsiteY9747" fmla="*/ 3084602 h 3717758"/>
              <a:gd name="connsiteX9748" fmla="*/ 6686258 w 7869956"/>
              <a:gd name="connsiteY9748" fmla="*/ 3077875 h 3717758"/>
              <a:gd name="connsiteX9749" fmla="*/ 6685037 w 7869956"/>
              <a:gd name="connsiteY9749" fmla="*/ 3064674 h 3717758"/>
              <a:gd name="connsiteX9750" fmla="*/ 6697976 w 7869956"/>
              <a:gd name="connsiteY9750" fmla="*/ 3070903 h 3717758"/>
              <a:gd name="connsiteX9751" fmla="*/ 6835706 w 7869956"/>
              <a:gd name="connsiteY9751" fmla="*/ 3026427 h 3717758"/>
              <a:gd name="connsiteX9752" fmla="*/ 6808358 w 7869956"/>
              <a:gd name="connsiteY9752" fmla="*/ 3061072 h 3717758"/>
              <a:gd name="connsiteX9753" fmla="*/ 6839741 w 7869956"/>
              <a:gd name="connsiteY9753" fmla="*/ 3055661 h 3717758"/>
              <a:gd name="connsiteX9754" fmla="*/ 6850794 w 7869956"/>
              <a:gd name="connsiteY9754" fmla="*/ 3069652 h 3717758"/>
              <a:gd name="connsiteX9755" fmla="*/ 6875777 w 7869956"/>
              <a:gd name="connsiteY9755" fmla="*/ 3058412 h 3717758"/>
              <a:gd name="connsiteX9756" fmla="*/ 6892024 w 7869956"/>
              <a:gd name="connsiteY9756" fmla="*/ 3064937 h 3717758"/>
              <a:gd name="connsiteX9757" fmla="*/ 6878576 w 7869956"/>
              <a:gd name="connsiteY9757" fmla="*/ 3074414 h 3717758"/>
              <a:gd name="connsiteX9758" fmla="*/ 6887944 w 7869956"/>
              <a:gd name="connsiteY9758" fmla="*/ 3090878 h 3717758"/>
              <a:gd name="connsiteX9759" fmla="*/ 6826862 w 7869956"/>
              <a:gd name="connsiteY9759" fmla="*/ 3154417 h 3717758"/>
              <a:gd name="connsiteX9760" fmla="*/ 6764870 w 7869956"/>
              <a:gd name="connsiteY9760" fmla="*/ 3194271 h 3717758"/>
              <a:gd name="connsiteX9761" fmla="*/ 6686320 w 7869956"/>
              <a:gd name="connsiteY9761" fmla="*/ 3238068 h 3717758"/>
              <a:gd name="connsiteX9762" fmla="*/ 6621204 w 7869956"/>
              <a:gd name="connsiteY9762" fmla="*/ 3272403 h 3717758"/>
              <a:gd name="connsiteX9763" fmla="*/ 6621528 w 7869956"/>
              <a:gd name="connsiteY9763" fmla="*/ 3261938 h 3717758"/>
              <a:gd name="connsiteX9764" fmla="*/ 6599529 w 7869956"/>
              <a:gd name="connsiteY9764" fmla="*/ 3283859 h 3717758"/>
              <a:gd name="connsiteX9765" fmla="*/ 6590161 w 7869956"/>
              <a:gd name="connsiteY9765" fmla="*/ 3267318 h 3717758"/>
              <a:gd name="connsiteX9766" fmla="*/ 6515630 w 7869956"/>
              <a:gd name="connsiteY9766" fmla="*/ 3340410 h 3717758"/>
              <a:gd name="connsiteX9767" fmla="*/ 6492054 w 7869956"/>
              <a:gd name="connsiteY9767" fmla="*/ 3359581 h 3717758"/>
              <a:gd name="connsiteX9768" fmla="*/ 6408543 w 7869956"/>
              <a:gd name="connsiteY9768" fmla="*/ 3350506 h 3717758"/>
              <a:gd name="connsiteX9769" fmla="*/ 6418374 w 7869956"/>
              <a:gd name="connsiteY9769" fmla="*/ 3351217 h 3717758"/>
              <a:gd name="connsiteX9770" fmla="*/ 6407754 w 7869956"/>
              <a:gd name="connsiteY9770" fmla="*/ 3376663 h 3717758"/>
              <a:gd name="connsiteX9771" fmla="*/ 6392758 w 7869956"/>
              <a:gd name="connsiteY9771" fmla="*/ 3383373 h 3717758"/>
              <a:gd name="connsiteX9772" fmla="*/ 6376710 w 7869956"/>
              <a:gd name="connsiteY9772" fmla="*/ 3371624 h 3717758"/>
              <a:gd name="connsiteX9773" fmla="*/ 6369368 w 7869956"/>
              <a:gd name="connsiteY9773" fmla="*/ 3397317 h 3717758"/>
              <a:gd name="connsiteX9774" fmla="*/ 6265695 w 7869956"/>
              <a:gd name="connsiteY9774" fmla="*/ 3402419 h 3717758"/>
              <a:gd name="connsiteX9775" fmla="*/ 6239137 w 7869956"/>
              <a:gd name="connsiteY9775" fmla="*/ 3410829 h 3717758"/>
              <a:gd name="connsiteX9776" fmla="*/ 6216319 w 7869956"/>
              <a:gd name="connsiteY9776" fmla="*/ 3459001 h 3717758"/>
              <a:gd name="connsiteX9777" fmla="*/ 6087664 w 7869956"/>
              <a:gd name="connsiteY9777" fmla="*/ 3475280 h 3717758"/>
              <a:gd name="connsiteX9778" fmla="*/ 6039274 w 7869956"/>
              <a:gd name="connsiteY9778" fmla="*/ 3500416 h 3717758"/>
              <a:gd name="connsiteX9779" fmla="*/ 5962905 w 7869956"/>
              <a:gd name="connsiteY9779" fmla="*/ 3526018 h 3717758"/>
              <a:gd name="connsiteX9780" fmla="*/ 5910930 w 7869956"/>
              <a:gd name="connsiteY9780" fmla="*/ 3561406 h 3717758"/>
              <a:gd name="connsiteX9781" fmla="*/ 5903107 w 7869956"/>
              <a:gd name="connsiteY9781" fmla="*/ 3547630 h 3717758"/>
              <a:gd name="connsiteX9782" fmla="*/ 5871091 w 7869956"/>
              <a:gd name="connsiteY9782" fmla="*/ 3574051 h 3717758"/>
              <a:gd name="connsiteX9783" fmla="*/ 5876393 w 7869956"/>
              <a:gd name="connsiteY9783" fmla="*/ 3561344 h 3717758"/>
              <a:gd name="connsiteX9784" fmla="*/ 5808480 w 7869956"/>
              <a:gd name="connsiteY9784" fmla="*/ 3579694 h 3717758"/>
              <a:gd name="connsiteX9785" fmla="*/ 5838131 w 7869956"/>
              <a:gd name="connsiteY9785" fmla="*/ 3576756 h 3717758"/>
              <a:gd name="connsiteX9786" fmla="*/ 5866870 w 7869956"/>
              <a:gd name="connsiteY9786" fmla="*/ 3550120 h 3717758"/>
              <a:gd name="connsiteX9787" fmla="*/ 5858924 w 7869956"/>
              <a:gd name="connsiteY9787" fmla="*/ 3541632 h 3717758"/>
              <a:gd name="connsiteX9788" fmla="*/ 5879082 w 7869956"/>
              <a:gd name="connsiteY9788" fmla="*/ 3527409 h 3717758"/>
              <a:gd name="connsiteX9789" fmla="*/ 5845473 w 7869956"/>
              <a:gd name="connsiteY9789" fmla="*/ 3551078 h 3717758"/>
              <a:gd name="connsiteX9790" fmla="*/ 5759936 w 7869956"/>
              <a:gd name="connsiteY9790" fmla="*/ 3554943 h 3717758"/>
              <a:gd name="connsiteX9791" fmla="*/ 5747923 w 7869956"/>
              <a:gd name="connsiteY9791" fmla="*/ 3572396 h 3717758"/>
              <a:gd name="connsiteX9792" fmla="*/ 5738262 w 7869956"/>
              <a:gd name="connsiteY9792" fmla="*/ 3566383 h 3717758"/>
              <a:gd name="connsiteX9793" fmla="*/ 5741848 w 7869956"/>
              <a:gd name="connsiteY9793" fmla="*/ 3556179 h 3717758"/>
              <a:gd name="connsiteX9794" fmla="*/ 5706878 w 7869956"/>
              <a:gd name="connsiteY9794" fmla="*/ 3571855 h 3717758"/>
              <a:gd name="connsiteX9795" fmla="*/ 5713123 w 7869956"/>
              <a:gd name="connsiteY9795" fmla="*/ 3582817 h 3717758"/>
              <a:gd name="connsiteX9796" fmla="*/ 5696737 w 7869956"/>
              <a:gd name="connsiteY9796" fmla="*/ 3581580 h 3717758"/>
              <a:gd name="connsiteX9797" fmla="*/ 5690630 w 7869956"/>
              <a:gd name="connsiteY9797" fmla="*/ 3565315 h 3717758"/>
              <a:gd name="connsiteX9798" fmla="*/ 5660500 w 7869956"/>
              <a:gd name="connsiteY9798" fmla="*/ 3583992 h 3717758"/>
              <a:gd name="connsiteX9799" fmla="*/ 5663468 w 7869956"/>
              <a:gd name="connsiteY9799" fmla="*/ 3594720 h 3717758"/>
              <a:gd name="connsiteX9800" fmla="*/ 5655645 w 7869956"/>
              <a:gd name="connsiteY9800" fmla="*/ 3580945 h 3717758"/>
              <a:gd name="connsiteX9801" fmla="*/ 5595695 w 7869956"/>
              <a:gd name="connsiteY9801" fmla="*/ 3607846 h 3717758"/>
              <a:gd name="connsiteX9802" fmla="*/ 5605990 w 7869956"/>
              <a:gd name="connsiteY9802" fmla="*/ 3592896 h 3717758"/>
              <a:gd name="connsiteX9803" fmla="*/ 5579290 w 7869956"/>
              <a:gd name="connsiteY9803" fmla="*/ 3606562 h 3717758"/>
              <a:gd name="connsiteX9804" fmla="*/ 5579631 w 7869956"/>
              <a:gd name="connsiteY9804" fmla="*/ 3596111 h 3717758"/>
              <a:gd name="connsiteX9805" fmla="*/ 5564636 w 7869956"/>
              <a:gd name="connsiteY9805" fmla="*/ 3602806 h 3717758"/>
              <a:gd name="connsiteX9806" fmla="*/ 5566027 w 7869956"/>
              <a:gd name="connsiteY9806" fmla="*/ 3610829 h 3717758"/>
              <a:gd name="connsiteX9807" fmla="*/ 5551031 w 7869956"/>
              <a:gd name="connsiteY9807" fmla="*/ 3617539 h 3717758"/>
              <a:gd name="connsiteX9808" fmla="*/ 5549778 w 7869956"/>
              <a:gd name="connsiteY9808" fmla="*/ 3604290 h 3717758"/>
              <a:gd name="connsiteX9809" fmla="*/ 5493598 w 7869956"/>
              <a:gd name="connsiteY9809" fmla="*/ 3615684 h 3717758"/>
              <a:gd name="connsiteX9810" fmla="*/ 5478773 w 7869956"/>
              <a:gd name="connsiteY9810" fmla="*/ 3617167 h 3717758"/>
              <a:gd name="connsiteX9811" fmla="*/ 5474243 w 7869956"/>
              <a:gd name="connsiteY9811" fmla="*/ 3603672 h 3717758"/>
              <a:gd name="connsiteX9812" fmla="*/ 5441298 w 7869956"/>
              <a:gd name="connsiteY9812" fmla="*/ 3606408 h 3717758"/>
              <a:gd name="connsiteX9813" fmla="*/ 5434420 w 7869956"/>
              <a:gd name="connsiteY9813" fmla="*/ 3616364 h 3717758"/>
              <a:gd name="connsiteX9814" fmla="*/ 5252244 w 7869956"/>
              <a:gd name="connsiteY9814" fmla="*/ 3610088 h 3717758"/>
              <a:gd name="connsiteX9815" fmla="*/ 5214307 w 7869956"/>
              <a:gd name="connsiteY9815" fmla="*/ 3615049 h 3717758"/>
              <a:gd name="connsiteX9816" fmla="*/ 5207457 w 7869956"/>
              <a:gd name="connsiteY9816" fmla="*/ 3625052 h 3717758"/>
              <a:gd name="connsiteX9817" fmla="*/ 5177760 w 7869956"/>
              <a:gd name="connsiteY9817" fmla="*/ 3627974 h 3717758"/>
              <a:gd name="connsiteX9818" fmla="*/ 5164495 w 7869956"/>
              <a:gd name="connsiteY9818" fmla="*/ 3632179 h 3717758"/>
              <a:gd name="connsiteX9819" fmla="*/ 5056000 w 7869956"/>
              <a:gd name="connsiteY9819" fmla="*/ 3634283 h 3717758"/>
              <a:gd name="connsiteX9820" fmla="*/ 5050836 w 7869956"/>
              <a:gd name="connsiteY9820" fmla="*/ 3641749 h 3717758"/>
              <a:gd name="connsiteX9821" fmla="*/ 4258887 w 7869956"/>
              <a:gd name="connsiteY9821" fmla="*/ 3698450 h 3717758"/>
              <a:gd name="connsiteX9822" fmla="*/ 4247185 w 7869956"/>
              <a:gd name="connsiteY9822" fmla="*/ 3705361 h 3717758"/>
              <a:gd name="connsiteX9823" fmla="*/ 4252317 w 7869956"/>
              <a:gd name="connsiteY9823" fmla="*/ 3697925 h 3717758"/>
              <a:gd name="connsiteX9824" fmla="*/ 4238882 w 7869956"/>
              <a:gd name="connsiteY9824" fmla="*/ 3707371 h 3717758"/>
              <a:gd name="connsiteX9825" fmla="*/ 4232669 w 7869956"/>
              <a:gd name="connsiteY9825" fmla="*/ 3696408 h 3717758"/>
              <a:gd name="connsiteX9826" fmla="*/ 4133666 w 7869956"/>
              <a:gd name="connsiteY9826" fmla="*/ 3709704 h 3717758"/>
              <a:gd name="connsiteX9827" fmla="*/ 4132272 w 7869956"/>
              <a:gd name="connsiteY9827" fmla="*/ 3701713 h 3717758"/>
              <a:gd name="connsiteX9828" fmla="*/ 4125395 w 7869956"/>
              <a:gd name="connsiteY9828" fmla="*/ 3711698 h 3717758"/>
              <a:gd name="connsiteX9829" fmla="*/ 3921668 w 7869956"/>
              <a:gd name="connsiteY9829" fmla="*/ 3711651 h 3717758"/>
              <a:gd name="connsiteX9830" fmla="*/ 3829717 w 7869956"/>
              <a:gd name="connsiteY9830" fmla="*/ 3709747 h 3717758"/>
              <a:gd name="connsiteX9831" fmla="*/ 3796633 w 7869956"/>
              <a:gd name="connsiteY9831" fmla="*/ 3717724 h 3717758"/>
              <a:gd name="connsiteX9832" fmla="*/ 3741071 w 7869956"/>
              <a:gd name="connsiteY9832" fmla="*/ 3708170 h 3717758"/>
              <a:gd name="connsiteX9833" fmla="*/ 3614303 w 7869956"/>
              <a:gd name="connsiteY9833" fmla="*/ 3716686 h 3717758"/>
              <a:gd name="connsiteX9834" fmla="*/ 3608027 w 7869956"/>
              <a:gd name="connsiteY9834" fmla="*/ 3705726 h 3717758"/>
              <a:gd name="connsiteX9835" fmla="*/ 3507665 w 7869956"/>
              <a:gd name="connsiteY9835" fmla="*/ 3711073 h 3717758"/>
              <a:gd name="connsiteX9836" fmla="*/ 3475215 w 7869956"/>
              <a:gd name="connsiteY9836" fmla="*/ 3698025 h 3717758"/>
              <a:gd name="connsiteX9837" fmla="*/ 3468304 w 7869956"/>
              <a:gd name="connsiteY9837" fmla="*/ 3708013 h 3717758"/>
              <a:gd name="connsiteX9838" fmla="*/ 3433999 w 7869956"/>
              <a:gd name="connsiteY9838" fmla="*/ 3702695 h 3717758"/>
              <a:gd name="connsiteX9839" fmla="*/ 3360134 w 7869956"/>
              <a:gd name="connsiteY9839" fmla="*/ 3699556 h 3717758"/>
              <a:gd name="connsiteX9840" fmla="*/ 3186554 w 7869956"/>
              <a:gd name="connsiteY9840" fmla="*/ 3680849 h 3717758"/>
              <a:gd name="connsiteX9841" fmla="*/ 3184669 w 7869956"/>
              <a:gd name="connsiteY9841" fmla="*/ 3688593 h 3717758"/>
              <a:gd name="connsiteX9842" fmla="*/ 3084754 w 7869956"/>
              <a:gd name="connsiteY9842" fmla="*/ 3678220 h 3717758"/>
              <a:gd name="connsiteX9843" fmla="*/ 3075400 w 7869956"/>
              <a:gd name="connsiteY9843" fmla="*/ 3661755 h 3717758"/>
              <a:gd name="connsiteX9844" fmla="*/ 3039349 w 7869956"/>
              <a:gd name="connsiteY9844" fmla="*/ 3658926 h 3717758"/>
              <a:gd name="connsiteX9845" fmla="*/ 3039039 w 7869956"/>
              <a:gd name="connsiteY9845" fmla="*/ 3669423 h 3717758"/>
              <a:gd name="connsiteX9846" fmla="*/ 3016407 w 7869956"/>
              <a:gd name="connsiteY9846" fmla="*/ 3657164 h 3717758"/>
              <a:gd name="connsiteX9847" fmla="*/ 2921484 w 7869956"/>
              <a:gd name="connsiteY9847" fmla="*/ 3644548 h 3717758"/>
              <a:gd name="connsiteX9848" fmla="*/ 2922737 w 7869956"/>
              <a:gd name="connsiteY9848" fmla="*/ 3657751 h 3717758"/>
              <a:gd name="connsiteX9849" fmla="*/ 2808315 w 7869956"/>
              <a:gd name="connsiteY9849" fmla="*/ 3638421 h 3717758"/>
              <a:gd name="connsiteX9850" fmla="*/ 2802245 w 7869956"/>
              <a:gd name="connsiteY9850" fmla="*/ 3622132 h 3717758"/>
              <a:gd name="connsiteX9851" fmla="*/ 2780363 w 7869956"/>
              <a:gd name="connsiteY9851" fmla="*/ 3638855 h 3717758"/>
              <a:gd name="connsiteX9852" fmla="*/ 2749769 w 7869956"/>
              <a:gd name="connsiteY9852" fmla="*/ 3618077 h 3717758"/>
              <a:gd name="connsiteX9853" fmla="*/ 2685768 w 7869956"/>
              <a:gd name="connsiteY9853" fmla="*/ 3615726 h 3717758"/>
              <a:gd name="connsiteX9854" fmla="*/ 2641908 w 7869956"/>
              <a:gd name="connsiteY9854" fmla="*/ 3599216 h 3717758"/>
              <a:gd name="connsiteX9855" fmla="*/ 2638151 w 7869956"/>
              <a:gd name="connsiteY9855" fmla="*/ 3614738 h 3717758"/>
              <a:gd name="connsiteX9856" fmla="*/ 2618517 w 7869956"/>
              <a:gd name="connsiteY9856" fmla="*/ 3613132 h 3717758"/>
              <a:gd name="connsiteX9857" fmla="*/ 2566356 w 7869956"/>
              <a:gd name="connsiteY9857" fmla="*/ 3598632 h 3717758"/>
              <a:gd name="connsiteX9858" fmla="*/ 2565445 w 7869956"/>
              <a:gd name="connsiteY9858" fmla="*/ 3574929 h 3717758"/>
              <a:gd name="connsiteX9859" fmla="*/ 2512339 w 7869956"/>
              <a:gd name="connsiteY9859" fmla="*/ 3591799 h 3717758"/>
              <a:gd name="connsiteX9860" fmla="*/ 2524243 w 7869956"/>
              <a:gd name="connsiteY9860" fmla="*/ 3579586 h 3717758"/>
              <a:gd name="connsiteX9861" fmla="*/ 2519853 w 7869956"/>
              <a:gd name="connsiteY9861" fmla="*/ 3560863 h 3717758"/>
              <a:gd name="connsiteX9862" fmla="*/ 2491762 w 7869956"/>
              <a:gd name="connsiteY9862" fmla="*/ 3566537 h 3717758"/>
              <a:gd name="connsiteX9863" fmla="*/ 2503497 w 7869956"/>
              <a:gd name="connsiteY9863" fmla="*/ 3559596 h 3717758"/>
              <a:gd name="connsiteX9864" fmla="*/ 2472114 w 7869956"/>
              <a:gd name="connsiteY9864" fmla="*/ 3565070 h 3717758"/>
              <a:gd name="connsiteX9865" fmla="*/ 2466053 w 7869956"/>
              <a:gd name="connsiteY9865" fmla="*/ 3548821 h 3717758"/>
              <a:gd name="connsiteX9866" fmla="*/ 2445878 w 7869956"/>
              <a:gd name="connsiteY9866" fmla="*/ 3563015 h 3717758"/>
              <a:gd name="connsiteX9867" fmla="*/ 2405002 w 7869956"/>
              <a:gd name="connsiteY9867" fmla="*/ 3557156 h 3717758"/>
              <a:gd name="connsiteX9868" fmla="*/ 2406084 w 7869956"/>
              <a:gd name="connsiteY9868" fmla="*/ 3575647 h 3717758"/>
              <a:gd name="connsiteX9869" fmla="*/ 2396887 w 7869956"/>
              <a:gd name="connsiteY9869" fmla="*/ 3553941 h 3717758"/>
              <a:gd name="connsiteX9870" fmla="*/ 2385029 w 7869956"/>
              <a:gd name="connsiteY9870" fmla="*/ 3566153 h 3717758"/>
              <a:gd name="connsiteX9871" fmla="*/ 2390315 w 7869956"/>
              <a:gd name="connsiteY9871" fmla="*/ 3553446 h 3717758"/>
              <a:gd name="connsiteX9872" fmla="*/ 2356900 w 7869956"/>
              <a:gd name="connsiteY9872" fmla="*/ 3544915 h 3717758"/>
              <a:gd name="connsiteX9873" fmla="*/ 2333098 w 7869956"/>
              <a:gd name="connsiteY9873" fmla="*/ 3545384 h 3717758"/>
              <a:gd name="connsiteX9874" fmla="*/ 2333177 w 7869956"/>
              <a:gd name="connsiteY9874" fmla="*/ 3541125 h 3717758"/>
              <a:gd name="connsiteX9875" fmla="*/ 2288853 w 7869956"/>
              <a:gd name="connsiteY9875" fmla="*/ 3540309 h 3717758"/>
              <a:gd name="connsiteX9876" fmla="*/ 2280736 w 7869956"/>
              <a:gd name="connsiteY9876" fmla="*/ 3537046 h 3717758"/>
              <a:gd name="connsiteX9877" fmla="*/ 2282779 w 7869956"/>
              <a:gd name="connsiteY9877" fmla="*/ 3524074 h 3717758"/>
              <a:gd name="connsiteX9878" fmla="*/ 2269343 w 7869956"/>
              <a:gd name="connsiteY9878" fmla="*/ 3533582 h 3717758"/>
              <a:gd name="connsiteX9879" fmla="*/ 2279005 w 7869956"/>
              <a:gd name="connsiteY9879" fmla="*/ 3539534 h 3717758"/>
              <a:gd name="connsiteX9880" fmla="*/ 2257949 w 7869956"/>
              <a:gd name="connsiteY9880" fmla="*/ 3530043 h 3717758"/>
              <a:gd name="connsiteX9881" fmla="*/ 2264179 w 7869956"/>
              <a:gd name="connsiteY9881" fmla="*/ 3541035 h 3717758"/>
              <a:gd name="connsiteX9882" fmla="*/ 2205324 w 7869956"/>
              <a:gd name="connsiteY9882" fmla="*/ 3531203 h 3717758"/>
              <a:gd name="connsiteX9883" fmla="*/ 2238409 w 7869956"/>
              <a:gd name="connsiteY9883" fmla="*/ 3523288 h 3717758"/>
              <a:gd name="connsiteX9884" fmla="*/ 2257934 w 7869956"/>
              <a:gd name="connsiteY9884" fmla="*/ 3530043 h 3717758"/>
              <a:gd name="connsiteX9885" fmla="*/ 2243432 w 7869956"/>
              <a:gd name="connsiteY9885" fmla="*/ 3521045 h 3717758"/>
              <a:gd name="connsiteX9886" fmla="*/ 2250313 w 7869956"/>
              <a:gd name="connsiteY9886" fmla="*/ 3511057 h 3717758"/>
              <a:gd name="connsiteX9887" fmla="*/ 2207521 w 7869956"/>
              <a:gd name="connsiteY9887" fmla="*/ 3513007 h 3717758"/>
              <a:gd name="connsiteX9888" fmla="*/ 2209561 w 7869956"/>
              <a:gd name="connsiteY9888" fmla="*/ 3500050 h 3717758"/>
              <a:gd name="connsiteX9889" fmla="*/ 2197996 w 7869956"/>
              <a:gd name="connsiteY9889" fmla="*/ 3501752 h 3717758"/>
              <a:gd name="connsiteX9890" fmla="*/ 2195972 w 7869956"/>
              <a:gd name="connsiteY9890" fmla="*/ 3514738 h 3717758"/>
              <a:gd name="connsiteX9891" fmla="*/ 2178177 w 7869956"/>
              <a:gd name="connsiteY9891" fmla="*/ 3505462 h 3717758"/>
              <a:gd name="connsiteX9892" fmla="*/ 2174575 w 7869956"/>
              <a:gd name="connsiteY9892" fmla="*/ 3515698 h 3717758"/>
              <a:gd name="connsiteX9893" fmla="*/ 2156936 w 7869956"/>
              <a:gd name="connsiteY9893" fmla="*/ 3501196 h 3717758"/>
              <a:gd name="connsiteX9894" fmla="*/ 2162409 w 7869956"/>
              <a:gd name="connsiteY9894" fmla="*/ 3483231 h 3717758"/>
              <a:gd name="connsiteX9895" fmla="*/ 2140874 w 7869956"/>
              <a:gd name="connsiteY9895" fmla="*/ 3489447 h 3717758"/>
              <a:gd name="connsiteX9896" fmla="*/ 2127424 w 7869956"/>
              <a:gd name="connsiteY9896" fmla="*/ 3498863 h 3717758"/>
              <a:gd name="connsiteX9897" fmla="*/ 2133035 w 7869956"/>
              <a:gd name="connsiteY9897" fmla="*/ 3475704 h 3717758"/>
              <a:gd name="connsiteX9898" fmla="*/ 2122908 w 7869956"/>
              <a:gd name="connsiteY9898" fmla="*/ 3485398 h 3717758"/>
              <a:gd name="connsiteX9899" fmla="*/ 2087492 w 7869956"/>
              <a:gd name="connsiteY9899" fmla="*/ 3461666 h 3717758"/>
              <a:gd name="connsiteX9900" fmla="*/ 2087167 w 7869956"/>
              <a:gd name="connsiteY9900" fmla="*/ 3472149 h 3717758"/>
              <a:gd name="connsiteX9901" fmla="*/ 2077334 w 7869956"/>
              <a:gd name="connsiteY9901" fmla="*/ 3471391 h 3717758"/>
              <a:gd name="connsiteX9902" fmla="*/ 2069511 w 7869956"/>
              <a:gd name="connsiteY9902" fmla="*/ 3457601 h 3717758"/>
              <a:gd name="connsiteX9903" fmla="*/ 2073424 w 7869956"/>
              <a:gd name="connsiteY9903" fmla="*/ 3436914 h 3717758"/>
              <a:gd name="connsiteX9904" fmla="*/ 2096397 w 7869956"/>
              <a:gd name="connsiteY9904" fmla="*/ 3438677 h 3717758"/>
              <a:gd name="connsiteX9905" fmla="*/ 2115427 w 7869956"/>
              <a:gd name="connsiteY9905" fmla="*/ 3461156 h 3717758"/>
              <a:gd name="connsiteX9906" fmla="*/ 2127285 w 7869956"/>
              <a:gd name="connsiteY9906" fmla="*/ 3448925 h 3717758"/>
              <a:gd name="connsiteX9907" fmla="*/ 2121951 w 7869956"/>
              <a:gd name="connsiteY9907" fmla="*/ 3461651 h 3717758"/>
              <a:gd name="connsiteX9908" fmla="*/ 2131614 w 7869956"/>
              <a:gd name="connsiteY9908" fmla="*/ 3467678 h 3717758"/>
              <a:gd name="connsiteX9909" fmla="*/ 2137412 w 7869956"/>
              <a:gd name="connsiteY9909" fmla="*/ 3439294 h 3717758"/>
              <a:gd name="connsiteX9910" fmla="*/ 2138184 w 7869956"/>
              <a:gd name="connsiteY9910" fmla="*/ 3468205 h 3717758"/>
              <a:gd name="connsiteX9911" fmla="*/ 2164543 w 7869956"/>
              <a:gd name="connsiteY9911" fmla="*/ 3464957 h 3717758"/>
              <a:gd name="connsiteX9912" fmla="*/ 2160354 w 7869956"/>
              <a:gd name="connsiteY9912" fmla="*/ 3441009 h 3717758"/>
              <a:gd name="connsiteX9913" fmla="*/ 2166135 w 7869956"/>
              <a:gd name="connsiteY9913" fmla="*/ 3467708 h 3717758"/>
              <a:gd name="connsiteX9914" fmla="*/ 2215468 w 7869956"/>
              <a:gd name="connsiteY9914" fmla="*/ 3466302 h 3717758"/>
              <a:gd name="connsiteX9915" fmla="*/ 2217324 w 7869956"/>
              <a:gd name="connsiteY9915" fmla="*/ 3458524 h 3717758"/>
              <a:gd name="connsiteX9916" fmla="*/ 2207662 w 7869956"/>
              <a:gd name="connsiteY9916" fmla="*/ 3452588 h 3717758"/>
              <a:gd name="connsiteX9917" fmla="*/ 2225301 w 7869956"/>
              <a:gd name="connsiteY9917" fmla="*/ 3467089 h 3717758"/>
              <a:gd name="connsiteX9918" fmla="*/ 2233895 w 7869956"/>
              <a:gd name="connsiteY9918" fmla="*/ 3454566 h 3717758"/>
              <a:gd name="connsiteX9919" fmla="*/ 2239801 w 7869956"/>
              <a:gd name="connsiteY9919" fmla="*/ 3476087 h 3717758"/>
              <a:gd name="connsiteX9920" fmla="*/ 2292906 w 7869956"/>
              <a:gd name="connsiteY9920" fmla="*/ 3459172 h 3717758"/>
              <a:gd name="connsiteX9921" fmla="*/ 2295703 w 7869956"/>
              <a:gd name="connsiteY9921" fmla="*/ 3475142 h 3717758"/>
              <a:gd name="connsiteX9922" fmla="*/ 2330195 w 7869956"/>
              <a:gd name="connsiteY9922" fmla="*/ 3475187 h 3717758"/>
              <a:gd name="connsiteX9923" fmla="*/ 2326454 w 7869956"/>
              <a:gd name="connsiteY9923" fmla="*/ 3490679 h 3717758"/>
              <a:gd name="connsiteX9924" fmla="*/ 2339903 w 7869956"/>
              <a:gd name="connsiteY9924" fmla="*/ 3481216 h 3717758"/>
              <a:gd name="connsiteX9925" fmla="*/ 2335359 w 7869956"/>
              <a:gd name="connsiteY9925" fmla="*/ 3467751 h 3717758"/>
              <a:gd name="connsiteX9926" fmla="*/ 2348298 w 7869956"/>
              <a:gd name="connsiteY9926" fmla="*/ 3473965 h 3717758"/>
              <a:gd name="connsiteX9927" fmla="*/ 2347695 w 7869956"/>
              <a:gd name="connsiteY9927" fmla="*/ 3494930 h 3717758"/>
              <a:gd name="connsiteX9928" fmla="*/ 2387350 w 7869956"/>
              <a:gd name="connsiteY9928" fmla="*/ 3487507 h 3717758"/>
              <a:gd name="connsiteX9929" fmla="*/ 2393565 w 7869956"/>
              <a:gd name="connsiteY9929" fmla="*/ 3498500 h 3717758"/>
              <a:gd name="connsiteX9930" fmla="*/ 2403705 w 7869956"/>
              <a:gd name="connsiteY9930" fmla="*/ 3488775 h 3717758"/>
              <a:gd name="connsiteX9931" fmla="*/ 2399036 w 7869956"/>
              <a:gd name="connsiteY9931" fmla="*/ 3480534 h 3717758"/>
              <a:gd name="connsiteX9932" fmla="*/ 2428070 w 7869956"/>
              <a:gd name="connsiteY9932" fmla="*/ 3498577 h 3717758"/>
              <a:gd name="connsiteX9933" fmla="*/ 2428395 w 7869956"/>
              <a:gd name="connsiteY9933" fmla="*/ 3488047 h 3717758"/>
              <a:gd name="connsiteX9934" fmla="*/ 2420450 w 7869956"/>
              <a:gd name="connsiteY9934" fmla="*/ 3479543 h 3717758"/>
              <a:gd name="connsiteX9935" fmla="*/ 2486167 w 7869956"/>
              <a:gd name="connsiteY9935" fmla="*/ 3479436 h 3717758"/>
              <a:gd name="connsiteX9936" fmla="*/ 2485843 w 7869956"/>
              <a:gd name="connsiteY9936" fmla="*/ 3489856 h 3717758"/>
              <a:gd name="connsiteX9937" fmla="*/ 2526580 w 7869956"/>
              <a:gd name="connsiteY9937" fmla="*/ 3500940 h 3717758"/>
              <a:gd name="connsiteX9938" fmla="*/ 2571074 w 7869956"/>
              <a:gd name="connsiteY9938" fmla="*/ 3496517 h 3717758"/>
              <a:gd name="connsiteX9939" fmla="*/ 2596829 w 7869956"/>
              <a:gd name="connsiteY9939" fmla="*/ 3514294 h 3717758"/>
              <a:gd name="connsiteX9940" fmla="*/ 2618384 w 7869956"/>
              <a:gd name="connsiteY9940" fmla="*/ 3508025 h 3717758"/>
              <a:gd name="connsiteX9941" fmla="*/ 2651298 w 7869956"/>
              <a:gd name="connsiteY9941" fmla="*/ 3505351 h 3717758"/>
              <a:gd name="connsiteX9942" fmla="*/ 2654111 w 7869956"/>
              <a:gd name="connsiteY9942" fmla="*/ 3521336 h 3717758"/>
              <a:gd name="connsiteX9943" fmla="*/ 2668783 w 7869956"/>
              <a:gd name="connsiteY9943" fmla="*/ 3525092 h 3717758"/>
              <a:gd name="connsiteX9944" fmla="*/ 2677362 w 7869956"/>
              <a:gd name="connsiteY9944" fmla="*/ 3512649 h 3717758"/>
              <a:gd name="connsiteX9945" fmla="*/ 2670345 w 7869956"/>
              <a:gd name="connsiteY9945" fmla="*/ 3527829 h 3717758"/>
              <a:gd name="connsiteX9946" fmla="*/ 2692065 w 7869956"/>
              <a:gd name="connsiteY9946" fmla="*/ 3516419 h 3717758"/>
              <a:gd name="connsiteX9947" fmla="*/ 2698141 w 7869956"/>
              <a:gd name="connsiteY9947" fmla="*/ 3532607 h 3717758"/>
              <a:gd name="connsiteX9948" fmla="*/ 2723448 w 7869956"/>
              <a:gd name="connsiteY9948" fmla="*/ 3510932 h 3717758"/>
              <a:gd name="connsiteX9949" fmla="*/ 2720449 w 7869956"/>
              <a:gd name="connsiteY9949" fmla="*/ 3500218 h 3717758"/>
              <a:gd name="connsiteX9950" fmla="*/ 2725289 w 7869956"/>
              <a:gd name="connsiteY9950" fmla="*/ 3503232 h 3717758"/>
              <a:gd name="connsiteX9951" fmla="*/ 2722505 w 7869956"/>
              <a:gd name="connsiteY9951" fmla="*/ 3487246 h 3717758"/>
              <a:gd name="connsiteX9952" fmla="*/ 2751678 w 7869956"/>
              <a:gd name="connsiteY9952" fmla="*/ 3500017 h 3717758"/>
              <a:gd name="connsiteX9953" fmla="*/ 2743082 w 7869956"/>
              <a:gd name="connsiteY9953" fmla="*/ 3512507 h 3717758"/>
              <a:gd name="connsiteX9954" fmla="*/ 2728117 w 7869956"/>
              <a:gd name="connsiteY9954" fmla="*/ 3519186 h 3717758"/>
              <a:gd name="connsiteX9955" fmla="*/ 2744195 w 7869956"/>
              <a:gd name="connsiteY9955" fmla="*/ 3530984 h 3717758"/>
              <a:gd name="connsiteX9956" fmla="*/ 2760892 w 7869956"/>
              <a:gd name="connsiteY9956" fmla="*/ 3521738 h 3717758"/>
              <a:gd name="connsiteX9957" fmla="*/ 2751228 w 7869956"/>
              <a:gd name="connsiteY9957" fmla="*/ 3515693 h 3717758"/>
              <a:gd name="connsiteX9958" fmla="*/ 2751709 w 7869956"/>
              <a:gd name="connsiteY9958" fmla="*/ 3500016 h 3717758"/>
              <a:gd name="connsiteX9959" fmla="*/ 2766533 w 7869956"/>
              <a:gd name="connsiteY9959" fmla="*/ 3498518 h 3717758"/>
              <a:gd name="connsiteX9960" fmla="*/ 2761248 w 7869956"/>
              <a:gd name="connsiteY9960" fmla="*/ 3511256 h 3717758"/>
              <a:gd name="connsiteX9961" fmla="*/ 2767787 w 7869956"/>
              <a:gd name="connsiteY9961" fmla="*/ 3511719 h 3717758"/>
              <a:gd name="connsiteX9962" fmla="*/ 2773260 w 7869956"/>
              <a:gd name="connsiteY9962" fmla="*/ 3493786 h 3717758"/>
              <a:gd name="connsiteX9963" fmla="*/ 2821648 w 7869956"/>
              <a:gd name="connsiteY9963" fmla="*/ 3523809 h 3717758"/>
              <a:gd name="connsiteX9964" fmla="*/ 2831788 w 7869956"/>
              <a:gd name="connsiteY9964" fmla="*/ 3514132 h 3717758"/>
              <a:gd name="connsiteX9965" fmla="*/ 2822296 w 7869956"/>
              <a:gd name="connsiteY9965" fmla="*/ 3502816 h 3717758"/>
              <a:gd name="connsiteX9966" fmla="*/ 2851159 w 7869956"/>
              <a:gd name="connsiteY9966" fmla="*/ 3526098 h 3717758"/>
              <a:gd name="connsiteX9967" fmla="*/ 2857729 w 7869956"/>
              <a:gd name="connsiteY9967" fmla="*/ 3526608 h 3717758"/>
              <a:gd name="connsiteX9968" fmla="*/ 2863157 w 7869956"/>
              <a:gd name="connsiteY9968" fmla="*/ 3508661 h 3717758"/>
              <a:gd name="connsiteX9969" fmla="*/ 2945139 w 7869956"/>
              <a:gd name="connsiteY9969" fmla="*/ 3515013 h 3717758"/>
              <a:gd name="connsiteX9970" fmla="*/ 3033319 w 7869956"/>
              <a:gd name="connsiteY9970" fmla="*/ 3532328 h 3717758"/>
              <a:gd name="connsiteX9971" fmla="*/ 3031942 w 7869956"/>
              <a:gd name="connsiteY9971" fmla="*/ 3524382 h 3717758"/>
              <a:gd name="connsiteX9972" fmla="*/ 3115115 w 7869956"/>
              <a:gd name="connsiteY9972" fmla="*/ 3543955 h 3717758"/>
              <a:gd name="connsiteX9973" fmla="*/ 3117155 w 7869956"/>
              <a:gd name="connsiteY9973" fmla="*/ 3530970 h 3717758"/>
              <a:gd name="connsiteX9974" fmla="*/ 3172562 w 7869956"/>
              <a:gd name="connsiteY9974" fmla="*/ 3545764 h 3717758"/>
              <a:gd name="connsiteX9975" fmla="*/ 3172887 w 7869956"/>
              <a:gd name="connsiteY9975" fmla="*/ 3535267 h 3717758"/>
              <a:gd name="connsiteX9976" fmla="*/ 3200668 w 7869956"/>
              <a:gd name="connsiteY9976" fmla="*/ 3540091 h 3717758"/>
              <a:gd name="connsiteX9977" fmla="*/ 3262645 w 7869956"/>
              <a:gd name="connsiteY9977" fmla="*/ 3555397 h 3717758"/>
              <a:gd name="connsiteX9978" fmla="*/ 3272307 w 7869956"/>
              <a:gd name="connsiteY9978" fmla="*/ 3561393 h 3717758"/>
              <a:gd name="connsiteX9979" fmla="*/ 3260605 w 7869956"/>
              <a:gd name="connsiteY9979" fmla="*/ 3568413 h 3717758"/>
              <a:gd name="connsiteX9980" fmla="*/ 3269803 w 7869956"/>
              <a:gd name="connsiteY9980" fmla="*/ 3590133 h 3717758"/>
              <a:gd name="connsiteX9981" fmla="*/ 3280733 w 7869956"/>
              <a:gd name="connsiteY9981" fmla="*/ 3554160 h 3717758"/>
              <a:gd name="connsiteX9982" fmla="*/ 3326803 w 7869956"/>
              <a:gd name="connsiteY9982" fmla="*/ 3552536 h 3717758"/>
              <a:gd name="connsiteX9983" fmla="*/ 3331317 w 7869956"/>
              <a:gd name="connsiteY9983" fmla="*/ 3565971 h 3717758"/>
              <a:gd name="connsiteX9984" fmla="*/ 3453092 w 7869956"/>
              <a:gd name="connsiteY9984" fmla="*/ 3559664 h 3717758"/>
              <a:gd name="connsiteX9985" fmla="*/ 3467438 w 7869956"/>
              <a:gd name="connsiteY9985" fmla="*/ 3573919 h 3717758"/>
              <a:gd name="connsiteX9986" fmla="*/ 3471023 w 7869956"/>
              <a:gd name="connsiteY9986" fmla="*/ 3563701 h 3717758"/>
              <a:gd name="connsiteX9987" fmla="*/ 3653028 w 7869956"/>
              <a:gd name="connsiteY9987" fmla="*/ 3575204 h 3717758"/>
              <a:gd name="connsiteX9988" fmla="*/ 3682371 w 7869956"/>
              <a:gd name="connsiteY9988" fmla="*/ 3582764 h 3717758"/>
              <a:gd name="connsiteX9989" fmla="*/ 3712036 w 7869956"/>
              <a:gd name="connsiteY9989" fmla="*/ 3579811 h 3717758"/>
              <a:gd name="connsiteX9990" fmla="*/ 3781341 w 7869956"/>
              <a:gd name="connsiteY9990" fmla="*/ 3569425 h 3717758"/>
              <a:gd name="connsiteX9991" fmla="*/ 3782609 w 7869956"/>
              <a:gd name="connsiteY9991" fmla="*/ 3582612 h 3717758"/>
              <a:gd name="connsiteX9992" fmla="*/ 3822402 w 7869956"/>
              <a:gd name="connsiteY9992" fmla="*/ 3569982 h 3717758"/>
              <a:gd name="connsiteX9993" fmla="*/ 3826931 w 7869956"/>
              <a:gd name="connsiteY9993" fmla="*/ 3583478 h 3717758"/>
              <a:gd name="connsiteX9994" fmla="*/ 3835512 w 7869956"/>
              <a:gd name="connsiteY9994" fmla="*/ 3570987 h 3717758"/>
              <a:gd name="connsiteX9995" fmla="*/ 3845035 w 7869956"/>
              <a:gd name="connsiteY9995" fmla="*/ 3582240 h 3717758"/>
              <a:gd name="connsiteX9996" fmla="*/ 3879866 w 7869956"/>
              <a:gd name="connsiteY9996" fmla="*/ 3571803 h 3717758"/>
              <a:gd name="connsiteX9997" fmla="*/ 3879541 w 7869956"/>
              <a:gd name="connsiteY9997" fmla="*/ 3582303 h 3717758"/>
              <a:gd name="connsiteX9998" fmla="*/ 3906115 w 7869956"/>
              <a:gd name="connsiteY9998" fmla="*/ 3573829 h 3717758"/>
              <a:gd name="connsiteX9999" fmla="*/ 3912315 w 7869956"/>
              <a:gd name="connsiteY9999" fmla="*/ 3584822 h 3717758"/>
              <a:gd name="connsiteX10000" fmla="*/ 3916087 w 7869956"/>
              <a:gd name="connsiteY10000" fmla="*/ 3569377 h 3717758"/>
              <a:gd name="connsiteX10001" fmla="*/ 3955432 w 7869956"/>
              <a:gd name="connsiteY10001" fmla="*/ 3572393 h 3717758"/>
              <a:gd name="connsiteX10002" fmla="*/ 3988346 w 7869956"/>
              <a:gd name="connsiteY10002" fmla="*/ 3569701 h 3717758"/>
              <a:gd name="connsiteX10003" fmla="*/ 4019589 w 7869956"/>
              <a:gd name="connsiteY10003" fmla="*/ 3569518 h 3717758"/>
              <a:gd name="connsiteX10004" fmla="*/ 4124480 w 7869956"/>
              <a:gd name="connsiteY10004" fmla="*/ 3577638 h 3717758"/>
              <a:gd name="connsiteX10005" fmla="*/ 4121527 w 7869956"/>
              <a:gd name="connsiteY10005" fmla="*/ 3566922 h 3717758"/>
              <a:gd name="connsiteX10006" fmla="*/ 4127758 w 7869956"/>
              <a:gd name="connsiteY10006" fmla="*/ 3577913 h 3717758"/>
              <a:gd name="connsiteX10007" fmla="*/ 4216899 w 7869956"/>
              <a:gd name="connsiteY10007" fmla="*/ 3563780 h 3717758"/>
              <a:gd name="connsiteX10008" fmla="*/ 4218323 w 7869956"/>
              <a:gd name="connsiteY10008" fmla="*/ 3571758 h 3717758"/>
              <a:gd name="connsiteX10009" fmla="*/ 4274207 w 7869956"/>
              <a:gd name="connsiteY10009" fmla="*/ 3570878 h 3717758"/>
              <a:gd name="connsiteX10010" fmla="*/ 4343034 w 7869956"/>
              <a:gd name="connsiteY10010" fmla="*/ 3576228 h 3717758"/>
              <a:gd name="connsiteX10011" fmla="*/ 4346961 w 7869956"/>
              <a:gd name="connsiteY10011" fmla="*/ 3555479 h 3717758"/>
              <a:gd name="connsiteX10012" fmla="*/ 4366639 w 7869956"/>
              <a:gd name="connsiteY10012" fmla="*/ 3557011 h 3717758"/>
              <a:gd name="connsiteX10013" fmla="*/ 4361461 w 7869956"/>
              <a:gd name="connsiteY10013" fmla="*/ 3564511 h 3717758"/>
              <a:gd name="connsiteX10014" fmla="*/ 4373318 w 7869956"/>
              <a:gd name="connsiteY10014" fmla="*/ 3552312 h 3717758"/>
              <a:gd name="connsiteX10015" fmla="*/ 4498063 w 7869956"/>
              <a:gd name="connsiteY10015" fmla="*/ 3556762 h 3717758"/>
              <a:gd name="connsiteX10016" fmla="*/ 4500275 w 7869956"/>
              <a:gd name="connsiteY10016" fmla="*/ 3538503 h 3717758"/>
              <a:gd name="connsiteX10017" fmla="*/ 2839751 w 7869956"/>
              <a:gd name="connsiteY10017" fmla="*/ 3467445 h 3717758"/>
              <a:gd name="connsiteX10018" fmla="*/ 2776072 w 7869956"/>
              <a:gd name="connsiteY10018" fmla="*/ 3454613 h 3717758"/>
              <a:gd name="connsiteX10019" fmla="*/ 2741257 w 7869956"/>
              <a:gd name="connsiteY10019" fmla="*/ 3465033 h 3717758"/>
              <a:gd name="connsiteX10020" fmla="*/ 2731750 w 7869956"/>
              <a:gd name="connsiteY10020" fmla="*/ 3453793 h 3717758"/>
              <a:gd name="connsiteX10021" fmla="*/ 2707261 w 7869956"/>
              <a:gd name="connsiteY10021" fmla="*/ 3449296 h 3717758"/>
              <a:gd name="connsiteX10022" fmla="*/ 2674472 w 7869956"/>
              <a:gd name="connsiteY10022" fmla="*/ 3446713 h 3717758"/>
              <a:gd name="connsiteX10023" fmla="*/ 2689283 w 7869956"/>
              <a:gd name="connsiteY10023" fmla="*/ 3445244 h 3717758"/>
              <a:gd name="connsiteX10024" fmla="*/ 2637153 w 7869956"/>
              <a:gd name="connsiteY10024" fmla="*/ 3430697 h 3717758"/>
              <a:gd name="connsiteX10025" fmla="*/ 2576118 w 7869956"/>
              <a:gd name="connsiteY10025" fmla="*/ 3439075 h 3717758"/>
              <a:gd name="connsiteX10026" fmla="*/ 2566627 w 7869956"/>
              <a:gd name="connsiteY10026" fmla="*/ 3427836 h 3717758"/>
              <a:gd name="connsiteX10027" fmla="*/ 2545524 w 7869956"/>
              <a:gd name="connsiteY10027" fmla="*/ 3418344 h 3717758"/>
              <a:gd name="connsiteX10028" fmla="*/ 2499485 w 7869956"/>
              <a:gd name="connsiteY10028" fmla="*/ 3419999 h 3717758"/>
              <a:gd name="connsiteX10029" fmla="*/ 2504957 w 7869956"/>
              <a:gd name="connsiteY10029" fmla="*/ 3402035 h 3717758"/>
              <a:gd name="connsiteX10030" fmla="*/ 2497939 w 7869956"/>
              <a:gd name="connsiteY10030" fmla="*/ 3417246 h 3717758"/>
              <a:gd name="connsiteX10031" fmla="*/ 2443768 w 7869956"/>
              <a:gd name="connsiteY10031" fmla="*/ 3415686 h 3717758"/>
              <a:gd name="connsiteX10032" fmla="*/ 2432200 w 7869956"/>
              <a:gd name="connsiteY10032" fmla="*/ 3417395 h 3717758"/>
              <a:gd name="connsiteX10033" fmla="*/ 2430953 w 7869956"/>
              <a:gd name="connsiteY10033" fmla="*/ 3404152 h 3717758"/>
              <a:gd name="connsiteX10034" fmla="*/ 2407695 w 7869956"/>
              <a:gd name="connsiteY10034" fmla="*/ 3412866 h 3717758"/>
              <a:gd name="connsiteX10035" fmla="*/ 2388169 w 7869956"/>
              <a:gd name="connsiteY10035" fmla="*/ 3406125 h 3717758"/>
              <a:gd name="connsiteX10036" fmla="*/ 2320116 w 7869956"/>
              <a:gd name="connsiteY10036" fmla="*/ 3374574 h 3717758"/>
              <a:gd name="connsiteX10037" fmla="*/ 2255975 w 7869956"/>
              <a:gd name="connsiteY10037" fmla="*/ 3377448 h 3717758"/>
              <a:gd name="connsiteX10038" fmla="*/ 2244721 w 7869956"/>
              <a:gd name="connsiteY10038" fmla="*/ 3368698 h 3717758"/>
              <a:gd name="connsiteX10039" fmla="*/ 2290929 w 7869956"/>
              <a:gd name="connsiteY10039" fmla="*/ 3361773 h 3717758"/>
              <a:gd name="connsiteX10040" fmla="*/ 2293095 w 7869956"/>
              <a:gd name="connsiteY10040" fmla="*/ 3343561 h 3717758"/>
              <a:gd name="connsiteX10041" fmla="*/ 2278113 w 7869956"/>
              <a:gd name="connsiteY10041" fmla="*/ 3350302 h 3717758"/>
              <a:gd name="connsiteX10042" fmla="*/ 2277202 w 7869956"/>
              <a:gd name="connsiteY10042" fmla="*/ 3326586 h 3717758"/>
              <a:gd name="connsiteX10043" fmla="*/ 2263457 w 7869956"/>
              <a:gd name="connsiteY10043" fmla="*/ 3346546 h 3717758"/>
              <a:gd name="connsiteX10044" fmla="*/ 2243962 w 7869956"/>
              <a:gd name="connsiteY10044" fmla="*/ 3339774 h 3717758"/>
              <a:gd name="connsiteX10045" fmla="*/ 2239883 w 7869956"/>
              <a:gd name="connsiteY10045" fmla="*/ 3365730 h 3717758"/>
              <a:gd name="connsiteX10046" fmla="*/ 2215209 w 7869956"/>
              <a:gd name="connsiteY10046" fmla="*/ 3366441 h 3717758"/>
              <a:gd name="connsiteX10047" fmla="*/ 2212425 w 7869956"/>
              <a:gd name="connsiteY10047" fmla="*/ 3350488 h 3717758"/>
              <a:gd name="connsiteX10048" fmla="*/ 2178243 w 7869956"/>
              <a:gd name="connsiteY10048" fmla="*/ 3339945 h 3717758"/>
              <a:gd name="connsiteX10049" fmla="*/ 2202903 w 7869956"/>
              <a:gd name="connsiteY10049" fmla="*/ 3339201 h 3717758"/>
              <a:gd name="connsiteX10050" fmla="*/ 2195420 w 7869956"/>
              <a:gd name="connsiteY10050" fmla="*/ 3314991 h 3717758"/>
              <a:gd name="connsiteX10051" fmla="*/ 2185109 w 7869956"/>
              <a:gd name="connsiteY10051" fmla="*/ 3330003 h 3717758"/>
              <a:gd name="connsiteX10052" fmla="*/ 2142950 w 7869956"/>
              <a:gd name="connsiteY10052" fmla="*/ 3310973 h 3717758"/>
              <a:gd name="connsiteX10053" fmla="*/ 2140153 w 7869956"/>
              <a:gd name="connsiteY10053" fmla="*/ 3294971 h 3717758"/>
              <a:gd name="connsiteX10054" fmla="*/ 2135158 w 7869956"/>
              <a:gd name="connsiteY10054" fmla="*/ 3297228 h 3717758"/>
              <a:gd name="connsiteX10055" fmla="*/ 2135915 w 7869956"/>
              <a:gd name="connsiteY10055" fmla="*/ 3326186 h 3717758"/>
              <a:gd name="connsiteX10056" fmla="*/ 2121259 w 7869956"/>
              <a:gd name="connsiteY10056" fmla="*/ 3322382 h 3717758"/>
              <a:gd name="connsiteX10057" fmla="*/ 2130596 w 7869956"/>
              <a:gd name="connsiteY10057" fmla="*/ 3338878 h 3717758"/>
              <a:gd name="connsiteX10058" fmla="*/ 2112803 w 7869956"/>
              <a:gd name="connsiteY10058" fmla="*/ 3329602 h 3717758"/>
              <a:gd name="connsiteX10059" fmla="*/ 2123285 w 7869956"/>
              <a:gd name="connsiteY10059" fmla="*/ 3309412 h 3717758"/>
              <a:gd name="connsiteX10060" fmla="*/ 2105321 w 7869956"/>
              <a:gd name="connsiteY10060" fmla="*/ 3305377 h 3717758"/>
              <a:gd name="connsiteX10061" fmla="*/ 2105971 w 7869956"/>
              <a:gd name="connsiteY10061" fmla="*/ 3284444 h 3717758"/>
              <a:gd name="connsiteX10062" fmla="*/ 2117998 w 7869956"/>
              <a:gd name="connsiteY10062" fmla="*/ 3266976 h 3717758"/>
              <a:gd name="connsiteX10063" fmla="*/ 2104564 w 7869956"/>
              <a:gd name="connsiteY10063" fmla="*/ 3276389 h 3717758"/>
              <a:gd name="connsiteX10064" fmla="*/ 2101920 w 7869956"/>
              <a:gd name="connsiteY10064" fmla="*/ 3255227 h 3717758"/>
              <a:gd name="connsiteX10065" fmla="*/ 2093155 w 7869956"/>
              <a:gd name="connsiteY10065" fmla="*/ 3272911 h 3717758"/>
              <a:gd name="connsiteX10066" fmla="*/ 2099432 w 7869956"/>
              <a:gd name="connsiteY10066" fmla="*/ 3283903 h 3717758"/>
              <a:gd name="connsiteX10067" fmla="*/ 2104395 w 7869956"/>
              <a:gd name="connsiteY10067" fmla="*/ 3281691 h 3717758"/>
              <a:gd name="connsiteX10068" fmla="*/ 2099106 w 7869956"/>
              <a:gd name="connsiteY10068" fmla="*/ 3294401 h 3717758"/>
              <a:gd name="connsiteX10069" fmla="*/ 2089893 w 7869956"/>
              <a:gd name="connsiteY10069" fmla="*/ 3272633 h 3717758"/>
              <a:gd name="connsiteX10070" fmla="*/ 2081467 w 7869956"/>
              <a:gd name="connsiteY10070" fmla="*/ 3279915 h 3717758"/>
              <a:gd name="connsiteX10071" fmla="*/ 2087713 w 7869956"/>
              <a:gd name="connsiteY10071" fmla="*/ 3290876 h 3717758"/>
              <a:gd name="connsiteX10072" fmla="*/ 2053531 w 7869956"/>
              <a:gd name="connsiteY10072" fmla="*/ 3280333 h 3717758"/>
              <a:gd name="connsiteX10073" fmla="*/ 2086955 w 7869956"/>
              <a:gd name="connsiteY10073" fmla="*/ 3261903 h 3717758"/>
              <a:gd name="connsiteX10074" fmla="*/ 2085534 w 7869956"/>
              <a:gd name="connsiteY10074" fmla="*/ 3253989 h 3717758"/>
              <a:gd name="connsiteX10075" fmla="*/ 2044179 w 7869956"/>
              <a:gd name="connsiteY10075" fmla="*/ 3263837 h 3717758"/>
              <a:gd name="connsiteX10076" fmla="*/ 2042927 w 7869956"/>
              <a:gd name="connsiteY10076" fmla="*/ 3250634 h 3717758"/>
              <a:gd name="connsiteX10077" fmla="*/ 2037901 w 7869956"/>
              <a:gd name="connsiteY10077" fmla="*/ 3252891 h 3717758"/>
              <a:gd name="connsiteX10078" fmla="*/ 2037593 w 7869956"/>
              <a:gd name="connsiteY10078" fmla="*/ 3263389 h 3717758"/>
              <a:gd name="connsiteX10079" fmla="*/ 2019799 w 7869956"/>
              <a:gd name="connsiteY10079" fmla="*/ 3254097 h 3717758"/>
              <a:gd name="connsiteX10080" fmla="*/ 1984983 w 7869956"/>
              <a:gd name="connsiteY10080" fmla="*/ 3264549 h 3717758"/>
              <a:gd name="connsiteX10081" fmla="*/ 2013554 w 7869956"/>
              <a:gd name="connsiteY10081" fmla="*/ 3243122 h 3717758"/>
              <a:gd name="connsiteX10082" fmla="*/ 1979062 w 7869956"/>
              <a:gd name="connsiteY10082" fmla="*/ 3243076 h 3717758"/>
              <a:gd name="connsiteX10083" fmla="*/ 1978242 w 7869956"/>
              <a:gd name="connsiteY10083" fmla="*/ 3269281 h 3717758"/>
              <a:gd name="connsiteX10084" fmla="*/ 1970141 w 7869956"/>
              <a:gd name="connsiteY10084" fmla="*/ 3266020 h 3717758"/>
              <a:gd name="connsiteX10085" fmla="*/ 1975925 w 7869956"/>
              <a:gd name="connsiteY10085" fmla="*/ 3237588 h 3717758"/>
              <a:gd name="connsiteX10086" fmla="*/ 1959677 w 7869956"/>
              <a:gd name="connsiteY10086" fmla="*/ 3231047 h 3717758"/>
              <a:gd name="connsiteX10087" fmla="*/ 1910221 w 7869956"/>
              <a:gd name="connsiteY10087" fmla="*/ 3237744 h 3717758"/>
              <a:gd name="connsiteX10088" fmla="*/ 1930674 w 7869956"/>
              <a:gd name="connsiteY10088" fmla="*/ 3213053 h 3717758"/>
              <a:gd name="connsiteX10089" fmla="*/ 1894916 w 7869956"/>
              <a:gd name="connsiteY10089" fmla="*/ 3199820 h 3717758"/>
              <a:gd name="connsiteX10090" fmla="*/ 1865264 w 7869956"/>
              <a:gd name="connsiteY10090" fmla="*/ 3202728 h 3717758"/>
              <a:gd name="connsiteX10091" fmla="*/ 1856514 w 7869956"/>
              <a:gd name="connsiteY10091" fmla="*/ 3220475 h 3717758"/>
              <a:gd name="connsiteX10092" fmla="*/ 1850112 w 7869956"/>
              <a:gd name="connsiteY10092" fmla="*/ 3214694 h 3717758"/>
              <a:gd name="connsiteX10093" fmla="*/ 1848055 w 7869956"/>
              <a:gd name="connsiteY10093" fmla="*/ 3227650 h 3717758"/>
              <a:gd name="connsiteX10094" fmla="*/ 1857163 w 7869956"/>
              <a:gd name="connsiteY10094" fmla="*/ 3204877 h 3717758"/>
              <a:gd name="connsiteX10095" fmla="*/ 1854349 w 7869956"/>
              <a:gd name="connsiteY10095" fmla="*/ 3188875 h 3717758"/>
              <a:gd name="connsiteX10096" fmla="*/ 1842801 w 7869956"/>
              <a:gd name="connsiteY10096" fmla="*/ 3190637 h 3717758"/>
              <a:gd name="connsiteX10097" fmla="*/ 1862791 w 7869956"/>
              <a:gd name="connsiteY10097" fmla="*/ 3181685 h 3717758"/>
              <a:gd name="connsiteX10098" fmla="*/ 1861400 w 7869956"/>
              <a:gd name="connsiteY10098" fmla="*/ 3173677 h 3717758"/>
              <a:gd name="connsiteX10099" fmla="*/ 1848460 w 7869956"/>
              <a:gd name="connsiteY10099" fmla="*/ 3167386 h 3717758"/>
              <a:gd name="connsiteX10100" fmla="*/ 1882950 w 7869956"/>
              <a:gd name="connsiteY10100" fmla="*/ 3167462 h 3717758"/>
              <a:gd name="connsiteX10101" fmla="*/ 1880169 w 7869956"/>
              <a:gd name="connsiteY10101" fmla="*/ 3151491 h 3717758"/>
              <a:gd name="connsiteX10102" fmla="*/ 1892954 w 7869956"/>
              <a:gd name="connsiteY10102" fmla="*/ 3162994 h 3717758"/>
              <a:gd name="connsiteX10103" fmla="*/ 1889366 w 7869956"/>
              <a:gd name="connsiteY10103" fmla="*/ 3173182 h 3717758"/>
              <a:gd name="connsiteX10104" fmla="*/ 1907965 w 7869956"/>
              <a:gd name="connsiteY10104" fmla="*/ 3156285 h 3717758"/>
              <a:gd name="connsiteX10105" fmla="*/ 1919035 w 7869956"/>
              <a:gd name="connsiteY10105" fmla="*/ 3170228 h 3717758"/>
              <a:gd name="connsiteX10106" fmla="*/ 1902492 w 7869956"/>
              <a:gd name="connsiteY10106" fmla="*/ 3174233 h 3717758"/>
              <a:gd name="connsiteX10107" fmla="*/ 1923083 w 7869956"/>
              <a:gd name="connsiteY10107" fmla="*/ 3199447 h 3717758"/>
              <a:gd name="connsiteX10108" fmla="*/ 1929793 w 7869956"/>
              <a:gd name="connsiteY10108" fmla="*/ 3194717 h 3717758"/>
              <a:gd name="connsiteX10109" fmla="*/ 1923564 w 7869956"/>
              <a:gd name="connsiteY10109" fmla="*/ 3183710 h 3717758"/>
              <a:gd name="connsiteX10110" fmla="*/ 1925619 w 7869956"/>
              <a:gd name="connsiteY10110" fmla="*/ 3170769 h 3717758"/>
              <a:gd name="connsiteX10111" fmla="*/ 1942332 w 7869956"/>
              <a:gd name="connsiteY10111" fmla="*/ 3161509 h 3717758"/>
              <a:gd name="connsiteX10112" fmla="*/ 1934508 w 7869956"/>
              <a:gd name="connsiteY10112" fmla="*/ 3147782 h 3717758"/>
              <a:gd name="connsiteX10113" fmla="*/ 1963681 w 7869956"/>
              <a:gd name="connsiteY10113" fmla="*/ 3160582 h 3717758"/>
              <a:gd name="connsiteX10114" fmla="*/ 1951993 w 7869956"/>
              <a:gd name="connsiteY10114" fmla="*/ 3167508 h 3717758"/>
              <a:gd name="connsiteX10115" fmla="*/ 1987720 w 7869956"/>
              <a:gd name="connsiteY10115" fmla="*/ 3180788 h 3717758"/>
              <a:gd name="connsiteX10116" fmla="*/ 1986470 w 7869956"/>
              <a:gd name="connsiteY10116" fmla="*/ 3167599 h 3717758"/>
              <a:gd name="connsiteX10117" fmla="*/ 2003171 w 7869956"/>
              <a:gd name="connsiteY10117" fmla="*/ 3158329 h 3717758"/>
              <a:gd name="connsiteX10118" fmla="*/ 2050632 w 7869956"/>
              <a:gd name="connsiteY10118" fmla="*/ 3164653 h 3717758"/>
              <a:gd name="connsiteX10119" fmla="*/ 2042037 w 7869956"/>
              <a:gd name="connsiteY10119" fmla="*/ 3177129 h 3717758"/>
              <a:gd name="connsiteX10120" fmla="*/ 2061871 w 7869956"/>
              <a:gd name="connsiteY10120" fmla="*/ 3173419 h 3717758"/>
              <a:gd name="connsiteX10121" fmla="*/ 2061391 w 7869956"/>
              <a:gd name="connsiteY10121" fmla="*/ 3189111 h 3717758"/>
              <a:gd name="connsiteX10122" fmla="*/ 2068240 w 7869956"/>
              <a:gd name="connsiteY10122" fmla="*/ 3179185 h 3717758"/>
              <a:gd name="connsiteX10123" fmla="*/ 2101525 w 7869956"/>
              <a:gd name="connsiteY10123" fmla="*/ 3165982 h 3717758"/>
              <a:gd name="connsiteX10124" fmla="*/ 2128085 w 7869956"/>
              <a:gd name="connsiteY10124" fmla="*/ 3157525 h 3717758"/>
              <a:gd name="connsiteX10125" fmla="*/ 2118222 w 7869956"/>
              <a:gd name="connsiteY10125" fmla="*/ 3156783 h 3717758"/>
              <a:gd name="connsiteX10126" fmla="*/ 2120262 w 7869956"/>
              <a:gd name="connsiteY10126" fmla="*/ 3143798 h 3717758"/>
              <a:gd name="connsiteX10127" fmla="*/ 2136185 w 7869956"/>
              <a:gd name="connsiteY10127" fmla="*/ 3160819 h 3717758"/>
              <a:gd name="connsiteX10128" fmla="*/ 2120865 w 7869956"/>
              <a:gd name="connsiteY10128" fmla="*/ 3178010 h 3717758"/>
              <a:gd name="connsiteX10129" fmla="*/ 2160380 w 7869956"/>
              <a:gd name="connsiteY10129" fmla="*/ 3175799 h 3717758"/>
              <a:gd name="connsiteX10130" fmla="*/ 2171464 w 7869956"/>
              <a:gd name="connsiteY10130" fmla="*/ 3189790 h 3717758"/>
              <a:gd name="connsiteX10131" fmla="*/ 2192814 w 7869956"/>
              <a:gd name="connsiteY10131" fmla="*/ 3188817 h 3717758"/>
              <a:gd name="connsiteX10132" fmla="*/ 2204871 w 7869956"/>
              <a:gd name="connsiteY10132" fmla="*/ 3171347 h 3717758"/>
              <a:gd name="connsiteX10133" fmla="*/ 2205814 w 7869956"/>
              <a:gd name="connsiteY10133" fmla="*/ 3195062 h 3717758"/>
              <a:gd name="connsiteX10134" fmla="*/ 2228896 w 7869956"/>
              <a:gd name="connsiteY10134" fmla="*/ 3191615 h 3717758"/>
              <a:gd name="connsiteX10135" fmla="*/ 2227644 w 7869956"/>
              <a:gd name="connsiteY10135" fmla="*/ 3178396 h 3717758"/>
              <a:gd name="connsiteX10136" fmla="*/ 2241990 w 7869956"/>
              <a:gd name="connsiteY10136" fmla="*/ 3192619 h 3717758"/>
              <a:gd name="connsiteX10137" fmla="*/ 2283221 w 7869956"/>
              <a:gd name="connsiteY10137" fmla="*/ 3187966 h 3717758"/>
              <a:gd name="connsiteX10138" fmla="*/ 2290115 w 7869956"/>
              <a:gd name="connsiteY10138" fmla="*/ 3177980 h 3717758"/>
              <a:gd name="connsiteX10139" fmla="*/ 2287874 w 7869956"/>
              <a:gd name="connsiteY10139" fmla="*/ 3196191 h 3717758"/>
              <a:gd name="connsiteX10140" fmla="*/ 2322704 w 7869956"/>
              <a:gd name="connsiteY10140" fmla="*/ 3185787 h 3717758"/>
              <a:gd name="connsiteX10141" fmla="*/ 2311465 w 7869956"/>
              <a:gd name="connsiteY10141" fmla="*/ 3177021 h 3717758"/>
              <a:gd name="connsiteX10142" fmla="*/ 2339247 w 7869956"/>
              <a:gd name="connsiteY10142" fmla="*/ 3181828 h 3717758"/>
              <a:gd name="connsiteX10143" fmla="*/ 2329275 w 7869956"/>
              <a:gd name="connsiteY10143" fmla="*/ 3186296 h 3717758"/>
              <a:gd name="connsiteX10144" fmla="*/ 2352356 w 7869956"/>
              <a:gd name="connsiteY10144" fmla="*/ 3182787 h 3717758"/>
              <a:gd name="connsiteX10145" fmla="*/ 2346125 w 7869956"/>
              <a:gd name="connsiteY10145" fmla="*/ 3171857 h 3717758"/>
              <a:gd name="connsiteX10146" fmla="*/ 2355618 w 7869956"/>
              <a:gd name="connsiteY10146" fmla="*/ 3183080 h 3717758"/>
              <a:gd name="connsiteX10147" fmla="*/ 2370768 w 7869956"/>
              <a:gd name="connsiteY10147" fmla="*/ 3171116 h 3717758"/>
              <a:gd name="connsiteX10148" fmla="*/ 2358137 w 7869956"/>
              <a:gd name="connsiteY10148" fmla="*/ 3154403 h 3717758"/>
              <a:gd name="connsiteX10149" fmla="*/ 2347980 w 7869956"/>
              <a:gd name="connsiteY10149" fmla="*/ 3164143 h 3717758"/>
              <a:gd name="connsiteX10150" fmla="*/ 2294460 w 7869956"/>
              <a:gd name="connsiteY10150" fmla="*/ 3141587 h 3717758"/>
              <a:gd name="connsiteX10151" fmla="*/ 2264792 w 7869956"/>
              <a:gd name="connsiteY10151" fmla="*/ 3144556 h 3717758"/>
              <a:gd name="connsiteX10152" fmla="*/ 2212509 w 7869956"/>
              <a:gd name="connsiteY10152" fmla="*/ 3135203 h 3717758"/>
              <a:gd name="connsiteX10153" fmla="*/ 2211427 w 7869956"/>
              <a:gd name="connsiteY10153" fmla="*/ 3116743 h 3717758"/>
              <a:gd name="connsiteX10154" fmla="*/ 2198300 w 7869956"/>
              <a:gd name="connsiteY10154" fmla="*/ 3115756 h 3717758"/>
              <a:gd name="connsiteX10155" fmla="*/ 2192536 w 7869956"/>
              <a:gd name="connsiteY10155" fmla="*/ 3089025 h 3717758"/>
              <a:gd name="connsiteX10156" fmla="*/ 2182069 w 7869956"/>
              <a:gd name="connsiteY10156" fmla="*/ 3109246 h 3717758"/>
              <a:gd name="connsiteX10157" fmla="*/ 2166145 w 7869956"/>
              <a:gd name="connsiteY10157" fmla="*/ 3092240 h 3717758"/>
              <a:gd name="connsiteX10158" fmla="*/ 2155988 w 7869956"/>
              <a:gd name="connsiteY10158" fmla="*/ 3101964 h 3717758"/>
              <a:gd name="connsiteX10159" fmla="*/ 2164908 w 7869956"/>
              <a:gd name="connsiteY10159" fmla="*/ 3078991 h 3717758"/>
              <a:gd name="connsiteX10160" fmla="*/ 2148692 w 7869956"/>
              <a:gd name="connsiteY10160" fmla="*/ 3072545 h 3717758"/>
              <a:gd name="connsiteX10161" fmla="*/ 2136957 w 7869956"/>
              <a:gd name="connsiteY10161" fmla="*/ 3079487 h 3717758"/>
              <a:gd name="connsiteX10162" fmla="*/ 2131346 w 7869956"/>
              <a:gd name="connsiteY10162" fmla="*/ 3102675 h 3717758"/>
              <a:gd name="connsiteX10163" fmla="*/ 2130264 w 7869956"/>
              <a:gd name="connsiteY10163" fmla="*/ 3084187 h 3717758"/>
              <a:gd name="connsiteX10164" fmla="*/ 2102468 w 7869956"/>
              <a:gd name="connsiteY10164" fmla="*/ 3079409 h 3717758"/>
              <a:gd name="connsiteX10165" fmla="*/ 2111372 w 7869956"/>
              <a:gd name="connsiteY10165" fmla="*/ 3056452 h 3717758"/>
              <a:gd name="connsiteX10166" fmla="*/ 2121545 w 7869956"/>
              <a:gd name="connsiteY10166" fmla="*/ 3046759 h 3717758"/>
              <a:gd name="connsiteX10167" fmla="*/ 2139493 w 7869956"/>
              <a:gd name="connsiteY10167" fmla="*/ 3050794 h 3717758"/>
              <a:gd name="connsiteX10168" fmla="*/ 2130914 w 7869956"/>
              <a:gd name="connsiteY10168" fmla="*/ 3063269 h 3717758"/>
              <a:gd name="connsiteX10169" fmla="*/ 2149155 w 7869956"/>
              <a:gd name="connsiteY10169" fmla="*/ 3056808 h 3717758"/>
              <a:gd name="connsiteX10170" fmla="*/ 2181296 w 7869956"/>
              <a:gd name="connsiteY10170" fmla="*/ 3080289 h 3717758"/>
              <a:gd name="connsiteX10171" fmla="*/ 2186630 w 7869956"/>
              <a:gd name="connsiteY10171" fmla="*/ 3067628 h 3717758"/>
              <a:gd name="connsiteX10172" fmla="*/ 2193185 w 7869956"/>
              <a:gd name="connsiteY10172" fmla="*/ 3068092 h 3717758"/>
              <a:gd name="connsiteX10173" fmla="*/ 2192705 w 7869956"/>
              <a:gd name="connsiteY10173" fmla="*/ 3083815 h 3717758"/>
              <a:gd name="connsiteX10174" fmla="*/ 2204563 w 7869956"/>
              <a:gd name="connsiteY10174" fmla="*/ 3071617 h 3717758"/>
              <a:gd name="connsiteX10175" fmla="*/ 2210638 w 7869956"/>
              <a:gd name="connsiteY10175" fmla="*/ 3087865 h 3717758"/>
              <a:gd name="connsiteX10176" fmla="*/ 2236702 w 7869956"/>
              <a:gd name="connsiteY10176" fmla="*/ 3095148 h 3717758"/>
              <a:gd name="connsiteX10177" fmla="*/ 2240459 w 7869956"/>
              <a:gd name="connsiteY10177" fmla="*/ 3079658 h 3717758"/>
              <a:gd name="connsiteX10178" fmla="*/ 2247168 w 7869956"/>
              <a:gd name="connsiteY10178" fmla="*/ 3074912 h 3717758"/>
              <a:gd name="connsiteX10179" fmla="*/ 2261686 w 7869956"/>
              <a:gd name="connsiteY10179" fmla="*/ 3083955 h 3717758"/>
              <a:gd name="connsiteX10180" fmla="*/ 2308976 w 7869956"/>
              <a:gd name="connsiteY10180" fmla="*/ 3095488 h 3717758"/>
              <a:gd name="connsiteX10181" fmla="*/ 2319765 w 7869956"/>
              <a:gd name="connsiteY10181" fmla="*/ 3064818 h 3717758"/>
              <a:gd name="connsiteX10182" fmla="*/ 2311186 w 7869956"/>
              <a:gd name="connsiteY10182" fmla="*/ 3077247 h 3717758"/>
              <a:gd name="connsiteX10183" fmla="*/ 2308388 w 7869956"/>
              <a:gd name="connsiteY10183" fmla="*/ 3061293 h 3717758"/>
              <a:gd name="connsiteX10184" fmla="*/ 2233441 w 7869956"/>
              <a:gd name="connsiteY10184" fmla="*/ 3039740 h 3717758"/>
              <a:gd name="connsiteX10185" fmla="*/ 2248436 w 7869956"/>
              <a:gd name="connsiteY10185" fmla="*/ 3033001 h 3717758"/>
              <a:gd name="connsiteX10186" fmla="*/ 2247339 w 7869956"/>
              <a:gd name="connsiteY10186" fmla="*/ 3014528 h 3717758"/>
              <a:gd name="connsiteX10187" fmla="*/ 2250322 w 7869956"/>
              <a:gd name="connsiteY10187" fmla="*/ 3025242 h 3717758"/>
              <a:gd name="connsiteX10188" fmla="*/ 2270451 w 7869956"/>
              <a:gd name="connsiteY10188" fmla="*/ 3011064 h 3717758"/>
              <a:gd name="connsiteX10189" fmla="*/ 2263276 w 7869956"/>
              <a:gd name="connsiteY10189" fmla="*/ 3031549 h 3717758"/>
              <a:gd name="connsiteX10190" fmla="*/ 2255299 w 7869956"/>
              <a:gd name="connsiteY10190" fmla="*/ 3023000 h 3717758"/>
              <a:gd name="connsiteX10191" fmla="*/ 2254650 w 7869956"/>
              <a:gd name="connsiteY10191" fmla="*/ 3043978 h 3717758"/>
              <a:gd name="connsiteX10192" fmla="*/ 2271363 w 7869956"/>
              <a:gd name="connsiteY10192" fmla="*/ 3034719 h 3717758"/>
              <a:gd name="connsiteX10193" fmla="*/ 2280113 w 7869956"/>
              <a:gd name="connsiteY10193" fmla="*/ 3017046 h 3717758"/>
              <a:gd name="connsiteX10194" fmla="*/ 2342245 w 7869956"/>
              <a:gd name="connsiteY10194" fmla="*/ 3027111 h 3717758"/>
              <a:gd name="connsiteX10195" fmla="*/ 2344439 w 7869956"/>
              <a:gd name="connsiteY10195" fmla="*/ 3008931 h 3717758"/>
              <a:gd name="connsiteX10196" fmla="*/ 2366763 w 7869956"/>
              <a:gd name="connsiteY10196" fmla="*/ 3031641 h 3717758"/>
              <a:gd name="connsiteX10197" fmla="*/ 2353329 w 7869956"/>
              <a:gd name="connsiteY10197" fmla="*/ 3041088 h 3717758"/>
              <a:gd name="connsiteX10198" fmla="*/ 2353653 w 7869956"/>
              <a:gd name="connsiteY10198" fmla="*/ 3030636 h 3717758"/>
              <a:gd name="connsiteX10199" fmla="*/ 2341610 w 7869956"/>
              <a:gd name="connsiteY10199" fmla="*/ 3048059 h 3717758"/>
              <a:gd name="connsiteX10200" fmla="*/ 2373472 w 7869956"/>
              <a:gd name="connsiteY10200" fmla="*/ 3026910 h 3717758"/>
              <a:gd name="connsiteX10201" fmla="*/ 2391436 w 7869956"/>
              <a:gd name="connsiteY10201" fmla="*/ 3030945 h 3717758"/>
              <a:gd name="connsiteX10202" fmla="*/ 2380971 w 7869956"/>
              <a:gd name="connsiteY10202" fmla="*/ 3051104 h 3717758"/>
              <a:gd name="connsiteX10203" fmla="*/ 2399212 w 7869956"/>
              <a:gd name="connsiteY10203" fmla="*/ 3044675 h 3717758"/>
              <a:gd name="connsiteX10204" fmla="*/ 2424520 w 7869956"/>
              <a:gd name="connsiteY10204" fmla="*/ 3023015 h 3717758"/>
              <a:gd name="connsiteX10205" fmla="*/ 2422479 w 7869956"/>
              <a:gd name="connsiteY10205" fmla="*/ 3035954 h 3717758"/>
              <a:gd name="connsiteX10206" fmla="*/ 2435758 w 7869956"/>
              <a:gd name="connsiteY10206" fmla="*/ 3031765 h 3717758"/>
              <a:gd name="connsiteX10207" fmla="*/ 2446828 w 7869956"/>
              <a:gd name="connsiteY10207" fmla="*/ 3045711 h 3717758"/>
              <a:gd name="connsiteX10208" fmla="*/ 2460571 w 7869956"/>
              <a:gd name="connsiteY10208" fmla="*/ 3025783 h 3717758"/>
              <a:gd name="connsiteX10209" fmla="*/ 2468363 w 7869956"/>
              <a:gd name="connsiteY10209" fmla="*/ 3039558 h 3717758"/>
              <a:gd name="connsiteX10210" fmla="*/ 2481797 w 7869956"/>
              <a:gd name="connsiteY10210" fmla="*/ 3030065 h 3717758"/>
              <a:gd name="connsiteX10211" fmla="*/ 2479772 w 7869956"/>
              <a:gd name="connsiteY10211" fmla="*/ 3043036 h 3717758"/>
              <a:gd name="connsiteX10212" fmla="*/ 2485074 w 7869956"/>
              <a:gd name="connsiteY10212" fmla="*/ 3030314 h 3717758"/>
              <a:gd name="connsiteX10213" fmla="*/ 2493052 w 7869956"/>
              <a:gd name="connsiteY10213" fmla="*/ 3038831 h 3717758"/>
              <a:gd name="connsiteX10214" fmla="*/ 2484456 w 7869956"/>
              <a:gd name="connsiteY10214" fmla="*/ 3051307 h 3717758"/>
              <a:gd name="connsiteX10215" fmla="*/ 2501507 w 7869956"/>
              <a:gd name="connsiteY10215" fmla="*/ 3031642 h 3717758"/>
              <a:gd name="connsiteX10216" fmla="*/ 2517709 w 7869956"/>
              <a:gd name="connsiteY10216" fmla="*/ 3038105 h 3717758"/>
              <a:gd name="connsiteX10217" fmla="*/ 2522239 w 7869956"/>
              <a:gd name="connsiteY10217" fmla="*/ 3051601 h 3717758"/>
              <a:gd name="connsiteX10218" fmla="*/ 2575002 w 7869956"/>
              <a:gd name="connsiteY10218" fmla="*/ 3045233 h 3717758"/>
              <a:gd name="connsiteX10219" fmla="*/ 2579348 w 7869956"/>
              <a:gd name="connsiteY10219" fmla="*/ 3063922 h 3717758"/>
              <a:gd name="connsiteX10220" fmla="*/ 2602458 w 7869956"/>
              <a:gd name="connsiteY10220" fmla="*/ 3060460 h 3717758"/>
              <a:gd name="connsiteX10221" fmla="*/ 2619170 w 7869956"/>
              <a:gd name="connsiteY10221" fmla="*/ 3051230 h 3717758"/>
              <a:gd name="connsiteX10222" fmla="*/ 2622139 w 7869956"/>
              <a:gd name="connsiteY10222" fmla="*/ 3061992 h 3717758"/>
              <a:gd name="connsiteX10223" fmla="*/ 2651790 w 7869956"/>
              <a:gd name="connsiteY10223" fmla="*/ 3059023 h 3717758"/>
              <a:gd name="connsiteX10224" fmla="*/ 2677251 w 7869956"/>
              <a:gd name="connsiteY10224" fmla="*/ 3032139 h 3717758"/>
              <a:gd name="connsiteX10225" fmla="*/ 2712685 w 7869956"/>
              <a:gd name="connsiteY10225" fmla="*/ 3055885 h 3717758"/>
              <a:gd name="connsiteX10226" fmla="*/ 2727526 w 7869956"/>
              <a:gd name="connsiteY10226" fmla="*/ 3054402 h 3717758"/>
              <a:gd name="connsiteX10227" fmla="*/ 2720630 w 7869956"/>
              <a:gd name="connsiteY10227" fmla="*/ 3064374 h 3717758"/>
              <a:gd name="connsiteX10228" fmla="*/ 2742336 w 7869956"/>
              <a:gd name="connsiteY10228" fmla="*/ 3052916 h 3717758"/>
              <a:gd name="connsiteX10229" fmla="*/ 2729365 w 7869956"/>
              <a:gd name="connsiteY10229" fmla="*/ 3046688 h 3717758"/>
              <a:gd name="connsiteX10230" fmla="*/ 2763392 w 7869956"/>
              <a:gd name="connsiteY10230" fmla="*/ 3062455 h 3717758"/>
              <a:gd name="connsiteX10231" fmla="*/ 2767147 w 7869956"/>
              <a:gd name="connsiteY10231" fmla="*/ 3046996 h 3717758"/>
              <a:gd name="connsiteX10232" fmla="*/ 2781820 w 7869956"/>
              <a:gd name="connsiteY10232" fmla="*/ 3050801 h 3717758"/>
              <a:gd name="connsiteX10233" fmla="*/ 2774198 w 7869956"/>
              <a:gd name="connsiteY10233" fmla="*/ 3031785 h 3717758"/>
              <a:gd name="connsiteX10234" fmla="*/ 2754673 w 7869956"/>
              <a:gd name="connsiteY10234" fmla="*/ 3025014 h 3717758"/>
              <a:gd name="connsiteX10235" fmla="*/ 2772790 w 7869956"/>
              <a:gd name="connsiteY10235" fmla="*/ 3023792 h 3717758"/>
              <a:gd name="connsiteX10236" fmla="*/ 2788544 w 7869956"/>
              <a:gd name="connsiteY10236" fmla="*/ 3046039 h 3717758"/>
              <a:gd name="connsiteX10237" fmla="*/ 2795732 w 7869956"/>
              <a:gd name="connsiteY10237" fmla="*/ 3025586 h 3717758"/>
              <a:gd name="connsiteX10238" fmla="*/ 2798855 w 7869956"/>
              <a:gd name="connsiteY10238" fmla="*/ 3031106 h 3717758"/>
              <a:gd name="connsiteX10239" fmla="*/ 2802117 w 7869956"/>
              <a:gd name="connsiteY10239" fmla="*/ 3031354 h 3717758"/>
              <a:gd name="connsiteX10240" fmla="*/ 2793228 w 7869956"/>
              <a:gd name="connsiteY10240" fmla="*/ 3054279 h 3717758"/>
              <a:gd name="connsiteX10241" fmla="*/ 2796041 w 7869956"/>
              <a:gd name="connsiteY10241" fmla="*/ 3070248 h 3717758"/>
              <a:gd name="connsiteX10242" fmla="*/ 2812893 w 7869956"/>
              <a:gd name="connsiteY10242" fmla="*/ 3055794 h 3717758"/>
              <a:gd name="connsiteX10243" fmla="*/ 2844444 w 7869956"/>
              <a:gd name="connsiteY10243" fmla="*/ 3045098 h 3717758"/>
              <a:gd name="connsiteX10244" fmla="*/ 2843488 w 7869956"/>
              <a:gd name="connsiteY10244" fmla="*/ 3076556 h 3717758"/>
              <a:gd name="connsiteX10245" fmla="*/ 2854123 w 7869956"/>
              <a:gd name="connsiteY10245" fmla="*/ 3051111 h 3717758"/>
              <a:gd name="connsiteX10246" fmla="*/ 2875519 w 7869956"/>
              <a:gd name="connsiteY10246" fmla="*/ 3050138 h 3717758"/>
              <a:gd name="connsiteX10247" fmla="*/ 2877977 w 7869956"/>
              <a:gd name="connsiteY10247" fmla="*/ 3076649 h 3717758"/>
              <a:gd name="connsiteX10248" fmla="*/ 2890019 w 7869956"/>
              <a:gd name="connsiteY10248" fmla="*/ 3059198 h 3717758"/>
              <a:gd name="connsiteX10249" fmla="*/ 2907474 w 7869956"/>
              <a:gd name="connsiteY10249" fmla="*/ 3078924 h 3717758"/>
              <a:gd name="connsiteX10250" fmla="*/ 2911091 w 7869956"/>
              <a:gd name="connsiteY10250" fmla="*/ 3068720 h 3717758"/>
              <a:gd name="connsiteX10251" fmla="*/ 2942613 w 7869956"/>
              <a:gd name="connsiteY10251" fmla="*/ 3058006 h 3717758"/>
              <a:gd name="connsiteX10252" fmla="*/ 2959000 w 7869956"/>
              <a:gd name="connsiteY10252" fmla="*/ 3059243 h 3717758"/>
              <a:gd name="connsiteX10253" fmla="*/ 2986627 w 7869956"/>
              <a:gd name="connsiteY10253" fmla="*/ 3069277 h 3717758"/>
              <a:gd name="connsiteX10254" fmla="*/ 2993350 w 7869956"/>
              <a:gd name="connsiteY10254" fmla="*/ 3064547 h 3717758"/>
              <a:gd name="connsiteX10255" fmla="*/ 2990368 w 7869956"/>
              <a:gd name="connsiteY10255" fmla="*/ 3053817 h 3717758"/>
              <a:gd name="connsiteX10256" fmla="*/ 3006925 w 7869956"/>
              <a:gd name="connsiteY10256" fmla="*/ 3049857 h 3717758"/>
              <a:gd name="connsiteX10257" fmla="*/ 2996614 w 7869956"/>
              <a:gd name="connsiteY10257" fmla="*/ 3064855 h 3717758"/>
              <a:gd name="connsiteX10258" fmla="*/ 3033917 w 7869956"/>
              <a:gd name="connsiteY10258" fmla="*/ 3080841 h 3717758"/>
              <a:gd name="connsiteX10259" fmla="*/ 3041090 w 7869956"/>
              <a:gd name="connsiteY10259" fmla="*/ 3060373 h 3717758"/>
              <a:gd name="connsiteX10260" fmla="*/ 3024441 w 7869956"/>
              <a:gd name="connsiteY10260" fmla="*/ 3069614 h 3717758"/>
              <a:gd name="connsiteX10261" fmla="*/ 3028630 w 7869956"/>
              <a:gd name="connsiteY10261" fmla="*/ 3038389 h 3717758"/>
              <a:gd name="connsiteX10262" fmla="*/ 3047816 w 7869956"/>
              <a:gd name="connsiteY10262" fmla="*/ 3055625 h 3717758"/>
              <a:gd name="connsiteX10263" fmla="*/ 3047042 w 7869956"/>
              <a:gd name="connsiteY10263" fmla="*/ 3081859 h 3717758"/>
              <a:gd name="connsiteX10264" fmla="*/ 3055623 w 7869956"/>
              <a:gd name="connsiteY10264" fmla="*/ 3069370 h 3717758"/>
              <a:gd name="connsiteX10265" fmla="*/ 3053581 w 7869956"/>
              <a:gd name="connsiteY10265" fmla="*/ 3082324 h 3717758"/>
              <a:gd name="connsiteX10266" fmla="*/ 3075118 w 7869956"/>
              <a:gd name="connsiteY10266" fmla="*/ 3076156 h 3717758"/>
              <a:gd name="connsiteX10267" fmla="*/ 3114151 w 7869956"/>
              <a:gd name="connsiteY10267" fmla="*/ 3089684 h 3717758"/>
              <a:gd name="connsiteX10268" fmla="*/ 3116178 w 7869956"/>
              <a:gd name="connsiteY10268" fmla="*/ 3076696 h 3717758"/>
              <a:gd name="connsiteX10269" fmla="*/ 3127741 w 7869956"/>
              <a:gd name="connsiteY10269" fmla="*/ 3074965 h 3717758"/>
              <a:gd name="connsiteX10270" fmla="*/ 3153976 w 7869956"/>
              <a:gd name="connsiteY10270" fmla="*/ 3077038 h 3717758"/>
              <a:gd name="connsiteX10271" fmla="*/ 3158490 w 7869956"/>
              <a:gd name="connsiteY10271" fmla="*/ 3090549 h 3717758"/>
              <a:gd name="connsiteX10272" fmla="*/ 3145088 w 7869956"/>
              <a:gd name="connsiteY10272" fmla="*/ 3099947 h 3717758"/>
              <a:gd name="connsiteX10273" fmla="*/ 3174414 w 7869956"/>
              <a:gd name="connsiteY10273" fmla="*/ 3107493 h 3717758"/>
              <a:gd name="connsiteX10274" fmla="*/ 3159897 w 7869956"/>
              <a:gd name="connsiteY10274" fmla="*/ 3098464 h 3717758"/>
              <a:gd name="connsiteX10275" fmla="*/ 3206276 w 7869956"/>
              <a:gd name="connsiteY10275" fmla="*/ 3086312 h 3717758"/>
              <a:gd name="connsiteX10276" fmla="*/ 3203293 w 7869956"/>
              <a:gd name="connsiteY10276" fmla="*/ 3075583 h 3717758"/>
              <a:gd name="connsiteX10277" fmla="*/ 3211903 w 7869956"/>
              <a:gd name="connsiteY10277" fmla="*/ 3063109 h 3717758"/>
              <a:gd name="connsiteX10278" fmla="*/ 3216092 w 7869956"/>
              <a:gd name="connsiteY10278" fmla="*/ 3087086 h 3717758"/>
              <a:gd name="connsiteX10279" fmla="*/ 3237334 w 7869956"/>
              <a:gd name="connsiteY10279" fmla="*/ 3091355 h 3717758"/>
              <a:gd name="connsiteX10280" fmla="*/ 3223156 w 7869956"/>
              <a:gd name="connsiteY10280" fmla="*/ 3071892 h 3717758"/>
              <a:gd name="connsiteX10281" fmla="*/ 3239836 w 7869956"/>
              <a:gd name="connsiteY10281" fmla="*/ 3062633 h 3717758"/>
              <a:gd name="connsiteX10282" fmla="*/ 3246857 w 7869956"/>
              <a:gd name="connsiteY10282" fmla="*/ 3102576 h 3717758"/>
              <a:gd name="connsiteX10283" fmla="*/ 3279044 w 7869956"/>
              <a:gd name="connsiteY10283" fmla="*/ 3070947 h 3717758"/>
              <a:gd name="connsiteX10284" fmla="*/ 3255759 w 7869956"/>
              <a:gd name="connsiteY10284" fmla="*/ 3079653 h 3717758"/>
              <a:gd name="connsiteX10285" fmla="*/ 3262811 w 7869956"/>
              <a:gd name="connsiteY10285" fmla="*/ 3064424 h 3717758"/>
              <a:gd name="connsiteX10286" fmla="*/ 3303718 w 7869956"/>
              <a:gd name="connsiteY10286" fmla="*/ 3070235 h 3717758"/>
              <a:gd name="connsiteX10287" fmla="*/ 3297148 w 7869956"/>
              <a:gd name="connsiteY10287" fmla="*/ 3069724 h 3717758"/>
              <a:gd name="connsiteX10288" fmla="*/ 3299928 w 7869956"/>
              <a:gd name="connsiteY10288" fmla="*/ 3085728 h 3717758"/>
              <a:gd name="connsiteX10289" fmla="*/ 3295276 w 7869956"/>
              <a:gd name="connsiteY10289" fmla="*/ 3077487 h 3717758"/>
              <a:gd name="connsiteX10290" fmla="*/ 3294796 w 7869956"/>
              <a:gd name="connsiteY10290" fmla="*/ 3093225 h 3717758"/>
              <a:gd name="connsiteX10291" fmla="*/ 3276367 w 7869956"/>
              <a:gd name="connsiteY10291" fmla="*/ 3104914 h 3717758"/>
              <a:gd name="connsiteX10292" fmla="*/ 3292617 w 7869956"/>
              <a:gd name="connsiteY10292" fmla="*/ 3111390 h 3717758"/>
              <a:gd name="connsiteX10293" fmla="*/ 3304473 w 7869956"/>
              <a:gd name="connsiteY10293" fmla="*/ 3099195 h 3717758"/>
              <a:gd name="connsiteX10294" fmla="*/ 3302279 w 7869956"/>
              <a:gd name="connsiteY10294" fmla="*/ 3117451 h 3717758"/>
              <a:gd name="connsiteX10295" fmla="*/ 3312589 w 7869956"/>
              <a:gd name="connsiteY10295" fmla="*/ 3102457 h 3717758"/>
              <a:gd name="connsiteX10296" fmla="*/ 3301521 w 7869956"/>
              <a:gd name="connsiteY10296" fmla="*/ 3088496 h 3717758"/>
              <a:gd name="connsiteX10297" fmla="*/ 3319470 w 7869956"/>
              <a:gd name="connsiteY10297" fmla="*/ 3092466 h 3717758"/>
              <a:gd name="connsiteX10298" fmla="*/ 3324804 w 7869956"/>
              <a:gd name="connsiteY10298" fmla="*/ 3079758 h 3717758"/>
              <a:gd name="connsiteX10299" fmla="*/ 3310118 w 7869956"/>
              <a:gd name="connsiteY10299" fmla="*/ 3076000 h 3717758"/>
              <a:gd name="connsiteX10300" fmla="*/ 3321990 w 7869956"/>
              <a:gd name="connsiteY10300" fmla="*/ 3063804 h 3717758"/>
              <a:gd name="connsiteX10301" fmla="*/ 3297504 w 7869956"/>
              <a:gd name="connsiteY10301" fmla="*/ 3059258 h 3717758"/>
              <a:gd name="connsiteX10302" fmla="*/ 3301090 w 7869956"/>
              <a:gd name="connsiteY10302" fmla="*/ 3049070 h 3717758"/>
              <a:gd name="connsiteX10303" fmla="*/ 3292478 w 7869956"/>
              <a:gd name="connsiteY10303" fmla="*/ 3061515 h 3717758"/>
              <a:gd name="connsiteX10304" fmla="*/ 3269553 w 7869956"/>
              <a:gd name="connsiteY10304" fmla="*/ 3059738 h 3717758"/>
              <a:gd name="connsiteX10305" fmla="*/ 3262982 w 7869956"/>
              <a:gd name="connsiteY10305" fmla="*/ 3059229 h 3717758"/>
              <a:gd name="connsiteX10306" fmla="*/ 3260028 w 7869956"/>
              <a:gd name="connsiteY10306" fmla="*/ 3048514 h 3717758"/>
              <a:gd name="connsiteX10307" fmla="*/ 3249887 w 7869956"/>
              <a:gd name="connsiteY10307" fmla="*/ 3058239 h 3717758"/>
              <a:gd name="connsiteX10308" fmla="*/ 3225351 w 7869956"/>
              <a:gd name="connsiteY10308" fmla="*/ 3053744 h 3717758"/>
              <a:gd name="connsiteX10309" fmla="*/ 3222569 w 7869956"/>
              <a:gd name="connsiteY10309" fmla="*/ 3037756 h 3717758"/>
              <a:gd name="connsiteX10310" fmla="*/ 3181199 w 7869956"/>
              <a:gd name="connsiteY10310" fmla="*/ 3047666 h 3717758"/>
              <a:gd name="connsiteX10311" fmla="*/ 3166358 w 7869956"/>
              <a:gd name="connsiteY10311" fmla="*/ 3049103 h 3717758"/>
              <a:gd name="connsiteX10312" fmla="*/ 3158738 w 7869956"/>
              <a:gd name="connsiteY10312" fmla="*/ 3030104 h 3717758"/>
              <a:gd name="connsiteX10313" fmla="*/ 3124402 w 7869956"/>
              <a:gd name="connsiteY10313" fmla="*/ 3024863 h 3717758"/>
              <a:gd name="connsiteX10314" fmla="*/ 3122362 w 7869956"/>
              <a:gd name="connsiteY10314" fmla="*/ 3037847 h 3717758"/>
              <a:gd name="connsiteX10315" fmla="*/ 3101134 w 7869956"/>
              <a:gd name="connsiteY10315" fmla="*/ 3033565 h 3717758"/>
              <a:gd name="connsiteX10316" fmla="*/ 3106576 w 7869956"/>
              <a:gd name="connsiteY10316" fmla="*/ 3015618 h 3717758"/>
              <a:gd name="connsiteX10317" fmla="*/ 3050535 w 7869956"/>
              <a:gd name="connsiteY10317" fmla="*/ 3021771 h 3717758"/>
              <a:gd name="connsiteX10318" fmla="*/ 3048374 w 7869956"/>
              <a:gd name="connsiteY10318" fmla="*/ 3039948 h 3717758"/>
              <a:gd name="connsiteX10319" fmla="*/ 3030423 w 7869956"/>
              <a:gd name="connsiteY10319" fmla="*/ 3035929 h 3717758"/>
              <a:gd name="connsiteX10320" fmla="*/ 3037596 w 7869956"/>
              <a:gd name="connsiteY10320" fmla="*/ 3015462 h 3717758"/>
              <a:gd name="connsiteX10321" fmla="*/ 2944407 w 7869956"/>
              <a:gd name="connsiteY10321" fmla="*/ 3000403 h 3717758"/>
              <a:gd name="connsiteX10322" fmla="*/ 2955971 w 7869956"/>
              <a:gd name="connsiteY10322" fmla="*/ 2998657 h 3717758"/>
              <a:gd name="connsiteX10323" fmla="*/ 2949864 w 7869956"/>
              <a:gd name="connsiteY10323" fmla="*/ 2982421 h 3717758"/>
              <a:gd name="connsiteX10324" fmla="*/ 2931946 w 7869956"/>
              <a:gd name="connsiteY10324" fmla="*/ 2978390 h 3717758"/>
              <a:gd name="connsiteX10325" fmla="*/ 2923181 w 7869956"/>
              <a:gd name="connsiteY10325" fmla="*/ 2996122 h 3717758"/>
              <a:gd name="connsiteX10326" fmla="*/ 2910549 w 7869956"/>
              <a:gd name="connsiteY10326" fmla="*/ 2979333 h 3717758"/>
              <a:gd name="connsiteX10327" fmla="*/ 2908509 w 7869956"/>
              <a:gd name="connsiteY10327" fmla="*/ 2992348 h 3717758"/>
              <a:gd name="connsiteX10328" fmla="*/ 2887284 w 7869956"/>
              <a:gd name="connsiteY10328" fmla="*/ 2988066 h 3717758"/>
              <a:gd name="connsiteX10329" fmla="*/ 2900563 w 7869956"/>
              <a:gd name="connsiteY10329" fmla="*/ 2983847 h 3717758"/>
              <a:gd name="connsiteX10330" fmla="*/ 2891519 w 7869956"/>
              <a:gd name="connsiteY10330" fmla="*/ 2956886 h 3717758"/>
              <a:gd name="connsiteX10331" fmla="*/ 2886062 w 7869956"/>
              <a:gd name="connsiteY10331" fmla="*/ 2974850 h 3717758"/>
              <a:gd name="connsiteX10332" fmla="*/ 2846873 w 7869956"/>
              <a:gd name="connsiteY10332" fmla="*/ 2966532 h 3717758"/>
              <a:gd name="connsiteX10333" fmla="*/ 2833097 w 7869956"/>
              <a:gd name="connsiteY10333" fmla="*/ 2986492 h 3717758"/>
              <a:gd name="connsiteX10334" fmla="*/ 2830485 w 7869956"/>
              <a:gd name="connsiteY10334" fmla="*/ 2965248 h 3717758"/>
              <a:gd name="connsiteX10335" fmla="*/ 2810155 w 7869956"/>
              <a:gd name="connsiteY10335" fmla="*/ 2984713 h 3717758"/>
              <a:gd name="connsiteX10336" fmla="*/ 2814823 w 7869956"/>
              <a:gd name="connsiteY10336" fmla="*/ 2992954 h 3717758"/>
              <a:gd name="connsiteX10337" fmla="*/ 2806227 w 7869956"/>
              <a:gd name="connsiteY10337" fmla="*/ 3005444 h 3717758"/>
              <a:gd name="connsiteX10338" fmla="*/ 2790026 w 7869956"/>
              <a:gd name="connsiteY10338" fmla="*/ 2998921 h 3717758"/>
              <a:gd name="connsiteX10339" fmla="*/ 2799998 w 7869956"/>
              <a:gd name="connsiteY10339" fmla="*/ 2994436 h 3717758"/>
              <a:gd name="connsiteX10340" fmla="*/ 2803570 w 7869956"/>
              <a:gd name="connsiteY10340" fmla="*/ 2984202 h 3717758"/>
              <a:gd name="connsiteX10341" fmla="*/ 2787676 w 7869956"/>
              <a:gd name="connsiteY10341" fmla="*/ 2967228 h 3717758"/>
              <a:gd name="connsiteX10342" fmla="*/ 2794402 w 7869956"/>
              <a:gd name="connsiteY10342" fmla="*/ 2962497 h 3717758"/>
              <a:gd name="connsiteX10343" fmla="*/ 2759571 w 7869956"/>
              <a:gd name="connsiteY10343" fmla="*/ 2972918 h 3717758"/>
              <a:gd name="connsiteX10344" fmla="*/ 2763498 w 7869956"/>
              <a:gd name="connsiteY10344" fmla="*/ 2952186 h 3717758"/>
              <a:gd name="connsiteX10345" fmla="*/ 2738330 w 7869956"/>
              <a:gd name="connsiteY10345" fmla="*/ 2968620 h 3717758"/>
              <a:gd name="connsiteX10346" fmla="*/ 2745055 w 7869956"/>
              <a:gd name="connsiteY10346" fmla="*/ 2963889 h 3717758"/>
              <a:gd name="connsiteX10347" fmla="*/ 2720398 w 7869956"/>
              <a:gd name="connsiteY10347" fmla="*/ 2964585 h 3717758"/>
              <a:gd name="connsiteX10348" fmla="*/ 2714321 w 7869956"/>
              <a:gd name="connsiteY10348" fmla="*/ 2948351 h 3717758"/>
              <a:gd name="connsiteX10349" fmla="*/ 2703995 w 7869956"/>
              <a:gd name="connsiteY10349" fmla="*/ 2963331 h 3717758"/>
              <a:gd name="connsiteX10350" fmla="*/ 2696063 w 7869956"/>
              <a:gd name="connsiteY10350" fmla="*/ 2954845 h 3717758"/>
              <a:gd name="connsiteX10351" fmla="*/ 2696342 w 7869956"/>
              <a:gd name="connsiteY10351" fmla="*/ 2944332 h 3717758"/>
              <a:gd name="connsiteX10352" fmla="*/ 2648403 w 7869956"/>
              <a:gd name="connsiteY10352" fmla="*/ 2953747 h 3717758"/>
              <a:gd name="connsiteX10353" fmla="*/ 2652513 w 7869956"/>
              <a:gd name="connsiteY10353" fmla="*/ 2927790 h 3717758"/>
              <a:gd name="connsiteX10354" fmla="*/ 2634211 w 7869956"/>
              <a:gd name="connsiteY10354" fmla="*/ 2934267 h 3717758"/>
              <a:gd name="connsiteX10355" fmla="*/ 2645449 w 7869956"/>
              <a:gd name="connsiteY10355" fmla="*/ 2943017 h 3717758"/>
              <a:gd name="connsiteX10356" fmla="*/ 2623018 w 7869956"/>
              <a:gd name="connsiteY10356" fmla="*/ 2925502 h 3717758"/>
              <a:gd name="connsiteX10357" fmla="*/ 2625630 w 7869956"/>
              <a:gd name="connsiteY10357" fmla="*/ 2946696 h 3717758"/>
              <a:gd name="connsiteX10358" fmla="*/ 2571307 w 7869956"/>
              <a:gd name="connsiteY10358" fmla="*/ 2950360 h 3717758"/>
              <a:gd name="connsiteX10359" fmla="*/ 2581293 w 7869956"/>
              <a:gd name="connsiteY10359" fmla="*/ 2945906 h 3717758"/>
              <a:gd name="connsiteX10360" fmla="*/ 2576965 w 7869956"/>
              <a:gd name="connsiteY10360" fmla="*/ 2927156 h 3717758"/>
              <a:gd name="connsiteX10361" fmla="*/ 2517769 w 7869956"/>
              <a:gd name="connsiteY10361" fmla="*/ 2927849 h 3717758"/>
              <a:gd name="connsiteX10362" fmla="*/ 2518249 w 7869956"/>
              <a:gd name="connsiteY10362" fmla="*/ 2912112 h 3717758"/>
              <a:gd name="connsiteX10363" fmla="*/ 2499651 w 7869956"/>
              <a:gd name="connsiteY10363" fmla="*/ 2929085 h 3717758"/>
              <a:gd name="connsiteX10364" fmla="*/ 2499976 w 7869956"/>
              <a:gd name="connsiteY10364" fmla="*/ 2918542 h 3717758"/>
              <a:gd name="connsiteX10365" fmla="*/ 2453798 w 7869956"/>
              <a:gd name="connsiteY10365" fmla="*/ 2925484 h 3717758"/>
              <a:gd name="connsiteX10366" fmla="*/ 2455824 w 7869956"/>
              <a:gd name="connsiteY10366" fmla="*/ 2912498 h 3717758"/>
              <a:gd name="connsiteX10367" fmla="*/ 2415087 w 7869956"/>
              <a:gd name="connsiteY10367" fmla="*/ 2901460 h 3717758"/>
              <a:gd name="connsiteX10368" fmla="*/ 2418845 w 7869956"/>
              <a:gd name="connsiteY10368" fmla="*/ 2885986 h 3717758"/>
              <a:gd name="connsiteX10369" fmla="*/ 2405718 w 7869956"/>
              <a:gd name="connsiteY10369" fmla="*/ 2884996 h 3717758"/>
              <a:gd name="connsiteX10370" fmla="*/ 2398701 w 7869956"/>
              <a:gd name="connsiteY10370" fmla="*/ 2900208 h 3717758"/>
              <a:gd name="connsiteX10371" fmla="*/ 2389038 w 7869956"/>
              <a:gd name="connsiteY10371" fmla="*/ 2894193 h 3717758"/>
              <a:gd name="connsiteX10372" fmla="*/ 2390259 w 7869956"/>
              <a:gd name="connsiteY10372" fmla="*/ 2907410 h 3717758"/>
              <a:gd name="connsiteX10373" fmla="*/ 2370919 w 7869956"/>
              <a:gd name="connsiteY10373" fmla="*/ 2895430 h 3717758"/>
              <a:gd name="connsiteX10374" fmla="*/ 2373719 w 7869956"/>
              <a:gd name="connsiteY10374" fmla="*/ 2911369 h 3717758"/>
              <a:gd name="connsiteX10375" fmla="*/ 2342041 w 7869956"/>
              <a:gd name="connsiteY10375" fmla="*/ 2872179 h 3717758"/>
              <a:gd name="connsiteX10376" fmla="*/ 2317383 w 7869956"/>
              <a:gd name="connsiteY10376" fmla="*/ 2872859 h 3717758"/>
              <a:gd name="connsiteX10377" fmla="*/ 2320986 w 7869956"/>
              <a:gd name="connsiteY10377" fmla="*/ 2862625 h 3717758"/>
              <a:gd name="connsiteX10378" fmla="*/ 2303160 w 7869956"/>
              <a:gd name="connsiteY10378" fmla="*/ 2853396 h 3717758"/>
              <a:gd name="connsiteX10379" fmla="*/ 2300487 w 7869956"/>
              <a:gd name="connsiteY10379" fmla="*/ 2887297 h 3717758"/>
              <a:gd name="connsiteX10380" fmla="*/ 2277715 w 7869956"/>
              <a:gd name="connsiteY10380" fmla="*/ 2880248 h 3717758"/>
              <a:gd name="connsiteX10381" fmla="*/ 2126165 w 7869956"/>
              <a:gd name="connsiteY10381" fmla="*/ 2839636 h 3717758"/>
              <a:gd name="connsiteX10382" fmla="*/ 2140976 w 7869956"/>
              <a:gd name="connsiteY10382" fmla="*/ 2838166 h 3717758"/>
              <a:gd name="connsiteX10383" fmla="*/ 2144748 w 7869956"/>
              <a:gd name="connsiteY10383" fmla="*/ 2822660 h 3717758"/>
              <a:gd name="connsiteX10384" fmla="*/ 2138192 w 7869956"/>
              <a:gd name="connsiteY10384" fmla="*/ 2822196 h 3717758"/>
              <a:gd name="connsiteX10385" fmla="*/ 2132859 w 7869956"/>
              <a:gd name="connsiteY10385" fmla="*/ 2834857 h 3717758"/>
              <a:gd name="connsiteX10386" fmla="*/ 2130045 w 7869956"/>
              <a:gd name="connsiteY10386" fmla="*/ 2818935 h 3717758"/>
              <a:gd name="connsiteX10387" fmla="*/ 2118652 w 7869956"/>
              <a:gd name="connsiteY10387" fmla="*/ 2815394 h 3717758"/>
              <a:gd name="connsiteX10388" fmla="*/ 2116642 w 7869956"/>
              <a:gd name="connsiteY10388" fmla="*/ 2828379 h 3717758"/>
              <a:gd name="connsiteX10389" fmla="*/ 2127232 w 7869956"/>
              <a:gd name="connsiteY10389" fmla="*/ 2858123 h 3717758"/>
              <a:gd name="connsiteX10390" fmla="*/ 2114293 w 7869956"/>
              <a:gd name="connsiteY10390" fmla="*/ 2851862 h 3717758"/>
              <a:gd name="connsiteX10391" fmla="*/ 2118018 w 7869956"/>
              <a:gd name="connsiteY10391" fmla="*/ 2836356 h 3717758"/>
              <a:gd name="connsiteX10392" fmla="*/ 2080389 w 7869956"/>
              <a:gd name="connsiteY10392" fmla="*/ 2830852 h 3717758"/>
              <a:gd name="connsiteX10393" fmla="*/ 2073850 w 7869956"/>
              <a:gd name="connsiteY10393" fmla="*/ 2830359 h 3717758"/>
              <a:gd name="connsiteX10394" fmla="*/ 2061049 w 7869956"/>
              <a:gd name="connsiteY10394" fmla="*/ 2818810 h 3717758"/>
              <a:gd name="connsiteX10395" fmla="*/ 2081038 w 7869956"/>
              <a:gd name="connsiteY10395" fmla="*/ 2809875 h 3717758"/>
              <a:gd name="connsiteX10396" fmla="*/ 2048419 w 7869956"/>
              <a:gd name="connsiteY10396" fmla="*/ 2802082 h 3717758"/>
              <a:gd name="connsiteX10397" fmla="*/ 2034072 w 7869956"/>
              <a:gd name="connsiteY10397" fmla="*/ 2787859 h 3717758"/>
              <a:gd name="connsiteX10398" fmla="*/ 2040636 w 7869956"/>
              <a:gd name="connsiteY10398" fmla="*/ 2773916 h 3717758"/>
              <a:gd name="connsiteX10399" fmla="*/ 2041182 w 7869956"/>
              <a:gd name="connsiteY10399" fmla="*/ 2770794 h 3717758"/>
              <a:gd name="connsiteX10400" fmla="*/ 2019815 w 7869956"/>
              <a:gd name="connsiteY10400" fmla="*/ 2769699 h 3717758"/>
              <a:gd name="connsiteX10401" fmla="*/ 2017108 w 7869956"/>
              <a:gd name="connsiteY10401" fmla="*/ 2775539 h 3717758"/>
              <a:gd name="connsiteX10402" fmla="*/ 2014407 w 7869956"/>
              <a:gd name="connsiteY10402" fmla="*/ 2786346 h 3717758"/>
              <a:gd name="connsiteX10403" fmla="*/ 2009084 w 7869956"/>
              <a:gd name="connsiteY10403" fmla="*/ 2774891 h 3717758"/>
              <a:gd name="connsiteX10404" fmla="*/ 2004952 w 7869956"/>
              <a:gd name="connsiteY10404" fmla="*/ 2768804 h 3717758"/>
              <a:gd name="connsiteX10405" fmla="*/ 1988119 w 7869956"/>
              <a:gd name="connsiteY10405" fmla="*/ 2767789 h 3717758"/>
              <a:gd name="connsiteX10406" fmla="*/ 1987875 w 7869956"/>
              <a:gd name="connsiteY10406" fmla="*/ 2767831 h 3717758"/>
              <a:gd name="connsiteX10407" fmla="*/ 1988542 w 7869956"/>
              <a:gd name="connsiteY10407" fmla="*/ 2768382 h 3717758"/>
              <a:gd name="connsiteX10408" fmla="*/ 1980204 w 7869956"/>
              <a:gd name="connsiteY10408" fmla="*/ 2772106 h 3717758"/>
              <a:gd name="connsiteX10409" fmla="*/ 1978207 w 7869956"/>
              <a:gd name="connsiteY10409" fmla="*/ 2769531 h 3717758"/>
              <a:gd name="connsiteX10410" fmla="*/ 1956326 w 7869956"/>
              <a:gd name="connsiteY10410" fmla="*/ 2773378 h 3717758"/>
              <a:gd name="connsiteX10411" fmla="*/ 1950050 w 7869956"/>
              <a:gd name="connsiteY10411" fmla="*/ 2762417 h 3717758"/>
              <a:gd name="connsiteX10412" fmla="*/ 1849686 w 7869956"/>
              <a:gd name="connsiteY10412" fmla="*/ 2767766 h 3717758"/>
              <a:gd name="connsiteX10413" fmla="*/ 1817236 w 7869956"/>
              <a:gd name="connsiteY10413" fmla="*/ 2754718 h 3717758"/>
              <a:gd name="connsiteX10414" fmla="*/ 1810326 w 7869956"/>
              <a:gd name="connsiteY10414" fmla="*/ 2764705 h 3717758"/>
              <a:gd name="connsiteX10415" fmla="*/ 1776021 w 7869956"/>
              <a:gd name="connsiteY10415" fmla="*/ 2759388 h 3717758"/>
              <a:gd name="connsiteX10416" fmla="*/ 1702155 w 7869956"/>
              <a:gd name="connsiteY10416" fmla="*/ 2756249 h 3717758"/>
              <a:gd name="connsiteX10417" fmla="*/ 1528574 w 7869956"/>
              <a:gd name="connsiteY10417" fmla="*/ 2737544 h 3717758"/>
              <a:gd name="connsiteX10418" fmla="*/ 1526689 w 7869956"/>
              <a:gd name="connsiteY10418" fmla="*/ 2745289 h 3717758"/>
              <a:gd name="connsiteX10419" fmla="*/ 1426774 w 7869956"/>
              <a:gd name="connsiteY10419" fmla="*/ 2734916 h 3717758"/>
              <a:gd name="connsiteX10420" fmla="*/ 1417420 w 7869956"/>
              <a:gd name="connsiteY10420" fmla="*/ 2718449 h 3717758"/>
              <a:gd name="connsiteX10421" fmla="*/ 1381368 w 7869956"/>
              <a:gd name="connsiteY10421" fmla="*/ 2715623 h 3717758"/>
              <a:gd name="connsiteX10422" fmla="*/ 1381059 w 7869956"/>
              <a:gd name="connsiteY10422" fmla="*/ 2726120 h 3717758"/>
              <a:gd name="connsiteX10423" fmla="*/ 1358427 w 7869956"/>
              <a:gd name="connsiteY10423" fmla="*/ 2713860 h 3717758"/>
              <a:gd name="connsiteX10424" fmla="*/ 1263505 w 7869956"/>
              <a:gd name="connsiteY10424" fmla="*/ 2701244 h 3717758"/>
              <a:gd name="connsiteX10425" fmla="*/ 1264757 w 7869956"/>
              <a:gd name="connsiteY10425" fmla="*/ 2714446 h 3717758"/>
              <a:gd name="connsiteX10426" fmla="*/ 1150337 w 7869956"/>
              <a:gd name="connsiteY10426" fmla="*/ 2695112 h 3717758"/>
              <a:gd name="connsiteX10427" fmla="*/ 1144263 w 7869956"/>
              <a:gd name="connsiteY10427" fmla="*/ 2678833 h 3717758"/>
              <a:gd name="connsiteX10428" fmla="*/ 1122387 w 7869956"/>
              <a:gd name="connsiteY10428" fmla="*/ 2695544 h 3717758"/>
              <a:gd name="connsiteX10429" fmla="*/ 1091792 w 7869956"/>
              <a:gd name="connsiteY10429" fmla="*/ 2674767 h 3717758"/>
              <a:gd name="connsiteX10430" fmla="*/ 1027790 w 7869956"/>
              <a:gd name="connsiteY10430" fmla="*/ 2672418 h 3717758"/>
              <a:gd name="connsiteX10431" fmla="*/ 983930 w 7869956"/>
              <a:gd name="connsiteY10431" fmla="*/ 2655907 h 3717758"/>
              <a:gd name="connsiteX10432" fmla="*/ 980174 w 7869956"/>
              <a:gd name="connsiteY10432" fmla="*/ 2671428 h 3717758"/>
              <a:gd name="connsiteX10433" fmla="*/ 960540 w 7869956"/>
              <a:gd name="connsiteY10433" fmla="*/ 2669822 h 3717758"/>
              <a:gd name="connsiteX10434" fmla="*/ 908380 w 7869956"/>
              <a:gd name="connsiteY10434" fmla="*/ 2655322 h 3717758"/>
              <a:gd name="connsiteX10435" fmla="*/ 907468 w 7869956"/>
              <a:gd name="connsiteY10435" fmla="*/ 2631620 h 3717758"/>
              <a:gd name="connsiteX10436" fmla="*/ 854362 w 7869956"/>
              <a:gd name="connsiteY10436" fmla="*/ 2648487 h 3717758"/>
              <a:gd name="connsiteX10437" fmla="*/ 866266 w 7869956"/>
              <a:gd name="connsiteY10437" fmla="*/ 2636275 h 3717758"/>
              <a:gd name="connsiteX10438" fmla="*/ 861876 w 7869956"/>
              <a:gd name="connsiteY10438" fmla="*/ 2617553 h 3717758"/>
              <a:gd name="connsiteX10439" fmla="*/ 833786 w 7869956"/>
              <a:gd name="connsiteY10439" fmla="*/ 2623226 h 3717758"/>
              <a:gd name="connsiteX10440" fmla="*/ 845521 w 7869956"/>
              <a:gd name="connsiteY10440" fmla="*/ 2616286 h 3717758"/>
              <a:gd name="connsiteX10441" fmla="*/ 814137 w 7869956"/>
              <a:gd name="connsiteY10441" fmla="*/ 2621759 h 3717758"/>
              <a:gd name="connsiteX10442" fmla="*/ 808077 w 7869956"/>
              <a:gd name="connsiteY10442" fmla="*/ 2605511 h 3717758"/>
              <a:gd name="connsiteX10443" fmla="*/ 787902 w 7869956"/>
              <a:gd name="connsiteY10443" fmla="*/ 2619703 h 3717758"/>
              <a:gd name="connsiteX10444" fmla="*/ 747027 w 7869956"/>
              <a:gd name="connsiteY10444" fmla="*/ 2613844 h 3717758"/>
              <a:gd name="connsiteX10445" fmla="*/ 748109 w 7869956"/>
              <a:gd name="connsiteY10445" fmla="*/ 2632334 h 3717758"/>
              <a:gd name="connsiteX10446" fmla="*/ 738911 w 7869956"/>
              <a:gd name="connsiteY10446" fmla="*/ 2610629 h 3717758"/>
              <a:gd name="connsiteX10447" fmla="*/ 727053 w 7869956"/>
              <a:gd name="connsiteY10447" fmla="*/ 2622841 h 3717758"/>
              <a:gd name="connsiteX10448" fmla="*/ 732340 w 7869956"/>
              <a:gd name="connsiteY10448" fmla="*/ 2610134 h 3717758"/>
              <a:gd name="connsiteX10449" fmla="*/ 698924 w 7869956"/>
              <a:gd name="connsiteY10449" fmla="*/ 2601602 h 3717758"/>
              <a:gd name="connsiteX10450" fmla="*/ 675124 w 7869956"/>
              <a:gd name="connsiteY10450" fmla="*/ 2602071 h 3717758"/>
              <a:gd name="connsiteX10451" fmla="*/ 675202 w 7869956"/>
              <a:gd name="connsiteY10451" fmla="*/ 2597812 h 3717758"/>
              <a:gd name="connsiteX10452" fmla="*/ 630878 w 7869956"/>
              <a:gd name="connsiteY10452" fmla="*/ 2596995 h 3717758"/>
              <a:gd name="connsiteX10453" fmla="*/ 622762 w 7869956"/>
              <a:gd name="connsiteY10453" fmla="*/ 2593732 h 3717758"/>
              <a:gd name="connsiteX10454" fmla="*/ 624804 w 7869956"/>
              <a:gd name="connsiteY10454" fmla="*/ 2580760 h 3717758"/>
              <a:gd name="connsiteX10455" fmla="*/ 611368 w 7869956"/>
              <a:gd name="connsiteY10455" fmla="*/ 2590269 h 3717758"/>
              <a:gd name="connsiteX10456" fmla="*/ 621030 w 7869956"/>
              <a:gd name="connsiteY10456" fmla="*/ 2596221 h 3717758"/>
              <a:gd name="connsiteX10457" fmla="*/ 599974 w 7869956"/>
              <a:gd name="connsiteY10457" fmla="*/ 2586729 h 3717758"/>
              <a:gd name="connsiteX10458" fmla="*/ 606205 w 7869956"/>
              <a:gd name="connsiteY10458" fmla="*/ 2597721 h 3717758"/>
              <a:gd name="connsiteX10459" fmla="*/ 547349 w 7869956"/>
              <a:gd name="connsiteY10459" fmla="*/ 2587889 h 3717758"/>
              <a:gd name="connsiteX10460" fmla="*/ 580434 w 7869956"/>
              <a:gd name="connsiteY10460" fmla="*/ 2579974 h 3717758"/>
              <a:gd name="connsiteX10461" fmla="*/ 599960 w 7869956"/>
              <a:gd name="connsiteY10461" fmla="*/ 2586729 h 3717758"/>
              <a:gd name="connsiteX10462" fmla="*/ 585457 w 7869956"/>
              <a:gd name="connsiteY10462" fmla="*/ 2577731 h 3717758"/>
              <a:gd name="connsiteX10463" fmla="*/ 592337 w 7869956"/>
              <a:gd name="connsiteY10463" fmla="*/ 2567744 h 3717758"/>
              <a:gd name="connsiteX10464" fmla="*/ 549546 w 7869956"/>
              <a:gd name="connsiteY10464" fmla="*/ 2569693 h 3717758"/>
              <a:gd name="connsiteX10465" fmla="*/ 551586 w 7869956"/>
              <a:gd name="connsiteY10465" fmla="*/ 2556737 h 3717758"/>
              <a:gd name="connsiteX10466" fmla="*/ 540022 w 7869956"/>
              <a:gd name="connsiteY10466" fmla="*/ 2558438 h 3717758"/>
              <a:gd name="connsiteX10467" fmla="*/ 537998 w 7869956"/>
              <a:gd name="connsiteY10467" fmla="*/ 2571425 h 3717758"/>
              <a:gd name="connsiteX10468" fmla="*/ 520203 w 7869956"/>
              <a:gd name="connsiteY10468" fmla="*/ 2562149 h 3717758"/>
              <a:gd name="connsiteX10469" fmla="*/ 516601 w 7869956"/>
              <a:gd name="connsiteY10469" fmla="*/ 2572384 h 3717758"/>
              <a:gd name="connsiteX10470" fmla="*/ 498962 w 7869956"/>
              <a:gd name="connsiteY10470" fmla="*/ 2557881 h 3717758"/>
              <a:gd name="connsiteX10471" fmla="*/ 504435 w 7869956"/>
              <a:gd name="connsiteY10471" fmla="*/ 2539918 h 3717758"/>
              <a:gd name="connsiteX10472" fmla="*/ 482899 w 7869956"/>
              <a:gd name="connsiteY10472" fmla="*/ 2546132 h 3717758"/>
              <a:gd name="connsiteX10473" fmla="*/ 469450 w 7869956"/>
              <a:gd name="connsiteY10473" fmla="*/ 2555548 h 3717758"/>
              <a:gd name="connsiteX10474" fmla="*/ 475060 w 7869956"/>
              <a:gd name="connsiteY10474" fmla="*/ 2532390 h 3717758"/>
              <a:gd name="connsiteX10475" fmla="*/ 464934 w 7869956"/>
              <a:gd name="connsiteY10475" fmla="*/ 2542083 h 3717758"/>
              <a:gd name="connsiteX10476" fmla="*/ 429517 w 7869956"/>
              <a:gd name="connsiteY10476" fmla="*/ 2518352 h 3717758"/>
              <a:gd name="connsiteX10477" fmla="*/ 429193 w 7869956"/>
              <a:gd name="connsiteY10477" fmla="*/ 2528834 h 3717758"/>
              <a:gd name="connsiteX10478" fmla="*/ 419361 w 7869956"/>
              <a:gd name="connsiteY10478" fmla="*/ 2528076 h 3717758"/>
              <a:gd name="connsiteX10479" fmla="*/ 504900 w 7869956"/>
              <a:gd name="connsiteY10479" fmla="*/ 2581174 h 3717758"/>
              <a:gd name="connsiteX10480" fmla="*/ 496672 w 7869956"/>
              <a:gd name="connsiteY10480" fmla="*/ 2576096 h 3717758"/>
              <a:gd name="connsiteX10481" fmla="*/ 509951 w 7869956"/>
              <a:gd name="connsiteY10481" fmla="*/ 2571828 h 3717758"/>
              <a:gd name="connsiteX10482" fmla="*/ 504900 w 7869956"/>
              <a:gd name="connsiteY10482" fmla="*/ 2581174 h 3717758"/>
              <a:gd name="connsiteX10483" fmla="*/ 344687 w 7869956"/>
              <a:gd name="connsiteY10483" fmla="*/ 2495988 h 3717758"/>
              <a:gd name="connsiteX10484" fmla="*/ 361243 w 7869956"/>
              <a:gd name="connsiteY10484" fmla="*/ 2492014 h 3717758"/>
              <a:gd name="connsiteX10485" fmla="*/ 344687 w 7869956"/>
              <a:gd name="connsiteY10485" fmla="*/ 2495988 h 3717758"/>
              <a:gd name="connsiteX10486" fmla="*/ 365575 w 7869956"/>
              <a:gd name="connsiteY10486" fmla="*/ 2510762 h 3717758"/>
              <a:gd name="connsiteX10487" fmla="*/ 360737 w 7869956"/>
              <a:gd name="connsiteY10487" fmla="*/ 2507764 h 3717758"/>
              <a:gd name="connsiteX10488" fmla="*/ 369502 w 7869956"/>
              <a:gd name="connsiteY10488" fmla="*/ 2490047 h 3717758"/>
              <a:gd name="connsiteX10489" fmla="*/ 382612 w 7869956"/>
              <a:gd name="connsiteY10489" fmla="*/ 2491067 h 3717758"/>
              <a:gd name="connsiteX10490" fmla="*/ 385581 w 7869956"/>
              <a:gd name="connsiteY10490" fmla="*/ 2501797 h 3717758"/>
              <a:gd name="connsiteX10491" fmla="*/ 395907 w 7869956"/>
              <a:gd name="connsiteY10491" fmla="*/ 2486846 h 3717758"/>
              <a:gd name="connsiteX10492" fmla="*/ 410408 w 7869956"/>
              <a:gd name="connsiteY10492" fmla="*/ 2495844 h 3717758"/>
              <a:gd name="connsiteX10493" fmla="*/ 389940 w 7869956"/>
              <a:gd name="connsiteY10493" fmla="*/ 2520486 h 3717758"/>
              <a:gd name="connsiteX10494" fmla="*/ 375733 w 7869956"/>
              <a:gd name="connsiteY10494" fmla="*/ 2501022 h 3717758"/>
              <a:gd name="connsiteX10495" fmla="*/ 365575 w 7869956"/>
              <a:gd name="connsiteY10495" fmla="*/ 2510762 h 3717758"/>
              <a:gd name="connsiteX10496" fmla="*/ 1966442 w 7869956"/>
              <a:gd name="connsiteY10496" fmla="*/ 3441711 h 3717758"/>
              <a:gd name="connsiteX10497" fmla="*/ 1957073 w 7869956"/>
              <a:gd name="connsiteY10497" fmla="*/ 3425247 h 3717758"/>
              <a:gd name="connsiteX10498" fmla="*/ 1963954 w 7869956"/>
              <a:gd name="connsiteY10498" fmla="*/ 3415274 h 3717758"/>
              <a:gd name="connsiteX10499" fmla="*/ 1966442 w 7869956"/>
              <a:gd name="connsiteY10499" fmla="*/ 3441711 h 3717758"/>
              <a:gd name="connsiteX10500" fmla="*/ 1940516 w 7869956"/>
              <a:gd name="connsiteY10500" fmla="*/ 3429219 h 3717758"/>
              <a:gd name="connsiteX10501" fmla="*/ 1934285 w 7869956"/>
              <a:gd name="connsiteY10501" fmla="*/ 3418244 h 3717758"/>
              <a:gd name="connsiteX10502" fmla="*/ 1950672 w 7869956"/>
              <a:gd name="connsiteY10502" fmla="*/ 3419511 h 3717758"/>
              <a:gd name="connsiteX10503" fmla="*/ 1940516 w 7869956"/>
              <a:gd name="connsiteY10503" fmla="*/ 3429219 h 3717758"/>
              <a:gd name="connsiteX10504" fmla="*/ 308468 w 7869956"/>
              <a:gd name="connsiteY10504" fmla="*/ 2498396 h 3717758"/>
              <a:gd name="connsiteX10505" fmla="*/ 299099 w 7869956"/>
              <a:gd name="connsiteY10505" fmla="*/ 2481931 h 3717758"/>
              <a:gd name="connsiteX10506" fmla="*/ 305980 w 7869956"/>
              <a:gd name="connsiteY10506" fmla="*/ 2471959 h 3717758"/>
              <a:gd name="connsiteX10507" fmla="*/ 308468 w 7869956"/>
              <a:gd name="connsiteY10507" fmla="*/ 2498396 h 3717758"/>
              <a:gd name="connsiteX10508" fmla="*/ 282543 w 7869956"/>
              <a:gd name="connsiteY10508" fmla="*/ 2485904 h 3717758"/>
              <a:gd name="connsiteX10509" fmla="*/ 276312 w 7869956"/>
              <a:gd name="connsiteY10509" fmla="*/ 2474928 h 3717758"/>
              <a:gd name="connsiteX10510" fmla="*/ 292698 w 7869956"/>
              <a:gd name="connsiteY10510" fmla="*/ 2476196 h 3717758"/>
              <a:gd name="connsiteX10511" fmla="*/ 282543 w 7869956"/>
              <a:gd name="connsiteY10511" fmla="*/ 2485904 h 371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Lst>
            <a:rect l="l" t="t" r="r" b="b"/>
            <a:pathLst>
              <a:path w="7869956" h="3717758">
                <a:moveTo>
                  <a:pt x="5809851" y="252848"/>
                </a:moveTo>
                <a:cubicBezTo>
                  <a:pt x="5814659" y="253590"/>
                  <a:pt x="5823177" y="247762"/>
                  <a:pt x="5823456" y="238161"/>
                </a:cubicBezTo>
                <a:cubicBezTo>
                  <a:pt x="5818864" y="230231"/>
                  <a:pt x="5810052" y="245752"/>
                  <a:pt x="5809851" y="252848"/>
                </a:cubicBezTo>
                <a:close/>
                <a:moveTo>
                  <a:pt x="5532890" y="137616"/>
                </a:moveTo>
                <a:cubicBezTo>
                  <a:pt x="5537777" y="138315"/>
                  <a:pt x="5544777" y="131008"/>
                  <a:pt x="5539386" y="124178"/>
                </a:cubicBezTo>
                <a:cubicBezTo>
                  <a:pt x="5538613" y="132510"/>
                  <a:pt x="5536912" y="132387"/>
                  <a:pt x="5532830" y="123668"/>
                </a:cubicBezTo>
                <a:cubicBezTo>
                  <a:pt x="5532275" y="127131"/>
                  <a:pt x="5531655" y="130531"/>
                  <a:pt x="5529245" y="133934"/>
                </a:cubicBezTo>
                <a:cubicBezTo>
                  <a:pt x="5529867" y="136260"/>
                  <a:pt x="5531261" y="137383"/>
                  <a:pt x="5532890" y="137616"/>
                </a:cubicBezTo>
                <a:close/>
                <a:moveTo>
                  <a:pt x="5537778" y="176602"/>
                </a:moveTo>
                <a:cubicBezTo>
                  <a:pt x="5549003" y="186326"/>
                  <a:pt x="5561555" y="151464"/>
                  <a:pt x="5572454" y="171407"/>
                </a:cubicBezTo>
                <a:cubicBezTo>
                  <a:pt x="5580586" y="158096"/>
                  <a:pt x="5582239" y="132974"/>
                  <a:pt x="5568883" y="126497"/>
                </a:cubicBezTo>
                <a:cubicBezTo>
                  <a:pt x="5571032" y="137118"/>
                  <a:pt x="5576705" y="148095"/>
                  <a:pt x="5567940" y="157926"/>
                </a:cubicBezTo>
                <a:cubicBezTo>
                  <a:pt x="5565003" y="143286"/>
                  <a:pt x="5563936" y="142513"/>
                  <a:pt x="5558880" y="130965"/>
                </a:cubicBezTo>
                <a:cubicBezTo>
                  <a:pt x="5554829" y="138201"/>
                  <a:pt x="5550810" y="144385"/>
                  <a:pt x="5547332" y="132697"/>
                </a:cubicBezTo>
                <a:cubicBezTo>
                  <a:pt x="5538396" y="148991"/>
                  <a:pt x="5537206" y="151666"/>
                  <a:pt x="5526864" y="157416"/>
                </a:cubicBezTo>
                <a:cubicBezTo>
                  <a:pt x="5526755" y="167573"/>
                  <a:pt x="5536232" y="167063"/>
                  <a:pt x="5541549" y="161143"/>
                </a:cubicBezTo>
                <a:cubicBezTo>
                  <a:pt x="5544255" y="170911"/>
                  <a:pt x="5532167" y="164945"/>
                  <a:pt x="5537778" y="176602"/>
                </a:cubicBezTo>
                <a:close/>
                <a:moveTo>
                  <a:pt x="5527785" y="181753"/>
                </a:moveTo>
                <a:cubicBezTo>
                  <a:pt x="5529994" y="181255"/>
                  <a:pt x="5532259" y="178781"/>
                  <a:pt x="5534517" y="176354"/>
                </a:cubicBezTo>
                <a:cubicBezTo>
                  <a:pt x="5530342" y="169660"/>
                  <a:pt x="5525952" y="169274"/>
                  <a:pt x="5521391" y="175304"/>
                </a:cubicBezTo>
                <a:cubicBezTo>
                  <a:pt x="5523424" y="180776"/>
                  <a:pt x="5525576" y="182252"/>
                  <a:pt x="5527785" y="181753"/>
                </a:cubicBezTo>
                <a:close/>
                <a:moveTo>
                  <a:pt x="5477083" y="174515"/>
                </a:moveTo>
                <a:cubicBezTo>
                  <a:pt x="5485015" y="183466"/>
                  <a:pt x="5493441" y="176292"/>
                  <a:pt x="5501897" y="168532"/>
                </a:cubicBezTo>
                <a:cubicBezTo>
                  <a:pt x="5493966" y="159132"/>
                  <a:pt x="5485277" y="174081"/>
                  <a:pt x="5477083" y="174515"/>
                </a:cubicBezTo>
                <a:close/>
                <a:moveTo>
                  <a:pt x="5258870" y="55152"/>
                </a:moveTo>
                <a:cubicBezTo>
                  <a:pt x="5256737" y="45412"/>
                  <a:pt x="5246038" y="56233"/>
                  <a:pt x="5249378" y="43896"/>
                </a:cubicBezTo>
                <a:cubicBezTo>
                  <a:pt x="5254818" y="44979"/>
                  <a:pt x="5260725" y="31453"/>
                  <a:pt x="5265920" y="39956"/>
                </a:cubicBezTo>
                <a:cubicBezTo>
                  <a:pt x="5258777" y="44670"/>
                  <a:pt x="5260647" y="45211"/>
                  <a:pt x="5258870" y="55152"/>
                </a:cubicBezTo>
                <a:close/>
                <a:moveTo>
                  <a:pt x="5447347" y="165572"/>
                </a:moveTo>
                <a:cubicBezTo>
                  <a:pt x="5450208" y="166236"/>
                  <a:pt x="5453307" y="159047"/>
                  <a:pt x="5455997" y="165007"/>
                </a:cubicBezTo>
                <a:cubicBezTo>
                  <a:pt x="5458780" y="155128"/>
                  <a:pt x="5447879" y="150211"/>
                  <a:pt x="5444588" y="161513"/>
                </a:cubicBezTo>
                <a:cubicBezTo>
                  <a:pt x="5445465" y="164257"/>
                  <a:pt x="5446393" y="165351"/>
                  <a:pt x="5447347" y="165572"/>
                </a:cubicBezTo>
                <a:close/>
                <a:moveTo>
                  <a:pt x="5224072" y="65555"/>
                </a:moveTo>
                <a:cubicBezTo>
                  <a:pt x="5222032" y="61011"/>
                  <a:pt x="5217703" y="56327"/>
                  <a:pt x="5219542" y="52105"/>
                </a:cubicBezTo>
                <a:cubicBezTo>
                  <a:pt x="5228370" y="60331"/>
                  <a:pt x="5225200" y="43865"/>
                  <a:pt x="5229869" y="37110"/>
                </a:cubicBezTo>
                <a:cubicBezTo>
                  <a:pt x="5233070" y="39908"/>
                  <a:pt x="5236362" y="40356"/>
                  <a:pt x="5239531" y="43078"/>
                </a:cubicBezTo>
                <a:cubicBezTo>
                  <a:pt x="5235712" y="47174"/>
                  <a:pt x="5238233" y="51750"/>
                  <a:pt x="5237506" y="56125"/>
                </a:cubicBezTo>
                <a:cubicBezTo>
                  <a:pt x="5233177" y="54053"/>
                  <a:pt x="5228493" y="63731"/>
                  <a:pt x="5224072" y="65555"/>
                </a:cubicBezTo>
                <a:close/>
                <a:moveTo>
                  <a:pt x="5238589" y="74585"/>
                </a:moveTo>
                <a:cubicBezTo>
                  <a:pt x="5242671" y="68756"/>
                  <a:pt x="5240970" y="62511"/>
                  <a:pt x="5247355" y="56867"/>
                </a:cubicBezTo>
                <a:cubicBezTo>
                  <a:pt x="5255254" y="67489"/>
                  <a:pt x="5243628" y="73611"/>
                  <a:pt x="5238589" y="74585"/>
                </a:cubicBezTo>
                <a:close/>
                <a:moveTo>
                  <a:pt x="6601242" y="867083"/>
                </a:moveTo>
                <a:cubicBezTo>
                  <a:pt x="6606049" y="867825"/>
                  <a:pt x="6614567" y="861997"/>
                  <a:pt x="6614846" y="852397"/>
                </a:cubicBezTo>
                <a:cubicBezTo>
                  <a:pt x="6610255" y="844466"/>
                  <a:pt x="6601443" y="859987"/>
                  <a:pt x="6601242" y="867083"/>
                </a:cubicBezTo>
                <a:close/>
                <a:moveTo>
                  <a:pt x="5122746" y="44937"/>
                </a:moveTo>
                <a:cubicBezTo>
                  <a:pt x="5121617" y="44382"/>
                  <a:pt x="5121039" y="42664"/>
                  <a:pt x="5121375" y="39166"/>
                </a:cubicBezTo>
                <a:cubicBezTo>
                  <a:pt x="5126708" y="44639"/>
                  <a:pt x="5132660" y="27619"/>
                  <a:pt x="5137932" y="35210"/>
                </a:cubicBezTo>
                <a:cubicBezTo>
                  <a:pt x="5134477" y="37806"/>
                  <a:pt x="5126134" y="46603"/>
                  <a:pt x="5122746" y="44937"/>
                </a:cubicBezTo>
                <a:close/>
                <a:moveTo>
                  <a:pt x="5259631" y="125812"/>
                </a:moveTo>
                <a:cubicBezTo>
                  <a:pt x="5264086" y="127625"/>
                  <a:pt x="5268816" y="120634"/>
                  <a:pt x="5273373" y="119278"/>
                </a:cubicBezTo>
                <a:cubicBezTo>
                  <a:pt x="5261886" y="106152"/>
                  <a:pt x="5276017" y="95006"/>
                  <a:pt x="5267932" y="82097"/>
                </a:cubicBezTo>
                <a:cubicBezTo>
                  <a:pt x="5265196" y="82205"/>
                  <a:pt x="5262365" y="84771"/>
                  <a:pt x="5259491" y="89301"/>
                </a:cubicBezTo>
                <a:cubicBezTo>
                  <a:pt x="5269368" y="104003"/>
                  <a:pt x="5265968" y="121659"/>
                  <a:pt x="5255285" y="120529"/>
                </a:cubicBezTo>
                <a:cubicBezTo>
                  <a:pt x="5256692" y="123625"/>
                  <a:pt x="5258146" y="125208"/>
                  <a:pt x="5259631" y="125812"/>
                </a:cubicBezTo>
                <a:close/>
                <a:moveTo>
                  <a:pt x="5127449" y="55429"/>
                </a:moveTo>
                <a:cubicBezTo>
                  <a:pt x="5137128" y="43279"/>
                  <a:pt x="5145908" y="61288"/>
                  <a:pt x="5155554" y="49709"/>
                </a:cubicBezTo>
                <a:cubicBezTo>
                  <a:pt x="5145676" y="68431"/>
                  <a:pt x="5136633" y="59556"/>
                  <a:pt x="5127449" y="55429"/>
                </a:cubicBezTo>
                <a:close/>
                <a:moveTo>
                  <a:pt x="6324281" y="751851"/>
                </a:moveTo>
                <a:cubicBezTo>
                  <a:pt x="6329168" y="752550"/>
                  <a:pt x="6336168" y="745243"/>
                  <a:pt x="6330776" y="738413"/>
                </a:cubicBezTo>
                <a:cubicBezTo>
                  <a:pt x="6330004" y="746745"/>
                  <a:pt x="6328303" y="746622"/>
                  <a:pt x="6324221" y="737903"/>
                </a:cubicBezTo>
                <a:cubicBezTo>
                  <a:pt x="6323666" y="741367"/>
                  <a:pt x="6323046" y="744767"/>
                  <a:pt x="6320636" y="748169"/>
                </a:cubicBezTo>
                <a:cubicBezTo>
                  <a:pt x="6321258" y="750496"/>
                  <a:pt x="6322652" y="751618"/>
                  <a:pt x="6324281" y="751851"/>
                </a:cubicBezTo>
                <a:close/>
                <a:moveTo>
                  <a:pt x="5150994" y="91388"/>
                </a:moveTo>
                <a:cubicBezTo>
                  <a:pt x="5168742" y="66622"/>
                  <a:pt x="5179501" y="47267"/>
                  <a:pt x="5192240" y="31575"/>
                </a:cubicBezTo>
                <a:cubicBezTo>
                  <a:pt x="5187556" y="46632"/>
                  <a:pt x="5199150" y="35008"/>
                  <a:pt x="5199893" y="50513"/>
                </a:cubicBezTo>
                <a:cubicBezTo>
                  <a:pt x="5201052" y="39399"/>
                  <a:pt x="5223591" y="7475"/>
                  <a:pt x="5223638" y="26102"/>
                </a:cubicBezTo>
                <a:cubicBezTo>
                  <a:pt x="5213389" y="35873"/>
                  <a:pt x="5190957" y="60485"/>
                  <a:pt x="5187369" y="83752"/>
                </a:cubicBezTo>
                <a:cubicBezTo>
                  <a:pt x="5183320" y="72467"/>
                  <a:pt x="5178419" y="90369"/>
                  <a:pt x="5174431" y="77506"/>
                </a:cubicBezTo>
                <a:cubicBezTo>
                  <a:pt x="5178944" y="73100"/>
                  <a:pt x="5187324" y="70302"/>
                  <a:pt x="5183181" y="59789"/>
                </a:cubicBezTo>
                <a:cubicBezTo>
                  <a:pt x="5176904" y="53714"/>
                  <a:pt x="5165061" y="64520"/>
                  <a:pt x="5174431" y="77506"/>
                </a:cubicBezTo>
                <a:cubicBezTo>
                  <a:pt x="5166361" y="90075"/>
                  <a:pt x="5158414" y="99830"/>
                  <a:pt x="5150994" y="91388"/>
                </a:cubicBezTo>
                <a:close/>
                <a:moveTo>
                  <a:pt x="6329168" y="790837"/>
                </a:moveTo>
                <a:cubicBezTo>
                  <a:pt x="6340393" y="800561"/>
                  <a:pt x="6352946" y="765700"/>
                  <a:pt x="6363845" y="785642"/>
                </a:cubicBezTo>
                <a:cubicBezTo>
                  <a:pt x="6371976" y="772331"/>
                  <a:pt x="6373630" y="747210"/>
                  <a:pt x="6360274" y="740732"/>
                </a:cubicBezTo>
                <a:cubicBezTo>
                  <a:pt x="6362423" y="751353"/>
                  <a:pt x="6368095" y="762330"/>
                  <a:pt x="6359331" y="772161"/>
                </a:cubicBezTo>
                <a:cubicBezTo>
                  <a:pt x="6356393" y="757521"/>
                  <a:pt x="6355327" y="756748"/>
                  <a:pt x="6350271" y="745200"/>
                </a:cubicBezTo>
                <a:cubicBezTo>
                  <a:pt x="6346220" y="752436"/>
                  <a:pt x="6342201" y="758620"/>
                  <a:pt x="6338723" y="746932"/>
                </a:cubicBezTo>
                <a:cubicBezTo>
                  <a:pt x="6329786" y="763226"/>
                  <a:pt x="6328597" y="765901"/>
                  <a:pt x="6318255" y="771651"/>
                </a:cubicBezTo>
                <a:cubicBezTo>
                  <a:pt x="6318146" y="781808"/>
                  <a:pt x="6327623" y="781299"/>
                  <a:pt x="6332940" y="775378"/>
                </a:cubicBezTo>
                <a:cubicBezTo>
                  <a:pt x="6335646" y="785147"/>
                  <a:pt x="6323557" y="779181"/>
                  <a:pt x="6329168" y="790837"/>
                </a:cubicBezTo>
                <a:close/>
                <a:moveTo>
                  <a:pt x="5093870" y="79081"/>
                </a:moveTo>
                <a:cubicBezTo>
                  <a:pt x="5105589" y="72248"/>
                  <a:pt x="5117646" y="53621"/>
                  <a:pt x="5128855" y="63423"/>
                </a:cubicBezTo>
                <a:cubicBezTo>
                  <a:pt x="5117106" y="71646"/>
                  <a:pt x="5105110" y="87678"/>
                  <a:pt x="5093870" y="79081"/>
                </a:cubicBezTo>
                <a:close/>
                <a:moveTo>
                  <a:pt x="7746511" y="1612102"/>
                </a:moveTo>
                <a:cubicBezTo>
                  <a:pt x="7751319" y="1612843"/>
                  <a:pt x="7759836" y="1607015"/>
                  <a:pt x="7760115" y="1597415"/>
                </a:cubicBezTo>
                <a:cubicBezTo>
                  <a:pt x="7755524" y="1589484"/>
                  <a:pt x="7746713" y="1605006"/>
                  <a:pt x="7746511" y="1612102"/>
                </a:cubicBezTo>
                <a:close/>
                <a:moveTo>
                  <a:pt x="6319175" y="795988"/>
                </a:moveTo>
                <a:cubicBezTo>
                  <a:pt x="6321385" y="795490"/>
                  <a:pt x="6323649" y="793016"/>
                  <a:pt x="6325907" y="790589"/>
                </a:cubicBezTo>
                <a:cubicBezTo>
                  <a:pt x="6321733" y="783896"/>
                  <a:pt x="6317343" y="783509"/>
                  <a:pt x="6312782" y="789539"/>
                </a:cubicBezTo>
                <a:cubicBezTo>
                  <a:pt x="6314814" y="795011"/>
                  <a:pt x="6316967" y="796487"/>
                  <a:pt x="6319175" y="795988"/>
                </a:cubicBezTo>
                <a:close/>
                <a:moveTo>
                  <a:pt x="4957934" y="10766"/>
                </a:moveTo>
                <a:cubicBezTo>
                  <a:pt x="4968525" y="4211"/>
                  <a:pt x="4979083" y="-706"/>
                  <a:pt x="4989472" y="83"/>
                </a:cubicBezTo>
                <a:cubicBezTo>
                  <a:pt x="4978742" y="11153"/>
                  <a:pt x="4968276" y="12451"/>
                  <a:pt x="4957934" y="10766"/>
                </a:cubicBezTo>
                <a:close/>
                <a:moveTo>
                  <a:pt x="5100499" y="101449"/>
                </a:moveTo>
                <a:cubicBezTo>
                  <a:pt x="5098113" y="100399"/>
                  <a:pt x="5096680" y="97092"/>
                  <a:pt x="5096808" y="89857"/>
                </a:cubicBezTo>
                <a:cubicBezTo>
                  <a:pt x="5107289" y="105859"/>
                  <a:pt x="5119008" y="80350"/>
                  <a:pt x="5129937" y="81897"/>
                </a:cubicBezTo>
                <a:cubicBezTo>
                  <a:pt x="5127108" y="86039"/>
                  <a:pt x="5133307" y="90909"/>
                  <a:pt x="5131189" y="95160"/>
                </a:cubicBezTo>
                <a:cubicBezTo>
                  <a:pt x="5123374" y="87450"/>
                  <a:pt x="5107654" y="104601"/>
                  <a:pt x="5100499" y="101449"/>
                </a:cubicBezTo>
                <a:close/>
                <a:moveTo>
                  <a:pt x="6268474" y="788750"/>
                </a:moveTo>
                <a:cubicBezTo>
                  <a:pt x="6276406" y="797701"/>
                  <a:pt x="6284831" y="790527"/>
                  <a:pt x="6293287" y="782768"/>
                </a:cubicBezTo>
                <a:cubicBezTo>
                  <a:pt x="6285357" y="773367"/>
                  <a:pt x="6276667" y="788317"/>
                  <a:pt x="6268474" y="788750"/>
                </a:cubicBezTo>
                <a:close/>
                <a:moveTo>
                  <a:pt x="5057340" y="92023"/>
                </a:moveTo>
                <a:cubicBezTo>
                  <a:pt x="5067281" y="87106"/>
                  <a:pt x="5069445" y="78418"/>
                  <a:pt x="5080623" y="83320"/>
                </a:cubicBezTo>
                <a:cubicBezTo>
                  <a:pt x="5072769" y="89426"/>
                  <a:pt x="5064808" y="98486"/>
                  <a:pt x="5057340" y="92023"/>
                </a:cubicBezTo>
                <a:close/>
                <a:moveTo>
                  <a:pt x="4928835" y="19609"/>
                </a:moveTo>
                <a:cubicBezTo>
                  <a:pt x="4928000" y="18533"/>
                  <a:pt x="4927700" y="16658"/>
                  <a:pt x="4928284" y="13721"/>
                </a:cubicBezTo>
                <a:cubicBezTo>
                  <a:pt x="4931637" y="17400"/>
                  <a:pt x="4930168" y="9932"/>
                  <a:pt x="4933416" y="6269"/>
                </a:cubicBezTo>
                <a:cubicBezTo>
                  <a:pt x="4936060" y="9176"/>
                  <a:pt x="4938841" y="7939"/>
                  <a:pt x="4941393" y="14756"/>
                </a:cubicBezTo>
                <a:cubicBezTo>
                  <a:pt x="4938667" y="18860"/>
                  <a:pt x="4931342" y="22835"/>
                  <a:pt x="4928835" y="19609"/>
                </a:cubicBezTo>
                <a:close/>
                <a:moveTo>
                  <a:pt x="6050260" y="669387"/>
                </a:moveTo>
                <a:cubicBezTo>
                  <a:pt x="6048127" y="659647"/>
                  <a:pt x="6037428" y="670468"/>
                  <a:pt x="6040768" y="658132"/>
                </a:cubicBezTo>
                <a:cubicBezTo>
                  <a:pt x="6046209" y="659214"/>
                  <a:pt x="6052115" y="645688"/>
                  <a:pt x="6057311" y="654191"/>
                </a:cubicBezTo>
                <a:cubicBezTo>
                  <a:pt x="6050168" y="658905"/>
                  <a:pt x="6052037" y="659446"/>
                  <a:pt x="6050260" y="669387"/>
                </a:cubicBezTo>
                <a:close/>
                <a:moveTo>
                  <a:pt x="6238737" y="779807"/>
                </a:moveTo>
                <a:cubicBezTo>
                  <a:pt x="6241599" y="780471"/>
                  <a:pt x="6244697" y="773282"/>
                  <a:pt x="6247387" y="779242"/>
                </a:cubicBezTo>
                <a:cubicBezTo>
                  <a:pt x="6250171" y="769363"/>
                  <a:pt x="6239270" y="764446"/>
                  <a:pt x="6235979" y="775748"/>
                </a:cubicBezTo>
                <a:cubicBezTo>
                  <a:pt x="6236856" y="778492"/>
                  <a:pt x="6237783" y="779586"/>
                  <a:pt x="6238737" y="779807"/>
                </a:cubicBezTo>
                <a:close/>
                <a:moveTo>
                  <a:pt x="7469550" y="1496869"/>
                </a:moveTo>
                <a:cubicBezTo>
                  <a:pt x="7474437" y="1497569"/>
                  <a:pt x="7481437" y="1490261"/>
                  <a:pt x="7476046" y="1483431"/>
                </a:cubicBezTo>
                <a:cubicBezTo>
                  <a:pt x="7475273" y="1491763"/>
                  <a:pt x="7473572" y="1491641"/>
                  <a:pt x="7469490" y="1482921"/>
                </a:cubicBezTo>
                <a:cubicBezTo>
                  <a:pt x="7468935" y="1486385"/>
                  <a:pt x="7468315" y="1489785"/>
                  <a:pt x="7465905" y="1493187"/>
                </a:cubicBezTo>
                <a:cubicBezTo>
                  <a:pt x="7466527" y="1495514"/>
                  <a:pt x="7467920" y="1496636"/>
                  <a:pt x="7469550" y="1496869"/>
                </a:cubicBezTo>
                <a:close/>
                <a:moveTo>
                  <a:pt x="5053434" y="123725"/>
                </a:moveTo>
                <a:cubicBezTo>
                  <a:pt x="5050048" y="118897"/>
                  <a:pt x="5049320" y="108940"/>
                  <a:pt x="5045297" y="109461"/>
                </a:cubicBezTo>
                <a:cubicBezTo>
                  <a:pt x="5051991" y="105333"/>
                  <a:pt x="5058748" y="99304"/>
                  <a:pt x="5065131" y="105767"/>
                </a:cubicBezTo>
                <a:cubicBezTo>
                  <a:pt x="5056924" y="109461"/>
                  <a:pt x="5055315" y="115630"/>
                  <a:pt x="5057928" y="126266"/>
                </a:cubicBezTo>
                <a:cubicBezTo>
                  <a:pt x="5055988" y="126374"/>
                  <a:pt x="5054564" y="125334"/>
                  <a:pt x="5053434" y="123725"/>
                </a:cubicBezTo>
                <a:close/>
                <a:moveTo>
                  <a:pt x="6015463" y="679791"/>
                </a:moveTo>
                <a:cubicBezTo>
                  <a:pt x="6013422" y="675246"/>
                  <a:pt x="6009094" y="670562"/>
                  <a:pt x="6010933" y="666341"/>
                </a:cubicBezTo>
                <a:cubicBezTo>
                  <a:pt x="6019761" y="674566"/>
                  <a:pt x="6016591" y="658100"/>
                  <a:pt x="6021260" y="651345"/>
                </a:cubicBezTo>
                <a:cubicBezTo>
                  <a:pt x="6024461" y="654143"/>
                  <a:pt x="6027752" y="654591"/>
                  <a:pt x="6030922" y="657313"/>
                </a:cubicBezTo>
                <a:cubicBezTo>
                  <a:pt x="6027103" y="661410"/>
                  <a:pt x="6029624" y="665985"/>
                  <a:pt x="6028897" y="670361"/>
                </a:cubicBezTo>
                <a:cubicBezTo>
                  <a:pt x="6024568" y="668288"/>
                  <a:pt x="6019884" y="677966"/>
                  <a:pt x="6015463" y="679791"/>
                </a:cubicBezTo>
                <a:close/>
                <a:moveTo>
                  <a:pt x="6029979" y="688820"/>
                </a:moveTo>
                <a:cubicBezTo>
                  <a:pt x="6034061" y="682992"/>
                  <a:pt x="6032360" y="676746"/>
                  <a:pt x="6038745" y="671102"/>
                </a:cubicBezTo>
                <a:cubicBezTo>
                  <a:pt x="6046644" y="681724"/>
                  <a:pt x="6035019" y="687846"/>
                  <a:pt x="6029979" y="688820"/>
                </a:cubicBezTo>
                <a:close/>
                <a:moveTo>
                  <a:pt x="7474437" y="1535855"/>
                </a:moveTo>
                <a:cubicBezTo>
                  <a:pt x="7485662" y="1545579"/>
                  <a:pt x="7498215" y="1510718"/>
                  <a:pt x="7509114" y="1530660"/>
                </a:cubicBezTo>
                <a:cubicBezTo>
                  <a:pt x="7517245" y="1517349"/>
                  <a:pt x="7518899" y="1492227"/>
                  <a:pt x="7505543" y="1485750"/>
                </a:cubicBezTo>
                <a:cubicBezTo>
                  <a:pt x="7507692" y="1496371"/>
                  <a:pt x="7513365" y="1507348"/>
                  <a:pt x="7504600" y="1517179"/>
                </a:cubicBezTo>
                <a:cubicBezTo>
                  <a:pt x="7501663" y="1502539"/>
                  <a:pt x="7500596" y="1501767"/>
                  <a:pt x="7495540" y="1490219"/>
                </a:cubicBezTo>
                <a:cubicBezTo>
                  <a:pt x="7491489" y="1497454"/>
                  <a:pt x="7487471" y="1503638"/>
                  <a:pt x="7483992" y="1491951"/>
                </a:cubicBezTo>
                <a:cubicBezTo>
                  <a:pt x="7475055" y="1508244"/>
                  <a:pt x="7473866" y="1510919"/>
                  <a:pt x="7463524" y="1516669"/>
                </a:cubicBezTo>
                <a:cubicBezTo>
                  <a:pt x="7463415" y="1526827"/>
                  <a:pt x="7472892" y="1526317"/>
                  <a:pt x="7478209" y="1520396"/>
                </a:cubicBezTo>
                <a:cubicBezTo>
                  <a:pt x="7480915" y="1530164"/>
                  <a:pt x="7468827" y="1524199"/>
                  <a:pt x="7474437" y="1535855"/>
                </a:cubicBezTo>
                <a:close/>
                <a:moveTo>
                  <a:pt x="5122055" y="178519"/>
                </a:moveTo>
                <a:cubicBezTo>
                  <a:pt x="5128223" y="184594"/>
                  <a:pt x="5140714" y="174560"/>
                  <a:pt x="5142230" y="164296"/>
                </a:cubicBezTo>
                <a:cubicBezTo>
                  <a:pt x="5135566" y="166955"/>
                  <a:pt x="5129043" y="165007"/>
                  <a:pt x="5122055" y="178519"/>
                </a:cubicBezTo>
                <a:close/>
                <a:moveTo>
                  <a:pt x="7464445" y="1541007"/>
                </a:moveTo>
                <a:cubicBezTo>
                  <a:pt x="7466654" y="1540508"/>
                  <a:pt x="7468919" y="1538034"/>
                  <a:pt x="7471177" y="1535607"/>
                </a:cubicBezTo>
                <a:cubicBezTo>
                  <a:pt x="7467002" y="1528914"/>
                  <a:pt x="7462612" y="1528527"/>
                  <a:pt x="7458051" y="1534557"/>
                </a:cubicBezTo>
                <a:cubicBezTo>
                  <a:pt x="7460084" y="1540030"/>
                  <a:pt x="7462237" y="1541505"/>
                  <a:pt x="7464445" y="1541007"/>
                </a:cubicBezTo>
                <a:close/>
                <a:moveTo>
                  <a:pt x="5005287" y="127393"/>
                </a:moveTo>
                <a:cubicBezTo>
                  <a:pt x="5004283" y="125569"/>
                  <a:pt x="5003262" y="123761"/>
                  <a:pt x="5002226" y="121890"/>
                </a:cubicBezTo>
                <a:cubicBezTo>
                  <a:pt x="5001345" y="120081"/>
                  <a:pt x="5000620" y="118257"/>
                  <a:pt x="5002351" y="116696"/>
                </a:cubicBezTo>
                <a:cubicBezTo>
                  <a:pt x="5011208" y="122818"/>
                  <a:pt x="5001795" y="106601"/>
                  <a:pt x="5004423" y="103679"/>
                </a:cubicBezTo>
                <a:cubicBezTo>
                  <a:pt x="5007979" y="112429"/>
                  <a:pt x="5012570" y="87940"/>
                  <a:pt x="5016125" y="96690"/>
                </a:cubicBezTo>
                <a:cubicBezTo>
                  <a:pt x="5016233" y="108285"/>
                  <a:pt x="5004313" y="103911"/>
                  <a:pt x="5012213" y="117390"/>
                </a:cubicBezTo>
                <a:cubicBezTo>
                  <a:pt x="5020145" y="108347"/>
                  <a:pt x="5027781" y="109863"/>
                  <a:pt x="5035635" y="103447"/>
                </a:cubicBezTo>
                <a:cubicBezTo>
                  <a:pt x="5034645" y="106028"/>
                  <a:pt x="5034956" y="108671"/>
                  <a:pt x="5037026" y="111486"/>
                </a:cubicBezTo>
                <a:cubicBezTo>
                  <a:pt x="5026824" y="127069"/>
                  <a:pt x="5010097" y="115288"/>
                  <a:pt x="5005287" y="127393"/>
                </a:cubicBezTo>
                <a:close/>
                <a:moveTo>
                  <a:pt x="5914137" y="659172"/>
                </a:moveTo>
                <a:cubicBezTo>
                  <a:pt x="5913008" y="658617"/>
                  <a:pt x="5912429" y="656899"/>
                  <a:pt x="5912766" y="653402"/>
                </a:cubicBezTo>
                <a:cubicBezTo>
                  <a:pt x="5918099" y="658874"/>
                  <a:pt x="5924051" y="641854"/>
                  <a:pt x="5929322" y="649445"/>
                </a:cubicBezTo>
                <a:cubicBezTo>
                  <a:pt x="5925868" y="652041"/>
                  <a:pt x="5917525" y="660838"/>
                  <a:pt x="5914137" y="659172"/>
                </a:cubicBezTo>
                <a:close/>
                <a:moveTo>
                  <a:pt x="6051022" y="740047"/>
                </a:moveTo>
                <a:cubicBezTo>
                  <a:pt x="6055476" y="741861"/>
                  <a:pt x="6060207" y="734869"/>
                  <a:pt x="6064763" y="733513"/>
                </a:cubicBezTo>
                <a:cubicBezTo>
                  <a:pt x="6053277" y="720387"/>
                  <a:pt x="6067407" y="709242"/>
                  <a:pt x="6059323" y="696332"/>
                </a:cubicBezTo>
                <a:cubicBezTo>
                  <a:pt x="6056587" y="696441"/>
                  <a:pt x="6053756" y="699007"/>
                  <a:pt x="6050881" y="703537"/>
                </a:cubicBezTo>
                <a:cubicBezTo>
                  <a:pt x="6060759" y="718238"/>
                  <a:pt x="6057359" y="735894"/>
                  <a:pt x="6046676" y="734764"/>
                </a:cubicBezTo>
                <a:cubicBezTo>
                  <a:pt x="6048082" y="737860"/>
                  <a:pt x="6049537" y="739443"/>
                  <a:pt x="6051022" y="740047"/>
                </a:cubicBezTo>
                <a:close/>
                <a:moveTo>
                  <a:pt x="5521730" y="435364"/>
                </a:moveTo>
                <a:cubicBezTo>
                  <a:pt x="5518484" y="417477"/>
                  <a:pt x="5525502" y="420214"/>
                  <a:pt x="5533743" y="417926"/>
                </a:cubicBezTo>
                <a:cubicBezTo>
                  <a:pt x="5532197" y="414338"/>
                  <a:pt x="5530605" y="413611"/>
                  <a:pt x="5528904" y="414912"/>
                </a:cubicBezTo>
                <a:cubicBezTo>
                  <a:pt x="5527203" y="409546"/>
                  <a:pt x="5532986" y="404691"/>
                  <a:pt x="5526106" y="398957"/>
                </a:cubicBezTo>
                <a:cubicBezTo>
                  <a:pt x="5523725" y="404260"/>
                  <a:pt x="5520185" y="422657"/>
                  <a:pt x="5515639" y="419177"/>
                </a:cubicBezTo>
                <a:cubicBezTo>
                  <a:pt x="5515099" y="426057"/>
                  <a:pt x="5517712" y="435302"/>
                  <a:pt x="5521730" y="435364"/>
                </a:cubicBezTo>
                <a:close/>
                <a:moveTo>
                  <a:pt x="5531394" y="441393"/>
                </a:moveTo>
                <a:cubicBezTo>
                  <a:pt x="5535659" y="450065"/>
                  <a:pt x="5543035" y="442166"/>
                  <a:pt x="5543081" y="434421"/>
                </a:cubicBezTo>
                <a:cubicBezTo>
                  <a:pt x="5536000" y="422965"/>
                  <a:pt x="5537284" y="433755"/>
                  <a:pt x="5531394" y="441393"/>
                </a:cubicBezTo>
                <a:close/>
                <a:moveTo>
                  <a:pt x="5918840" y="669665"/>
                </a:moveTo>
                <a:cubicBezTo>
                  <a:pt x="5928519" y="657514"/>
                  <a:pt x="5937299" y="675524"/>
                  <a:pt x="5946945" y="663945"/>
                </a:cubicBezTo>
                <a:cubicBezTo>
                  <a:pt x="5937067" y="682666"/>
                  <a:pt x="5928023" y="673792"/>
                  <a:pt x="5918840" y="669665"/>
                </a:cubicBezTo>
                <a:close/>
                <a:moveTo>
                  <a:pt x="7413743" y="1533768"/>
                </a:moveTo>
                <a:cubicBezTo>
                  <a:pt x="7421675" y="1542719"/>
                  <a:pt x="7430100" y="1535545"/>
                  <a:pt x="7438557" y="1527786"/>
                </a:cubicBezTo>
                <a:cubicBezTo>
                  <a:pt x="7430626" y="1518385"/>
                  <a:pt x="7421935" y="1533334"/>
                  <a:pt x="7413743" y="1533768"/>
                </a:cubicBezTo>
                <a:close/>
                <a:moveTo>
                  <a:pt x="7195530" y="1414405"/>
                </a:moveTo>
                <a:cubicBezTo>
                  <a:pt x="7193397" y="1404666"/>
                  <a:pt x="7182697" y="1415486"/>
                  <a:pt x="7186038" y="1403150"/>
                </a:cubicBezTo>
                <a:cubicBezTo>
                  <a:pt x="7191478" y="1404232"/>
                  <a:pt x="7197384" y="1390706"/>
                  <a:pt x="7202580" y="1399209"/>
                </a:cubicBezTo>
                <a:cubicBezTo>
                  <a:pt x="7195437" y="1403923"/>
                  <a:pt x="7197307" y="1404464"/>
                  <a:pt x="7195530" y="1414405"/>
                </a:cubicBezTo>
                <a:close/>
                <a:moveTo>
                  <a:pt x="7384006" y="1524825"/>
                </a:moveTo>
                <a:cubicBezTo>
                  <a:pt x="7386867" y="1525489"/>
                  <a:pt x="7389966" y="1518300"/>
                  <a:pt x="7392657" y="1524260"/>
                </a:cubicBezTo>
                <a:cubicBezTo>
                  <a:pt x="7395440" y="1514381"/>
                  <a:pt x="7384539" y="1509465"/>
                  <a:pt x="7381248" y="1520766"/>
                </a:cubicBezTo>
                <a:cubicBezTo>
                  <a:pt x="7382125" y="1523510"/>
                  <a:pt x="7383053" y="1524604"/>
                  <a:pt x="7384006" y="1524825"/>
                </a:cubicBezTo>
                <a:close/>
                <a:moveTo>
                  <a:pt x="5942385" y="705623"/>
                </a:moveTo>
                <a:cubicBezTo>
                  <a:pt x="5960132" y="680857"/>
                  <a:pt x="5970892" y="661502"/>
                  <a:pt x="5983631" y="645811"/>
                </a:cubicBezTo>
                <a:cubicBezTo>
                  <a:pt x="5978947" y="660867"/>
                  <a:pt x="5990540" y="649243"/>
                  <a:pt x="5991284" y="664748"/>
                </a:cubicBezTo>
                <a:cubicBezTo>
                  <a:pt x="5992443" y="653634"/>
                  <a:pt x="6014982" y="621710"/>
                  <a:pt x="6015029" y="640337"/>
                </a:cubicBezTo>
                <a:cubicBezTo>
                  <a:pt x="6004779" y="650108"/>
                  <a:pt x="5982347" y="674721"/>
                  <a:pt x="5978760" y="697987"/>
                </a:cubicBezTo>
                <a:cubicBezTo>
                  <a:pt x="5974711" y="686702"/>
                  <a:pt x="5969809" y="704604"/>
                  <a:pt x="5965821" y="691741"/>
                </a:cubicBezTo>
                <a:cubicBezTo>
                  <a:pt x="5970335" y="687335"/>
                  <a:pt x="5978715" y="684537"/>
                  <a:pt x="5974571" y="674024"/>
                </a:cubicBezTo>
                <a:cubicBezTo>
                  <a:pt x="5968295" y="667949"/>
                  <a:pt x="5956452" y="678755"/>
                  <a:pt x="5965821" y="691741"/>
                </a:cubicBezTo>
                <a:cubicBezTo>
                  <a:pt x="5957751" y="704310"/>
                  <a:pt x="5949805" y="714065"/>
                  <a:pt x="5942385" y="705623"/>
                </a:cubicBezTo>
                <a:close/>
                <a:moveTo>
                  <a:pt x="4952768" y="147593"/>
                </a:moveTo>
                <a:cubicBezTo>
                  <a:pt x="4952262" y="148639"/>
                  <a:pt x="4951191" y="147952"/>
                  <a:pt x="4948984" y="144045"/>
                </a:cubicBezTo>
                <a:cubicBezTo>
                  <a:pt x="4952246" y="139916"/>
                  <a:pt x="4951441" y="135464"/>
                  <a:pt x="4947747" y="130780"/>
                </a:cubicBezTo>
                <a:cubicBezTo>
                  <a:pt x="4950422" y="121582"/>
                  <a:pt x="4960811" y="122340"/>
                  <a:pt x="4957563" y="131569"/>
                </a:cubicBezTo>
                <a:cubicBezTo>
                  <a:pt x="4950734" y="125725"/>
                  <a:pt x="4954288" y="144455"/>
                  <a:pt x="4952768" y="147593"/>
                </a:cubicBezTo>
                <a:close/>
                <a:moveTo>
                  <a:pt x="7160732" y="1424809"/>
                </a:moveTo>
                <a:cubicBezTo>
                  <a:pt x="7158692" y="1420264"/>
                  <a:pt x="7154364" y="1415581"/>
                  <a:pt x="7156202" y="1411359"/>
                </a:cubicBezTo>
                <a:cubicBezTo>
                  <a:pt x="7165030" y="1419584"/>
                  <a:pt x="7161861" y="1403118"/>
                  <a:pt x="7166529" y="1396363"/>
                </a:cubicBezTo>
                <a:cubicBezTo>
                  <a:pt x="7169730" y="1399162"/>
                  <a:pt x="7173021" y="1399609"/>
                  <a:pt x="7176191" y="1402331"/>
                </a:cubicBezTo>
                <a:cubicBezTo>
                  <a:pt x="7172372" y="1406428"/>
                  <a:pt x="7174893" y="1411003"/>
                  <a:pt x="7174166" y="1415379"/>
                </a:cubicBezTo>
                <a:cubicBezTo>
                  <a:pt x="7169837" y="1413306"/>
                  <a:pt x="7165153" y="1422984"/>
                  <a:pt x="7160732" y="1424809"/>
                </a:cubicBezTo>
                <a:close/>
                <a:moveTo>
                  <a:pt x="7175249" y="1433838"/>
                </a:moveTo>
                <a:cubicBezTo>
                  <a:pt x="7179331" y="1428010"/>
                  <a:pt x="7177629" y="1421764"/>
                  <a:pt x="7184014" y="1416120"/>
                </a:cubicBezTo>
                <a:cubicBezTo>
                  <a:pt x="7191913" y="1426742"/>
                  <a:pt x="7180287" y="1432864"/>
                  <a:pt x="7175249" y="1433838"/>
                </a:cubicBezTo>
                <a:close/>
                <a:moveTo>
                  <a:pt x="5885261" y="693317"/>
                </a:moveTo>
                <a:cubicBezTo>
                  <a:pt x="5896979" y="686483"/>
                  <a:pt x="5909037" y="667856"/>
                  <a:pt x="5920246" y="677658"/>
                </a:cubicBezTo>
                <a:cubicBezTo>
                  <a:pt x="5908497" y="685882"/>
                  <a:pt x="5896501" y="701913"/>
                  <a:pt x="5885261" y="693317"/>
                </a:cubicBezTo>
                <a:close/>
                <a:moveTo>
                  <a:pt x="5749325" y="625002"/>
                </a:moveTo>
                <a:cubicBezTo>
                  <a:pt x="5759915" y="618446"/>
                  <a:pt x="5770474" y="613530"/>
                  <a:pt x="5780863" y="614318"/>
                </a:cubicBezTo>
                <a:cubicBezTo>
                  <a:pt x="5770133" y="625388"/>
                  <a:pt x="5759667" y="626687"/>
                  <a:pt x="5749325" y="625002"/>
                </a:cubicBezTo>
                <a:close/>
                <a:moveTo>
                  <a:pt x="4875581" y="125197"/>
                </a:moveTo>
                <a:cubicBezTo>
                  <a:pt x="4867140" y="118412"/>
                  <a:pt x="4882986" y="113527"/>
                  <a:pt x="4874499" y="106710"/>
                </a:cubicBezTo>
                <a:cubicBezTo>
                  <a:pt x="4875660" y="105101"/>
                  <a:pt x="4876802" y="103417"/>
                  <a:pt x="4877962" y="101716"/>
                </a:cubicBezTo>
                <a:cubicBezTo>
                  <a:pt x="4879508" y="104545"/>
                  <a:pt x="4881208" y="103030"/>
                  <a:pt x="4882801" y="104729"/>
                </a:cubicBezTo>
                <a:cubicBezTo>
                  <a:pt x="4873958" y="111084"/>
                  <a:pt x="4884424" y="118907"/>
                  <a:pt x="4875581" y="125197"/>
                </a:cubicBezTo>
                <a:close/>
                <a:moveTo>
                  <a:pt x="4896499" y="139946"/>
                </a:moveTo>
                <a:cubicBezTo>
                  <a:pt x="4903240" y="127006"/>
                  <a:pt x="4915252" y="132510"/>
                  <a:pt x="4916195" y="141477"/>
                </a:cubicBezTo>
                <a:cubicBezTo>
                  <a:pt x="4909454" y="146626"/>
                  <a:pt x="4903069" y="140456"/>
                  <a:pt x="4896499" y="139946"/>
                </a:cubicBezTo>
                <a:close/>
                <a:moveTo>
                  <a:pt x="5891889" y="715685"/>
                </a:moveTo>
                <a:cubicBezTo>
                  <a:pt x="5889504" y="714634"/>
                  <a:pt x="5888071" y="711328"/>
                  <a:pt x="5888198" y="704093"/>
                </a:cubicBezTo>
                <a:cubicBezTo>
                  <a:pt x="5898680" y="720094"/>
                  <a:pt x="5910398" y="694585"/>
                  <a:pt x="5921328" y="696132"/>
                </a:cubicBezTo>
                <a:cubicBezTo>
                  <a:pt x="5918499" y="700274"/>
                  <a:pt x="5924697" y="705145"/>
                  <a:pt x="5922579" y="709395"/>
                </a:cubicBezTo>
                <a:cubicBezTo>
                  <a:pt x="5914764" y="701685"/>
                  <a:pt x="5899045" y="718836"/>
                  <a:pt x="5891889" y="715685"/>
                </a:cubicBezTo>
                <a:close/>
                <a:moveTo>
                  <a:pt x="4930060" y="171453"/>
                </a:moveTo>
                <a:cubicBezTo>
                  <a:pt x="4925253" y="166475"/>
                  <a:pt x="4922130" y="160863"/>
                  <a:pt x="4913982" y="159704"/>
                </a:cubicBezTo>
                <a:cubicBezTo>
                  <a:pt x="4920583" y="150722"/>
                  <a:pt x="4932394" y="163121"/>
                  <a:pt x="4934126" y="145481"/>
                </a:cubicBezTo>
                <a:cubicBezTo>
                  <a:pt x="4938147" y="160213"/>
                  <a:pt x="4934837" y="160647"/>
                  <a:pt x="4930060" y="171453"/>
                </a:cubicBezTo>
                <a:close/>
                <a:moveTo>
                  <a:pt x="7059406" y="1404191"/>
                </a:moveTo>
                <a:cubicBezTo>
                  <a:pt x="7058277" y="1403635"/>
                  <a:pt x="7057699" y="1401917"/>
                  <a:pt x="7058035" y="1398420"/>
                </a:cubicBezTo>
                <a:cubicBezTo>
                  <a:pt x="7063369" y="1403893"/>
                  <a:pt x="7069320" y="1386872"/>
                  <a:pt x="7074592" y="1394463"/>
                </a:cubicBezTo>
                <a:cubicBezTo>
                  <a:pt x="7071137" y="1397059"/>
                  <a:pt x="7062794" y="1405857"/>
                  <a:pt x="7059406" y="1404191"/>
                </a:cubicBezTo>
                <a:close/>
                <a:moveTo>
                  <a:pt x="5848731" y="706258"/>
                </a:moveTo>
                <a:cubicBezTo>
                  <a:pt x="5858672" y="701341"/>
                  <a:pt x="5860836" y="692653"/>
                  <a:pt x="5872013" y="697555"/>
                </a:cubicBezTo>
                <a:cubicBezTo>
                  <a:pt x="5864160" y="703661"/>
                  <a:pt x="5856198" y="712721"/>
                  <a:pt x="5848731" y="706258"/>
                </a:cubicBezTo>
                <a:close/>
                <a:moveTo>
                  <a:pt x="7196290" y="1485065"/>
                </a:moveTo>
                <a:cubicBezTo>
                  <a:pt x="7200745" y="1486878"/>
                  <a:pt x="7205476" y="1479886"/>
                  <a:pt x="7210032" y="1478530"/>
                </a:cubicBezTo>
                <a:cubicBezTo>
                  <a:pt x="7198546" y="1465405"/>
                  <a:pt x="7212677" y="1454260"/>
                  <a:pt x="7204592" y="1441350"/>
                </a:cubicBezTo>
                <a:cubicBezTo>
                  <a:pt x="7201856" y="1441459"/>
                  <a:pt x="7199025" y="1444025"/>
                  <a:pt x="7196150" y="1448555"/>
                </a:cubicBezTo>
                <a:cubicBezTo>
                  <a:pt x="7206028" y="1463256"/>
                  <a:pt x="7202628" y="1480912"/>
                  <a:pt x="7191945" y="1479782"/>
                </a:cubicBezTo>
                <a:cubicBezTo>
                  <a:pt x="7193352" y="1482878"/>
                  <a:pt x="7194806" y="1484461"/>
                  <a:pt x="7196290" y="1485065"/>
                </a:cubicBezTo>
                <a:close/>
                <a:moveTo>
                  <a:pt x="4871700" y="145915"/>
                </a:moveTo>
                <a:cubicBezTo>
                  <a:pt x="4878039" y="134181"/>
                  <a:pt x="4884083" y="133826"/>
                  <a:pt x="4889958" y="139392"/>
                </a:cubicBezTo>
                <a:cubicBezTo>
                  <a:pt x="4883867" y="142142"/>
                  <a:pt x="4877498" y="153321"/>
                  <a:pt x="4871700" y="145915"/>
                </a:cubicBezTo>
                <a:close/>
                <a:moveTo>
                  <a:pt x="7064109" y="1414682"/>
                </a:moveTo>
                <a:cubicBezTo>
                  <a:pt x="7073788" y="1402532"/>
                  <a:pt x="7082569" y="1420542"/>
                  <a:pt x="7092214" y="1408963"/>
                </a:cubicBezTo>
                <a:cubicBezTo>
                  <a:pt x="7082337" y="1427685"/>
                  <a:pt x="7073293" y="1418810"/>
                  <a:pt x="7064109" y="1414682"/>
                </a:cubicBezTo>
                <a:close/>
                <a:moveTo>
                  <a:pt x="7087654" y="1450642"/>
                </a:moveTo>
                <a:cubicBezTo>
                  <a:pt x="7105402" y="1425875"/>
                  <a:pt x="7116160" y="1406520"/>
                  <a:pt x="7128900" y="1390829"/>
                </a:cubicBezTo>
                <a:cubicBezTo>
                  <a:pt x="7124216" y="1405885"/>
                  <a:pt x="7135809" y="1394261"/>
                  <a:pt x="7136553" y="1409767"/>
                </a:cubicBezTo>
                <a:cubicBezTo>
                  <a:pt x="7137712" y="1398652"/>
                  <a:pt x="7160252" y="1366728"/>
                  <a:pt x="7160299" y="1385356"/>
                </a:cubicBezTo>
                <a:cubicBezTo>
                  <a:pt x="7150049" y="1395127"/>
                  <a:pt x="7127617" y="1419739"/>
                  <a:pt x="7124029" y="1443005"/>
                </a:cubicBezTo>
                <a:cubicBezTo>
                  <a:pt x="7119980" y="1431720"/>
                  <a:pt x="7115078" y="1449622"/>
                  <a:pt x="7111091" y="1436760"/>
                </a:cubicBezTo>
                <a:cubicBezTo>
                  <a:pt x="7115604" y="1432353"/>
                  <a:pt x="7123984" y="1429555"/>
                  <a:pt x="7119840" y="1419042"/>
                </a:cubicBezTo>
                <a:cubicBezTo>
                  <a:pt x="7113564" y="1412967"/>
                  <a:pt x="7101721" y="1423773"/>
                  <a:pt x="7111091" y="1436760"/>
                </a:cubicBezTo>
                <a:cubicBezTo>
                  <a:pt x="7103020" y="1449328"/>
                  <a:pt x="7095074" y="1459083"/>
                  <a:pt x="7087654" y="1450642"/>
                </a:cubicBezTo>
                <a:close/>
                <a:moveTo>
                  <a:pt x="5844825" y="737960"/>
                </a:moveTo>
                <a:cubicBezTo>
                  <a:pt x="5841438" y="733132"/>
                  <a:pt x="5840711" y="723175"/>
                  <a:pt x="5836688" y="723696"/>
                </a:cubicBezTo>
                <a:cubicBezTo>
                  <a:pt x="5843381" y="719569"/>
                  <a:pt x="5850138" y="713539"/>
                  <a:pt x="5856522" y="720002"/>
                </a:cubicBezTo>
                <a:cubicBezTo>
                  <a:pt x="5848314" y="723696"/>
                  <a:pt x="5846706" y="729865"/>
                  <a:pt x="5849319" y="740501"/>
                </a:cubicBezTo>
                <a:cubicBezTo>
                  <a:pt x="5847378" y="740609"/>
                  <a:pt x="5845954" y="739570"/>
                  <a:pt x="5844825" y="737960"/>
                </a:cubicBezTo>
                <a:close/>
                <a:moveTo>
                  <a:pt x="4793167" y="134613"/>
                </a:moveTo>
                <a:cubicBezTo>
                  <a:pt x="4793306" y="124920"/>
                  <a:pt x="4796460" y="118720"/>
                  <a:pt x="4803477" y="119601"/>
                </a:cubicBezTo>
                <a:cubicBezTo>
                  <a:pt x="4803509" y="123482"/>
                  <a:pt x="4797358" y="139638"/>
                  <a:pt x="4793167" y="134613"/>
                </a:cubicBezTo>
                <a:close/>
                <a:moveTo>
                  <a:pt x="4822185" y="152577"/>
                </a:moveTo>
                <a:cubicBezTo>
                  <a:pt x="4843937" y="148125"/>
                  <a:pt x="4857232" y="133082"/>
                  <a:pt x="4877005" y="133206"/>
                </a:cubicBezTo>
                <a:cubicBezTo>
                  <a:pt x="4870976" y="141029"/>
                  <a:pt x="4862148" y="138060"/>
                  <a:pt x="4864977" y="150645"/>
                </a:cubicBezTo>
                <a:cubicBezTo>
                  <a:pt x="4850661" y="152702"/>
                  <a:pt x="4836222" y="160045"/>
                  <a:pt x="4822185" y="152577"/>
                </a:cubicBezTo>
                <a:close/>
                <a:moveTo>
                  <a:pt x="5913446" y="792754"/>
                </a:moveTo>
                <a:cubicBezTo>
                  <a:pt x="5919613" y="798829"/>
                  <a:pt x="5932105" y="788795"/>
                  <a:pt x="5933620" y="778532"/>
                </a:cubicBezTo>
                <a:cubicBezTo>
                  <a:pt x="5926956" y="781190"/>
                  <a:pt x="5920433" y="779242"/>
                  <a:pt x="5913446" y="792754"/>
                </a:cubicBezTo>
                <a:close/>
                <a:moveTo>
                  <a:pt x="7030530" y="1438335"/>
                </a:moveTo>
                <a:cubicBezTo>
                  <a:pt x="7042249" y="1431502"/>
                  <a:pt x="7054306" y="1412874"/>
                  <a:pt x="7065515" y="1422676"/>
                </a:cubicBezTo>
                <a:cubicBezTo>
                  <a:pt x="7053766" y="1430900"/>
                  <a:pt x="7041770" y="1446931"/>
                  <a:pt x="7030530" y="1438335"/>
                </a:cubicBezTo>
                <a:close/>
                <a:moveTo>
                  <a:pt x="6894595" y="1370020"/>
                </a:moveTo>
                <a:cubicBezTo>
                  <a:pt x="6905185" y="1363465"/>
                  <a:pt x="6915743" y="1358548"/>
                  <a:pt x="6926132" y="1359337"/>
                </a:cubicBezTo>
                <a:cubicBezTo>
                  <a:pt x="6915402" y="1370406"/>
                  <a:pt x="6904937" y="1371705"/>
                  <a:pt x="6894595" y="1370020"/>
                </a:cubicBezTo>
                <a:close/>
                <a:moveTo>
                  <a:pt x="5796678" y="741628"/>
                </a:moveTo>
                <a:cubicBezTo>
                  <a:pt x="5795674" y="739804"/>
                  <a:pt x="5794652" y="737996"/>
                  <a:pt x="5793617" y="736125"/>
                </a:cubicBezTo>
                <a:cubicBezTo>
                  <a:pt x="5792736" y="734317"/>
                  <a:pt x="5792010" y="732492"/>
                  <a:pt x="5793742" y="730931"/>
                </a:cubicBezTo>
                <a:cubicBezTo>
                  <a:pt x="5802599" y="737053"/>
                  <a:pt x="5793185" y="720836"/>
                  <a:pt x="5795813" y="717914"/>
                </a:cubicBezTo>
                <a:cubicBezTo>
                  <a:pt x="5799369" y="726664"/>
                  <a:pt x="5803961" y="702176"/>
                  <a:pt x="5807515" y="710926"/>
                </a:cubicBezTo>
                <a:cubicBezTo>
                  <a:pt x="5807624" y="722520"/>
                  <a:pt x="5795704" y="718146"/>
                  <a:pt x="5803604" y="731626"/>
                </a:cubicBezTo>
                <a:cubicBezTo>
                  <a:pt x="5811536" y="722582"/>
                  <a:pt x="5819172" y="724098"/>
                  <a:pt x="5827026" y="717682"/>
                </a:cubicBezTo>
                <a:cubicBezTo>
                  <a:pt x="5826036" y="720263"/>
                  <a:pt x="5826346" y="722907"/>
                  <a:pt x="5828417" y="725721"/>
                </a:cubicBezTo>
                <a:cubicBezTo>
                  <a:pt x="5818214" y="741304"/>
                  <a:pt x="5801487" y="729524"/>
                  <a:pt x="5796678" y="741628"/>
                </a:cubicBezTo>
                <a:close/>
                <a:moveTo>
                  <a:pt x="7037158" y="1460703"/>
                </a:moveTo>
                <a:cubicBezTo>
                  <a:pt x="7034773" y="1459652"/>
                  <a:pt x="7033340" y="1456346"/>
                  <a:pt x="7033468" y="1449111"/>
                </a:cubicBezTo>
                <a:cubicBezTo>
                  <a:pt x="7043949" y="1465112"/>
                  <a:pt x="7055668" y="1439603"/>
                  <a:pt x="7066598" y="1441150"/>
                </a:cubicBezTo>
                <a:cubicBezTo>
                  <a:pt x="7063768" y="1445292"/>
                  <a:pt x="7069967" y="1450163"/>
                  <a:pt x="7067849" y="1454413"/>
                </a:cubicBezTo>
                <a:cubicBezTo>
                  <a:pt x="7060034" y="1446703"/>
                  <a:pt x="7044315" y="1463855"/>
                  <a:pt x="7037158" y="1460703"/>
                </a:cubicBezTo>
                <a:close/>
                <a:moveTo>
                  <a:pt x="6313120" y="1049599"/>
                </a:moveTo>
                <a:cubicBezTo>
                  <a:pt x="6309875" y="1031713"/>
                  <a:pt x="6316893" y="1034449"/>
                  <a:pt x="6325133" y="1032161"/>
                </a:cubicBezTo>
                <a:cubicBezTo>
                  <a:pt x="6323588" y="1028574"/>
                  <a:pt x="6321996" y="1027847"/>
                  <a:pt x="6320295" y="1029147"/>
                </a:cubicBezTo>
                <a:cubicBezTo>
                  <a:pt x="6318594" y="1023781"/>
                  <a:pt x="6324377" y="1018926"/>
                  <a:pt x="6317497" y="1013192"/>
                </a:cubicBezTo>
                <a:cubicBezTo>
                  <a:pt x="6315116" y="1018495"/>
                  <a:pt x="6311576" y="1036892"/>
                  <a:pt x="6307030" y="1033412"/>
                </a:cubicBezTo>
                <a:cubicBezTo>
                  <a:pt x="6306489" y="1040292"/>
                  <a:pt x="6309103" y="1049537"/>
                  <a:pt x="6313120" y="1049599"/>
                </a:cubicBezTo>
                <a:close/>
                <a:moveTo>
                  <a:pt x="6322785" y="1055628"/>
                </a:moveTo>
                <a:cubicBezTo>
                  <a:pt x="6327050" y="1064301"/>
                  <a:pt x="6334425" y="1056401"/>
                  <a:pt x="6334472" y="1048656"/>
                </a:cubicBezTo>
                <a:cubicBezTo>
                  <a:pt x="6327391" y="1037200"/>
                  <a:pt x="6328675" y="1047990"/>
                  <a:pt x="6322785" y="1055628"/>
                </a:cubicBezTo>
                <a:close/>
                <a:moveTo>
                  <a:pt x="6994000" y="1451276"/>
                </a:moveTo>
                <a:cubicBezTo>
                  <a:pt x="7003941" y="1446359"/>
                  <a:pt x="7006105" y="1437671"/>
                  <a:pt x="7017283" y="1442573"/>
                </a:cubicBezTo>
                <a:cubicBezTo>
                  <a:pt x="7009429" y="1448679"/>
                  <a:pt x="7001468" y="1457739"/>
                  <a:pt x="6994000" y="1451276"/>
                </a:cubicBezTo>
                <a:close/>
                <a:moveTo>
                  <a:pt x="4767565" y="166755"/>
                </a:moveTo>
                <a:cubicBezTo>
                  <a:pt x="4768539" y="164158"/>
                  <a:pt x="4770904" y="161715"/>
                  <a:pt x="4769452" y="159010"/>
                </a:cubicBezTo>
                <a:cubicBezTo>
                  <a:pt x="4772852" y="154743"/>
                  <a:pt x="4776207" y="152454"/>
                  <a:pt x="4779439" y="154527"/>
                </a:cubicBezTo>
                <a:cubicBezTo>
                  <a:pt x="4776470" y="160199"/>
                  <a:pt x="4773610" y="171917"/>
                  <a:pt x="4767565" y="166755"/>
                </a:cubicBezTo>
                <a:close/>
                <a:moveTo>
                  <a:pt x="6865496" y="1378863"/>
                </a:moveTo>
                <a:cubicBezTo>
                  <a:pt x="6864660" y="1377787"/>
                  <a:pt x="6864360" y="1375912"/>
                  <a:pt x="6864944" y="1372974"/>
                </a:cubicBezTo>
                <a:cubicBezTo>
                  <a:pt x="6868297" y="1376654"/>
                  <a:pt x="6866828" y="1369186"/>
                  <a:pt x="6870076" y="1365522"/>
                </a:cubicBezTo>
                <a:cubicBezTo>
                  <a:pt x="6872720" y="1368429"/>
                  <a:pt x="6875502" y="1367193"/>
                  <a:pt x="6878053" y="1374010"/>
                </a:cubicBezTo>
                <a:cubicBezTo>
                  <a:pt x="6875328" y="1378114"/>
                  <a:pt x="6868003" y="1382089"/>
                  <a:pt x="6865496" y="1378863"/>
                </a:cubicBezTo>
                <a:close/>
                <a:moveTo>
                  <a:pt x="4835280" y="208742"/>
                </a:moveTo>
                <a:cubicBezTo>
                  <a:pt x="4837568" y="205434"/>
                  <a:pt x="4839855" y="202093"/>
                  <a:pt x="4842158" y="198755"/>
                </a:cubicBezTo>
                <a:cubicBezTo>
                  <a:pt x="4838387" y="196931"/>
                  <a:pt x="4834754" y="190128"/>
                  <a:pt x="4830610" y="200532"/>
                </a:cubicBezTo>
                <a:cubicBezTo>
                  <a:pt x="4832172" y="203254"/>
                  <a:pt x="4833688" y="205991"/>
                  <a:pt x="4835280" y="208742"/>
                </a:cubicBezTo>
                <a:close/>
                <a:moveTo>
                  <a:pt x="4805799" y="206422"/>
                </a:moveTo>
                <a:cubicBezTo>
                  <a:pt x="4813729" y="215373"/>
                  <a:pt x="4822109" y="209438"/>
                  <a:pt x="4830285" y="210969"/>
                </a:cubicBezTo>
                <a:cubicBezTo>
                  <a:pt x="4822495" y="196590"/>
                  <a:pt x="4814286" y="196514"/>
                  <a:pt x="4805799" y="206422"/>
                </a:cubicBezTo>
                <a:close/>
                <a:moveTo>
                  <a:pt x="5570081" y="655751"/>
                </a:moveTo>
                <a:cubicBezTo>
                  <a:pt x="5571994" y="656045"/>
                  <a:pt x="5573930" y="655500"/>
                  <a:pt x="5575778" y="657595"/>
                </a:cubicBezTo>
                <a:cubicBezTo>
                  <a:pt x="5575437" y="650546"/>
                  <a:pt x="5581064" y="643960"/>
                  <a:pt x="5576380" y="636632"/>
                </a:cubicBezTo>
                <a:cubicBezTo>
                  <a:pt x="5572268" y="646201"/>
                  <a:pt x="5568542" y="642924"/>
                  <a:pt x="5564523" y="648876"/>
                </a:cubicBezTo>
                <a:cubicBezTo>
                  <a:pt x="5566278" y="654325"/>
                  <a:pt x="5568168" y="655458"/>
                  <a:pt x="5570081" y="655751"/>
                </a:cubicBezTo>
                <a:close/>
                <a:moveTo>
                  <a:pt x="5744159" y="761828"/>
                </a:moveTo>
                <a:cubicBezTo>
                  <a:pt x="5743652" y="762874"/>
                  <a:pt x="5742581" y="762187"/>
                  <a:pt x="5740374" y="758280"/>
                </a:cubicBezTo>
                <a:cubicBezTo>
                  <a:pt x="5743637" y="754151"/>
                  <a:pt x="5742832" y="749699"/>
                  <a:pt x="5739138" y="745015"/>
                </a:cubicBezTo>
                <a:cubicBezTo>
                  <a:pt x="5741812" y="735818"/>
                  <a:pt x="5752202" y="736575"/>
                  <a:pt x="5748954" y="745804"/>
                </a:cubicBezTo>
                <a:cubicBezTo>
                  <a:pt x="5742125" y="739960"/>
                  <a:pt x="5745679" y="758690"/>
                  <a:pt x="5744159" y="761828"/>
                </a:cubicBezTo>
                <a:close/>
                <a:moveTo>
                  <a:pt x="6990094" y="1482978"/>
                </a:moveTo>
                <a:cubicBezTo>
                  <a:pt x="6986708" y="1478150"/>
                  <a:pt x="6985980" y="1468193"/>
                  <a:pt x="6981957" y="1468714"/>
                </a:cubicBezTo>
                <a:cubicBezTo>
                  <a:pt x="6988651" y="1464587"/>
                  <a:pt x="6995408" y="1458557"/>
                  <a:pt x="7001791" y="1465020"/>
                </a:cubicBezTo>
                <a:cubicBezTo>
                  <a:pt x="6993583" y="1468714"/>
                  <a:pt x="6991975" y="1474883"/>
                  <a:pt x="6994588" y="1485519"/>
                </a:cubicBezTo>
                <a:cubicBezTo>
                  <a:pt x="6992647" y="1485627"/>
                  <a:pt x="6991224" y="1484588"/>
                  <a:pt x="6990094" y="1482978"/>
                </a:cubicBezTo>
                <a:close/>
                <a:moveTo>
                  <a:pt x="4785793" y="215374"/>
                </a:moveTo>
                <a:cubicBezTo>
                  <a:pt x="4791621" y="221806"/>
                  <a:pt x="4798146" y="205480"/>
                  <a:pt x="4803882" y="214215"/>
                </a:cubicBezTo>
                <a:cubicBezTo>
                  <a:pt x="4804731" y="200734"/>
                  <a:pt x="4791251" y="201785"/>
                  <a:pt x="4785793" y="215374"/>
                </a:cubicBezTo>
                <a:close/>
                <a:moveTo>
                  <a:pt x="7058715" y="1537773"/>
                </a:moveTo>
                <a:cubicBezTo>
                  <a:pt x="7064883" y="1543847"/>
                  <a:pt x="7077374" y="1533814"/>
                  <a:pt x="7078889" y="1523550"/>
                </a:cubicBezTo>
                <a:cubicBezTo>
                  <a:pt x="7072226" y="1526208"/>
                  <a:pt x="7065702" y="1524260"/>
                  <a:pt x="7058715" y="1537773"/>
                </a:cubicBezTo>
                <a:close/>
                <a:moveTo>
                  <a:pt x="5666972" y="739433"/>
                </a:moveTo>
                <a:cubicBezTo>
                  <a:pt x="5658531" y="732647"/>
                  <a:pt x="5674377" y="727762"/>
                  <a:pt x="5665889" y="720945"/>
                </a:cubicBezTo>
                <a:cubicBezTo>
                  <a:pt x="5667050" y="719336"/>
                  <a:pt x="5668192" y="717652"/>
                  <a:pt x="5669353" y="715951"/>
                </a:cubicBezTo>
                <a:cubicBezTo>
                  <a:pt x="5670898" y="718780"/>
                  <a:pt x="5672599" y="717265"/>
                  <a:pt x="5674191" y="718965"/>
                </a:cubicBezTo>
                <a:cubicBezTo>
                  <a:pt x="5665349" y="725319"/>
                  <a:pt x="5675814" y="733142"/>
                  <a:pt x="5666972" y="739433"/>
                </a:cubicBezTo>
                <a:close/>
                <a:moveTo>
                  <a:pt x="5687890" y="754182"/>
                </a:moveTo>
                <a:cubicBezTo>
                  <a:pt x="5694630" y="741241"/>
                  <a:pt x="5706643" y="746745"/>
                  <a:pt x="5707585" y="755712"/>
                </a:cubicBezTo>
                <a:cubicBezTo>
                  <a:pt x="5700845" y="760861"/>
                  <a:pt x="5694460" y="754691"/>
                  <a:pt x="5687890" y="754182"/>
                </a:cubicBezTo>
                <a:close/>
                <a:moveTo>
                  <a:pt x="6941947" y="1486646"/>
                </a:moveTo>
                <a:cubicBezTo>
                  <a:pt x="6940942" y="1484822"/>
                  <a:pt x="6939922" y="1483014"/>
                  <a:pt x="6938887" y="1481143"/>
                </a:cubicBezTo>
                <a:cubicBezTo>
                  <a:pt x="6938005" y="1479335"/>
                  <a:pt x="6937279" y="1477511"/>
                  <a:pt x="6939011" y="1475949"/>
                </a:cubicBezTo>
                <a:cubicBezTo>
                  <a:pt x="6947868" y="1482072"/>
                  <a:pt x="6938455" y="1465854"/>
                  <a:pt x="6941083" y="1462933"/>
                </a:cubicBezTo>
                <a:cubicBezTo>
                  <a:pt x="6944638" y="1471682"/>
                  <a:pt x="6949230" y="1447194"/>
                  <a:pt x="6952784" y="1455944"/>
                </a:cubicBezTo>
                <a:cubicBezTo>
                  <a:pt x="6952893" y="1467539"/>
                  <a:pt x="6940974" y="1463165"/>
                  <a:pt x="6948873" y="1476644"/>
                </a:cubicBezTo>
                <a:cubicBezTo>
                  <a:pt x="6956805" y="1467601"/>
                  <a:pt x="6964441" y="1469116"/>
                  <a:pt x="6972295" y="1462700"/>
                </a:cubicBezTo>
                <a:cubicBezTo>
                  <a:pt x="6971306" y="1465281"/>
                  <a:pt x="6971616" y="1467925"/>
                  <a:pt x="6973686" y="1470739"/>
                </a:cubicBezTo>
                <a:cubicBezTo>
                  <a:pt x="6963484" y="1486322"/>
                  <a:pt x="6946756" y="1474542"/>
                  <a:pt x="6941947" y="1486646"/>
                </a:cubicBezTo>
                <a:close/>
                <a:moveTo>
                  <a:pt x="5721451" y="785688"/>
                </a:moveTo>
                <a:cubicBezTo>
                  <a:pt x="5716643" y="780711"/>
                  <a:pt x="5713521" y="775098"/>
                  <a:pt x="5705373" y="773939"/>
                </a:cubicBezTo>
                <a:cubicBezTo>
                  <a:pt x="5711974" y="764957"/>
                  <a:pt x="5723785" y="777356"/>
                  <a:pt x="5725517" y="759717"/>
                </a:cubicBezTo>
                <a:cubicBezTo>
                  <a:pt x="5729537" y="774449"/>
                  <a:pt x="5726228" y="774882"/>
                  <a:pt x="5721451" y="785688"/>
                </a:cubicBezTo>
                <a:close/>
                <a:moveTo>
                  <a:pt x="7458390" y="1794617"/>
                </a:moveTo>
                <a:cubicBezTo>
                  <a:pt x="7455144" y="1776731"/>
                  <a:pt x="7462162" y="1779468"/>
                  <a:pt x="7470402" y="1777179"/>
                </a:cubicBezTo>
                <a:cubicBezTo>
                  <a:pt x="7468857" y="1773592"/>
                  <a:pt x="7467265" y="1772865"/>
                  <a:pt x="7465564" y="1774165"/>
                </a:cubicBezTo>
                <a:cubicBezTo>
                  <a:pt x="7463863" y="1768799"/>
                  <a:pt x="7469647" y="1763945"/>
                  <a:pt x="7462767" y="1758210"/>
                </a:cubicBezTo>
                <a:cubicBezTo>
                  <a:pt x="7460385" y="1763513"/>
                  <a:pt x="7456845" y="1781910"/>
                  <a:pt x="7452299" y="1778430"/>
                </a:cubicBezTo>
                <a:cubicBezTo>
                  <a:pt x="7451758" y="1785310"/>
                  <a:pt x="7454372" y="1794555"/>
                  <a:pt x="7458390" y="1794617"/>
                </a:cubicBezTo>
                <a:close/>
                <a:moveTo>
                  <a:pt x="7468054" y="1800646"/>
                </a:moveTo>
                <a:cubicBezTo>
                  <a:pt x="7472319" y="1809319"/>
                  <a:pt x="7479695" y="1801419"/>
                  <a:pt x="7479741" y="1793674"/>
                </a:cubicBezTo>
                <a:cubicBezTo>
                  <a:pt x="7472660" y="1782219"/>
                  <a:pt x="7473944" y="1793009"/>
                  <a:pt x="7468054" y="1800646"/>
                </a:cubicBezTo>
                <a:close/>
                <a:moveTo>
                  <a:pt x="5663091" y="760150"/>
                </a:moveTo>
                <a:cubicBezTo>
                  <a:pt x="5669429" y="748416"/>
                  <a:pt x="5675474" y="748061"/>
                  <a:pt x="5681349" y="753627"/>
                </a:cubicBezTo>
                <a:cubicBezTo>
                  <a:pt x="5675258" y="756378"/>
                  <a:pt x="5668889" y="767556"/>
                  <a:pt x="5663091" y="760150"/>
                </a:cubicBezTo>
                <a:close/>
                <a:moveTo>
                  <a:pt x="5613575" y="766812"/>
                </a:moveTo>
                <a:cubicBezTo>
                  <a:pt x="5635328" y="762360"/>
                  <a:pt x="5648622" y="747318"/>
                  <a:pt x="5668396" y="747441"/>
                </a:cubicBezTo>
                <a:cubicBezTo>
                  <a:pt x="5662366" y="755264"/>
                  <a:pt x="5653538" y="752296"/>
                  <a:pt x="5656367" y="764881"/>
                </a:cubicBezTo>
                <a:cubicBezTo>
                  <a:pt x="5642052" y="766937"/>
                  <a:pt x="5627613" y="774280"/>
                  <a:pt x="5613575" y="766812"/>
                </a:cubicBezTo>
                <a:close/>
                <a:moveTo>
                  <a:pt x="6889428" y="1506846"/>
                </a:moveTo>
                <a:cubicBezTo>
                  <a:pt x="6888921" y="1507892"/>
                  <a:pt x="6887851" y="1507205"/>
                  <a:pt x="6885644" y="1503298"/>
                </a:cubicBezTo>
                <a:cubicBezTo>
                  <a:pt x="6888906" y="1499169"/>
                  <a:pt x="6888100" y="1494717"/>
                  <a:pt x="6884407" y="1490033"/>
                </a:cubicBezTo>
                <a:cubicBezTo>
                  <a:pt x="6887082" y="1480836"/>
                  <a:pt x="6897471" y="1481594"/>
                  <a:pt x="6894223" y="1490822"/>
                </a:cubicBezTo>
                <a:cubicBezTo>
                  <a:pt x="6887394" y="1484978"/>
                  <a:pt x="6890949" y="1503709"/>
                  <a:pt x="6889428" y="1506846"/>
                </a:cubicBezTo>
                <a:close/>
                <a:moveTo>
                  <a:pt x="5421213" y="661336"/>
                </a:moveTo>
                <a:cubicBezTo>
                  <a:pt x="5428432" y="639724"/>
                  <a:pt x="5440847" y="635132"/>
                  <a:pt x="5455270" y="621945"/>
                </a:cubicBezTo>
                <a:cubicBezTo>
                  <a:pt x="5436950" y="611124"/>
                  <a:pt x="5424923" y="645275"/>
                  <a:pt x="5414982" y="650376"/>
                </a:cubicBezTo>
                <a:cubicBezTo>
                  <a:pt x="5417055" y="654055"/>
                  <a:pt x="5419141" y="657734"/>
                  <a:pt x="5421213" y="661336"/>
                </a:cubicBezTo>
                <a:close/>
                <a:moveTo>
                  <a:pt x="6812242" y="1484451"/>
                </a:moveTo>
                <a:cubicBezTo>
                  <a:pt x="6803801" y="1477666"/>
                  <a:pt x="6819646" y="1472780"/>
                  <a:pt x="6811159" y="1465963"/>
                </a:cubicBezTo>
                <a:cubicBezTo>
                  <a:pt x="6812320" y="1464355"/>
                  <a:pt x="6813462" y="1462670"/>
                  <a:pt x="6814623" y="1460969"/>
                </a:cubicBezTo>
                <a:cubicBezTo>
                  <a:pt x="6816168" y="1463798"/>
                  <a:pt x="6817869" y="1462284"/>
                  <a:pt x="6819461" y="1463983"/>
                </a:cubicBezTo>
                <a:cubicBezTo>
                  <a:pt x="6810619" y="1470337"/>
                  <a:pt x="6821084" y="1478161"/>
                  <a:pt x="6812242" y="1484451"/>
                </a:cubicBezTo>
                <a:close/>
                <a:moveTo>
                  <a:pt x="6833160" y="1499200"/>
                </a:moveTo>
                <a:cubicBezTo>
                  <a:pt x="6839900" y="1486260"/>
                  <a:pt x="6851911" y="1491763"/>
                  <a:pt x="6852855" y="1500731"/>
                </a:cubicBezTo>
                <a:cubicBezTo>
                  <a:pt x="6846114" y="1505879"/>
                  <a:pt x="6839729" y="1499710"/>
                  <a:pt x="6833160" y="1499200"/>
                </a:cubicBezTo>
                <a:close/>
                <a:moveTo>
                  <a:pt x="5375019" y="668293"/>
                </a:moveTo>
                <a:cubicBezTo>
                  <a:pt x="5385857" y="670859"/>
                  <a:pt x="5397065" y="662326"/>
                  <a:pt x="5408104" y="660362"/>
                </a:cubicBezTo>
                <a:cubicBezTo>
                  <a:pt x="5409386" y="655183"/>
                  <a:pt x="5407948" y="649850"/>
                  <a:pt x="5405306" y="644377"/>
                </a:cubicBezTo>
                <a:cubicBezTo>
                  <a:pt x="5395149" y="654101"/>
                  <a:pt x="5385146" y="658569"/>
                  <a:pt x="5375019" y="668293"/>
                </a:cubicBezTo>
                <a:close/>
                <a:moveTo>
                  <a:pt x="6866720" y="1530706"/>
                </a:moveTo>
                <a:cubicBezTo>
                  <a:pt x="6861913" y="1525729"/>
                  <a:pt x="6858790" y="1520116"/>
                  <a:pt x="6850642" y="1518957"/>
                </a:cubicBezTo>
                <a:cubicBezTo>
                  <a:pt x="6857244" y="1509976"/>
                  <a:pt x="6869055" y="1522374"/>
                  <a:pt x="6870786" y="1504735"/>
                </a:cubicBezTo>
                <a:cubicBezTo>
                  <a:pt x="6874807" y="1519467"/>
                  <a:pt x="6871497" y="1519901"/>
                  <a:pt x="6866720" y="1530706"/>
                </a:cubicBezTo>
                <a:close/>
                <a:moveTo>
                  <a:pt x="6808361" y="1505168"/>
                </a:moveTo>
                <a:cubicBezTo>
                  <a:pt x="6814699" y="1493435"/>
                  <a:pt x="6820744" y="1493080"/>
                  <a:pt x="6826619" y="1498645"/>
                </a:cubicBezTo>
                <a:cubicBezTo>
                  <a:pt x="6820527" y="1501396"/>
                  <a:pt x="6814159" y="1512574"/>
                  <a:pt x="6808361" y="1505168"/>
                </a:cubicBezTo>
                <a:close/>
                <a:moveTo>
                  <a:pt x="5626671" y="822977"/>
                </a:moveTo>
                <a:cubicBezTo>
                  <a:pt x="5628959" y="819669"/>
                  <a:pt x="5631246" y="816329"/>
                  <a:pt x="5633549" y="812990"/>
                </a:cubicBezTo>
                <a:cubicBezTo>
                  <a:pt x="5629777" y="811166"/>
                  <a:pt x="5626145" y="804364"/>
                  <a:pt x="5622001" y="814768"/>
                </a:cubicBezTo>
                <a:cubicBezTo>
                  <a:pt x="5623562" y="817490"/>
                  <a:pt x="5625078" y="820226"/>
                  <a:pt x="5626671" y="822977"/>
                </a:cubicBezTo>
                <a:close/>
                <a:moveTo>
                  <a:pt x="5597190" y="820658"/>
                </a:moveTo>
                <a:cubicBezTo>
                  <a:pt x="5605119" y="829609"/>
                  <a:pt x="5613499" y="823673"/>
                  <a:pt x="5621676" y="825204"/>
                </a:cubicBezTo>
                <a:cubicBezTo>
                  <a:pt x="5613886" y="810825"/>
                  <a:pt x="5605676" y="810749"/>
                  <a:pt x="5597190" y="820658"/>
                </a:cubicBezTo>
                <a:close/>
                <a:moveTo>
                  <a:pt x="6361471" y="1269987"/>
                </a:moveTo>
                <a:cubicBezTo>
                  <a:pt x="6363384" y="1270280"/>
                  <a:pt x="6365321" y="1269736"/>
                  <a:pt x="6367169" y="1271830"/>
                </a:cubicBezTo>
                <a:cubicBezTo>
                  <a:pt x="6366828" y="1264781"/>
                  <a:pt x="6372455" y="1258195"/>
                  <a:pt x="6367771" y="1250867"/>
                </a:cubicBezTo>
                <a:cubicBezTo>
                  <a:pt x="6363659" y="1260436"/>
                  <a:pt x="6359933" y="1257159"/>
                  <a:pt x="6355914" y="1263111"/>
                </a:cubicBezTo>
                <a:cubicBezTo>
                  <a:pt x="6357668" y="1268561"/>
                  <a:pt x="6359558" y="1269693"/>
                  <a:pt x="6361471" y="1269987"/>
                </a:cubicBezTo>
                <a:close/>
                <a:moveTo>
                  <a:pt x="6729827" y="1493867"/>
                </a:moveTo>
                <a:cubicBezTo>
                  <a:pt x="6729967" y="1484174"/>
                  <a:pt x="6733120" y="1477974"/>
                  <a:pt x="6740138" y="1478855"/>
                </a:cubicBezTo>
                <a:cubicBezTo>
                  <a:pt x="6740169" y="1482736"/>
                  <a:pt x="6734018" y="1498892"/>
                  <a:pt x="6729827" y="1493867"/>
                </a:cubicBezTo>
                <a:close/>
                <a:moveTo>
                  <a:pt x="6758845" y="1511830"/>
                </a:moveTo>
                <a:cubicBezTo>
                  <a:pt x="6780598" y="1507379"/>
                  <a:pt x="6793892" y="1492336"/>
                  <a:pt x="6813666" y="1492459"/>
                </a:cubicBezTo>
                <a:cubicBezTo>
                  <a:pt x="6807636" y="1500283"/>
                  <a:pt x="6798808" y="1497314"/>
                  <a:pt x="6801637" y="1509899"/>
                </a:cubicBezTo>
                <a:cubicBezTo>
                  <a:pt x="6787322" y="1511955"/>
                  <a:pt x="6772883" y="1519298"/>
                  <a:pt x="6758845" y="1511830"/>
                </a:cubicBezTo>
                <a:close/>
                <a:moveTo>
                  <a:pt x="5577184" y="829609"/>
                </a:moveTo>
                <a:cubicBezTo>
                  <a:pt x="5583012" y="836041"/>
                  <a:pt x="5589537" y="819715"/>
                  <a:pt x="5595273" y="828450"/>
                </a:cubicBezTo>
                <a:cubicBezTo>
                  <a:pt x="5596121" y="814969"/>
                  <a:pt x="5582642" y="816021"/>
                  <a:pt x="5577184" y="829609"/>
                </a:cubicBezTo>
                <a:close/>
                <a:moveTo>
                  <a:pt x="5325193" y="685437"/>
                </a:moveTo>
                <a:cubicBezTo>
                  <a:pt x="5337452" y="674524"/>
                  <a:pt x="5348971" y="675931"/>
                  <a:pt x="5356885" y="669499"/>
                </a:cubicBezTo>
                <a:cubicBezTo>
                  <a:pt x="5362064" y="661166"/>
                  <a:pt x="5366054" y="652679"/>
                  <a:pt x="5360967" y="643574"/>
                </a:cubicBezTo>
                <a:cubicBezTo>
                  <a:pt x="5347857" y="651333"/>
                  <a:pt x="5330605" y="662047"/>
                  <a:pt x="5322210" y="674678"/>
                </a:cubicBezTo>
                <a:cubicBezTo>
                  <a:pt x="5320478" y="678033"/>
                  <a:pt x="5323601" y="681821"/>
                  <a:pt x="5325193" y="685437"/>
                </a:cubicBezTo>
                <a:close/>
                <a:moveTo>
                  <a:pt x="4490871" y="242445"/>
                </a:moveTo>
                <a:cubicBezTo>
                  <a:pt x="4497025" y="237929"/>
                  <a:pt x="4502697" y="250189"/>
                  <a:pt x="4509006" y="241207"/>
                </a:cubicBezTo>
                <a:cubicBezTo>
                  <a:pt x="4503146" y="234436"/>
                  <a:pt x="4497226" y="232704"/>
                  <a:pt x="4490871" y="242445"/>
                </a:cubicBezTo>
                <a:close/>
                <a:moveTo>
                  <a:pt x="6704226" y="1526008"/>
                </a:moveTo>
                <a:cubicBezTo>
                  <a:pt x="6705200" y="1523411"/>
                  <a:pt x="6707564" y="1520969"/>
                  <a:pt x="6706112" y="1518263"/>
                </a:cubicBezTo>
                <a:cubicBezTo>
                  <a:pt x="6709512" y="1513997"/>
                  <a:pt x="6712867" y="1511708"/>
                  <a:pt x="6716099" y="1513781"/>
                </a:cubicBezTo>
                <a:cubicBezTo>
                  <a:pt x="6713130" y="1519453"/>
                  <a:pt x="6710270" y="1531171"/>
                  <a:pt x="6704226" y="1526008"/>
                </a:cubicBezTo>
                <a:close/>
                <a:moveTo>
                  <a:pt x="6771940" y="1567995"/>
                </a:moveTo>
                <a:cubicBezTo>
                  <a:pt x="6774229" y="1564688"/>
                  <a:pt x="6776516" y="1561347"/>
                  <a:pt x="6778819" y="1558009"/>
                </a:cubicBezTo>
                <a:cubicBezTo>
                  <a:pt x="6775047" y="1556185"/>
                  <a:pt x="6771415" y="1549382"/>
                  <a:pt x="6767271" y="1559786"/>
                </a:cubicBezTo>
                <a:cubicBezTo>
                  <a:pt x="6768832" y="1562508"/>
                  <a:pt x="6770348" y="1565245"/>
                  <a:pt x="6771940" y="1567995"/>
                </a:cubicBezTo>
                <a:close/>
                <a:moveTo>
                  <a:pt x="6742459" y="1565676"/>
                </a:moveTo>
                <a:cubicBezTo>
                  <a:pt x="6750389" y="1574627"/>
                  <a:pt x="6758769" y="1568692"/>
                  <a:pt x="6766946" y="1570222"/>
                </a:cubicBezTo>
                <a:cubicBezTo>
                  <a:pt x="6759155" y="1555844"/>
                  <a:pt x="6750946" y="1555767"/>
                  <a:pt x="6742459" y="1565676"/>
                </a:cubicBezTo>
                <a:close/>
                <a:moveTo>
                  <a:pt x="7506741" y="2015005"/>
                </a:moveTo>
                <a:cubicBezTo>
                  <a:pt x="7508653" y="2015299"/>
                  <a:pt x="7510590" y="2014754"/>
                  <a:pt x="7512438" y="2016849"/>
                </a:cubicBezTo>
                <a:cubicBezTo>
                  <a:pt x="7512097" y="2009800"/>
                  <a:pt x="7517724" y="2003213"/>
                  <a:pt x="7513040" y="1995885"/>
                </a:cubicBezTo>
                <a:cubicBezTo>
                  <a:pt x="7508928" y="2005455"/>
                  <a:pt x="7505203" y="2002178"/>
                  <a:pt x="7501183" y="2008130"/>
                </a:cubicBezTo>
                <a:cubicBezTo>
                  <a:pt x="7502938" y="2013579"/>
                  <a:pt x="7504827" y="2014711"/>
                  <a:pt x="7506741" y="2015005"/>
                </a:cubicBezTo>
                <a:close/>
                <a:moveTo>
                  <a:pt x="6212604" y="1275572"/>
                </a:moveTo>
                <a:cubicBezTo>
                  <a:pt x="6219823" y="1253959"/>
                  <a:pt x="6232238" y="1249367"/>
                  <a:pt x="6246660" y="1236180"/>
                </a:cubicBezTo>
                <a:cubicBezTo>
                  <a:pt x="6228341" y="1225359"/>
                  <a:pt x="6216314" y="1259510"/>
                  <a:pt x="6206373" y="1264611"/>
                </a:cubicBezTo>
                <a:cubicBezTo>
                  <a:pt x="6208445" y="1268290"/>
                  <a:pt x="6210531" y="1271970"/>
                  <a:pt x="6212604" y="1275572"/>
                </a:cubicBezTo>
                <a:close/>
                <a:moveTo>
                  <a:pt x="4379886" y="218079"/>
                </a:moveTo>
                <a:cubicBezTo>
                  <a:pt x="4377860" y="213549"/>
                  <a:pt x="4373517" y="208787"/>
                  <a:pt x="4375373" y="204537"/>
                </a:cubicBezTo>
                <a:cubicBezTo>
                  <a:pt x="4378958" y="213272"/>
                  <a:pt x="4383256" y="197873"/>
                  <a:pt x="4386935" y="202835"/>
                </a:cubicBezTo>
                <a:cubicBezTo>
                  <a:pt x="4386255" y="208077"/>
                  <a:pt x="4384355" y="213147"/>
                  <a:pt x="4379886" y="218079"/>
                </a:cubicBezTo>
                <a:close/>
                <a:moveTo>
                  <a:pt x="6722453" y="1574627"/>
                </a:moveTo>
                <a:cubicBezTo>
                  <a:pt x="6728282" y="1581059"/>
                  <a:pt x="6734806" y="1564733"/>
                  <a:pt x="6740542" y="1573468"/>
                </a:cubicBezTo>
                <a:cubicBezTo>
                  <a:pt x="6741391" y="1559987"/>
                  <a:pt x="6727912" y="1561039"/>
                  <a:pt x="6722453" y="1574627"/>
                </a:cubicBezTo>
                <a:close/>
                <a:moveTo>
                  <a:pt x="4337280" y="214771"/>
                </a:moveTo>
                <a:cubicBezTo>
                  <a:pt x="4333569" y="208371"/>
                  <a:pt x="4335656" y="202419"/>
                  <a:pt x="4329627" y="195802"/>
                </a:cubicBezTo>
                <a:cubicBezTo>
                  <a:pt x="4340758" y="190144"/>
                  <a:pt x="4351673" y="190978"/>
                  <a:pt x="4362401" y="198353"/>
                </a:cubicBezTo>
                <a:cubicBezTo>
                  <a:pt x="4349832" y="203702"/>
                  <a:pt x="4347065" y="202341"/>
                  <a:pt x="4336043" y="201538"/>
                </a:cubicBezTo>
                <a:cubicBezTo>
                  <a:pt x="4338794" y="206130"/>
                  <a:pt x="4338718" y="210520"/>
                  <a:pt x="4337280" y="214771"/>
                </a:cubicBezTo>
                <a:close/>
                <a:moveTo>
                  <a:pt x="5411025" y="840507"/>
                </a:moveTo>
                <a:lnTo>
                  <a:pt x="5430248" y="837180"/>
                </a:lnTo>
                <a:lnTo>
                  <a:pt x="5422960" y="824312"/>
                </a:lnTo>
                <a:lnTo>
                  <a:pt x="5413355" y="830920"/>
                </a:lnTo>
                <a:close/>
                <a:moveTo>
                  <a:pt x="4388620" y="255524"/>
                </a:moveTo>
                <a:cubicBezTo>
                  <a:pt x="4383687" y="246928"/>
                  <a:pt x="4384322" y="231855"/>
                  <a:pt x="4390954" y="232040"/>
                </a:cubicBezTo>
                <a:cubicBezTo>
                  <a:pt x="4396334" y="240373"/>
                  <a:pt x="4388620" y="247623"/>
                  <a:pt x="4388620" y="255524"/>
                </a:cubicBezTo>
                <a:close/>
                <a:moveTo>
                  <a:pt x="6166410" y="1282528"/>
                </a:moveTo>
                <a:cubicBezTo>
                  <a:pt x="6177247" y="1285094"/>
                  <a:pt x="6188456" y="1276562"/>
                  <a:pt x="6199494" y="1274597"/>
                </a:cubicBezTo>
                <a:cubicBezTo>
                  <a:pt x="6200776" y="1269419"/>
                  <a:pt x="6199338" y="1264085"/>
                  <a:pt x="6196696" y="1258612"/>
                </a:cubicBezTo>
                <a:cubicBezTo>
                  <a:pt x="6186539" y="1268336"/>
                  <a:pt x="6176537" y="1272804"/>
                  <a:pt x="6166410" y="1282528"/>
                </a:cubicBezTo>
                <a:close/>
                <a:moveTo>
                  <a:pt x="5392540" y="845241"/>
                </a:moveTo>
                <a:lnTo>
                  <a:pt x="5396028" y="847186"/>
                </a:lnTo>
                <a:lnTo>
                  <a:pt x="5396766" y="842333"/>
                </a:lnTo>
                <a:close/>
                <a:moveTo>
                  <a:pt x="6116584" y="1299672"/>
                </a:moveTo>
                <a:cubicBezTo>
                  <a:pt x="6128843" y="1288759"/>
                  <a:pt x="6140362" y="1290166"/>
                  <a:pt x="6148276" y="1283734"/>
                </a:cubicBezTo>
                <a:cubicBezTo>
                  <a:pt x="6153455" y="1275401"/>
                  <a:pt x="6157444" y="1266914"/>
                  <a:pt x="6152358" y="1257809"/>
                </a:cubicBezTo>
                <a:cubicBezTo>
                  <a:pt x="6139248" y="1265569"/>
                  <a:pt x="6121995" y="1276282"/>
                  <a:pt x="6113601" y="1288913"/>
                </a:cubicBezTo>
                <a:cubicBezTo>
                  <a:pt x="6111869" y="1292268"/>
                  <a:pt x="6114992" y="1296056"/>
                  <a:pt x="6116584" y="1299672"/>
                </a:cubicBezTo>
                <a:close/>
                <a:moveTo>
                  <a:pt x="7357873" y="2020590"/>
                </a:moveTo>
                <a:cubicBezTo>
                  <a:pt x="7365092" y="1998977"/>
                  <a:pt x="7377507" y="1994386"/>
                  <a:pt x="7391930" y="1981198"/>
                </a:cubicBezTo>
                <a:cubicBezTo>
                  <a:pt x="7373610" y="1970377"/>
                  <a:pt x="7361583" y="2004528"/>
                  <a:pt x="7351642" y="2009629"/>
                </a:cubicBezTo>
                <a:cubicBezTo>
                  <a:pt x="7353714" y="2013308"/>
                  <a:pt x="7355801" y="2016988"/>
                  <a:pt x="7357873" y="2020590"/>
                </a:cubicBezTo>
                <a:close/>
                <a:moveTo>
                  <a:pt x="4307908" y="262371"/>
                </a:moveTo>
                <a:cubicBezTo>
                  <a:pt x="4314895" y="270163"/>
                  <a:pt x="4313272" y="252538"/>
                  <a:pt x="4321157" y="258167"/>
                </a:cubicBezTo>
                <a:cubicBezTo>
                  <a:pt x="4323738" y="240805"/>
                  <a:pt x="4306484" y="256295"/>
                  <a:pt x="4307908" y="262371"/>
                </a:cubicBezTo>
                <a:close/>
                <a:moveTo>
                  <a:pt x="4289819" y="263624"/>
                </a:moveTo>
                <a:cubicBezTo>
                  <a:pt x="4294690" y="252090"/>
                  <a:pt x="4301693" y="255213"/>
                  <a:pt x="4301817" y="246169"/>
                </a:cubicBezTo>
                <a:cubicBezTo>
                  <a:pt x="4296931" y="244655"/>
                  <a:pt x="4292138" y="240528"/>
                  <a:pt x="4286976" y="247624"/>
                </a:cubicBezTo>
                <a:cubicBezTo>
                  <a:pt x="4290082" y="253158"/>
                  <a:pt x="4284301" y="257980"/>
                  <a:pt x="4289819" y="263624"/>
                </a:cubicBezTo>
                <a:close/>
                <a:moveTo>
                  <a:pt x="7311679" y="2027546"/>
                </a:moveTo>
                <a:cubicBezTo>
                  <a:pt x="7322516" y="2030112"/>
                  <a:pt x="7333725" y="2021580"/>
                  <a:pt x="7344763" y="2019615"/>
                </a:cubicBezTo>
                <a:cubicBezTo>
                  <a:pt x="7346046" y="2014437"/>
                  <a:pt x="7344607" y="2009103"/>
                  <a:pt x="7341965" y="2003630"/>
                </a:cubicBezTo>
                <a:cubicBezTo>
                  <a:pt x="7331809" y="2013354"/>
                  <a:pt x="7321806" y="2017822"/>
                  <a:pt x="7311679" y="2027546"/>
                </a:cubicBezTo>
                <a:close/>
                <a:moveTo>
                  <a:pt x="7261853" y="2044690"/>
                </a:moveTo>
                <a:cubicBezTo>
                  <a:pt x="7274112" y="2033777"/>
                  <a:pt x="7285630" y="2035183"/>
                  <a:pt x="7293545" y="2028752"/>
                </a:cubicBezTo>
                <a:cubicBezTo>
                  <a:pt x="7298724" y="2020420"/>
                  <a:pt x="7302714" y="2011932"/>
                  <a:pt x="7297627" y="2002827"/>
                </a:cubicBezTo>
                <a:cubicBezTo>
                  <a:pt x="7284517" y="2010587"/>
                  <a:pt x="7267265" y="2021300"/>
                  <a:pt x="7258870" y="2033931"/>
                </a:cubicBezTo>
                <a:cubicBezTo>
                  <a:pt x="7257138" y="2037286"/>
                  <a:pt x="7260261" y="2041074"/>
                  <a:pt x="7261853" y="2044690"/>
                </a:cubicBezTo>
                <a:close/>
                <a:moveTo>
                  <a:pt x="4111446" y="256989"/>
                </a:moveTo>
                <a:cubicBezTo>
                  <a:pt x="4113529" y="261068"/>
                  <a:pt x="4120476" y="251453"/>
                  <a:pt x="4125577" y="261413"/>
                </a:cubicBezTo>
                <a:cubicBezTo>
                  <a:pt x="4127464" y="247468"/>
                  <a:pt x="4115004" y="253590"/>
                  <a:pt x="4111230" y="247112"/>
                </a:cubicBezTo>
                <a:cubicBezTo>
                  <a:pt x="4110596" y="252748"/>
                  <a:pt x="4110750" y="255629"/>
                  <a:pt x="4111446" y="256989"/>
                </a:cubicBezTo>
                <a:close/>
                <a:moveTo>
                  <a:pt x="6427532" y="1601698"/>
                </a:moveTo>
                <a:cubicBezTo>
                  <a:pt x="6433685" y="1597183"/>
                  <a:pt x="6439357" y="1609443"/>
                  <a:pt x="6445666" y="1600461"/>
                </a:cubicBezTo>
                <a:cubicBezTo>
                  <a:pt x="6439807" y="1593690"/>
                  <a:pt x="6433886" y="1591958"/>
                  <a:pt x="6427532" y="1601698"/>
                </a:cubicBezTo>
                <a:close/>
                <a:moveTo>
                  <a:pt x="4064512" y="269791"/>
                </a:moveTo>
                <a:cubicBezTo>
                  <a:pt x="4071144" y="268230"/>
                  <a:pt x="4077760" y="267071"/>
                  <a:pt x="4084672" y="255553"/>
                </a:cubicBezTo>
                <a:cubicBezTo>
                  <a:pt x="4080590" y="245752"/>
                  <a:pt x="4076138" y="248396"/>
                  <a:pt x="4071871" y="244051"/>
                </a:cubicBezTo>
                <a:cubicBezTo>
                  <a:pt x="4067743" y="258553"/>
                  <a:pt x="4069257" y="256343"/>
                  <a:pt x="4059842" y="261567"/>
                </a:cubicBezTo>
                <a:cubicBezTo>
                  <a:pt x="4061389" y="264320"/>
                  <a:pt x="4062950" y="267055"/>
                  <a:pt x="4064512" y="269791"/>
                </a:cubicBezTo>
                <a:close/>
                <a:moveTo>
                  <a:pt x="4028923" y="251240"/>
                </a:moveTo>
                <a:cubicBezTo>
                  <a:pt x="4025614" y="246618"/>
                  <a:pt x="4027438" y="242396"/>
                  <a:pt x="4024424" y="237774"/>
                </a:cubicBezTo>
                <a:cubicBezTo>
                  <a:pt x="4027855" y="233523"/>
                  <a:pt x="4031210" y="231266"/>
                  <a:pt x="4034441" y="233291"/>
                </a:cubicBezTo>
                <a:cubicBezTo>
                  <a:pt x="4033761" y="239399"/>
                  <a:pt x="4029618" y="245164"/>
                  <a:pt x="4028923" y="251240"/>
                </a:cubicBezTo>
                <a:close/>
                <a:moveTo>
                  <a:pt x="6316547" y="1577333"/>
                </a:moveTo>
                <a:cubicBezTo>
                  <a:pt x="6314521" y="1572803"/>
                  <a:pt x="6310178" y="1568041"/>
                  <a:pt x="6312033" y="1563790"/>
                </a:cubicBezTo>
                <a:cubicBezTo>
                  <a:pt x="6315618" y="1572526"/>
                  <a:pt x="6319916" y="1557127"/>
                  <a:pt x="6323596" y="1562089"/>
                </a:cubicBezTo>
                <a:cubicBezTo>
                  <a:pt x="6322916" y="1567330"/>
                  <a:pt x="6321015" y="1572401"/>
                  <a:pt x="6316547" y="1577333"/>
                </a:cubicBezTo>
                <a:close/>
                <a:moveTo>
                  <a:pt x="6273940" y="1574024"/>
                </a:moveTo>
                <a:cubicBezTo>
                  <a:pt x="6270230" y="1567625"/>
                  <a:pt x="6272317" y="1561673"/>
                  <a:pt x="6266287" y="1555056"/>
                </a:cubicBezTo>
                <a:cubicBezTo>
                  <a:pt x="6277418" y="1549398"/>
                  <a:pt x="6288334" y="1550232"/>
                  <a:pt x="6299062" y="1557607"/>
                </a:cubicBezTo>
                <a:cubicBezTo>
                  <a:pt x="6286493" y="1562955"/>
                  <a:pt x="6283726" y="1561595"/>
                  <a:pt x="6272703" y="1560792"/>
                </a:cubicBezTo>
                <a:cubicBezTo>
                  <a:pt x="6275454" y="1565383"/>
                  <a:pt x="6275378" y="1569774"/>
                  <a:pt x="6273940" y="1574024"/>
                </a:cubicBezTo>
                <a:close/>
                <a:moveTo>
                  <a:pt x="3918215" y="215146"/>
                </a:moveTo>
                <a:cubicBezTo>
                  <a:pt x="3917108" y="213956"/>
                  <a:pt x="3916544" y="211919"/>
                  <a:pt x="3916888" y="208401"/>
                </a:cubicBezTo>
                <a:cubicBezTo>
                  <a:pt x="3921262" y="207937"/>
                  <a:pt x="3925375" y="216919"/>
                  <a:pt x="3929997" y="209437"/>
                </a:cubicBezTo>
                <a:cubicBezTo>
                  <a:pt x="3931049" y="211292"/>
                  <a:pt x="3932068" y="213100"/>
                  <a:pt x="3933089" y="214910"/>
                </a:cubicBezTo>
                <a:cubicBezTo>
                  <a:pt x="3933955" y="216734"/>
                  <a:pt x="3934696" y="218528"/>
                  <a:pt x="3932935" y="220135"/>
                </a:cubicBezTo>
                <a:cubicBezTo>
                  <a:pt x="3929735" y="214674"/>
                  <a:pt x="3921534" y="218718"/>
                  <a:pt x="3918215" y="215146"/>
                </a:cubicBezTo>
                <a:close/>
                <a:moveTo>
                  <a:pt x="3992377" y="264195"/>
                </a:moveTo>
                <a:cubicBezTo>
                  <a:pt x="3997757" y="248179"/>
                  <a:pt x="3985730" y="257115"/>
                  <a:pt x="3981478" y="244964"/>
                </a:cubicBezTo>
                <a:cubicBezTo>
                  <a:pt x="3978633" y="256651"/>
                  <a:pt x="3989749" y="254904"/>
                  <a:pt x="3992377" y="264195"/>
                </a:cubicBezTo>
                <a:close/>
                <a:moveTo>
                  <a:pt x="6325280" y="1614778"/>
                </a:moveTo>
                <a:cubicBezTo>
                  <a:pt x="6320348" y="1606182"/>
                  <a:pt x="6320982" y="1591109"/>
                  <a:pt x="6327614" y="1591294"/>
                </a:cubicBezTo>
                <a:cubicBezTo>
                  <a:pt x="6332995" y="1599626"/>
                  <a:pt x="6325280" y="1606877"/>
                  <a:pt x="6325280" y="1614778"/>
                </a:cubicBezTo>
                <a:close/>
                <a:moveTo>
                  <a:pt x="3859424" y="206579"/>
                </a:moveTo>
                <a:cubicBezTo>
                  <a:pt x="3864819" y="195076"/>
                  <a:pt x="3878052" y="202374"/>
                  <a:pt x="3877374" y="210582"/>
                </a:cubicBezTo>
                <a:cubicBezTo>
                  <a:pt x="3871467" y="207428"/>
                  <a:pt x="3865283" y="213024"/>
                  <a:pt x="3859424" y="206579"/>
                </a:cubicBezTo>
                <a:close/>
                <a:moveTo>
                  <a:pt x="6244569" y="1621624"/>
                </a:moveTo>
                <a:cubicBezTo>
                  <a:pt x="6251555" y="1629417"/>
                  <a:pt x="6249932" y="1611792"/>
                  <a:pt x="6257817" y="1617420"/>
                </a:cubicBezTo>
                <a:cubicBezTo>
                  <a:pt x="6260398" y="1600059"/>
                  <a:pt x="6243145" y="1615549"/>
                  <a:pt x="6244569" y="1621624"/>
                </a:cubicBezTo>
                <a:close/>
                <a:moveTo>
                  <a:pt x="6226479" y="1622878"/>
                </a:moveTo>
                <a:cubicBezTo>
                  <a:pt x="6231350" y="1611344"/>
                  <a:pt x="6238354" y="1614467"/>
                  <a:pt x="6238477" y="1605423"/>
                </a:cubicBezTo>
                <a:cubicBezTo>
                  <a:pt x="6233592" y="1603909"/>
                  <a:pt x="6228799" y="1599781"/>
                  <a:pt x="6223636" y="1606877"/>
                </a:cubicBezTo>
                <a:cubicBezTo>
                  <a:pt x="6226742" y="1612412"/>
                  <a:pt x="6220961" y="1617234"/>
                  <a:pt x="6226479" y="1622878"/>
                </a:cubicBezTo>
                <a:close/>
                <a:moveTo>
                  <a:pt x="3697995" y="220352"/>
                </a:moveTo>
                <a:cubicBezTo>
                  <a:pt x="3700964" y="205124"/>
                  <a:pt x="3715433" y="202867"/>
                  <a:pt x="3723148" y="203888"/>
                </a:cubicBezTo>
                <a:cubicBezTo>
                  <a:pt x="3720350" y="214107"/>
                  <a:pt x="3705973" y="213534"/>
                  <a:pt x="3697995" y="220352"/>
                </a:cubicBezTo>
                <a:close/>
                <a:moveTo>
                  <a:pt x="6048106" y="1616242"/>
                </a:moveTo>
                <a:cubicBezTo>
                  <a:pt x="6050190" y="1620322"/>
                  <a:pt x="6057136" y="1610707"/>
                  <a:pt x="6062238" y="1620667"/>
                </a:cubicBezTo>
                <a:cubicBezTo>
                  <a:pt x="6064124" y="1606721"/>
                  <a:pt x="6051664" y="1612844"/>
                  <a:pt x="6047890" y="1606366"/>
                </a:cubicBezTo>
                <a:cubicBezTo>
                  <a:pt x="6047256" y="1612001"/>
                  <a:pt x="6047411" y="1614883"/>
                  <a:pt x="6048106" y="1616242"/>
                </a:cubicBezTo>
                <a:close/>
                <a:moveTo>
                  <a:pt x="3625318" y="219892"/>
                </a:moveTo>
                <a:cubicBezTo>
                  <a:pt x="3621103" y="219564"/>
                  <a:pt x="3617652" y="216688"/>
                  <a:pt x="3617775" y="211477"/>
                </a:cubicBezTo>
                <a:cubicBezTo>
                  <a:pt x="3624315" y="212065"/>
                  <a:pt x="3630994" y="208649"/>
                  <a:pt x="3637441" y="213024"/>
                </a:cubicBezTo>
                <a:cubicBezTo>
                  <a:pt x="3634511" y="218002"/>
                  <a:pt x="3629533" y="220220"/>
                  <a:pt x="3625318" y="219892"/>
                </a:cubicBezTo>
                <a:close/>
                <a:moveTo>
                  <a:pt x="6001172" y="1629045"/>
                </a:moveTo>
                <a:cubicBezTo>
                  <a:pt x="6007804" y="1627483"/>
                  <a:pt x="6014421" y="1626325"/>
                  <a:pt x="6021332" y="1614807"/>
                </a:cubicBezTo>
                <a:cubicBezTo>
                  <a:pt x="6017250" y="1605006"/>
                  <a:pt x="6012798" y="1607650"/>
                  <a:pt x="6008531" y="1603305"/>
                </a:cubicBezTo>
                <a:cubicBezTo>
                  <a:pt x="6004404" y="1617807"/>
                  <a:pt x="6005918" y="1615596"/>
                  <a:pt x="5996503" y="1620821"/>
                </a:cubicBezTo>
                <a:cubicBezTo>
                  <a:pt x="5998049" y="1623574"/>
                  <a:pt x="5999611" y="1626308"/>
                  <a:pt x="6001172" y="1629045"/>
                </a:cubicBezTo>
                <a:close/>
                <a:moveTo>
                  <a:pt x="5965583" y="1610494"/>
                </a:moveTo>
                <a:cubicBezTo>
                  <a:pt x="5962274" y="1605872"/>
                  <a:pt x="5964098" y="1601650"/>
                  <a:pt x="5961085" y="1597028"/>
                </a:cubicBezTo>
                <a:cubicBezTo>
                  <a:pt x="5964516" y="1592777"/>
                  <a:pt x="5967870" y="1590519"/>
                  <a:pt x="5971102" y="1592545"/>
                </a:cubicBezTo>
                <a:cubicBezTo>
                  <a:pt x="5970422" y="1598653"/>
                  <a:pt x="5966278" y="1604418"/>
                  <a:pt x="5965583" y="1610494"/>
                </a:cubicBezTo>
                <a:close/>
                <a:moveTo>
                  <a:pt x="3606376" y="249215"/>
                </a:moveTo>
                <a:cubicBezTo>
                  <a:pt x="3609451" y="250425"/>
                  <a:pt x="3613277" y="249324"/>
                  <a:pt x="3615132" y="245428"/>
                </a:cubicBezTo>
                <a:cubicBezTo>
                  <a:pt x="3611129" y="232565"/>
                  <a:pt x="3606430" y="241779"/>
                  <a:pt x="3602132" y="239135"/>
                </a:cubicBezTo>
                <a:cubicBezTo>
                  <a:pt x="3600980" y="244485"/>
                  <a:pt x="3603302" y="248005"/>
                  <a:pt x="3606376" y="249215"/>
                </a:cubicBezTo>
                <a:close/>
                <a:moveTo>
                  <a:pt x="3453632" y="192603"/>
                </a:moveTo>
                <a:cubicBezTo>
                  <a:pt x="3452687" y="192095"/>
                  <a:pt x="3451766" y="190771"/>
                  <a:pt x="3450889" y="188027"/>
                </a:cubicBezTo>
                <a:cubicBezTo>
                  <a:pt x="3454166" y="177035"/>
                  <a:pt x="3465003" y="184240"/>
                  <a:pt x="3462282" y="191521"/>
                </a:cubicBezTo>
                <a:cubicBezTo>
                  <a:pt x="3459523" y="188321"/>
                  <a:pt x="3456468" y="194130"/>
                  <a:pt x="3453632" y="192603"/>
                </a:cubicBezTo>
                <a:close/>
                <a:moveTo>
                  <a:pt x="5929037" y="1623448"/>
                </a:moveTo>
                <a:cubicBezTo>
                  <a:pt x="5934418" y="1607432"/>
                  <a:pt x="5922391" y="1616369"/>
                  <a:pt x="5918139" y="1604217"/>
                </a:cubicBezTo>
                <a:cubicBezTo>
                  <a:pt x="5915293" y="1615905"/>
                  <a:pt x="5926410" y="1614158"/>
                  <a:pt x="5929037" y="1623448"/>
                </a:cubicBezTo>
                <a:close/>
                <a:moveTo>
                  <a:pt x="5800987" y="1624145"/>
                </a:moveTo>
                <a:lnTo>
                  <a:pt x="5802224" y="1619660"/>
                </a:lnTo>
                <a:lnTo>
                  <a:pt x="5800939" y="1620030"/>
                </a:lnTo>
                <a:close/>
                <a:moveTo>
                  <a:pt x="3393858" y="240875"/>
                </a:moveTo>
                <a:cubicBezTo>
                  <a:pt x="3396611" y="243128"/>
                  <a:pt x="3400097" y="243417"/>
                  <a:pt x="3401681" y="239336"/>
                </a:cubicBezTo>
                <a:cubicBezTo>
                  <a:pt x="3400492" y="229691"/>
                  <a:pt x="3391387" y="235455"/>
                  <a:pt x="3395452" y="228345"/>
                </a:cubicBezTo>
                <a:cubicBezTo>
                  <a:pt x="3392407" y="224928"/>
                  <a:pt x="3393813" y="235162"/>
                  <a:pt x="3390428" y="230633"/>
                </a:cubicBezTo>
                <a:cubicBezTo>
                  <a:pt x="3389083" y="234405"/>
                  <a:pt x="3391104" y="238621"/>
                  <a:pt x="3393858" y="240875"/>
                </a:cubicBezTo>
                <a:close/>
                <a:moveTo>
                  <a:pt x="3290404" y="225453"/>
                </a:moveTo>
                <a:cubicBezTo>
                  <a:pt x="3292012" y="218606"/>
                  <a:pt x="3291671" y="211555"/>
                  <a:pt x="3294315" y="204769"/>
                </a:cubicBezTo>
                <a:cubicBezTo>
                  <a:pt x="3301380" y="206671"/>
                  <a:pt x="3308244" y="214803"/>
                  <a:pt x="3315247" y="219532"/>
                </a:cubicBezTo>
                <a:cubicBezTo>
                  <a:pt x="3306744" y="228361"/>
                  <a:pt x="3298334" y="234483"/>
                  <a:pt x="3290404" y="225453"/>
                </a:cubicBezTo>
                <a:close/>
                <a:moveTo>
                  <a:pt x="3283556" y="235440"/>
                </a:moveTo>
                <a:cubicBezTo>
                  <a:pt x="3273352" y="224605"/>
                  <a:pt x="3286878" y="225268"/>
                  <a:pt x="3284018" y="219734"/>
                </a:cubicBezTo>
                <a:cubicBezTo>
                  <a:pt x="3280757" y="219116"/>
                  <a:pt x="3277171" y="228083"/>
                  <a:pt x="3274171" y="218914"/>
                </a:cubicBezTo>
                <a:cubicBezTo>
                  <a:pt x="3278685" y="214059"/>
                  <a:pt x="3283184" y="210999"/>
                  <a:pt x="3287451" y="214725"/>
                </a:cubicBezTo>
                <a:cubicBezTo>
                  <a:pt x="3285797" y="221589"/>
                  <a:pt x="3286198" y="228670"/>
                  <a:pt x="3283556" y="235440"/>
                </a:cubicBezTo>
                <a:close/>
                <a:moveTo>
                  <a:pt x="3235894" y="234358"/>
                </a:moveTo>
                <a:cubicBezTo>
                  <a:pt x="3243638" y="237791"/>
                  <a:pt x="3253888" y="240976"/>
                  <a:pt x="3257615" y="222919"/>
                </a:cubicBezTo>
                <a:cubicBezTo>
                  <a:pt x="3250720" y="215359"/>
                  <a:pt x="3243377" y="223211"/>
                  <a:pt x="3235894" y="234358"/>
                </a:cubicBezTo>
                <a:close/>
                <a:moveTo>
                  <a:pt x="3131515" y="179195"/>
                </a:moveTo>
                <a:cubicBezTo>
                  <a:pt x="3126261" y="178376"/>
                  <a:pt x="3121105" y="175311"/>
                  <a:pt x="3121199" y="170325"/>
                </a:cubicBezTo>
                <a:cubicBezTo>
                  <a:pt x="3128093" y="177715"/>
                  <a:pt x="3135390" y="172334"/>
                  <a:pt x="3142425" y="174592"/>
                </a:cubicBezTo>
                <a:cubicBezTo>
                  <a:pt x="3142123" y="178588"/>
                  <a:pt x="3136770" y="180014"/>
                  <a:pt x="3131515" y="179195"/>
                </a:cubicBezTo>
                <a:close/>
                <a:moveTo>
                  <a:pt x="3291129" y="282432"/>
                </a:moveTo>
                <a:cubicBezTo>
                  <a:pt x="3294710" y="281727"/>
                  <a:pt x="3298373" y="278248"/>
                  <a:pt x="3302076" y="273610"/>
                </a:cubicBezTo>
                <a:cubicBezTo>
                  <a:pt x="3298087" y="268957"/>
                  <a:pt x="3299108" y="264675"/>
                  <a:pt x="3297563" y="260145"/>
                </a:cubicBezTo>
                <a:cubicBezTo>
                  <a:pt x="3297191" y="267180"/>
                  <a:pt x="3289214" y="274089"/>
                  <a:pt x="3280680" y="274615"/>
                </a:cubicBezTo>
                <a:cubicBezTo>
                  <a:pt x="3284050" y="281070"/>
                  <a:pt x="3287548" y="283138"/>
                  <a:pt x="3291129" y="282432"/>
                </a:cubicBezTo>
                <a:close/>
                <a:moveTo>
                  <a:pt x="3209482" y="239143"/>
                </a:moveTo>
                <a:cubicBezTo>
                  <a:pt x="3212229" y="238772"/>
                  <a:pt x="3214992" y="237883"/>
                  <a:pt x="3217636" y="240852"/>
                </a:cubicBezTo>
                <a:cubicBezTo>
                  <a:pt x="3218981" y="228205"/>
                  <a:pt x="3206118" y="227679"/>
                  <a:pt x="3201420" y="234328"/>
                </a:cubicBezTo>
                <a:cubicBezTo>
                  <a:pt x="3204001" y="239367"/>
                  <a:pt x="3206734" y="239514"/>
                  <a:pt x="3209482" y="239143"/>
                </a:cubicBezTo>
                <a:close/>
                <a:moveTo>
                  <a:pt x="3183439" y="230323"/>
                </a:moveTo>
                <a:cubicBezTo>
                  <a:pt x="3185079" y="227772"/>
                  <a:pt x="3182883" y="224990"/>
                  <a:pt x="3182048" y="222301"/>
                </a:cubicBezTo>
                <a:cubicBezTo>
                  <a:pt x="3186484" y="220337"/>
                  <a:pt x="3190583" y="230262"/>
                  <a:pt x="3195328" y="218079"/>
                </a:cubicBezTo>
                <a:cubicBezTo>
                  <a:pt x="3190582" y="211973"/>
                  <a:pt x="3185465" y="217909"/>
                  <a:pt x="3180502" y="219579"/>
                </a:cubicBezTo>
                <a:cubicBezTo>
                  <a:pt x="3180843" y="223104"/>
                  <a:pt x="3181229" y="226613"/>
                  <a:pt x="3183439" y="230323"/>
                </a:cubicBezTo>
                <a:close/>
                <a:moveTo>
                  <a:pt x="3225459" y="254595"/>
                </a:moveTo>
                <a:cubicBezTo>
                  <a:pt x="3233993" y="261444"/>
                  <a:pt x="3242681" y="263546"/>
                  <a:pt x="3251817" y="251348"/>
                </a:cubicBezTo>
                <a:cubicBezTo>
                  <a:pt x="3242913" y="255878"/>
                  <a:pt x="3234519" y="243589"/>
                  <a:pt x="3225459" y="254595"/>
                </a:cubicBezTo>
                <a:close/>
                <a:moveTo>
                  <a:pt x="3213911" y="256248"/>
                </a:moveTo>
                <a:cubicBezTo>
                  <a:pt x="3216555" y="259016"/>
                  <a:pt x="3219384" y="256234"/>
                  <a:pt x="3222012" y="259573"/>
                </a:cubicBezTo>
                <a:cubicBezTo>
                  <a:pt x="3224670" y="254533"/>
                  <a:pt x="3223232" y="249122"/>
                  <a:pt x="3219197" y="243573"/>
                </a:cubicBezTo>
                <a:cubicBezTo>
                  <a:pt x="3217467" y="246942"/>
                  <a:pt x="3215797" y="247437"/>
                  <a:pt x="3214204" y="245830"/>
                </a:cubicBezTo>
                <a:cubicBezTo>
                  <a:pt x="3212720" y="249216"/>
                  <a:pt x="3216121" y="252972"/>
                  <a:pt x="3213911" y="256248"/>
                </a:cubicBezTo>
                <a:close/>
                <a:moveTo>
                  <a:pt x="3116175" y="227710"/>
                </a:moveTo>
                <a:cubicBezTo>
                  <a:pt x="3118742" y="224386"/>
                  <a:pt x="3121277" y="221078"/>
                  <a:pt x="3119762" y="217492"/>
                </a:cubicBezTo>
                <a:cubicBezTo>
                  <a:pt x="3122035" y="215004"/>
                  <a:pt x="3124060" y="220382"/>
                  <a:pt x="3126162" y="223227"/>
                </a:cubicBezTo>
                <a:cubicBezTo>
                  <a:pt x="3131093" y="217491"/>
                  <a:pt x="3135283" y="211725"/>
                  <a:pt x="3128357" y="205001"/>
                </a:cubicBezTo>
                <a:cubicBezTo>
                  <a:pt x="3127259" y="207567"/>
                  <a:pt x="3128218" y="210272"/>
                  <a:pt x="3126487" y="212762"/>
                </a:cubicBezTo>
                <a:cubicBezTo>
                  <a:pt x="3123473" y="208140"/>
                  <a:pt x="3125281" y="203918"/>
                  <a:pt x="3121957" y="199265"/>
                </a:cubicBezTo>
                <a:cubicBezTo>
                  <a:pt x="3119019" y="211942"/>
                  <a:pt x="3120596" y="208602"/>
                  <a:pt x="3111491" y="219472"/>
                </a:cubicBezTo>
                <a:cubicBezTo>
                  <a:pt x="3113083" y="222239"/>
                  <a:pt x="3114629" y="224928"/>
                  <a:pt x="3116175" y="227710"/>
                </a:cubicBezTo>
                <a:close/>
                <a:moveTo>
                  <a:pt x="3149795" y="248956"/>
                </a:moveTo>
                <a:cubicBezTo>
                  <a:pt x="3153161" y="248906"/>
                  <a:pt x="3157266" y="245327"/>
                  <a:pt x="3160204" y="239012"/>
                </a:cubicBezTo>
                <a:cubicBezTo>
                  <a:pt x="3154717" y="239059"/>
                  <a:pt x="3149459" y="231591"/>
                  <a:pt x="3143816" y="237729"/>
                </a:cubicBezTo>
                <a:cubicBezTo>
                  <a:pt x="3143801" y="245528"/>
                  <a:pt x="3146428" y="249006"/>
                  <a:pt x="3149795" y="248956"/>
                </a:cubicBezTo>
                <a:close/>
                <a:moveTo>
                  <a:pt x="3070585" y="213643"/>
                </a:moveTo>
                <a:cubicBezTo>
                  <a:pt x="3079118" y="221543"/>
                  <a:pt x="3087976" y="217941"/>
                  <a:pt x="3096820" y="215729"/>
                </a:cubicBezTo>
                <a:cubicBezTo>
                  <a:pt x="3094779" y="210118"/>
                  <a:pt x="3092553" y="212483"/>
                  <a:pt x="3090279" y="215205"/>
                </a:cubicBezTo>
                <a:cubicBezTo>
                  <a:pt x="3088192" y="212438"/>
                  <a:pt x="3087868" y="209716"/>
                  <a:pt x="3088858" y="207211"/>
                </a:cubicBezTo>
                <a:cubicBezTo>
                  <a:pt x="3081994" y="206779"/>
                  <a:pt x="3079999" y="211509"/>
                  <a:pt x="3070585" y="213643"/>
                </a:cubicBezTo>
                <a:close/>
                <a:moveTo>
                  <a:pt x="3082906" y="240867"/>
                </a:moveTo>
                <a:cubicBezTo>
                  <a:pt x="3091997" y="247963"/>
                  <a:pt x="3101241" y="250901"/>
                  <a:pt x="3110842" y="240403"/>
                </a:cubicBezTo>
                <a:cubicBezTo>
                  <a:pt x="3111074" y="236074"/>
                  <a:pt x="3107594" y="231420"/>
                  <a:pt x="3109620" y="227201"/>
                </a:cubicBezTo>
                <a:cubicBezTo>
                  <a:pt x="3103220" y="221419"/>
                  <a:pt x="3096541" y="225346"/>
                  <a:pt x="3090125" y="220413"/>
                </a:cubicBezTo>
                <a:cubicBezTo>
                  <a:pt x="3084683" y="226999"/>
                  <a:pt x="3088348" y="234280"/>
                  <a:pt x="3082906" y="240867"/>
                </a:cubicBezTo>
                <a:close/>
                <a:moveTo>
                  <a:pt x="2948546" y="175303"/>
                </a:moveTo>
                <a:cubicBezTo>
                  <a:pt x="2956121" y="159751"/>
                  <a:pt x="2962629" y="179369"/>
                  <a:pt x="2970267" y="163864"/>
                </a:cubicBezTo>
                <a:cubicBezTo>
                  <a:pt x="2972276" y="168394"/>
                  <a:pt x="2976619" y="173092"/>
                  <a:pt x="2974765" y="177345"/>
                </a:cubicBezTo>
                <a:cubicBezTo>
                  <a:pt x="2966493" y="162101"/>
                  <a:pt x="2956924" y="187779"/>
                  <a:pt x="2948546" y="175303"/>
                </a:cubicBezTo>
                <a:close/>
                <a:moveTo>
                  <a:pt x="3079165" y="256342"/>
                </a:moveTo>
                <a:cubicBezTo>
                  <a:pt x="3081947" y="245181"/>
                  <a:pt x="3082968" y="233910"/>
                  <a:pt x="3075270" y="221898"/>
                </a:cubicBezTo>
                <a:cubicBezTo>
                  <a:pt x="3066766" y="230896"/>
                  <a:pt x="3076675" y="241253"/>
                  <a:pt x="3072780" y="250621"/>
                </a:cubicBezTo>
                <a:cubicBezTo>
                  <a:pt x="3074929" y="251503"/>
                  <a:pt x="3077094" y="252462"/>
                  <a:pt x="3079165" y="256342"/>
                </a:cubicBezTo>
                <a:close/>
                <a:moveTo>
                  <a:pt x="3046715" y="243371"/>
                </a:moveTo>
                <a:cubicBezTo>
                  <a:pt x="3046869" y="233200"/>
                  <a:pt x="3054043" y="230262"/>
                  <a:pt x="3058727" y="225902"/>
                </a:cubicBezTo>
                <a:cubicBezTo>
                  <a:pt x="3056130" y="220661"/>
                  <a:pt x="3053333" y="223135"/>
                  <a:pt x="3050781" y="217368"/>
                </a:cubicBezTo>
                <a:cubicBezTo>
                  <a:pt x="3055697" y="217755"/>
                  <a:pt x="3060815" y="211772"/>
                  <a:pt x="3065606" y="215930"/>
                </a:cubicBezTo>
                <a:cubicBezTo>
                  <a:pt x="3064277" y="202913"/>
                  <a:pt x="3048246" y="211865"/>
                  <a:pt x="3041242" y="206159"/>
                </a:cubicBezTo>
                <a:cubicBezTo>
                  <a:pt x="3041737" y="218435"/>
                  <a:pt x="3043391" y="230818"/>
                  <a:pt x="3046715" y="243371"/>
                </a:cubicBezTo>
                <a:close/>
                <a:moveTo>
                  <a:pt x="2998402" y="237974"/>
                </a:moveTo>
                <a:cubicBezTo>
                  <a:pt x="3000862" y="238076"/>
                  <a:pt x="3003374" y="236530"/>
                  <a:pt x="3005964" y="232271"/>
                </a:cubicBezTo>
                <a:cubicBezTo>
                  <a:pt x="3001311" y="222981"/>
                  <a:pt x="2996333" y="224573"/>
                  <a:pt x="2991308" y="228516"/>
                </a:cubicBezTo>
                <a:cubicBezTo>
                  <a:pt x="2992932" y="230371"/>
                  <a:pt x="2992096" y="232101"/>
                  <a:pt x="2991153" y="233787"/>
                </a:cubicBezTo>
                <a:cubicBezTo>
                  <a:pt x="2993534" y="236121"/>
                  <a:pt x="2995942" y="237871"/>
                  <a:pt x="2998402" y="237974"/>
                </a:cubicBezTo>
                <a:close/>
                <a:moveTo>
                  <a:pt x="2869858" y="169181"/>
                </a:moveTo>
                <a:cubicBezTo>
                  <a:pt x="2871434" y="171824"/>
                  <a:pt x="2873182" y="168284"/>
                  <a:pt x="2874866" y="166955"/>
                </a:cubicBezTo>
                <a:cubicBezTo>
                  <a:pt x="2877124" y="164434"/>
                  <a:pt x="2879150" y="169862"/>
                  <a:pt x="2881252" y="172705"/>
                </a:cubicBezTo>
                <a:cubicBezTo>
                  <a:pt x="2883910" y="167651"/>
                  <a:pt x="2882488" y="162270"/>
                  <a:pt x="2878453" y="156736"/>
                </a:cubicBezTo>
                <a:cubicBezTo>
                  <a:pt x="2875577" y="160894"/>
                  <a:pt x="2872734" y="165022"/>
                  <a:pt x="2869858" y="169181"/>
                </a:cubicBezTo>
                <a:close/>
                <a:moveTo>
                  <a:pt x="2937138" y="226969"/>
                </a:moveTo>
                <a:cubicBezTo>
                  <a:pt x="2945672" y="233694"/>
                  <a:pt x="2954498" y="231205"/>
                  <a:pt x="2963203" y="234219"/>
                </a:cubicBezTo>
                <a:cubicBezTo>
                  <a:pt x="2970144" y="223258"/>
                  <a:pt x="2967655" y="208696"/>
                  <a:pt x="2958966" y="210272"/>
                </a:cubicBezTo>
                <a:cubicBezTo>
                  <a:pt x="2957282" y="214523"/>
                  <a:pt x="2959028" y="219038"/>
                  <a:pt x="2956926" y="223258"/>
                </a:cubicBezTo>
                <a:cubicBezTo>
                  <a:pt x="2956076" y="221079"/>
                  <a:pt x="2947790" y="219842"/>
                  <a:pt x="2948994" y="214740"/>
                </a:cubicBezTo>
                <a:cubicBezTo>
                  <a:pt x="2946058" y="214586"/>
                  <a:pt x="2943630" y="221619"/>
                  <a:pt x="2937138" y="226969"/>
                </a:cubicBezTo>
                <a:close/>
                <a:moveTo>
                  <a:pt x="2891712" y="225692"/>
                </a:moveTo>
                <a:cubicBezTo>
                  <a:pt x="2894574" y="227263"/>
                  <a:pt x="2898682" y="226869"/>
                  <a:pt x="2901071" y="224156"/>
                </a:cubicBezTo>
                <a:cubicBezTo>
                  <a:pt x="2897669" y="210149"/>
                  <a:pt x="2893309" y="225732"/>
                  <a:pt x="2889831" y="215437"/>
                </a:cubicBezTo>
                <a:cubicBezTo>
                  <a:pt x="2887234" y="220584"/>
                  <a:pt x="2888850" y="224121"/>
                  <a:pt x="2891712" y="225692"/>
                </a:cubicBezTo>
                <a:close/>
                <a:moveTo>
                  <a:pt x="6719284" y="2435957"/>
                </a:moveTo>
                <a:cubicBezTo>
                  <a:pt x="6722576" y="2436761"/>
                  <a:pt x="6724232" y="2432309"/>
                  <a:pt x="6726163" y="2425971"/>
                </a:cubicBezTo>
                <a:cubicBezTo>
                  <a:pt x="6723071" y="2419586"/>
                  <a:pt x="6719824" y="2419337"/>
                  <a:pt x="6716347" y="2425258"/>
                </a:cubicBezTo>
                <a:cubicBezTo>
                  <a:pt x="6718681" y="2428893"/>
                  <a:pt x="6721031" y="2432603"/>
                  <a:pt x="6719284" y="2435957"/>
                </a:cubicBezTo>
                <a:close/>
                <a:moveTo>
                  <a:pt x="2849096" y="204352"/>
                </a:moveTo>
                <a:cubicBezTo>
                  <a:pt x="2852605" y="191320"/>
                  <a:pt x="2856161" y="188923"/>
                  <a:pt x="2864091" y="197642"/>
                </a:cubicBezTo>
                <a:cubicBezTo>
                  <a:pt x="2865915" y="193422"/>
                  <a:pt x="2861603" y="188660"/>
                  <a:pt x="2859561" y="184146"/>
                </a:cubicBezTo>
                <a:cubicBezTo>
                  <a:pt x="2853469" y="188567"/>
                  <a:pt x="2844364" y="189077"/>
                  <a:pt x="2849096" y="204352"/>
                </a:cubicBezTo>
                <a:close/>
                <a:moveTo>
                  <a:pt x="2732822" y="137581"/>
                </a:moveTo>
                <a:cubicBezTo>
                  <a:pt x="2730180" y="134643"/>
                  <a:pt x="2727383" y="135835"/>
                  <a:pt x="2724862" y="129033"/>
                </a:cubicBezTo>
                <a:cubicBezTo>
                  <a:pt x="2729406" y="121982"/>
                  <a:pt x="2730937" y="128599"/>
                  <a:pt x="2731725" y="119030"/>
                </a:cubicBezTo>
                <a:cubicBezTo>
                  <a:pt x="2735947" y="125555"/>
                  <a:pt x="2731680" y="131350"/>
                  <a:pt x="2732822" y="137581"/>
                </a:cubicBezTo>
                <a:close/>
                <a:moveTo>
                  <a:pt x="2804928" y="198307"/>
                </a:moveTo>
                <a:cubicBezTo>
                  <a:pt x="2813106" y="199141"/>
                  <a:pt x="2821252" y="201105"/>
                  <a:pt x="2829741" y="192355"/>
                </a:cubicBezTo>
                <a:cubicBezTo>
                  <a:pt x="2821794" y="183033"/>
                  <a:pt x="2813322" y="191242"/>
                  <a:pt x="2804928" y="198307"/>
                </a:cubicBezTo>
                <a:close/>
                <a:moveTo>
                  <a:pt x="6704022" y="2451778"/>
                </a:moveTo>
                <a:cubicBezTo>
                  <a:pt x="6707292" y="2452298"/>
                  <a:pt x="6710808" y="2444437"/>
                  <a:pt x="6713951" y="2448681"/>
                </a:cubicBezTo>
                <a:cubicBezTo>
                  <a:pt x="6712791" y="2439806"/>
                  <a:pt x="6715930" y="2431319"/>
                  <a:pt x="6711509" y="2422244"/>
                </a:cubicBezTo>
                <a:cubicBezTo>
                  <a:pt x="6706778" y="2436422"/>
                  <a:pt x="6705804" y="2434596"/>
                  <a:pt x="6700856" y="2447707"/>
                </a:cubicBezTo>
                <a:cubicBezTo>
                  <a:pt x="6701869" y="2450501"/>
                  <a:pt x="6702931" y="2451605"/>
                  <a:pt x="6704022" y="2451778"/>
                </a:cubicBezTo>
                <a:close/>
                <a:moveTo>
                  <a:pt x="2685191" y="136499"/>
                </a:moveTo>
                <a:cubicBezTo>
                  <a:pt x="2682640" y="130747"/>
                  <a:pt x="2679843" y="133237"/>
                  <a:pt x="2677260" y="127965"/>
                </a:cubicBezTo>
                <a:cubicBezTo>
                  <a:pt x="2684434" y="120112"/>
                  <a:pt x="2684233" y="126419"/>
                  <a:pt x="2677570" y="117469"/>
                </a:cubicBezTo>
                <a:cubicBezTo>
                  <a:pt x="2680986" y="113217"/>
                  <a:pt x="2684341" y="110959"/>
                  <a:pt x="2687557" y="113001"/>
                </a:cubicBezTo>
                <a:cubicBezTo>
                  <a:pt x="2681528" y="120452"/>
                  <a:pt x="2689952" y="128986"/>
                  <a:pt x="2685191" y="136499"/>
                </a:cubicBezTo>
                <a:close/>
                <a:moveTo>
                  <a:pt x="6685892" y="2454400"/>
                </a:moveTo>
                <a:cubicBezTo>
                  <a:pt x="6702804" y="2429094"/>
                  <a:pt x="6671205" y="2440611"/>
                  <a:pt x="6686850" y="2422972"/>
                </a:cubicBezTo>
                <a:cubicBezTo>
                  <a:pt x="6679398" y="2414608"/>
                  <a:pt x="6676322" y="2433160"/>
                  <a:pt x="6674806" y="2440426"/>
                </a:cubicBezTo>
                <a:cubicBezTo>
                  <a:pt x="6682227" y="2441910"/>
                  <a:pt x="6680604" y="2442713"/>
                  <a:pt x="6685892" y="2454400"/>
                </a:cubicBezTo>
                <a:close/>
                <a:moveTo>
                  <a:pt x="2816262" y="238360"/>
                </a:moveTo>
                <a:cubicBezTo>
                  <a:pt x="2823014" y="242403"/>
                  <a:pt x="2844898" y="218304"/>
                  <a:pt x="2851740" y="225561"/>
                </a:cubicBezTo>
                <a:cubicBezTo>
                  <a:pt x="2854877" y="218868"/>
                  <a:pt x="2844781" y="209052"/>
                  <a:pt x="2842371" y="209052"/>
                </a:cubicBezTo>
                <a:cubicBezTo>
                  <a:pt x="2838088" y="213086"/>
                  <a:pt x="2838891" y="217584"/>
                  <a:pt x="2837036" y="221775"/>
                </a:cubicBezTo>
                <a:cubicBezTo>
                  <a:pt x="2829353" y="209839"/>
                  <a:pt x="2847425" y="199838"/>
                  <a:pt x="2839727" y="187825"/>
                </a:cubicBezTo>
                <a:cubicBezTo>
                  <a:pt x="2836711" y="195462"/>
                  <a:pt x="2828364" y="204645"/>
                  <a:pt x="2832214" y="218790"/>
                </a:cubicBezTo>
                <a:cubicBezTo>
                  <a:pt x="2826957" y="217816"/>
                  <a:pt x="2823943" y="197672"/>
                  <a:pt x="2819103" y="217785"/>
                </a:cubicBezTo>
                <a:cubicBezTo>
                  <a:pt x="2815687" y="204243"/>
                  <a:pt x="2796997" y="205851"/>
                  <a:pt x="2792899" y="215760"/>
                </a:cubicBezTo>
                <a:cubicBezTo>
                  <a:pt x="2793564" y="232766"/>
                  <a:pt x="2809055" y="222068"/>
                  <a:pt x="2815672" y="222732"/>
                </a:cubicBezTo>
                <a:cubicBezTo>
                  <a:pt x="2813442" y="232538"/>
                  <a:pt x="2814011" y="237012"/>
                  <a:pt x="2816262" y="238360"/>
                </a:cubicBezTo>
                <a:close/>
                <a:moveTo>
                  <a:pt x="2642430" y="138432"/>
                </a:moveTo>
                <a:cubicBezTo>
                  <a:pt x="2648969" y="123481"/>
                  <a:pt x="2663254" y="135325"/>
                  <a:pt x="2663656" y="142683"/>
                </a:cubicBezTo>
                <a:cubicBezTo>
                  <a:pt x="2656714" y="136468"/>
                  <a:pt x="2649417" y="142591"/>
                  <a:pt x="2642430" y="138432"/>
                </a:cubicBezTo>
                <a:close/>
                <a:moveTo>
                  <a:pt x="2680956" y="167650"/>
                </a:moveTo>
                <a:cubicBezTo>
                  <a:pt x="2681683" y="161559"/>
                  <a:pt x="2685889" y="155824"/>
                  <a:pt x="2683152" y="149408"/>
                </a:cubicBezTo>
                <a:cubicBezTo>
                  <a:pt x="2680601" y="153536"/>
                  <a:pt x="2677447" y="143146"/>
                  <a:pt x="2681622" y="146687"/>
                </a:cubicBezTo>
                <a:cubicBezTo>
                  <a:pt x="2686135" y="147336"/>
                  <a:pt x="2693385" y="142900"/>
                  <a:pt x="2693433" y="134489"/>
                </a:cubicBezTo>
                <a:cubicBezTo>
                  <a:pt x="2696787" y="139128"/>
                  <a:pt x="2694963" y="143379"/>
                  <a:pt x="2697977" y="148001"/>
                </a:cubicBezTo>
                <a:cubicBezTo>
                  <a:pt x="2707608" y="136915"/>
                  <a:pt x="2716607" y="148698"/>
                  <a:pt x="2726083" y="142265"/>
                </a:cubicBezTo>
                <a:cubicBezTo>
                  <a:pt x="2718600" y="146949"/>
                  <a:pt x="2729825" y="153072"/>
                  <a:pt x="2722326" y="157741"/>
                </a:cubicBezTo>
                <a:cubicBezTo>
                  <a:pt x="2713159" y="160724"/>
                  <a:pt x="2704734" y="143595"/>
                  <a:pt x="2697344" y="168934"/>
                </a:cubicBezTo>
                <a:cubicBezTo>
                  <a:pt x="2692257" y="157246"/>
                  <a:pt x="2686398" y="169180"/>
                  <a:pt x="2680956" y="167650"/>
                </a:cubicBezTo>
                <a:close/>
                <a:moveTo>
                  <a:pt x="6655900" y="2467851"/>
                </a:moveTo>
                <a:cubicBezTo>
                  <a:pt x="6663569" y="2471606"/>
                  <a:pt x="6660601" y="2452700"/>
                  <a:pt x="6663088" y="2447351"/>
                </a:cubicBezTo>
                <a:cubicBezTo>
                  <a:pt x="6665377" y="2444878"/>
                  <a:pt x="6667386" y="2450257"/>
                  <a:pt x="6669505" y="2453133"/>
                </a:cubicBezTo>
                <a:cubicBezTo>
                  <a:pt x="6676800" y="2444042"/>
                  <a:pt x="6673647" y="2434180"/>
                  <a:pt x="6672008" y="2424455"/>
                </a:cubicBezTo>
                <a:cubicBezTo>
                  <a:pt x="6663197" y="2425398"/>
                  <a:pt x="6663660" y="2447505"/>
                  <a:pt x="6654816" y="2449360"/>
                </a:cubicBezTo>
                <a:cubicBezTo>
                  <a:pt x="6659008" y="2455808"/>
                  <a:pt x="6654772" y="2461651"/>
                  <a:pt x="6655900" y="2467851"/>
                </a:cubicBezTo>
                <a:close/>
                <a:moveTo>
                  <a:pt x="2603240" y="130130"/>
                </a:moveTo>
                <a:cubicBezTo>
                  <a:pt x="2607678" y="125198"/>
                  <a:pt x="2600658" y="119417"/>
                  <a:pt x="2603719" y="114377"/>
                </a:cubicBezTo>
                <a:cubicBezTo>
                  <a:pt x="2609919" y="116820"/>
                  <a:pt x="2614264" y="118490"/>
                  <a:pt x="2614805" y="128368"/>
                </a:cubicBezTo>
                <a:cubicBezTo>
                  <a:pt x="2611125" y="123390"/>
                  <a:pt x="2606920" y="135061"/>
                  <a:pt x="2603240" y="130130"/>
                </a:cubicBezTo>
                <a:close/>
                <a:moveTo>
                  <a:pt x="2780789" y="235417"/>
                </a:moveTo>
                <a:cubicBezTo>
                  <a:pt x="2783524" y="235634"/>
                  <a:pt x="2786306" y="234250"/>
                  <a:pt x="2789127" y="231266"/>
                </a:cubicBezTo>
                <a:cubicBezTo>
                  <a:pt x="2783825" y="225068"/>
                  <a:pt x="2778569" y="218481"/>
                  <a:pt x="2772740" y="229968"/>
                </a:cubicBezTo>
                <a:cubicBezTo>
                  <a:pt x="2775368" y="233384"/>
                  <a:pt x="2778054" y="235201"/>
                  <a:pt x="2780789" y="235417"/>
                </a:cubicBezTo>
                <a:close/>
                <a:moveTo>
                  <a:pt x="2639755" y="172335"/>
                </a:moveTo>
                <a:cubicBezTo>
                  <a:pt x="2631190" y="160678"/>
                  <a:pt x="2627387" y="157432"/>
                  <a:pt x="2629198" y="142576"/>
                </a:cubicBezTo>
                <a:cubicBezTo>
                  <a:pt x="2637808" y="142158"/>
                  <a:pt x="2636618" y="150290"/>
                  <a:pt x="2643358" y="162101"/>
                </a:cubicBezTo>
                <a:cubicBezTo>
                  <a:pt x="2654426" y="158112"/>
                  <a:pt x="2651952" y="156674"/>
                  <a:pt x="2653855" y="141911"/>
                </a:cubicBezTo>
                <a:cubicBezTo>
                  <a:pt x="2657642" y="155654"/>
                  <a:pt x="2676116" y="158870"/>
                  <a:pt x="2669252" y="174638"/>
                </a:cubicBezTo>
                <a:cubicBezTo>
                  <a:pt x="2659450" y="173417"/>
                  <a:pt x="2650052" y="158036"/>
                  <a:pt x="2639755" y="172335"/>
                </a:cubicBezTo>
                <a:close/>
                <a:moveTo>
                  <a:pt x="2581072" y="157276"/>
                </a:moveTo>
                <a:cubicBezTo>
                  <a:pt x="2584674" y="146332"/>
                  <a:pt x="2587703" y="155560"/>
                  <a:pt x="2591059" y="152793"/>
                </a:cubicBezTo>
                <a:cubicBezTo>
                  <a:pt x="2592852" y="149485"/>
                  <a:pt x="2592203" y="142266"/>
                  <a:pt x="2596222" y="145328"/>
                </a:cubicBezTo>
                <a:cubicBezTo>
                  <a:pt x="2590720" y="151016"/>
                  <a:pt x="2606055" y="158313"/>
                  <a:pt x="2600581" y="164047"/>
                </a:cubicBezTo>
                <a:cubicBezTo>
                  <a:pt x="2594089" y="161559"/>
                  <a:pt x="2587533" y="160894"/>
                  <a:pt x="2581072" y="157276"/>
                </a:cubicBezTo>
                <a:close/>
                <a:moveTo>
                  <a:pt x="6977052" y="2695854"/>
                </a:moveTo>
                <a:cubicBezTo>
                  <a:pt x="6981860" y="2696597"/>
                  <a:pt x="6990378" y="2690768"/>
                  <a:pt x="6990657" y="2681168"/>
                </a:cubicBezTo>
                <a:cubicBezTo>
                  <a:pt x="6986066" y="2673238"/>
                  <a:pt x="6977255" y="2688759"/>
                  <a:pt x="6977052" y="2695854"/>
                </a:cubicBezTo>
                <a:close/>
                <a:moveTo>
                  <a:pt x="2556431" y="157512"/>
                </a:moveTo>
                <a:cubicBezTo>
                  <a:pt x="2554245" y="157350"/>
                  <a:pt x="2552100" y="155607"/>
                  <a:pt x="2549998" y="152269"/>
                </a:cubicBezTo>
                <a:cubicBezTo>
                  <a:pt x="2552317" y="148945"/>
                  <a:pt x="2554589" y="145620"/>
                  <a:pt x="2556878" y="142266"/>
                </a:cubicBezTo>
                <a:cubicBezTo>
                  <a:pt x="2558949" y="145945"/>
                  <a:pt x="2561036" y="149639"/>
                  <a:pt x="2563107" y="153273"/>
                </a:cubicBezTo>
                <a:cubicBezTo>
                  <a:pt x="2560842" y="156256"/>
                  <a:pt x="2558616" y="157674"/>
                  <a:pt x="2556431" y="157512"/>
                </a:cubicBezTo>
                <a:close/>
                <a:moveTo>
                  <a:pt x="2528269" y="151492"/>
                </a:moveTo>
                <a:cubicBezTo>
                  <a:pt x="2527104" y="151072"/>
                  <a:pt x="2526199" y="148739"/>
                  <a:pt x="2525650" y="142512"/>
                </a:cubicBezTo>
                <a:cubicBezTo>
                  <a:pt x="2532715" y="144863"/>
                  <a:pt x="2540151" y="134366"/>
                  <a:pt x="2546891" y="146734"/>
                </a:cubicBezTo>
                <a:cubicBezTo>
                  <a:pt x="2544465" y="150118"/>
                  <a:pt x="2543863" y="153520"/>
                  <a:pt x="2543290" y="157015"/>
                </a:cubicBezTo>
                <a:cubicBezTo>
                  <a:pt x="2537620" y="136782"/>
                  <a:pt x="2531768" y="152750"/>
                  <a:pt x="2528269" y="151492"/>
                </a:cubicBezTo>
                <a:close/>
                <a:moveTo>
                  <a:pt x="6700092" y="2580623"/>
                </a:moveTo>
                <a:cubicBezTo>
                  <a:pt x="6704978" y="2581322"/>
                  <a:pt x="6711979" y="2574014"/>
                  <a:pt x="6706587" y="2567184"/>
                </a:cubicBezTo>
                <a:cubicBezTo>
                  <a:pt x="6705814" y="2575516"/>
                  <a:pt x="6704113" y="2575393"/>
                  <a:pt x="6700031" y="2566674"/>
                </a:cubicBezTo>
                <a:cubicBezTo>
                  <a:pt x="6699477" y="2570138"/>
                  <a:pt x="6698857" y="2573538"/>
                  <a:pt x="6696446" y="2576940"/>
                </a:cubicBezTo>
                <a:cubicBezTo>
                  <a:pt x="6697068" y="2579267"/>
                  <a:pt x="6698463" y="2580390"/>
                  <a:pt x="6700092" y="2580623"/>
                </a:cubicBezTo>
                <a:close/>
                <a:moveTo>
                  <a:pt x="2498951" y="156195"/>
                </a:moveTo>
                <a:cubicBezTo>
                  <a:pt x="2492549" y="148696"/>
                  <a:pt x="2496137" y="141925"/>
                  <a:pt x="2499568" y="135200"/>
                </a:cubicBezTo>
                <a:cubicBezTo>
                  <a:pt x="2503078" y="145542"/>
                  <a:pt x="2507284" y="133639"/>
                  <a:pt x="2510824" y="143950"/>
                </a:cubicBezTo>
                <a:cubicBezTo>
                  <a:pt x="2506789" y="149918"/>
                  <a:pt x="2503062" y="146578"/>
                  <a:pt x="2498951" y="156195"/>
                </a:cubicBezTo>
                <a:close/>
                <a:moveTo>
                  <a:pt x="6566065" y="2504738"/>
                </a:moveTo>
                <a:cubicBezTo>
                  <a:pt x="6563304" y="2505482"/>
                  <a:pt x="6560615" y="2503864"/>
                  <a:pt x="6558010" y="2499620"/>
                </a:cubicBezTo>
                <a:cubicBezTo>
                  <a:pt x="6563637" y="2494550"/>
                  <a:pt x="6569140" y="2493405"/>
                  <a:pt x="6574552" y="2495678"/>
                </a:cubicBezTo>
                <a:cubicBezTo>
                  <a:pt x="6571660" y="2500887"/>
                  <a:pt x="6568828" y="2503995"/>
                  <a:pt x="6566065" y="2504738"/>
                </a:cubicBezTo>
                <a:close/>
                <a:moveTo>
                  <a:pt x="2420602" y="139607"/>
                </a:moveTo>
                <a:cubicBezTo>
                  <a:pt x="2424035" y="134615"/>
                  <a:pt x="2427482" y="129606"/>
                  <a:pt x="2430912" y="124612"/>
                </a:cubicBezTo>
                <a:cubicBezTo>
                  <a:pt x="2432723" y="128631"/>
                  <a:pt x="2442508" y="126499"/>
                  <a:pt x="2438859" y="133130"/>
                </a:cubicBezTo>
                <a:cubicBezTo>
                  <a:pt x="2429475" y="123082"/>
                  <a:pt x="2428889" y="144215"/>
                  <a:pt x="2420602" y="139607"/>
                </a:cubicBezTo>
                <a:close/>
                <a:moveTo>
                  <a:pt x="2416046" y="137870"/>
                </a:moveTo>
                <a:cubicBezTo>
                  <a:pt x="2410591" y="137350"/>
                  <a:pt x="2403846" y="126637"/>
                  <a:pt x="2404693" y="122602"/>
                </a:cubicBezTo>
                <a:cubicBezTo>
                  <a:pt x="2410228" y="120144"/>
                  <a:pt x="2415436" y="129064"/>
                  <a:pt x="2420740" y="134367"/>
                </a:cubicBezTo>
                <a:cubicBezTo>
                  <a:pt x="2419538" y="137083"/>
                  <a:pt x="2417864" y="138043"/>
                  <a:pt x="2416046" y="137870"/>
                </a:cubicBezTo>
                <a:close/>
                <a:moveTo>
                  <a:pt x="6704979" y="2619608"/>
                </a:moveTo>
                <a:cubicBezTo>
                  <a:pt x="6716204" y="2629332"/>
                  <a:pt x="6728756" y="2594471"/>
                  <a:pt x="6739655" y="2614413"/>
                </a:cubicBezTo>
                <a:cubicBezTo>
                  <a:pt x="6747787" y="2601102"/>
                  <a:pt x="6749441" y="2575981"/>
                  <a:pt x="6736085" y="2569503"/>
                </a:cubicBezTo>
                <a:cubicBezTo>
                  <a:pt x="6738234" y="2580125"/>
                  <a:pt x="6743907" y="2591102"/>
                  <a:pt x="6735142" y="2600932"/>
                </a:cubicBezTo>
                <a:cubicBezTo>
                  <a:pt x="6732204" y="2586292"/>
                  <a:pt x="6731138" y="2585520"/>
                  <a:pt x="6726082" y="2573972"/>
                </a:cubicBezTo>
                <a:cubicBezTo>
                  <a:pt x="6722031" y="2581207"/>
                  <a:pt x="6718012" y="2587391"/>
                  <a:pt x="6714533" y="2575703"/>
                </a:cubicBezTo>
                <a:cubicBezTo>
                  <a:pt x="6705597" y="2591997"/>
                  <a:pt x="6704408" y="2594672"/>
                  <a:pt x="6694065" y="2600422"/>
                </a:cubicBezTo>
                <a:cubicBezTo>
                  <a:pt x="6693957" y="2610580"/>
                  <a:pt x="6703434" y="2610070"/>
                  <a:pt x="6708751" y="2604149"/>
                </a:cubicBezTo>
                <a:cubicBezTo>
                  <a:pt x="6711456" y="2613918"/>
                  <a:pt x="6699368" y="2607952"/>
                  <a:pt x="6704979" y="2619608"/>
                </a:cubicBezTo>
                <a:close/>
                <a:moveTo>
                  <a:pt x="6476337" y="2488102"/>
                </a:moveTo>
                <a:lnTo>
                  <a:pt x="6476860" y="2488287"/>
                </a:lnTo>
                <a:lnTo>
                  <a:pt x="6477108" y="2487577"/>
                </a:lnTo>
                <a:close/>
                <a:moveTo>
                  <a:pt x="6494899" y="2508824"/>
                </a:moveTo>
                <a:lnTo>
                  <a:pt x="6508746" y="2482614"/>
                </a:lnTo>
                <a:lnTo>
                  <a:pt x="6507720" y="2482630"/>
                </a:lnTo>
                <a:cubicBezTo>
                  <a:pt x="6509483" y="2479290"/>
                  <a:pt x="6512837" y="2476044"/>
                  <a:pt x="6511307" y="2472426"/>
                </a:cubicBezTo>
                <a:cubicBezTo>
                  <a:pt x="6505332" y="2480070"/>
                  <a:pt x="6499566" y="2480623"/>
                  <a:pt x="6493804" y="2480948"/>
                </a:cubicBezTo>
                <a:lnTo>
                  <a:pt x="6491118" y="2481312"/>
                </a:lnTo>
                <a:lnTo>
                  <a:pt x="6491629" y="2481443"/>
                </a:lnTo>
                <a:cubicBezTo>
                  <a:pt x="6492965" y="2482503"/>
                  <a:pt x="6494276" y="2484460"/>
                  <a:pt x="6495548" y="2487862"/>
                </a:cubicBezTo>
                <a:cubicBezTo>
                  <a:pt x="6492086" y="2494556"/>
                  <a:pt x="6488483" y="2501342"/>
                  <a:pt x="6494899" y="2508824"/>
                </a:cubicBezTo>
                <a:close/>
                <a:moveTo>
                  <a:pt x="6694986" y="2624759"/>
                </a:moveTo>
                <a:cubicBezTo>
                  <a:pt x="6697196" y="2624261"/>
                  <a:pt x="6699460" y="2621787"/>
                  <a:pt x="6701717" y="2619360"/>
                </a:cubicBezTo>
                <a:cubicBezTo>
                  <a:pt x="6697544" y="2612667"/>
                  <a:pt x="6693153" y="2612281"/>
                  <a:pt x="6688593" y="2618310"/>
                </a:cubicBezTo>
                <a:cubicBezTo>
                  <a:pt x="6690626" y="2623782"/>
                  <a:pt x="6692778" y="2625259"/>
                  <a:pt x="6694986" y="2624759"/>
                </a:cubicBezTo>
                <a:close/>
                <a:moveTo>
                  <a:pt x="2398727" y="156257"/>
                </a:moveTo>
                <a:cubicBezTo>
                  <a:pt x="2395404" y="151649"/>
                  <a:pt x="2397212" y="147382"/>
                  <a:pt x="2394198" y="142806"/>
                </a:cubicBezTo>
                <a:cubicBezTo>
                  <a:pt x="2395929" y="140287"/>
                  <a:pt x="2397645" y="137812"/>
                  <a:pt x="2399360" y="135324"/>
                </a:cubicBezTo>
                <a:cubicBezTo>
                  <a:pt x="2401402" y="139838"/>
                  <a:pt x="2405715" y="144569"/>
                  <a:pt x="2403859" y="148836"/>
                </a:cubicBezTo>
                <a:cubicBezTo>
                  <a:pt x="2400536" y="145126"/>
                  <a:pt x="2402021" y="152546"/>
                  <a:pt x="2398727" y="156257"/>
                </a:cubicBezTo>
                <a:close/>
                <a:moveTo>
                  <a:pt x="2387334" y="152779"/>
                </a:moveTo>
                <a:cubicBezTo>
                  <a:pt x="2382712" y="146303"/>
                  <a:pt x="2384598" y="140288"/>
                  <a:pt x="2389544" y="134568"/>
                </a:cubicBezTo>
                <a:cubicBezTo>
                  <a:pt x="2392388" y="139129"/>
                  <a:pt x="2394012" y="143673"/>
                  <a:pt x="2394058" y="148002"/>
                </a:cubicBezTo>
                <a:cubicBezTo>
                  <a:pt x="2391739" y="151606"/>
                  <a:pt x="2389544" y="152238"/>
                  <a:pt x="2387334" y="152779"/>
                </a:cubicBezTo>
                <a:close/>
                <a:moveTo>
                  <a:pt x="6644284" y="2617521"/>
                </a:moveTo>
                <a:cubicBezTo>
                  <a:pt x="6652217" y="2626473"/>
                  <a:pt x="6660642" y="2619299"/>
                  <a:pt x="6669098" y="2611539"/>
                </a:cubicBezTo>
                <a:cubicBezTo>
                  <a:pt x="6661167" y="2602138"/>
                  <a:pt x="6652478" y="2617088"/>
                  <a:pt x="6644284" y="2617521"/>
                </a:cubicBezTo>
                <a:close/>
                <a:moveTo>
                  <a:pt x="6614548" y="2608578"/>
                </a:moveTo>
                <a:cubicBezTo>
                  <a:pt x="6617410" y="2609243"/>
                  <a:pt x="6620507" y="2602053"/>
                  <a:pt x="6623198" y="2608014"/>
                </a:cubicBezTo>
                <a:cubicBezTo>
                  <a:pt x="6625982" y="2598134"/>
                  <a:pt x="6615081" y="2593218"/>
                  <a:pt x="6611790" y="2604519"/>
                </a:cubicBezTo>
                <a:cubicBezTo>
                  <a:pt x="6612667" y="2607263"/>
                  <a:pt x="6613594" y="2608357"/>
                  <a:pt x="6614548" y="2608578"/>
                </a:cubicBezTo>
                <a:close/>
                <a:moveTo>
                  <a:pt x="2362504" y="158699"/>
                </a:moveTo>
                <a:cubicBezTo>
                  <a:pt x="2360478" y="146966"/>
                  <a:pt x="2354774" y="151371"/>
                  <a:pt x="2358159" y="139993"/>
                </a:cubicBezTo>
                <a:cubicBezTo>
                  <a:pt x="2364807" y="154680"/>
                  <a:pt x="2372320" y="142899"/>
                  <a:pt x="2379231" y="149515"/>
                </a:cubicBezTo>
                <a:cubicBezTo>
                  <a:pt x="2373481" y="157865"/>
                  <a:pt x="2368286" y="149053"/>
                  <a:pt x="2362504" y="158699"/>
                </a:cubicBezTo>
                <a:close/>
                <a:moveTo>
                  <a:pt x="6433580" y="2511475"/>
                </a:moveTo>
                <a:lnTo>
                  <a:pt x="6436314" y="2507739"/>
                </a:lnTo>
                <a:cubicBezTo>
                  <a:pt x="6437717" y="2504618"/>
                  <a:pt x="6438804" y="2500369"/>
                  <a:pt x="6439508" y="2494015"/>
                </a:cubicBezTo>
                <a:cubicBezTo>
                  <a:pt x="6446124" y="2501512"/>
                  <a:pt x="6434483" y="2507651"/>
                  <a:pt x="6442135" y="2515209"/>
                </a:cubicBezTo>
                <a:cubicBezTo>
                  <a:pt x="6447708" y="2515943"/>
                  <a:pt x="6449082" y="2515492"/>
                  <a:pt x="6449350" y="2516806"/>
                </a:cubicBezTo>
                <a:lnTo>
                  <a:pt x="6449528" y="2520485"/>
                </a:lnTo>
                <a:lnTo>
                  <a:pt x="6457061" y="2518667"/>
                </a:lnTo>
                <a:lnTo>
                  <a:pt x="6465418" y="2506537"/>
                </a:lnTo>
                <a:cubicBezTo>
                  <a:pt x="6470658" y="2513401"/>
                  <a:pt x="6476131" y="2513818"/>
                  <a:pt x="6481804" y="2507804"/>
                </a:cubicBezTo>
                <a:cubicBezTo>
                  <a:pt x="6478868" y="2496302"/>
                  <a:pt x="6475297" y="2505052"/>
                  <a:pt x="6472112" y="2501806"/>
                </a:cubicBezTo>
                <a:lnTo>
                  <a:pt x="6475256" y="2492853"/>
                </a:lnTo>
                <a:lnTo>
                  <a:pt x="6472452" y="2493830"/>
                </a:lnTo>
                <a:cubicBezTo>
                  <a:pt x="6470382" y="2496115"/>
                  <a:pt x="6468955" y="2499937"/>
                  <a:pt x="6466195" y="2497827"/>
                </a:cubicBezTo>
                <a:cubicBezTo>
                  <a:pt x="6473927" y="2488814"/>
                  <a:pt x="6462144" y="2492941"/>
                  <a:pt x="6460088" y="2481562"/>
                </a:cubicBezTo>
                <a:cubicBezTo>
                  <a:pt x="6447504" y="2490622"/>
                  <a:pt x="6439234" y="2487206"/>
                  <a:pt x="6429958" y="2500239"/>
                </a:cubicBezTo>
                <a:close/>
                <a:moveTo>
                  <a:pt x="2336626" y="146208"/>
                </a:moveTo>
                <a:cubicBezTo>
                  <a:pt x="2333255" y="141571"/>
                  <a:pt x="2335080" y="137351"/>
                  <a:pt x="2332097" y="132698"/>
                </a:cubicBezTo>
                <a:cubicBezTo>
                  <a:pt x="2338882" y="127008"/>
                  <a:pt x="2336982" y="129931"/>
                  <a:pt x="2337384" y="119990"/>
                </a:cubicBezTo>
                <a:cubicBezTo>
                  <a:pt x="2338991" y="121582"/>
                  <a:pt x="2340645" y="121103"/>
                  <a:pt x="2342408" y="117779"/>
                </a:cubicBezTo>
                <a:cubicBezTo>
                  <a:pt x="2343954" y="120530"/>
                  <a:pt x="2345530" y="123267"/>
                  <a:pt x="2347077" y="125988"/>
                </a:cubicBezTo>
                <a:cubicBezTo>
                  <a:pt x="2342516" y="132667"/>
                  <a:pt x="2336671" y="139221"/>
                  <a:pt x="2336626" y="146208"/>
                </a:cubicBezTo>
                <a:close/>
                <a:moveTo>
                  <a:pt x="2474547" y="229631"/>
                </a:moveTo>
                <a:cubicBezTo>
                  <a:pt x="2476481" y="229114"/>
                  <a:pt x="2478476" y="226683"/>
                  <a:pt x="2480508" y="223026"/>
                </a:cubicBezTo>
                <a:cubicBezTo>
                  <a:pt x="2476921" y="215065"/>
                  <a:pt x="2472995" y="217477"/>
                  <a:pt x="2468944" y="224758"/>
                </a:cubicBezTo>
                <a:cubicBezTo>
                  <a:pt x="2470737" y="228754"/>
                  <a:pt x="2472613" y="230150"/>
                  <a:pt x="2474547" y="229631"/>
                </a:cubicBezTo>
                <a:close/>
                <a:moveTo>
                  <a:pt x="2318646" y="142188"/>
                </a:moveTo>
                <a:cubicBezTo>
                  <a:pt x="2316558" y="138525"/>
                  <a:pt x="2314485" y="134860"/>
                  <a:pt x="2312414" y="131181"/>
                </a:cubicBezTo>
                <a:cubicBezTo>
                  <a:pt x="2313017" y="128863"/>
                  <a:pt x="2315135" y="114764"/>
                  <a:pt x="2319294" y="121210"/>
                </a:cubicBezTo>
                <a:cubicBezTo>
                  <a:pt x="2313528" y="139824"/>
                  <a:pt x="2323283" y="117702"/>
                  <a:pt x="2328958" y="127193"/>
                </a:cubicBezTo>
                <a:cubicBezTo>
                  <a:pt x="2325292" y="138154"/>
                  <a:pt x="2325185" y="133114"/>
                  <a:pt x="2318646" y="142188"/>
                </a:cubicBezTo>
                <a:close/>
                <a:moveTo>
                  <a:pt x="6449941" y="2529000"/>
                </a:moveTo>
                <a:lnTo>
                  <a:pt x="6451869" y="2526204"/>
                </a:lnTo>
                <a:lnTo>
                  <a:pt x="6451072" y="2526025"/>
                </a:lnTo>
                <a:lnTo>
                  <a:pt x="6449848" y="2527062"/>
                </a:lnTo>
                <a:close/>
                <a:moveTo>
                  <a:pt x="2336285" y="156690"/>
                </a:moveTo>
                <a:cubicBezTo>
                  <a:pt x="2340955" y="147492"/>
                  <a:pt x="2344958" y="159473"/>
                  <a:pt x="2349705" y="147229"/>
                </a:cubicBezTo>
                <a:cubicBezTo>
                  <a:pt x="2351280" y="149949"/>
                  <a:pt x="2352827" y="152748"/>
                  <a:pt x="2354372" y="155484"/>
                </a:cubicBezTo>
                <a:cubicBezTo>
                  <a:pt x="2345947" y="156597"/>
                  <a:pt x="2341078" y="159412"/>
                  <a:pt x="2336285" y="156690"/>
                </a:cubicBezTo>
                <a:close/>
                <a:moveTo>
                  <a:pt x="2424639" y="210046"/>
                </a:moveTo>
                <a:cubicBezTo>
                  <a:pt x="2427706" y="211250"/>
                  <a:pt x="2431517" y="210141"/>
                  <a:pt x="2433341" y="206237"/>
                </a:cubicBezTo>
                <a:cubicBezTo>
                  <a:pt x="2429415" y="192216"/>
                  <a:pt x="2424561" y="206856"/>
                  <a:pt x="2420402" y="199977"/>
                </a:cubicBezTo>
                <a:cubicBezTo>
                  <a:pt x="2419250" y="205326"/>
                  <a:pt x="2421572" y="208843"/>
                  <a:pt x="2424639" y="210046"/>
                </a:cubicBezTo>
                <a:close/>
                <a:moveTo>
                  <a:pt x="2443777" y="228541"/>
                </a:moveTo>
                <a:cubicBezTo>
                  <a:pt x="2449937" y="228381"/>
                  <a:pt x="2456394" y="218609"/>
                  <a:pt x="2462713" y="213750"/>
                </a:cubicBezTo>
                <a:cubicBezTo>
                  <a:pt x="2459097" y="206609"/>
                  <a:pt x="2455463" y="199977"/>
                  <a:pt x="2451459" y="205048"/>
                </a:cubicBezTo>
                <a:cubicBezTo>
                  <a:pt x="2449635" y="194211"/>
                  <a:pt x="2456252" y="185954"/>
                  <a:pt x="2457103" y="181796"/>
                </a:cubicBezTo>
                <a:cubicBezTo>
                  <a:pt x="2441953" y="168423"/>
                  <a:pt x="2450516" y="213210"/>
                  <a:pt x="2437732" y="224959"/>
                </a:cubicBezTo>
                <a:cubicBezTo>
                  <a:pt x="2439702" y="227580"/>
                  <a:pt x="2441723" y="228594"/>
                  <a:pt x="2443777" y="228541"/>
                </a:cubicBezTo>
                <a:close/>
                <a:moveTo>
                  <a:pt x="2419768" y="220970"/>
                </a:moveTo>
                <a:cubicBezTo>
                  <a:pt x="2425209" y="222007"/>
                  <a:pt x="2430420" y="230570"/>
                  <a:pt x="2436310" y="216966"/>
                </a:cubicBezTo>
                <a:cubicBezTo>
                  <a:pt x="2431021" y="210334"/>
                  <a:pt x="2425318" y="218574"/>
                  <a:pt x="2419768" y="220970"/>
                </a:cubicBezTo>
                <a:close/>
                <a:moveTo>
                  <a:pt x="6413687" y="2530477"/>
                </a:moveTo>
                <a:lnTo>
                  <a:pt x="6416999" y="2531690"/>
                </a:lnTo>
                <a:lnTo>
                  <a:pt x="6417597" y="2530833"/>
                </a:lnTo>
                <a:close/>
                <a:moveTo>
                  <a:pt x="2256206" y="142559"/>
                </a:moveTo>
                <a:cubicBezTo>
                  <a:pt x="2258308" y="136499"/>
                  <a:pt x="2267923" y="140287"/>
                  <a:pt x="2264800" y="130130"/>
                </a:cubicBezTo>
                <a:cubicBezTo>
                  <a:pt x="2256545" y="118674"/>
                  <a:pt x="2256777" y="141972"/>
                  <a:pt x="2249975" y="131614"/>
                </a:cubicBezTo>
                <a:cubicBezTo>
                  <a:pt x="2259343" y="122709"/>
                  <a:pt x="2252093" y="112521"/>
                  <a:pt x="2252463" y="102890"/>
                </a:cubicBezTo>
                <a:cubicBezTo>
                  <a:pt x="2257365" y="111007"/>
                  <a:pt x="2265804" y="117144"/>
                  <a:pt x="2275437" y="104667"/>
                </a:cubicBezTo>
                <a:cubicBezTo>
                  <a:pt x="2278916" y="115583"/>
                  <a:pt x="2282858" y="112955"/>
                  <a:pt x="2286675" y="113433"/>
                </a:cubicBezTo>
                <a:cubicBezTo>
                  <a:pt x="2279131" y="127564"/>
                  <a:pt x="2272607" y="106894"/>
                  <a:pt x="2265124" y="119648"/>
                </a:cubicBezTo>
                <a:cubicBezTo>
                  <a:pt x="2265418" y="126529"/>
                  <a:pt x="2267074" y="129403"/>
                  <a:pt x="2271355" y="130640"/>
                </a:cubicBezTo>
                <a:cubicBezTo>
                  <a:pt x="2268403" y="141879"/>
                  <a:pt x="2262667" y="149130"/>
                  <a:pt x="2256206" y="142559"/>
                </a:cubicBezTo>
                <a:close/>
                <a:moveTo>
                  <a:pt x="2453924" y="259558"/>
                </a:moveTo>
                <a:cubicBezTo>
                  <a:pt x="2455858" y="259044"/>
                  <a:pt x="2457851" y="256613"/>
                  <a:pt x="2459885" y="252957"/>
                </a:cubicBezTo>
                <a:cubicBezTo>
                  <a:pt x="2461277" y="247778"/>
                  <a:pt x="2454134" y="241995"/>
                  <a:pt x="2457072" y="236971"/>
                </a:cubicBezTo>
                <a:cubicBezTo>
                  <a:pt x="2448507" y="232318"/>
                  <a:pt x="2453700" y="250452"/>
                  <a:pt x="2448322" y="254656"/>
                </a:cubicBezTo>
                <a:cubicBezTo>
                  <a:pt x="2450115" y="258668"/>
                  <a:pt x="2451990" y="260072"/>
                  <a:pt x="2453924" y="259558"/>
                </a:cubicBezTo>
                <a:close/>
                <a:moveTo>
                  <a:pt x="6426832" y="2568818"/>
                </a:moveTo>
                <a:cubicBezTo>
                  <a:pt x="6431287" y="2570632"/>
                  <a:pt x="6436018" y="2563640"/>
                  <a:pt x="6440574" y="2562284"/>
                </a:cubicBezTo>
                <a:cubicBezTo>
                  <a:pt x="6434831" y="2555722"/>
                  <a:pt x="6435492" y="2549654"/>
                  <a:pt x="6436579" y="2543613"/>
                </a:cubicBezTo>
                <a:lnTo>
                  <a:pt x="6435831" y="2534030"/>
                </a:lnTo>
                <a:lnTo>
                  <a:pt x="6427236" y="2531844"/>
                </a:lnTo>
                <a:lnTo>
                  <a:pt x="6426692" y="2532308"/>
                </a:lnTo>
                <a:cubicBezTo>
                  <a:pt x="6436570" y="2547010"/>
                  <a:pt x="6433170" y="2564665"/>
                  <a:pt x="6422487" y="2563535"/>
                </a:cubicBezTo>
                <a:cubicBezTo>
                  <a:pt x="6423894" y="2566632"/>
                  <a:pt x="6425347" y="2568214"/>
                  <a:pt x="6426832" y="2568818"/>
                </a:cubicBezTo>
                <a:close/>
                <a:moveTo>
                  <a:pt x="2775488" y="465527"/>
                </a:moveTo>
                <a:cubicBezTo>
                  <a:pt x="2781681" y="469070"/>
                  <a:pt x="2794427" y="456048"/>
                  <a:pt x="2787597" y="443897"/>
                </a:cubicBezTo>
                <a:cubicBezTo>
                  <a:pt x="2778939" y="445134"/>
                  <a:pt x="2779342" y="463129"/>
                  <a:pt x="2772447" y="455817"/>
                </a:cubicBezTo>
                <a:cubicBezTo>
                  <a:pt x="2772088" y="461325"/>
                  <a:pt x="2773424" y="464346"/>
                  <a:pt x="2775488" y="465527"/>
                </a:cubicBezTo>
                <a:close/>
                <a:moveTo>
                  <a:pt x="2105702" y="90095"/>
                </a:moveTo>
                <a:cubicBezTo>
                  <a:pt x="2104313" y="89048"/>
                  <a:pt x="2103474" y="87038"/>
                  <a:pt x="2103555" y="83443"/>
                </a:cubicBezTo>
                <a:cubicBezTo>
                  <a:pt x="2110822" y="89997"/>
                  <a:pt x="2109308" y="87061"/>
                  <a:pt x="2115275" y="76471"/>
                </a:cubicBezTo>
                <a:cubicBezTo>
                  <a:pt x="2116930" y="86550"/>
                  <a:pt x="2126808" y="80615"/>
                  <a:pt x="2123081" y="90229"/>
                </a:cubicBezTo>
                <a:cubicBezTo>
                  <a:pt x="2118989" y="87702"/>
                  <a:pt x="2109869" y="93236"/>
                  <a:pt x="2105702" y="90095"/>
                </a:cubicBezTo>
                <a:close/>
                <a:moveTo>
                  <a:pt x="2159892" y="121982"/>
                </a:moveTo>
                <a:cubicBezTo>
                  <a:pt x="2170791" y="117438"/>
                  <a:pt x="2189653" y="99721"/>
                  <a:pt x="2194073" y="132526"/>
                </a:cubicBezTo>
                <a:cubicBezTo>
                  <a:pt x="2182540" y="133840"/>
                  <a:pt x="2171146" y="131042"/>
                  <a:pt x="2159892" y="121982"/>
                </a:cubicBezTo>
                <a:close/>
                <a:moveTo>
                  <a:pt x="2221081" y="163491"/>
                </a:moveTo>
                <a:cubicBezTo>
                  <a:pt x="2227884" y="157895"/>
                  <a:pt x="2223925" y="151464"/>
                  <a:pt x="2226538" y="145527"/>
                </a:cubicBezTo>
                <a:cubicBezTo>
                  <a:pt x="2233356" y="142899"/>
                  <a:pt x="2223724" y="160849"/>
                  <a:pt x="2232475" y="167032"/>
                </a:cubicBezTo>
                <a:cubicBezTo>
                  <a:pt x="2239865" y="166274"/>
                  <a:pt x="2237577" y="148944"/>
                  <a:pt x="2246203" y="147088"/>
                </a:cubicBezTo>
                <a:cubicBezTo>
                  <a:pt x="2237885" y="132572"/>
                  <a:pt x="2228780" y="143596"/>
                  <a:pt x="2220139" y="139807"/>
                </a:cubicBezTo>
                <a:cubicBezTo>
                  <a:pt x="2219196" y="147614"/>
                  <a:pt x="2216629" y="155298"/>
                  <a:pt x="2221081" y="163491"/>
                </a:cubicBezTo>
                <a:close/>
                <a:moveTo>
                  <a:pt x="2106061" y="109879"/>
                </a:moveTo>
                <a:cubicBezTo>
                  <a:pt x="2114271" y="111703"/>
                  <a:pt x="2118986" y="108998"/>
                  <a:pt x="2116373" y="94960"/>
                </a:cubicBezTo>
                <a:cubicBezTo>
                  <a:pt x="2125928" y="95455"/>
                  <a:pt x="2114750" y="105998"/>
                  <a:pt x="2120718" y="113666"/>
                </a:cubicBezTo>
                <a:cubicBezTo>
                  <a:pt x="2127427" y="100680"/>
                  <a:pt x="2138929" y="123607"/>
                  <a:pt x="2140691" y="104715"/>
                </a:cubicBezTo>
                <a:cubicBezTo>
                  <a:pt x="2142809" y="122709"/>
                  <a:pt x="2150168" y="106477"/>
                  <a:pt x="2156615" y="121752"/>
                </a:cubicBezTo>
                <a:cubicBezTo>
                  <a:pt x="2140675" y="123607"/>
                  <a:pt x="2116126" y="121226"/>
                  <a:pt x="2106061" y="109879"/>
                </a:cubicBezTo>
                <a:close/>
                <a:moveTo>
                  <a:pt x="2251351" y="194751"/>
                </a:moveTo>
                <a:cubicBezTo>
                  <a:pt x="2255834" y="189851"/>
                  <a:pt x="2257689" y="184734"/>
                  <a:pt x="2258370" y="179507"/>
                </a:cubicBezTo>
                <a:cubicBezTo>
                  <a:pt x="2250269" y="176370"/>
                  <a:pt x="2246620" y="188892"/>
                  <a:pt x="2241984" y="178271"/>
                </a:cubicBezTo>
                <a:cubicBezTo>
                  <a:pt x="2240854" y="179894"/>
                  <a:pt x="2239726" y="181564"/>
                  <a:pt x="2238550" y="183218"/>
                </a:cubicBezTo>
                <a:cubicBezTo>
                  <a:pt x="2242647" y="193066"/>
                  <a:pt x="2247347" y="181812"/>
                  <a:pt x="2251351" y="194751"/>
                </a:cubicBezTo>
                <a:close/>
                <a:moveTo>
                  <a:pt x="2218902" y="181734"/>
                </a:moveTo>
                <a:cubicBezTo>
                  <a:pt x="2224219" y="186340"/>
                  <a:pt x="2229646" y="187826"/>
                  <a:pt x="2235444" y="177730"/>
                </a:cubicBezTo>
                <a:cubicBezTo>
                  <a:pt x="2230140" y="171129"/>
                  <a:pt x="2224420" y="179353"/>
                  <a:pt x="2218902" y="181734"/>
                </a:cubicBezTo>
                <a:close/>
                <a:moveTo>
                  <a:pt x="2199254" y="179108"/>
                </a:moveTo>
                <a:cubicBezTo>
                  <a:pt x="2201455" y="178728"/>
                  <a:pt x="2203674" y="177831"/>
                  <a:pt x="2205776" y="180682"/>
                </a:cubicBezTo>
                <a:cubicBezTo>
                  <a:pt x="2207909" y="176477"/>
                  <a:pt x="2201710" y="171608"/>
                  <a:pt x="2204525" y="167511"/>
                </a:cubicBezTo>
                <a:cubicBezTo>
                  <a:pt x="2200860" y="161837"/>
                  <a:pt x="2196872" y="167836"/>
                  <a:pt x="2192837" y="174437"/>
                </a:cubicBezTo>
                <a:cubicBezTo>
                  <a:pt x="2194870" y="179353"/>
                  <a:pt x="2197053" y="179488"/>
                  <a:pt x="2199254" y="179108"/>
                </a:cubicBezTo>
                <a:close/>
                <a:moveTo>
                  <a:pt x="2090110" y="117285"/>
                </a:moveTo>
                <a:cubicBezTo>
                  <a:pt x="2088400" y="116843"/>
                  <a:pt x="2086554" y="114922"/>
                  <a:pt x="2084649" y="110868"/>
                </a:cubicBezTo>
                <a:cubicBezTo>
                  <a:pt x="2089750" y="105456"/>
                  <a:pt x="2094899" y="98623"/>
                  <a:pt x="2099829" y="98932"/>
                </a:cubicBezTo>
                <a:cubicBezTo>
                  <a:pt x="2099157" y="106619"/>
                  <a:pt x="2095242" y="118611"/>
                  <a:pt x="2090110" y="117285"/>
                </a:cubicBezTo>
                <a:close/>
                <a:moveTo>
                  <a:pt x="2648774" y="443540"/>
                </a:moveTo>
                <a:cubicBezTo>
                  <a:pt x="2650161" y="442908"/>
                  <a:pt x="2651561" y="441865"/>
                  <a:pt x="2652867" y="443928"/>
                </a:cubicBezTo>
                <a:cubicBezTo>
                  <a:pt x="2657954" y="434684"/>
                  <a:pt x="2666488" y="425701"/>
                  <a:pt x="2658679" y="415483"/>
                </a:cubicBezTo>
                <a:cubicBezTo>
                  <a:pt x="2654196" y="434467"/>
                  <a:pt x="2651166" y="423645"/>
                  <a:pt x="2644750" y="440682"/>
                </a:cubicBezTo>
                <a:cubicBezTo>
                  <a:pt x="2646010" y="444392"/>
                  <a:pt x="2647387" y="444172"/>
                  <a:pt x="2648774" y="443540"/>
                </a:cubicBezTo>
                <a:close/>
                <a:moveTo>
                  <a:pt x="2161748" y="169414"/>
                </a:moveTo>
                <a:cubicBezTo>
                  <a:pt x="2171595" y="169660"/>
                  <a:pt x="2181226" y="177126"/>
                  <a:pt x="2191259" y="171670"/>
                </a:cubicBezTo>
                <a:cubicBezTo>
                  <a:pt x="2183268" y="164126"/>
                  <a:pt x="2174888" y="169520"/>
                  <a:pt x="2166911" y="161899"/>
                </a:cubicBezTo>
                <a:cubicBezTo>
                  <a:pt x="2165209" y="164420"/>
                  <a:pt x="2163480" y="166908"/>
                  <a:pt x="2161748" y="169414"/>
                </a:cubicBezTo>
                <a:close/>
                <a:moveTo>
                  <a:pt x="6267700" y="2544456"/>
                </a:moveTo>
                <a:cubicBezTo>
                  <a:pt x="6265314" y="2543405"/>
                  <a:pt x="6263881" y="2540099"/>
                  <a:pt x="6264009" y="2532864"/>
                </a:cubicBezTo>
                <a:cubicBezTo>
                  <a:pt x="6274491" y="2548866"/>
                  <a:pt x="6286209" y="2523356"/>
                  <a:pt x="6297139" y="2524903"/>
                </a:cubicBezTo>
                <a:cubicBezTo>
                  <a:pt x="6294309" y="2529045"/>
                  <a:pt x="6300509" y="2533916"/>
                  <a:pt x="6298390" y="2538167"/>
                </a:cubicBezTo>
                <a:cubicBezTo>
                  <a:pt x="6290575" y="2530456"/>
                  <a:pt x="6274856" y="2547608"/>
                  <a:pt x="6267700" y="2544456"/>
                </a:cubicBezTo>
                <a:close/>
                <a:moveTo>
                  <a:pt x="2017864" y="92563"/>
                </a:moveTo>
                <a:cubicBezTo>
                  <a:pt x="2023476" y="90182"/>
                  <a:pt x="2037590" y="88605"/>
                  <a:pt x="2037358" y="99334"/>
                </a:cubicBezTo>
                <a:cubicBezTo>
                  <a:pt x="2030835" y="98128"/>
                  <a:pt x="2024326" y="96273"/>
                  <a:pt x="2017864" y="92563"/>
                </a:cubicBezTo>
                <a:close/>
                <a:moveTo>
                  <a:pt x="2145762" y="168992"/>
                </a:moveTo>
                <a:cubicBezTo>
                  <a:pt x="2149098" y="170530"/>
                  <a:pt x="2153136" y="171415"/>
                  <a:pt x="2155038" y="174159"/>
                </a:cubicBezTo>
                <a:cubicBezTo>
                  <a:pt x="2155578" y="170681"/>
                  <a:pt x="2156213" y="167232"/>
                  <a:pt x="2158625" y="163894"/>
                </a:cubicBezTo>
                <a:cubicBezTo>
                  <a:pt x="2152967" y="152161"/>
                  <a:pt x="2146442" y="167959"/>
                  <a:pt x="2140707" y="159906"/>
                </a:cubicBezTo>
                <a:cubicBezTo>
                  <a:pt x="2139794" y="165262"/>
                  <a:pt x="2142426" y="167454"/>
                  <a:pt x="2145762" y="168992"/>
                </a:cubicBezTo>
                <a:close/>
                <a:moveTo>
                  <a:pt x="2690241" y="484736"/>
                </a:moveTo>
                <a:cubicBezTo>
                  <a:pt x="2692734" y="483810"/>
                  <a:pt x="2695280" y="481194"/>
                  <a:pt x="2697808" y="478929"/>
                </a:cubicBezTo>
                <a:cubicBezTo>
                  <a:pt x="2693093" y="471647"/>
                  <a:pt x="2688176" y="471601"/>
                  <a:pt x="2682997" y="480397"/>
                </a:cubicBezTo>
                <a:cubicBezTo>
                  <a:pt x="2685308" y="484896"/>
                  <a:pt x="2687748" y="485661"/>
                  <a:pt x="2690241" y="484736"/>
                </a:cubicBezTo>
                <a:close/>
                <a:moveTo>
                  <a:pt x="2081042" y="134345"/>
                </a:moveTo>
                <a:lnTo>
                  <a:pt x="2082671" y="123993"/>
                </a:lnTo>
                <a:cubicBezTo>
                  <a:pt x="2081034" y="126482"/>
                  <a:pt x="2083275" y="129280"/>
                  <a:pt x="2084094" y="132015"/>
                </a:cubicBezTo>
                <a:close/>
                <a:moveTo>
                  <a:pt x="2629291" y="451806"/>
                </a:moveTo>
                <a:cubicBezTo>
                  <a:pt x="2636810" y="453200"/>
                  <a:pt x="2646598" y="444651"/>
                  <a:pt x="2640082" y="432442"/>
                </a:cubicBezTo>
                <a:cubicBezTo>
                  <a:pt x="2632275" y="453358"/>
                  <a:pt x="2635969" y="432875"/>
                  <a:pt x="2625256" y="433880"/>
                </a:cubicBezTo>
                <a:cubicBezTo>
                  <a:pt x="2623556" y="438162"/>
                  <a:pt x="2625286" y="442630"/>
                  <a:pt x="2623215" y="446866"/>
                </a:cubicBezTo>
                <a:cubicBezTo>
                  <a:pt x="2624530" y="449773"/>
                  <a:pt x="2626784" y="451342"/>
                  <a:pt x="2629291" y="451806"/>
                </a:cubicBezTo>
                <a:close/>
                <a:moveTo>
                  <a:pt x="2124539" y="164392"/>
                </a:moveTo>
                <a:cubicBezTo>
                  <a:pt x="2128443" y="165653"/>
                  <a:pt x="2133069" y="165479"/>
                  <a:pt x="2135527" y="167341"/>
                </a:cubicBezTo>
                <a:cubicBezTo>
                  <a:pt x="2139145" y="157726"/>
                  <a:pt x="2135110" y="160477"/>
                  <a:pt x="2130982" y="153891"/>
                </a:cubicBezTo>
                <a:cubicBezTo>
                  <a:pt x="2135141" y="144245"/>
                  <a:pt x="2138744" y="151294"/>
                  <a:pt x="2142856" y="141694"/>
                </a:cubicBezTo>
                <a:cubicBezTo>
                  <a:pt x="2132637" y="132109"/>
                  <a:pt x="2125062" y="145714"/>
                  <a:pt x="2117888" y="152841"/>
                </a:cubicBezTo>
                <a:cubicBezTo>
                  <a:pt x="2117456" y="160439"/>
                  <a:pt x="2120636" y="163133"/>
                  <a:pt x="2124539" y="164392"/>
                </a:cubicBezTo>
                <a:close/>
                <a:moveTo>
                  <a:pt x="2593857" y="439368"/>
                </a:moveTo>
                <a:cubicBezTo>
                  <a:pt x="2596718" y="435193"/>
                  <a:pt x="2599593" y="431051"/>
                  <a:pt x="2602470" y="426861"/>
                </a:cubicBezTo>
                <a:cubicBezTo>
                  <a:pt x="2604169" y="432257"/>
                  <a:pt x="2598387" y="437095"/>
                  <a:pt x="2605268" y="442862"/>
                </a:cubicBezTo>
                <a:cubicBezTo>
                  <a:pt x="2607879" y="425811"/>
                  <a:pt x="2612750" y="426320"/>
                  <a:pt x="2621964" y="433679"/>
                </a:cubicBezTo>
                <a:cubicBezTo>
                  <a:pt x="2622303" y="423723"/>
                  <a:pt x="2626014" y="430772"/>
                  <a:pt x="2630543" y="421171"/>
                </a:cubicBezTo>
                <a:cubicBezTo>
                  <a:pt x="2628487" y="417523"/>
                  <a:pt x="2626416" y="413843"/>
                  <a:pt x="2624312" y="410195"/>
                </a:cubicBezTo>
                <a:cubicBezTo>
                  <a:pt x="2622952" y="428840"/>
                  <a:pt x="2612070" y="413658"/>
                  <a:pt x="2605917" y="421944"/>
                </a:cubicBezTo>
                <a:cubicBezTo>
                  <a:pt x="2603875" y="407474"/>
                  <a:pt x="2589327" y="410242"/>
                  <a:pt x="2581551" y="412128"/>
                </a:cubicBezTo>
                <a:cubicBezTo>
                  <a:pt x="2594507" y="416442"/>
                  <a:pt x="2586159" y="423645"/>
                  <a:pt x="2593857" y="439368"/>
                </a:cubicBezTo>
                <a:close/>
                <a:moveTo>
                  <a:pt x="2096168" y="164327"/>
                </a:moveTo>
                <a:cubicBezTo>
                  <a:pt x="2099585" y="160524"/>
                  <a:pt x="2103234" y="149053"/>
                  <a:pt x="2106185" y="159844"/>
                </a:cubicBezTo>
                <a:cubicBezTo>
                  <a:pt x="2110019" y="145590"/>
                  <a:pt x="2120162" y="148126"/>
                  <a:pt x="2113528" y="134150"/>
                </a:cubicBezTo>
                <a:cubicBezTo>
                  <a:pt x="2108597" y="135170"/>
                  <a:pt x="2101703" y="159875"/>
                  <a:pt x="2093370" y="148356"/>
                </a:cubicBezTo>
                <a:cubicBezTo>
                  <a:pt x="2090742" y="153412"/>
                  <a:pt x="2092133" y="158745"/>
                  <a:pt x="2096168" y="164327"/>
                </a:cubicBezTo>
                <a:close/>
                <a:moveTo>
                  <a:pt x="2525172" y="428763"/>
                </a:moveTo>
                <a:cubicBezTo>
                  <a:pt x="2529979" y="432565"/>
                  <a:pt x="2534927" y="432319"/>
                  <a:pt x="2540181" y="422053"/>
                </a:cubicBezTo>
                <a:cubicBezTo>
                  <a:pt x="2535467" y="408247"/>
                  <a:pt x="2525665" y="419146"/>
                  <a:pt x="2525172" y="428763"/>
                </a:cubicBezTo>
                <a:close/>
                <a:moveTo>
                  <a:pt x="1902677" y="70215"/>
                </a:moveTo>
                <a:cubicBezTo>
                  <a:pt x="1898816" y="66423"/>
                  <a:pt x="1896177" y="61161"/>
                  <a:pt x="1895779" y="54192"/>
                </a:cubicBezTo>
                <a:cubicBezTo>
                  <a:pt x="1905103" y="78696"/>
                  <a:pt x="1927703" y="68029"/>
                  <a:pt x="1942916" y="71012"/>
                </a:cubicBezTo>
                <a:cubicBezTo>
                  <a:pt x="1936841" y="79731"/>
                  <a:pt x="1914259" y="81590"/>
                  <a:pt x="1902677" y="70215"/>
                </a:cubicBezTo>
                <a:close/>
                <a:moveTo>
                  <a:pt x="2139237" y="207057"/>
                </a:moveTo>
                <a:cubicBezTo>
                  <a:pt x="2143551" y="214570"/>
                  <a:pt x="2151050" y="201816"/>
                  <a:pt x="2151095" y="194844"/>
                </a:cubicBezTo>
                <a:cubicBezTo>
                  <a:pt x="2147463" y="189077"/>
                  <a:pt x="2143165" y="204273"/>
                  <a:pt x="2139237" y="207057"/>
                </a:cubicBezTo>
                <a:close/>
                <a:moveTo>
                  <a:pt x="6220635" y="2566731"/>
                </a:moveTo>
                <a:cubicBezTo>
                  <a:pt x="6217250" y="2561904"/>
                  <a:pt x="6216522" y="2551947"/>
                  <a:pt x="6212499" y="2552468"/>
                </a:cubicBezTo>
                <a:cubicBezTo>
                  <a:pt x="6219193" y="2548340"/>
                  <a:pt x="6225950" y="2542311"/>
                  <a:pt x="6232333" y="2548773"/>
                </a:cubicBezTo>
                <a:cubicBezTo>
                  <a:pt x="6224125" y="2552468"/>
                  <a:pt x="6222517" y="2558637"/>
                  <a:pt x="6225130" y="2569273"/>
                </a:cubicBezTo>
                <a:cubicBezTo>
                  <a:pt x="6223189" y="2569380"/>
                  <a:pt x="6221765" y="2568341"/>
                  <a:pt x="6220635" y="2566731"/>
                </a:cubicBezTo>
                <a:close/>
                <a:moveTo>
                  <a:pt x="2591506" y="477447"/>
                </a:moveTo>
                <a:cubicBezTo>
                  <a:pt x="2594295" y="478507"/>
                  <a:pt x="2597839" y="476927"/>
                  <a:pt x="2599470" y="471292"/>
                </a:cubicBezTo>
                <a:cubicBezTo>
                  <a:pt x="2595961" y="460253"/>
                  <a:pt x="2591787" y="472033"/>
                  <a:pt x="2588076" y="467751"/>
                </a:cubicBezTo>
                <a:cubicBezTo>
                  <a:pt x="2586685" y="472683"/>
                  <a:pt x="2588717" y="476386"/>
                  <a:pt x="2591506" y="477447"/>
                </a:cubicBezTo>
                <a:close/>
                <a:moveTo>
                  <a:pt x="2487195" y="423736"/>
                </a:moveTo>
                <a:cubicBezTo>
                  <a:pt x="2490449" y="424875"/>
                  <a:pt x="2494970" y="424179"/>
                  <a:pt x="2497390" y="423986"/>
                </a:cubicBezTo>
                <a:cubicBezTo>
                  <a:pt x="2501410" y="412375"/>
                  <a:pt x="2497004" y="414585"/>
                  <a:pt x="2506156" y="406254"/>
                </a:cubicBezTo>
                <a:cubicBezTo>
                  <a:pt x="2495736" y="393468"/>
                  <a:pt x="2493834" y="427325"/>
                  <a:pt x="2484605" y="412483"/>
                </a:cubicBezTo>
                <a:cubicBezTo>
                  <a:pt x="2481954" y="419626"/>
                  <a:pt x="2483941" y="422598"/>
                  <a:pt x="2487195" y="423736"/>
                </a:cubicBezTo>
                <a:close/>
                <a:moveTo>
                  <a:pt x="6289257" y="2621526"/>
                </a:moveTo>
                <a:cubicBezTo>
                  <a:pt x="6295424" y="2627601"/>
                  <a:pt x="6307916" y="2617567"/>
                  <a:pt x="6309431" y="2607302"/>
                </a:cubicBezTo>
                <a:cubicBezTo>
                  <a:pt x="6302767" y="2609961"/>
                  <a:pt x="6296244" y="2608013"/>
                  <a:pt x="6289257" y="2621526"/>
                </a:cubicBezTo>
                <a:close/>
                <a:moveTo>
                  <a:pt x="2196500" y="269298"/>
                </a:moveTo>
                <a:cubicBezTo>
                  <a:pt x="2203163" y="266761"/>
                  <a:pt x="2209672" y="268943"/>
                  <a:pt x="2216350" y="265571"/>
                </a:cubicBezTo>
                <a:cubicBezTo>
                  <a:pt x="2216211" y="252569"/>
                  <a:pt x="2197227" y="262031"/>
                  <a:pt x="2196500" y="269298"/>
                </a:cubicBezTo>
                <a:close/>
                <a:moveTo>
                  <a:pt x="2405230" y="390258"/>
                </a:moveTo>
                <a:cubicBezTo>
                  <a:pt x="2412277" y="397000"/>
                  <a:pt x="2428471" y="388014"/>
                  <a:pt x="2435892" y="392943"/>
                </a:cubicBezTo>
                <a:cubicBezTo>
                  <a:pt x="2431424" y="377034"/>
                  <a:pt x="2411868" y="391397"/>
                  <a:pt x="2401896" y="377174"/>
                </a:cubicBezTo>
                <a:cubicBezTo>
                  <a:pt x="2401548" y="384015"/>
                  <a:pt x="2402881" y="388010"/>
                  <a:pt x="2405230" y="390258"/>
                </a:cubicBezTo>
                <a:close/>
                <a:moveTo>
                  <a:pt x="1968795" y="138680"/>
                </a:moveTo>
                <a:cubicBezTo>
                  <a:pt x="1971639" y="133378"/>
                  <a:pt x="1965286" y="135558"/>
                  <a:pt x="1967404" y="130641"/>
                </a:cubicBezTo>
                <a:cubicBezTo>
                  <a:pt x="1971702" y="133238"/>
                  <a:pt x="1976262" y="127007"/>
                  <a:pt x="1980667" y="126498"/>
                </a:cubicBezTo>
                <a:cubicBezTo>
                  <a:pt x="1979091" y="122865"/>
                  <a:pt x="1975953" y="119124"/>
                  <a:pt x="1977715" y="115753"/>
                </a:cubicBezTo>
                <a:cubicBezTo>
                  <a:pt x="1993097" y="114701"/>
                  <a:pt x="2008450" y="113727"/>
                  <a:pt x="2023445" y="124503"/>
                </a:cubicBezTo>
                <a:cubicBezTo>
                  <a:pt x="2005064" y="135542"/>
                  <a:pt x="1987609" y="114764"/>
                  <a:pt x="1968795" y="138680"/>
                </a:cubicBezTo>
                <a:close/>
                <a:moveTo>
                  <a:pt x="6172489" y="2570400"/>
                </a:moveTo>
                <a:cubicBezTo>
                  <a:pt x="6171485" y="2568576"/>
                  <a:pt x="6170464" y="2566768"/>
                  <a:pt x="6169429" y="2564897"/>
                </a:cubicBezTo>
                <a:cubicBezTo>
                  <a:pt x="6168547" y="2563088"/>
                  <a:pt x="6167821" y="2561264"/>
                  <a:pt x="6169553" y="2559703"/>
                </a:cubicBezTo>
                <a:cubicBezTo>
                  <a:pt x="6178410" y="2565825"/>
                  <a:pt x="6168997" y="2549607"/>
                  <a:pt x="6171625" y="2546686"/>
                </a:cubicBezTo>
                <a:cubicBezTo>
                  <a:pt x="6175181" y="2555436"/>
                  <a:pt x="6179772" y="2530947"/>
                  <a:pt x="6183327" y="2539697"/>
                </a:cubicBezTo>
                <a:cubicBezTo>
                  <a:pt x="6183435" y="2551292"/>
                  <a:pt x="6171515" y="2546918"/>
                  <a:pt x="6179415" y="2560397"/>
                </a:cubicBezTo>
                <a:cubicBezTo>
                  <a:pt x="6187347" y="2551354"/>
                  <a:pt x="6194983" y="2552870"/>
                  <a:pt x="6202837" y="2546454"/>
                </a:cubicBezTo>
                <a:cubicBezTo>
                  <a:pt x="6201847" y="2549035"/>
                  <a:pt x="6202157" y="2551679"/>
                  <a:pt x="6204228" y="2554493"/>
                </a:cubicBezTo>
                <a:cubicBezTo>
                  <a:pt x="6194026" y="2570076"/>
                  <a:pt x="6177298" y="2558296"/>
                  <a:pt x="6172489" y="2570400"/>
                </a:cubicBezTo>
                <a:close/>
                <a:moveTo>
                  <a:pt x="2473984" y="437899"/>
                </a:moveTo>
                <a:cubicBezTo>
                  <a:pt x="2484714" y="439059"/>
                  <a:pt x="2502616" y="453776"/>
                  <a:pt x="2508506" y="437946"/>
                </a:cubicBezTo>
                <a:cubicBezTo>
                  <a:pt x="2499477" y="428035"/>
                  <a:pt x="2489614" y="445613"/>
                  <a:pt x="2481003" y="422718"/>
                </a:cubicBezTo>
                <a:cubicBezTo>
                  <a:pt x="2474865" y="427479"/>
                  <a:pt x="2478746" y="433030"/>
                  <a:pt x="2473984" y="437899"/>
                </a:cubicBezTo>
                <a:close/>
                <a:moveTo>
                  <a:pt x="1911997" y="115891"/>
                </a:moveTo>
                <a:cubicBezTo>
                  <a:pt x="1917315" y="103831"/>
                  <a:pt x="1921905" y="113680"/>
                  <a:pt x="1927008" y="109166"/>
                </a:cubicBezTo>
                <a:cubicBezTo>
                  <a:pt x="1924952" y="104636"/>
                  <a:pt x="1920623" y="99936"/>
                  <a:pt x="1922462" y="95685"/>
                </a:cubicBezTo>
                <a:cubicBezTo>
                  <a:pt x="1932851" y="96659"/>
                  <a:pt x="1942993" y="104899"/>
                  <a:pt x="1953675" y="95515"/>
                </a:cubicBezTo>
                <a:cubicBezTo>
                  <a:pt x="1960230" y="114376"/>
                  <a:pt x="1967743" y="101637"/>
                  <a:pt x="1974918" y="99735"/>
                </a:cubicBezTo>
                <a:cubicBezTo>
                  <a:pt x="1972923" y="103956"/>
                  <a:pt x="1976401" y="108655"/>
                  <a:pt x="1976169" y="112984"/>
                </a:cubicBezTo>
                <a:cubicBezTo>
                  <a:pt x="1963879" y="126418"/>
                  <a:pt x="1940627" y="88527"/>
                  <a:pt x="1938232" y="117916"/>
                </a:cubicBezTo>
                <a:cubicBezTo>
                  <a:pt x="1929821" y="106120"/>
                  <a:pt x="1920699" y="118534"/>
                  <a:pt x="1911997" y="115891"/>
                </a:cubicBezTo>
                <a:close/>
                <a:moveTo>
                  <a:pt x="6688932" y="2878370"/>
                </a:moveTo>
                <a:cubicBezTo>
                  <a:pt x="6685685" y="2860484"/>
                  <a:pt x="6692704" y="2863221"/>
                  <a:pt x="6700944" y="2860932"/>
                </a:cubicBezTo>
                <a:cubicBezTo>
                  <a:pt x="6699399" y="2857346"/>
                  <a:pt x="6697807" y="2856618"/>
                  <a:pt x="6696106" y="2857918"/>
                </a:cubicBezTo>
                <a:cubicBezTo>
                  <a:pt x="6694404" y="2852552"/>
                  <a:pt x="6700188" y="2847698"/>
                  <a:pt x="6693307" y="2841963"/>
                </a:cubicBezTo>
                <a:cubicBezTo>
                  <a:pt x="6690927" y="2847266"/>
                  <a:pt x="6687387" y="2865663"/>
                  <a:pt x="6682841" y="2862184"/>
                </a:cubicBezTo>
                <a:cubicBezTo>
                  <a:pt x="6682301" y="2869064"/>
                  <a:pt x="6684913" y="2878308"/>
                  <a:pt x="6688932" y="2878370"/>
                </a:cubicBezTo>
                <a:close/>
                <a:moveTo>
                  <a:pt x="6698596" y="2884400"/>
                </a:moveTo>
                <a:cubicBezTo>
                  <a:pt x="6702860" y="2893071"/>
                  <a:pt x="6710236" y="2885172"/>
                  <a:pt x="6710283" y="2877427"/>
                </a:cubicBezTo>
                <a:cubicBezTo>
                  <a:pt x="6703202" y="2865972"/>
                  <a:pt x="6704485" y="2876762"/>
                  <a:pt x="6698596" y="2884400"/>
                </a:cubicBezTo>
                <a:close/>
                <a:moveTo>
                  <a:pt x="1894034" y="111856"/>
                </a:moveTo>
                <a:cubicBezTo>
                  <a:pt x="1886721" y="100401"/>
                  <a:pt x="1878962" y="104327"/>
                  <a:pt x="1871726" y="89100"/>
                </a:cubicBezTo>
                <a:cubicBezTo>
                  <a:pt x="1878450" y="84586"/>
                  <a:pt x="1885022" y="84586"/>
                  <a:pt x="1891250" y="95856"/>
                </a:cubicBezTo>
                <a:cubicBezTo>
                  <a:pt x="1893447" y="81153"/>
                  <a:pt x="1915832" y="98731"/>
                  <a:pt x="1917486" y="97911"/>
                </a:cubicBezTo>
                <a:cubicBezTo>
                  <a:pt x="1909061" y="104514"/>
                  <a:pt x="1898053" y="93568"/>
                  <a:pt x="1894034" y="111856"/>
                </a:cubicBezTo>
                <a:close/>
                <a:moveTo>
                  <a:pt x="2360817" y="384306"/>
                </a:moveTo>
                <a:cubicBezTo>
                  <a:pt x="2365908" y="388069"/>
                  <a:pt x="2379735" y="375129"/>
                  <a:pt x="2385509" y="375859"/>
                </a:cubicBezTo>
                <a:cubicBezTo>
                  <a:pt x="2377130" y="362781"/>
                  <a:pt x="2367684" y="385754"/>
                  <a:pt x="2359259" y="373850"/>
                </a:cubicBezTo>
                <a:cubicBezTo>
                  <a:pt x="2358393" y="379941"/>
                  <a:pt x="2359120" y="383051"/>
                  <a:pt x="2360817" y="384306"/>
                </a:cubicBezTo>
                <a:close/>
                <a:moveTo>
                  <a:pt x="2420139" y="425856"/>
                </a:moveTo>
                <a:cubicBezTo>
                  <a:pt x="2424420" y="429535"/>
                  <a:pt x="2428872" y="426536"/>
                  <a:pt x="2433402" y="421620"/>
                </a:cubicBezTo>
                <a:cubicBezTo>
                  <a:pt x="2428858" y="412668"/>
                  <a:pt x="2420339" y="418034"/>
                  <a:pt x="2420139" y="425856"/>
                </a:cubicBezTo>
                <a:close/>
                <a:moveTo>
                  <a:pt x="2478004" y="467103"/>
                </a:moveTo>
                <a:cubicBezTo>
                  <a:pt x="2482302" y="469654"/>
                  <a:pt x="2486615" y="472033"/>
                  <a:pt x="2491284" y="462882"/>
                </a:cubicBezTo>
                <a:cubicBezTo>
                  <a:pt x="2486662" y="456976"/>
                  <a:pt x="2478236" y="458786"/>
                  <a:pt x="2478004" y="467103"/>
                </a:cubicBezTo>
                <a:close/>
                <a:moveTo>
                  <a:pt x="2342223" y="393484"/>
                </a:moveTo>
                <a:cubicBezTo>
                  <a:pt x="2342562" y="389217"/>
                  <a:pt x="2344434" y="384966"/>
                  <a:pt x="2347571" y="380854"/>
                </a:cubicBezTo>
                <a:cubicBezTo>
                  <a:pt x="2341078" y="368021"/>
                  <a:pt x="2339626" y="354912"/>
                  <a:pt x="2329932" y="366306"/>
                </a:cubicBezTo>
                <a:cubicBezTo>
                  <a:pt x="2338032" y="370680"/>
                  <a:pt x="2342547" y="375489"/>
                  <a:pt x="2339131" y="388011"/>
                </a:cubicBezTo>
                <a:cubicBezTo>
                  <a:pt x="2340181" y="389882"/>
                  <a:pt x="2341202" y="391690"/>
                  <a:pt x="2342223" y="393484"/>
                </a:cubicBezTo>
                <a:close/>
                <a:moveTo>
                  <a:pt x="6119970" y="2590599"/>
                </a:moveTo>
                <a:cubicBezTo>
                  <a:pt x="6119463" y="2591645"/>
                  <a:pt x="6118392" y="2590959"/>
                  <a:pt x="6116186" y="2587052"/>
                </a:cubicBezTo>
                <a:cubicBezTo>
                  <a:pt x="6119448" y="2582923"/>
                  <a:pt x="6118643" y="2578471"/>
                  <a:pt x="6114949" y="2573787"/>
                </a:cubicBezTo>
                <a:cubicBezTo>
                  <a:pt x="6117624" y="2564589"/>
                  <a:pt x="6128013" y="2565347"/>
                  <a:pt x="6124765" y="2574575"/>
                </a:cubicBezTo>
                <a:cubicBezTo>
                  <a:pt x="6117937" y="2568731"/>
                  <a:pt x="6121490" y="2587462"/>
                  <a:pt x="6119970" y="2590599"/>
                </a:cubicBezTo>
                <a:close/>
                <a:moveTo>
                  <a:pt x="2038983" y="235250"/>
                </a:moveTo>
                <a:cubicBezTo>
                  <a:pt x="2040916" y="234726"/>
                  <a:pt x="2042909" y="232279"/>
                  <a:pt x="2044950" y="228592"/>
                </a:cubicBezTo>
                <a:cubicBezTo>
                  <a:pt x="2041364" y="220645"/>
                  <a:pt x="2037453" y="223057"/>
                  <a:pt x="2033387" y="230371"/>
                </a:cubicBezTo>
                <a:cubicBezTo>
                  <a:pt x="2035180" y="234374"/>
                  <a:pt x="2037050" y="235773"/>
                  <a:pt x="2038983" y="235250"/>
                </a:cubicBezTo>
                <a:close/>
                <a:moveTo>
                  <a:pt x="2335346" y="417742"/>
                </a:moveTo>
                <a:cubicBezTo>
                  <a:pt x="2341449" y="419363"/>
                  <a:pt x="2348313" y="418505"/>
                  <a:pt x="2353167" y="412808"/>
                </a:cubicBezTo>
                <a:cubicBezTo>
                  <a:pt x="2344665" y="403037"/>
                  <a:pt x="2335636" y="412360"/>
                  <a:pt x="2327256" y="400286"/>
                </a:cubicBezTo>
                <a:cubicBezTo>
                  <a:pt x="2326917" y="404198"/>
                  <a:pt x="2324985" y="411386"/>
                  <a:pt x="2322094" y="407800"/>
                </a:cubicBezTo>
                <a:cubicBezTo>
                  <a:pt x="2323903" y="412020"/>
                  <a:pt x="2329244" y="416121"/>
                  <a:pt x="2335346" y="417742"/>
                </a:cubicBezTo>
                <a:close/>
                <a:moveTo>
                  <a:pt x="2215329" y="352161"/>
                </a:moveTo>
                <a:cubicBezTo>
                  <a:pt x="2220246" y="353073"/>
                  <a:pt x="2225240" y="350600"/>
                  <a:pt x="2230327" y="345435"/>
                </a:cubicBezTo>
                <a:cubicBezTo>
                  <a:pt x="2223323" y="341879"/>
                  <a:pt x="2216196" y="341184"/>
                  <a:pt x="2209254" y="335927"/>
                </a:cubicBezTo>
                <a:cubicBezTo>
                  <a:pt x="2202082" y="349378"/>
                  <a:pt x="2218484" y="348311"/>
                  <a:pt x="2215329" y="352161"/>
                </a:cubicBezTo>
                <a:close/>
                <a:moveTo>
                  <a:pt x="1960186" y="206299"/>
                </a:moveTo>
                <a:cubicBezTo>
                  <a:pt x="1964716" y="215205"/>
                  <a:pt x="1973248" y="209870"/>
                  <a:pt x="1973465" y="202063"/>
                </a:cubicBezTo>
                <a:cubicBezTo>
                  <a:pt x="1969137" y="199497"/>
                  <a:pt x="1964839" y="197163"/>
                  <a:pt x="1960186" y="206299"/>
                </a:cubicBezTo>
                <a:close/>
                <a:moveTo>
                  <a:pt x="2278251" y="391226"/>
                </a:moveTo>
                <a:cubicBezTo>
                  <a:pt x="2283259" y="385492"/>
                  <a:pt x="2279410" y="379060"/>
                  <a:pt x="2277167" y="372753"/>
                </a:cubicBezTo>
                <a:cubicBezTo>
                  <a:pt x="2290186" y="371083"/>
                  <a:pt x="2306480" y="372350"/>
                  <a:pt x="2316807" y="365332"/>
                </a:cubicBezTo>
                <a:cubicBezTo>
                  <a:pt x="2301409" y="353057"/>
                  <a:pt x="2281465" y="375767"/>
                  <a:pt x="2271417" y="345992"/>
                </a:cubicBezTo>
                <a:cubicBezTo>
                  <a:pt x="2273536" y="364621"/>
                  <a:pt x="2268681" y="364358"/>
                  <a:pt x="2262342" y="374236"/>
                </a:cubicBezTo>
                <a:cubicBezTo>
                  <a:pt x="2271448" y="385305"/>
                  <a:pt x="2276843" y="368903"/>
                  <a:pt x="2278251" y="391226"/>
                </a:cubicBezTo>
                <a:close/>
                <a:moveTo>
                  <a:pt x="2249666" y="376370"/>
                </a:moveTo>
                <a:cubicBezTo>
                  <a:pt x="2252561" y="376927"/>
                  <a:pt x="2256707" y="375211"/>
                  <a:pt x="2259049" y="373928"/>
                </a:cubicBezTo>
                <a:cubicBezTo>
                  <a:pt x="2261987" y="359117"/>
                  <a:pt x="2250362" y="377839"/>
                  <a:pt x="2247796" y="365178"/>
                </a:cubicBezTo>
                <a:cubicBezTo>
                  <a:pt x="2245129" y="372985"/>
                  <a:pt x="2246771" y="375814"/>
                  <a:pt x="2249666" y="376370"/>
                </a:cubicBezTo>
                <a:close/>
                <a:moveTo>
                  <a:pt x="6042783" y="2568204"/>
                </a:moveTo>
                <a:cubicBezTo>
                  <a:pt x="6034342" y="2561419"/>
                  <a:pt x="6050188" y="2556533"/>
                  <a:pt x="6041701" y="2549717"/>
                </a:cubicBezTo>
                <a:cubicBezTo>
                  <a:pt x="6042861" y="2548108"/>
                  <a:pt x="6044004" y="2546423"/>
                  <a:pt x="6045164" y="2544722"/>
                </a:cubicBezTo>
                <a:cubicBezTo>
                  <a:pt x="6046710" y="2547552"/>
                  <a:pt x="6048410" y="2546037"/>
                  <a:pt x="6050003" y="2547736"/>
                </a:cubicBezTo>
                <a:cubicBezTo>
                  <a:pt x="6041160" y="2554091"/>
                  <a:pt x="6051626" y="2561914"/>
                  <a:pt x="6042783" y="2568204"/>
                </a:cubicBezTo>
                <a:close/>
                <a:moveTo>
                  <a:pt x="6063701" y="2582954"/>
                </a:moveTo>
                <a:cubicBezTo>
                  <a:pt x="6070442" y="2570013"/>
                  <a:pt x="6082454" y="2575517"/>
                  <a:pt x="6083397" y="2584484"/>
                </a:cubicBezTo>
                <a:cubicBezTo>
                  <a:pt x="6076657" y="2589632"/>
                  <a:pt x="6070271" y="2583463"/>
                  <a:pt x="6063701" y="2582954"/>
                </a:cubicBezTo>
                <a:close/>
                <a:moveTo>
                  <a:pt x="1937702" y="206709"/>
                </a:moveTo>
                <a:cubicBezTo>
                  <a:pt x="1943033" y="211169"/>
                  <a:pt x="1952715" y="207053"/>
                  <a:pt x="1958639" y="203563"/>
                </a:cubicBezTo>
                <a:cubicBezTo>
                  <a:pt x="1950569" y="198570"/>
                  <a:pt x="1942423" y="196158"/>
                  <a:pt x="1934121" y="199049"/>
                </a:cubicBezTo>
                <a:cubicBezTo>
                  <a:pt x="1934631" y="202783"/>
                  <a:pt x="1935925" y="205222"/>
                  <a:pt x="1937702" y="206709"/>
                </a:cubicBezTo>
                <a:close/>
                <a:moveTo>
                  <a:pt x="6097262" y="2614460"/>
                </a:moveTo>
                <a:cubicBezTo>
                  <a:pt x="6092455" y="2609482"/>
                  <a:pt x="6089332" y="2603870"/>
                  <a:pt x="6081184" y="2602711"/>
                </a:cubicBezTo>
                <a:cubicBezTo>
                  <a:pt x="6087785" y="2593729"/>
                  <a:pt x="6099596" y="2606127"/>
                  <a:pt x="6101328" y="2588488"/>
                </a:cubicBezTo>
                <a:cubicBezTo>
                  <a:pt x="6105349" y="2603220"/>
                  <a:pt x="6102039" y="2603654"/>
                  <a:pt x="6097262" y="2614460"/>
                </a:cubicBezTo>
                <a:close/>
                <a:moveTo>
                  <a:pt x="1917579" y="203022"/>
                </a:moveTo>
                <a:cubicBezTo>
                  <a:pt x="1922758" y="212561"/>
                  <a:pt x="1928555" y="201894"/>
                  <a:pt x="1934275" y="193761"/>
                </a:cubicBezTo>
                <a:cubicBezTo>
                  <a:pt x="1929065" y="185011"/>
                  <a:pt x="1923175" y="199234"/>
                  <a:pt x="1917579" y="203022"/>
                </a:cubicBezTo>
                <a:close/>
                <a:moveTo>
                  <a:pt x="2142692" y="337546"/>
                </a:moveTo>
                <a:cubicBezTo>
                  <a:pt x="2148359" y="340535"/>
                  <a:pt x="2154331" y="333288"/>
                  <a:pt x="2159954" y="337382"/>
                </a:cubicBezTo>
                <a:cubicBezTo>
                  <a:pt x="2161778" y="333129"/>
                  <a:pt x="2157433" y="328414"/>
                  <a:pt x="2155441" y="323915"/>
                </a:cubicBezTo>
                <a:cubicBezTo>
                  <a:pt x="2150183" y="334645"/>
                  <a:pt x="2145809" y="322756"/>
                  <a:pt x="2137152" y="330347"/>
                </a:cubicBezTo>
                <a:cubicBezTo>
                  <a:pt x="2138948" y="334417"/>
                  <a:pt x="2140803" y="336550"/>
                  <a:pt x="2142692" y="337546"/>
                </a:cubicBezTo>
                <a:close/>
                <a:moveTo>
                  <a:pt x="6038902" y="2588921"/>
                </a:moveTo>
                <a:cubicBezTo>
                  <a:pt x="6045241" y="2577188"/>
                  <a:pt x="6051285" y="2576833"/>
                  <a:pt x="6057161" y="2582398"/>
                </a:cubicBezTo>
                <a:cubicBezTo>
                  <a:pt x="6051069" y="2585149"/>
                  <a:pt x="6044700" y="2596327"/>
                  <a:pt x="6038902" y="2588921"/>
                </a:cubicBezTo>
                <a:close/>
                <a:moveTo>
                  <a:pt x="1886505" y="197952"/>
                </a:moveTo>
                <a:cubicBezTo>
                  <a:pt x="1894683" y="198461"/>
                  <a:pt x="1902830" y="200162"/>
                  <a:pt x="1911317" y="192000"/>
                </a:cubicBezTo>
                <a:cubicBezTo>
                  <a:pt x="1906789" y="179199"/>
                  <a:pt x="1901285" y="198400"/>
                  <a:pt x="1896800" y="183002"/>
                </a:cubicBezTo>
                <a:cubicBezTo>
                  <a:pt x="1893384" y="187980"/>
                  <a:pt x="1889937" y="192943"/>
                  <a:pt x="1886505" y="197952"/>
                </a:cubicBezTo>
                <a:close/>
                <a:moveTo>
                  <a:pt x="2322342" y="449587"/>
                </a:moveTo>
                <a:cubicBezTo>
                  <a:pt x="2327269" y="454783"/>
                  <a:pt x="2337112" y="452887"/>
                  <a:pt x="2342052" y="453931"/>
                </a:cubicBezTo>
                <a:cubicBezTo>
                  <a:pt x="2341418" y="435487"/>
                  <a:pt x="2325820" y="448674"/>
                  <a:pt x="2319419" y="441656"/>
                </a:cubicBezTo>
                <a:cubicBezTo>
                  <a:pt x="2319605" y="445335"/>
                  <a:pt x="2320700" y="447855"/>
                  <a:pt x="2322342" y="449587"/>
                </a:cubicBezTo>
                <a:close/>
                <a:moveTo>
                  <a:pt x="2183976" y="371189"/>
                </a:moveTo>
                <a:cubicBezTo>
                  <a:pt x="2191140" y="374055"/>
                  <a:pt x="2199105" y="372898"/>
                  <a:pt x="2205034" y="367109"/>
                </a:cubicBezTo>
                <a:cubicBezTo>
                  <a:pt x="2203627" y="374020"/>
                  <a:pt x="2204864" y="383111"/>
                  <a:pt x="2211110" y="383358"/>
                </a:cubicBezTo>
                <a:cubicBezTo>
                  <a:pt x="2215793" y="367898"/>
                  <a:pt x="2216367" y="375629"/>
                  <a:pt x="2227636" y="379432"/>
                </a:cubicBezTo>
                <a:cubicBezTo>
                  <a:pt x="2232551" y="367898"/>
                  <a:pt x="2239555" y="370990"/>
                  <a:pt x="2239695" y="361961"/>
                </a:cubicBezTo>
                <a:cubicBezTo>
                  <a:pt x="2235489" y="353597"/>
                  <a:pt x="2225287" y="355220"/>
                  <a:pt x="2229708" y="366415"/>
                </a:cubicBezTo>
                <a:cubicBezTo>
                  <a:pt x="2223401" y="366631"/>
                  <a:pt x="2223446" y="357014"/>
                  <a:pt x="2219674" y="370898"/>
                </a:cubicBezTo>
                <a:cubicBezTo>
                  <a:pt x="2219226" y="366491"/>
                  <a:pt x="2222025" y="362302"/>
                  <a:pt x="2218469" y="357696"/>
                </a:cubicBezTo>
                <a:cubicBezTo>
                  <a:pt x="2211372" y="358051"/>
                  <a:pt x="2210770" y="358900"/>
                  <a:pt x="2209858" y="370170"/>
                </a:cubicBezTo>
                <a:cubicBezTo>
                  <a:pt x="2206812" y="362890"/>
                  <a:pt x="2204911" y="355763"/>
                  <a:pt x="2207214" y="348899"/>
                </a:cubicBezTo>
                <a:cubicBezTo>
                  <a:pt x="2197583" y="358035"/>
                  <a:pt x="2181303" y="364048"/>
                  <a:pt x="2167730" y="351140"/>
                </a:cubicBezTo>
                <a:cubicBezTo>
                  <a:pt x="2170451" y="361435"/>
                  <a:pt x="2176812" y="368323"/>
                  <a:pt x="2183976" y="371189"/>
                </a:cubicBezTo>
                <a:close/>
                <a:moveTo>
                  <a:pt x="2109185" y="330795"/>
                </a:moveTo>
                <a:cubicBezTo>
                  <a:pt x="2116265" y="333222"/>
                  <a:pt x="2123207" y="338602"/>
                  <a:pt x="2130566" y="329836"/>
                </a:cubicBezTo>
                <a:cubicBezTo>
                  <a:pt x="2128417" y="321318"/>
                  <a:pt x="2117842" y="326682"/>
                  <a:pt x="2121072" y="318598"/>
                </a:cubicBezTo>
                <a:cubicBezTo>
                  <a:pt x="2116544" y="318319"/>
                  <a:pt x="2109199" y="324952"/>
                  <a:pt x="2109185" y="330795"/>
                </a:cubicBezTo>
                <a:close/>
                <a:moveTo>
                  <a:pt x="2059858" y="315408"/>
                </a:moveTo>
                <a:cubicBezTo>
                  <a:pt x="2062769" y="318901"/>
                  <a:pt x="2070586" y="313654"/>
                  <a:pt x="2073613" y="312322"/>
                </a:cubicBezTo>
                <a:cubicBezTo>
                  <a:pt x="2068928" y="304375"/>
                  <a:pt x="2063781" y="311841"/>
                  <a:pt x="2058941" y="308533"/>
                </a:cubicBezTo>
                <a:cubicBezTo>
                  <a:pt x="2058463" y="312109"/>
                  <a:pt x="2058888" y="314244"/>
                  <a:pt x="2059858" y="315408"/>
                </a:cubicBezTo>
                <a:close/>
                <a:moveTo>
                  <a:pt x="2139455" y="362008"/>
                </a:moveTo>
                <a:cubicBezTo>
                  <a:pt x="2147077" y="366012"/>
                  <a:pt x="2147463" y="356026"/>
                  <a:pt x="2153059" y="347352"/>
                </a:cubicBezTo>
                <a:cubicBezTo>
                  <a:pt x="2148700" y="345915"/>
                  <a:pt x="2144293" y="347769"/>
                  <a:pt x="2139964" y="346347"/>
                </a:cubicBezTo>
                <a:cubicBezTo>
                  <a:pt x="2135496" y="351233"/>
                  <a:pt x="2142547" y="357045"/>
                  <a:pt x="2139455" y="362008"/>
                </a:cubicBezTo>
                <a:close/>
                <a:moveTo>
                  <a:pt x="1814866" y="176617"/>
                </a:moveTo>
                <a:cubicBezTo>
                  <a:pt x="1819133" y="180374"/>
                  <a:pt x="1823601" y="177282"/>
                  <a:pt x="1828176" y="172380"/>
                </a:cubicBezTo>
                <a:cubicBezTo>
                  <a:pt x="1824620" y="162100"/>
                  <a:pt x="1820431" y="173973"/>
                  <a:pt x="1816922" y="163677"/>
                </a:cubicBezTo>
                <a:cubicBezTo>
                  <a:pt x="1815221" y="167883"/>
                  <a:pt x="1816952" y="172380"/>
                  <a:pt x="1814866" y="176617"/>
                </a:cubicBezTo>
                <a:close/>
                <a:moveTo>
                  <a:pt x="5960369" y="2577620"/>
                </a:moveTo>
                <a:cubicBezTo>
                  <a:pt x="5960508" y="2567927"/>
                  <a:pt x="5963662" y="2561727"/>
                  <a:pt x="5970680" y="2562608"/>
                </a:cubicBezTo>
                <a:cubicBezTo>
                  <a:pt x="5970711" y="2566489"/>
                  <a:pt x="5964559" y="2582645"/>
                  <a:pt x="5960369" y="2577620"/>
                </a:cubicBezTo>
                <a:close/>
                <a:moveTo>
                  <a:pt x="5989386" y="2595584"/>
                </a:moveTo>
                <a:cubicBezTo>
                  <a:pt x="6011139" y="2591132"/>
                  <a:pt x="6024433" y="2576090"/>
                  <a:pt x="6044207" y="2576213"/>
                </a:cubicBezTo>
                <a:cubicBezTo>
                  <a:pt x="6038178" y="2584036"/>
                  <a:pt x="6029350" y="2581067"/>
                  <a:pt x="6032179" y="2593652"/>
                </a:cubicBezTo>
                <a:cubicBezTo>
                  <a:pt x="6017863" y="2595709"/>
                  <a:pt x="6003424" y="2603051"/>
                  <a:pt x="5989386" y="2595584"/>
                </a:cubicBezTo>
                <a:close/>
                <a:moveTo>
                  <a:pt x="1712801" y="129311"/>
                </a:moveTo>
                <a:cubicBezTo>
                  <a:pt x="1704406" y="122556"/>
                  <a:pt x="1714531" y="117192"/>
                  <a:pt x="1708424" y="110590"/>
                </a:cubicBezTo>
                <a:cubicBezTo>
                  <a:pt x="1712954" y="103556"/>
                  <a:pt x="1714486" y="110188"/>
                  <a:pt x="1715319" y="100618"/>
                </a:cubicBezTo>
                <a:cubicBezTo>
                  <a:pt x="1716511" y="110266"/>
                  <a:pt x="1725600" y="104530"/>
                  <a:pt x="1721550" y="111610"/>
                </a:cubicBezTo>
                <a:cubicBezTo>
                  <a:pt x="1712398" y="106911"/>
                  <a:pt x="1715042" y="114718"/>
                  <a:pt x="1717964" y="121876"/>
                </a:cubicBezTo>
                <a:cubicBezTo>
                  <a:pt x="1716232" y="124364"/>
                  <a:pt x="1714500" y="126837"/>
                  <a:pt x="1712801" y="129311"/>
                </a:cubicBezTo>
                <a:close/>
                <a:moveTo>
                  <a:pt x="1993607" y="296058"/>
                </a:moveTo>
                <a:cubicBezTo>
                  <a:pt x="1995259" y="295718"/>
                  <a:pt x="1996940" y="294342"/>
                  <a:pt x="1998525" y="295950"/>
                </a:cubicBezTo>
                <a:cubicBezTo>
                  <a:pt x="2001693" y="289347"/>
                  <a:pt x="1991692" y="276486"/>
                  <a:pt x="1988864" y="289951"/>
                </a:cubicBezTo>
                <a:cubicBezTo>
                  <a:pt x="1990332" y="295703"/>
                  <a:pt x="1991954" y="296398"/>
                  <a:pt x="1993607" y="296058"/>
                </a:cubicBezTo>
                <a:close/>
                <a:moveTo>
                  <a:pt x="2015670" y="309830"/>
                </a:moveTo>
                <a:cubicBezTo>
                  <a:pt x="2018556" y="314447"/>
                  <a:pt x="2026310" y="311479"/>
                  <a:pt x="2029428" y="306214"/>
                </a:cubicBezTo>
                <a:cubicBezTo>
                  <a:pt x="2024668" y="301546"/>
                  <a:pt x="2019565" y="307143"/>
                  <a:pt x="2014758" y="302489"/>
                </a:cubicBezTo>
                <a:cubicBezTo>
                  <a:pt x="2014287" y="305910"/>
                  <a:pt x="2014707" y="308291"/>
                  <a:pt x="2015670" y="309830"/>
                </a:cubicBezTo>
                <a:close/>
                <a:moveTo>
                  <a:pt x="2165297" y="404674"/>
                </a:moveTo>
                <a:cubicBezTo>
                  <a:pt x="2167204" y="404974"/>
                  <a:pt x="2169137" y="404437"/>
                  <a:pt x="2170992" y="406517"/>
                </a:cubicBezTo>
                <a:cubicBezTo>
                  <a:pt x="2175428" y="402450"/>
                  <a:pt x="2169261" y="378674"/>
                  <a:pt x="2178010" y="391304"/>
                </a:cubicBezTo>
                <a:cubicBezTo>
                  <a:pt x="2179788" y="389727"/>
                  <a:pt x="2179031" y="387871"/>
                  <a:pt x="2178181" y="386094"/>
                </a:cubicBezTo>
                <a:cubicBezTo>
                  <a:pt x="2179294" y="384440"/>
                  <a:pt x="2180453" y="382739"/>
                  <a:pt x="2181612" y="381069"/>
                </a:cubicBezTo>
                <a:cubicBezTo>
                  <a:pt x="2178892" y="380607"/>
                  <a:pt x="2176248" y="377546"/>
                  <a:pt x="2173636" y="372582"/>
                </a:cubicBezTo>
                <a:cubicBezTo>
                  <a:pt x="2168040" y="380915"/>
                  <a:pt x="2167730" y="389619"/>
                  <a:pt x="2159753" y="397813"/>
                </a:cubicBezTo>
                <a:cubicBezTo>
                  <a:pt x="2161508" y="403239"/>
                  <a:pt x="2163390" y="404375"/>
                  <a:pt x="2165297" y="404674"/>
                </a:cubicBezTo>
                <a:close/>
                <a:moveTo>
                  <a:pt x="1740885" y="160084"/>
                </a:moveTo>
                <a:cubicBezTo>
                  <a:pt x="1748758" y="162833"/>
                  <a:pt x="1761738" y="153656"/>
                  <a:pt x="1769136" y="167836"/>
                </a:cubicBezTo>
                <a:cubicBezTo>
                  <a:pt x="1771193" y="139545"/>
                  <a:pt x="1744678" y="153969"/>
                  <a:pt x="1735109" y="152052"/>
                </a:cubicBezTo>
                <a:cubicBezTo>
                  <a:pt x="1736203" y="156925"/>
                  <a:pt x="1738260" y="159167"/>
                  <a:pt x="1740885" y="160084"/>
                </a:cubicBezTo>
                <a:close/>
                <a:moveTo>
                  <a:pt x="1592618" y="83195"/>
                </a:moveTo>
                <a:cubicBezTo>
                  <a:pt x="1600765" y="84849"/>
                  <a:pt x="1608773" y="91791"/>
                  <a:pt x="1617137" y="87724"/>
                </a:cubicBezTo>
                <a:cubicBezTo>
                  <a:pt x="1609283" y="75898"/>
                  <a:pt x="1600967" y="78154"/>
                  <a:pt x="1592618" y="83195"/>
                </a:cubicBezTo>
                <a:close/>
                <a:moveTo>
                  <a:pt x="1716867" y="158513"/>
                </a:moveTo>
                <a:cubicBezTo>
                  <a:pt x="1722480" y="141478"/>
                  <a:pt x="1723854" y="152315"/>
                  <a:pt x="1732017" y="146548"/>
                </a:cubicBezTo>
                <a:cubicBezTo>
                  <a:pt x="1729266" y="146084"/>
                  <a:pt x="1726653" y="143054"/>
                  <a:pt x="1724041" y="138061"/>
                </a:cubicBezTo>
                <a:cubicBezTo>
                  <a:pt x="1716588" y="148187"/>
                  <a:pt x="1709895" y="134984"/>
                  <a:pt x="1702522" y="144291"/>
                </a:cubicBezTo>
                <a:cubicBezTo>
                  <a:pt x="1708859" y="154835"/>
                  <a:pt x="1714733" y="141848"/>
                  <a:pt x="1716867" y="158513"/>
                </a:cubicBezTo>
                <a:close/>
                <a:moveTo>
                  <a:pt x="1755546" y="182537"/>
                </a:moveTo>
                <a:cubicBezTo>
                  <a:pt x="1761344" y="177714"/>
                  <a:pt x="1755918" y="172087"/>
                  <a:pt x="1759272" y="167063"/>
                </a:cubicBezTo>
                <a:cubicBezTo>
                  <a:pt x="1752208" y="161699"/>
                  <a:pt x="1754928" y="170788"/>
                  <a:pt x="1747571" y="174035"/>
                </a:cubicBezTo>
                <a:cubicBezTo>
                  <a:pt x="1750105" y="180869"/>
                  <a:pt x="1752887" y="179632"/>
                  <a:pt x="1755546" y="182537"/>
                </a:cubicBezTo>
                <a:close/>
                <a:moveTo>
                  <a:pt x="1954063" y="300371"/>
                </a:moveTo>
                <a:cubicBezTo>
                  <a:pt x="1956336" y="297062"/>
                  <a:pt x="1958624" y="293740"/>
                  <a:pt x="1960911" y="290430"/>
                </a:cubicBezTo>
                <a:cubicBezTo>
                  <a:pt x="1957125" y="288591"/>
                  <a:pt x="1953507" y="281727"/>
                  <a:pt x="1949363" y="292115"/>
                </a:cubicBezTo>
                <a:cubicBezTo>
                  <a:pt x="1950925" y="294868"/>
                  <a:pt x="1952502" y="297618"/>
                  <a:pt x="1954063" y="300371"/>
                </a:cubicBezTo>
                <a:close/>
                <a:moveTo>
                  <a:pt x="5934767" y="2609761"/>
                </a:moveTo>
                <a:cubicBezTo>
                  <a:pt x="5935741" y="2607165"/>
                  <a:pt x="5938106" y="2604722"/>
                  <a:pt x="5936654" y="2602017"/>
                </a:cubicBezTo>
                <a:cubicBezTo>
                  <a:pt x="5940054" y="2597750"/>
                  <a:pt x="5943409" y="2595461"/>
                  <a:pt x="5946640" y="2597534"/>
                </a:cubicBezTo>
                <a:cubicBezTo>
                  <a:pt x="5943671" y="2603206"/>
                  <a:pt x="5940812" y="2614924"/>
                  <a:pt x="5934767" y="2609761"/>
                </a:cubicBezTo>
                <a:close/>
                <a:moveTo>
                  <a:pt x="1638797" y="131460"/>
                </a:moveTo>
                <a:cubicBezTo>
                  <a:pt x="1647455" y="133825"/>
                  <a:pt x="1656081" y="139762"/>
                  <a:pt x="1665186" y="128245"/>
                </a:cubicBezTo>
                <a:cubicBezTo>
                  <a:pt x="1661151" y="117067"/>
                  <a:pt x="1656266" y="132929"/>
                  <a:pt x="1652077" y="127239"/>
                </a:cubicBezTo>
                <a:cubicBezTo>
                  <a:pt x="1647393" y="120747"/>
                  <a:pt x="1663161" y="115845"/>
                  <a:pt x="1654271" y="108997"/>
                </a:cubicBezTo>
                <a:cubicBezTo>
                  <a:pt x="1650082" y="125817"/>
                  <a:pt x="1641271" y="120190"/>
                  <a:pt x="1638797" y="131460"/>
                </a:cubicBezTo>
                <a:close/>
                <a:moveTo>
                  <a:pt x="6002482" y="2651749"/>
                </a:moveTo>
                <a:cubicBezTo>
                  <a:pt x="6004770" y="2648441"/>
                  <a:pt x="6007057" y="2645100"/>
                  <a:pt x="6009360" y="2641762"/>
                </a:cubicBezTo>
                <a:cubicBezTo>
                  <a:pt x="6005589" y="2639938"/>
                  <a:pt x="6001956" y="2633136"/>
                  <a:pt x="5997812" y="2643539"/>
                </a:cubicBezTo>
                <a:cubicBezTo>
                  <a:pt x="5999374" y="2646261"/>
                  <a:pt x="6000890" y="2648997"/>
                  <a:pt x="6002482" y="2651749"/>
                </a:cubicBezTo>
                <a:close/>
                <a:moveTo>
                  <a:pt x="2003658" y="343627"/>
                </a:moveTo>
                <a:cubicBezTo>
                  <a:pt x="2013490" y="340194"/>
                  <a:pt x="2007971" y="330966"/>
                  <a:pt x="2012578" y="320685"/>
                </a:cubicBezTo>
                <a:cubicBezTo>
                  <a:pt x="2005188" y="311872"/>
                  <a:pt x="1997165" y="323559"/>
                  <a:pt x="1989944" y="308410"/>
                </a:cubicBezTo>
                <a:cubicBezTo>
                  <a:pt x="1984720" y="314996"/>
                  <a:pt x="1980360" y="321674"/>
                  <a:pt x="1986034" y="329156"/>
                </a:cubicBezTo>
                <a:cubicBezTo>
                  <a:pt x="1991214" y="321427"/>
                  <a:pt x="1996021" y="325230"/>
                  <a:pt x="2001029" y="322432"/>
                </a:cubicBezTo>
                <a:cubicBezTo>
                  <a:pt x="2002250" y="329528"/>
                  <a:pt x="1996051" y="336036"/>
                  <a:pt x="2003658" y="343627"/>
                </a:cubicBezTo>
                <a:close/>
                <a:moveTo>
                  <a:pt x="1693570" y="167201"/>
                </a:moveTo>
                <a:cubicBezTo>
                  <a:pt x="1699043" y="158003"/>
                  <a:pt x="1699491" y="148450"/>
                  <a:pt x="1696105" y="138571"/>
                </a:cubicBezTo>
                <a:cubicBezTo>
                  <a:pt x="1689936" y="139343"/>
                  <a:pt x="1686133" y="157214"/>
                  <a:pt x="1693570" y="167201"/>
                </a:cubicBezTo>
                <a:close/>
                <a:moveTo>
                  <a:pt x="2021239" y="358710"/>
                </a:moveTo>
                <a:cubicBezTo>
                  <a:pt x="2025745" y="357497"/>
                  <a:pt x="2029189" y="346132"/>
                  <a:pt x="2029397" y="361437"/>
                </a:cubicBezTo>
                <a:cubicBezTo>
                  <a:pt x="2033233" y="358499"/>
                  <a:pt x="2038256" y="348728"/>
                  <a:pt x="2040035" y="335989"/>
                </a:cubicBezTo>
                <a:cubicBezTo>
                  <a:pt x="2052773" y="332001"/>
                  <a:pt x="2065388" y="330099"/>
                  <a:pt x="2077508" y="346750"/>
                </a:cubicBezTo>
                <a:cubicBezTo>
                  <a:pt x="2080384" y="342592"/>
                  <a:pt x="2083258" y="338431"/>
                  <a:pt x="2086087" y="334273"/>
                </a:cubicBezTo>
                <a:cubicBezTo>
                  <a:pt x="2092396" y="339066"/>
                  <a:pt x="2097760" y="372551"/>
                  <a:pt x="2109958" y="359767"/>
                </a:cubicBezTo>
                <a:cubicBezTo>
                  <a:pt x="2107360" y="354959"/>
                  <a:pt x="2104671" y="354495"/>
                  <a:pt x="2101842" y="356535"/>
                </a:cubicBezTo>
                <a:cubicBezTo>
                  <a:pt x="2098286" y="337427"/>
                  <a:pt x="2115771" y="346501"/>
                  <a:pt x="2121815" y="347538"/>
                </a:cubicBezTo>
                <a:cubicBezTo>
                  <a:pt x="2121475" y="339036"/>
                  <a:pt x="2100248" y="326807"/>
                  <a:pt x="2098889" y="345791"/>
                </a:cubicBezTo>
                <a:cubicBezTo>
                  <a:pt x="2092086" y="332063"/>
                  <a:pt x="2104933" y="312924"/>
                  <a:pt x="2112787" y="320576"/>
                </a:cubicBezTo>
                <a:cubicBezTo>
                  <a:pt x="2112632" y="304266"/>
                  <a:pt x="2097575" y="320422"/>
                  <a:pt x="2091731" y="311085"/>
                </a:cubicBezTo>
                <a:cubicBezTo>
                  <a:pt x="2089814" y="317546"/>
                  <a:pt x="2094313" y="316464"/>
                  <a:pt x="2096431" y="319325"/>
                </a:cubicBezTo>
                <a:cubicBezTo>
                  <a:pt x="2090138" y="327362"/>
                  <a:pt x="2084202" y="323977"/>
                  <a:pt x="2077972" y="331027"/>
                </a:cubicBezTo>
                <a:cubicBezTo>
                  <a:pt x="2074307" y="325493"/>
                  <a:pt x="2083352" y="320963"/>
                  <a:pt x="2085007" y="315815"/>
                </a:cubicBezTo>
                <a:cubicBezTo>
                  <a:pt x="2071665" y="317423"/>
                  <a:pt x="2052201" y="341772"/>
                  <a:pt x="2042245" y="317748"/>
                </a:cubicBezTo>
                <a:cubicBezTo>
                  <a:pt x="2035799" y="334413"/>
                  <a:pt x="2027279" y="341973"/>
                  <a:pt x="2016459" y="355175"/>
                </a:cubicBezTo>
                <a:cubicBezTo>
                  <a:pt x="2018116" y="358391"/>
                  <a:pt x="2019736" y="359114"/>
                  <a:pt x="2021239" y="358710"/>
                </a:cubicBezTo>
                <a:close/>
                <a:moveTo>
                  <a:pt x="1954790" y="329342"/>
                </a:moveTo>
                <a:cubicBezTo>
                  <a:pt x="1960572" y="337566"/>
                  <a:pt x="1968441" y="319387"/>
                  <a:pt x="1960294" y="311393"/>
                </a:cubicBezTo>
                <a:cubicBezTo>
                  <a:pt x="1953460" y="316975"/>
                  <a:pt x="1955115" y="323251"/>
                  <a:pt x="1954790" y="329342"/>
                </a:cubicBezTo>
                <a:close/>
                <a:moveTo>
                  <a:pt x="5973001" y="2649429"/>
                </a:moveTo>
                <a:cubicBezTo>
                  <a:pt x="5980931" y="2658380"/>
                  <a:pt x="5989311" y="2652445"/>
                  <a:pt x="5997487" y="2653975"/>
                </a:cubicBezTo>
                <a:cubicBezTo>
                  <a:pt x="5989697" y="2639597"/>
                  <a:pt x="5981488" y="2639521"/>
                  <a:pt x="5973001" y="2649429"/>
                </a:cubicBezTo>
                <a:close/>
                <a:moveTo>
                  <a:pt x="1994819" y="356283"/>
                </a:moveTo>
                <a:cubicBezTo>
                  <a:pt x="1998112" y="358445"/>
                  <a:pt x="2002089" y="358839"/>
                  <a:pt x="2004910" y="356860"/>
                </a:cubicBezTo>
                <a:cubicBezTo>
                  <a:pt x="1995881" y="354402"/>
                  <a:pt x="1997659" y="332465"/>
                  <a:pt x="1988832" y="345096"/>
                </a:cubicBezTo>
                <a:cubicBezTo>
                  <a:pt x="1988917" y="350190"/>
                  <a:pt x="1991526" y="354121"/>
                  <a:pt x="1994819" y="356283"/>
                </a:cubicBezTo>
                <a:close/>
                <a:moveTo>
                  <a:pt x="6737283" y="3098758"/>
                </a:moveTo>
                <a:cubicBezTo>
                  <a:pt x="6739195" y="3099052"/>
                  <a:pt x="6741132" y="3098507"/>
                  <a:pt x="6742980" y="3100602"/>
                </a:cubicBezTo>
                <a:cubicBezTo>
                  <a:pt x="6742639" y="3093553"/>
                  <a:pt x="6748265" y="3086966"/>
                  <a:pt x="6743582" y="3079639"/>
                </a:cubicBezTo>
                <a:cubicBezTo>
                  <a:pt x="6739470" y="3089208"/>
                  <a:pt x="6735744" y="3085931"/>
                  <a:pt x="6731725" y="3091882"/>
                </a:cubicBezTo>
                <a:cubicBezTo>
                  <a:pt x="6733480" y="3097332"/>
                  <a:pt x="6735369" y="3098464"/>
                  <a:pt x="6737283" y="3098758"/>
                </a:cubicBezTo>
                <a:close/>
                <a:moveTo>
                  <a:pt x="1948824" y="337186"/>
                </a:moveTo>
                <a:cubicBezTo>
                  <a:pt x="1950701" y="338463"/>
                  <a:pt x="1952617" y="338286"/>
                  <a:pt x="1954635" y="334567"/>
                </a:cubicBezTo>
                <a:cubicBezTo>
                  <a:pt x="1954310" y="327549"/>
                  <a:pt x="1950400" y="320252"/>
                  <a:pt x="1952024" y="313372"/>
                </a:cubicBezTo>
                <a:cubicBezTo>
                  <a:pt x="1947756" y="309059"/>
                  <a:pt x="1947757" y="326699"/>
                  <a:pt x="1943257" y="331073"/>
                </a:cubicBezTo>
                <a:cubicBezTo>
                  <a:pt x="1945112" y="333175"/>
                  <a:pt x="1946948" y="335908"/>
                  <a:pt x="1948824" y="337186"/>
                </a:cubicBezTo>
                <a:close/>
                <a:moveTo>
                  <a:pt x="2003400" y="376692"/>
                </a:moveTo>
                <a:cubicBezTo>
                  <a:pt x="2005888" y="380908"/>
                  <a:pt x="2013207" y="377731"/>
                  <a:pt x="2015980" y="370867"/>
                </a:cubicBezTo>
                <a:cubicBezTo>
                  <a:pt x="2013907" y="367187"/>
                  <a:pt x="2011820" y="363508"/>
                  <a:pt x="2009749" y="359875"/>
                </a:cubicBezTo>
                <a:cubicBezTo>
                  <a:pt x="2009147" y="362240"/>
                  <a:pt x="2007013" y="376278"/>
                  <a:pt x="2002868" y="369876"/>
                </a:cubicBezTo>
                <a:cubicBezTo>
                  <a:pt x="2002277" y="373061"/>
                  <a:pt x="2002570" y="375287"/>
                  <a:pt x="2003400" y="376692"/>
                </a:cubicBezTo>
                <a:close/>
                <a:moveTo>
                  <a:pt x="5952995" y="2658380"/>
                </a:moveTo>
                <a:cubicBezTo>
                  <a:pt x="5958823" y="2664813"/>
                  <a:pt x="5965348" y="2648486"/>
                  <a:pt x="5971084" y="2657222"/>
                </a:cubicBezTo>
                <a:cubicBezTo>
                  <a:pt x="5971933" y="2643740"/>
                  <a:pt x="5958453" y="2644792"/>
                  <a:pt x="5952995" y="2658380"/>
                </a:cubicBezTo>
                <a:close/>
                <a:moveTo>
                  <a:pt x="1593994" y="146378"/>
                </a:moveTo>
                <a:cubicBezTo>
                  <a:pt x="1594551" y="142899"/>
                  <a:pt x="1595154" y="139452"/>
                  <a:pt x="1597597" y="136113"/>
                </a:cubicBezTo>
                <a:cubicBezTo>
                  <a:pt x="1593423" y="129481"/>
                  <a:pt x="1589033" y="129141"/>
                  <a:pt x="1584472" y="135109"/>
                </a:cubicBezTo>
                <a:cubicBezTo>
                  <a:pt x="1587547" y="142266"/>
                  <a:pt x="1590748" y="145296"/>
                  <a:pt x="1593994" y="146378"/>
                </a:cubicBezTo>
                <a:close/>
                <a:moveTo>
                  <a:pt x="1719912" y="219177"/>
                </a:moveTo>
                <a:cubicBezTo>
                  <a:pt x="1722556" y="213272"/>
                  <a:pt x="1726745" y="207460"/>
                  <a:pt x="1722108" y="200935"/>
                </a:cubicBezTo>
                <a:cubicBezTo>
                  <a:pt x="1719279" y="205093"/>
                  <a:pt x="1716403" y="209267"/>
                  <a:pt x="1713512" y="213442"/>
                </a:cubicBezTo>
                <a:cubicBezTo>
                  <a:pt x="1715569" y="218605"/>
                  <a:pt x="1717842" y="215823"/>
                  <a:pt x="1719912" y="219177"/>
                </a:cubicBezTo>
                <a:close/>
                <a:moveTo>
                  <a:pt x="1655323" y="182615"/>
                </a:moveTo>
                <a:cubicBezTo>
                  <a:pt x="1662156" y="190314"/>
                  <a:pt x="1663130" y="177065"/>
                  <a:pt x="1663918" y="170170"/>
                </a:cubicBezTo>
                <a:cubicBezTo>
                  <a:pt x="1659822" y="164403"/>
                  <a:pt x="1655462" y="179538"/>
                  <a:pt x="1655323" y="182615"/>
                </a:cubicBezTo>
                <a:close/>
                <a:moveTo>
                  <a:pt x="1941225" y="349154"/>
                </a:moveTo>
                <a:cubicBezTo>
                  <a:pt x="1944178" y="354869"/>
                  <a:pt x="1954863" y="348697"/>
                  <a:pt x="1959164" y="348048"/>
                </a:cubicBezTo>
                <a:cubicBezTo>
                  <a:pt x="1959939" y="336886"/>
                  <a:pt x="1946024" y="350429"/>
                  <a:pt x="1941371" y="338834"/>
                </a:cubicBezTo>
                <a:cubicBezTo>
                  <a:pt x="1940115" y="344025"/>
                  <a:pt x="1940241" y="347250"/>
                  <a:pt x="1941225" y="349154"/>
                </a:cubicBezTo>
                <a:close/>
                <a:moveTo>
                  <a:pt x="1509723" y="108301"/>
                </a:moveTo>
                <a:cubicBezTo>
                  <a:pt x="1511301" y="103958"/>
                  <a:pt x="1499583" y="85622"/>
                  <a:pt x="1495207" y="99304"/>
                </a:cubicBezTo>
                <a:cubicBezTo>
                  <a:pt x="1499938" y="106045"/>
                  <a:pt x="1504762" y="109028"/>
                  <a:pt x="1509723" y="108301"/>
                </a:cubicBezTo>
                <a:close/>
                <a:moveTo>
                  <a:pt x="1612879" y="173902"/>
                </a:moveTo>
                <a:cubicBezTo>
                  <a:pt x="1615000" y="176226"/>
                  <a:pt x="1617200" y="175990"/>
                  <a:pt x="1619596" y="169350"/>
                </a:cubicBezTo>
                <a:cubicBezTo>
                  <a:pt x="1615282" y="166924"/>
                  <a:pt x="1611248" y="154526"/>
                  <a:pt x="1606625" y="163090"/>
                </a:cubicBezTo>
                <a:cubicBezTo>
                  <a:pt x="1608711" y="166692"/>
                  <a:pt x="1610757" y="171578"/>
                  <a:pt x="1612879" y="173902"/>
                </a:cubicBezTo>
                <a:close/>
                <a:moveTo>
                  <a:pt x="2043883" y="425547"/>
                </a:moveTo>
                <a:cubicBezTo>
                  <a:pt x="2046172" y="422223"/>
                  <a:pt x="2048475" y="418883"/>
                  <a:pt x="2050778" y="415561"/>
                </a:cubicBezTo>
                <a:cubicBezTo>
                  <a:pt x="2047176" y="407567"/>
                  <a:pt x="2043250" y="410026"/>
                  <a:pt x="2039199" y="417307"/>
                </a:cubicBezTo>
                <a:cubicBezTo>
                  <a:pt x="2040746" y="420075"/>
                  <a:pt x="2042322" y="422795"/>
                  <a:pt x="2043883" y="425547"/>
                </a:cubicBezTo>
                <a:close/>
                <a:moveTo>
                  <a:pt x="1480366" y="100726"/>
                </a:moveTo>
                <a:cubicBezTo>
                  <a:pt x="1484789" y="100231"/>
                  <a:pt x="1489087" y="102596"/>
                  <a:pt x="1493662" y="96506"/>
                </a:cubicBezTo>
                <a:cubicBezTo>
                  <a:pt x="1487881" y="89085"/>
                  <a:pt x="1491219" y="82359"/>
                  <a:pt x="1484448" y="74832"/>
                </a:cubicBezTo>
                <a:cubicBezTo>
                  <a:pt x="1480027" y="83210"/>
                  <a:pt x="1483752" y="92239"/>
                  <a:pt x="1480366" y="100726"/>
                </a:cubicBezTo>
                <a:close/>
                <a:moveTo>
                  <a:pt x="1743488" y="255136"/>
                </a:moveTo>
                <a:cubicBezTo>
                  <a:pt x="1748637" y="247438"/>
                  <a:pt x="1753645" y="244964"/>
                  <a:pt x="1758469" y="248428"/>
                </a:cubicBezTo>
                <a:cubicBezTo>
                  <a:pt x="1753212" y="258708"/>
                  <a:pt x="1748296" y="258941"/>
                  <a:pt x="1743488" y="255136"/>
                </a:cubicBezTo>
                <a:close/>
                <a:moveTo>
                  <a:pt x="1548174" y="147117"/>
                </a:moveTo>
                <a:cubicBezTo>
                  <a:pt x="1550232" y="149837"/>
                  <a:pt x="1552802" y="151155"/>
                  <a:pt x="1556041" y="151294"/>
                </a:cubicBezTo>
                <a:cubicBezTo>
                  <a:pt x="1561220" y="139762"/>
                  <a:pt x="1550707" y="141539"/>
                  <a:pt x="1551666" y="132572"/>
                </a:cubicBezTo>
                <a:cubicBezTo>
                  <a:pt x="1561035" y="120685"/>
                  <a:pt x="1561018" y="136175"/>
                  <a:pt x="1567915" y="139050"/>
                </a:cubicBezTo>
                <a:cubicBezTo>
                  <a:pt x="1571206" y="135417"/>
                  <a:pt x="1569737" y="127982"/>
                  <a:pt x="1573093" y="131584"/>
                </a:cubicBezTo>
                <a:cubicBezTo>
                  <a:pt x="1570249" y="115103"/>
                  <a:pt x="1552655" y="120344"/>
                  <a:pt x="1543379" y="134521"/>
                </a:cubicBezTo>
                <a:cubicBezTo>
                  <a:pt x="1544569" y="140272"/>
                  <a:pt x="1546116" y="144395"/>
                  <a:pt x="1548174" y="147117"/>
                </a:cubicBezTo>
                <a:close/>
                <a:moveTo>
                  <a:pt x="1828840" y="311672"/>
                </a:moveTo>
                <a:cubicBezTo>
                  <a:pt x="1831823" y="306647"/>
                  <a:pt x="1833525" y="301546"/>
                  <a:pt x="1832581" y="296197"/>
                </a:cubicBezTo>
                <a:cubicBezTo>
                  <a:pt x="1830046" y="300309"/>
                  <a:pt x="1826862" y="289935"/>
                  <a:pt x="1831037" y="293446"/>
                </a:cubicBezTo>
                <a:cubicBezTo>
                  <a:pt x="1832629" y="295053"/>
                  <a:pt x="1834297" y="294543"/>
                  <a:pt x="1836014" y="291219"/>
                </a:cubicBezTo>
                <a:cubicBezTo>
                  <a:pt x="1841548" y="297156"/>
                  <a:pt x="1834097" y="315227"/>
                  <a:pt x="1828840" y="311672"/>
                </a:cubicBezTo>
                <a:close/>
                <a:moveTo>
                  <a:pt x="1467103" y="105024"/>
                </a:moveTo>
                <a:cubicBezTo>
                  <a:pt x="1471895" y="94357"/>
                  <a:pt x="1471461" y="83302"/>
                  <a:pt x="1481000" y="79840"/>
                </a:cubicBezTo>
                <a:cubicBezTo>
                  <a:pt x="1475311" y="58382"/>
                  <a:pt x="1465773" y="86487"/>
                  <a:pt x="1454472" y="88266"/>
                </a:cubicBezTo>
                <a:cubicBezTo>
                  <a:pt x="1460686" y="97217"/>
                  <a:pt x="1464799" y="91635"/>
                  <a:pt x="1467103" y="105024"/>
                </a:cubicBezTo>
                <a:close/>
                <a:moveTo>
                  <a:pt x="1851333" y="329219"/>
                </a:moveTo>
                <a:cubicBezTo>
                  <a:pt x="1839399" y="326745"/>
                  <a:pt x="1849139" y="307637"/>
                  <a:pt x="1856807" y="311224"/>
                </a:cubicBezTo>
                <a:cubicBezTo>
                  <a:pt x="1849973" y="316820"/>
                  <a:pt x="1853947" y="323252"/>
                  <a:pt x="1851333" y="329219"/>
                </a:cubicBezTo>
                <a:close/>
                <a:moveTo>
                  <a:pt x="1735047" y="262387"/>
                </a:moveTo>
                <a:cubicBezTo>
                  <a:pt x="1732435" y="256217"/>
                  <a:pt x="1744585" y="232858"/>
                  <a:pt x="1743642" y="249910"/>
                </a:cubicBezTo>
                <a:cubicBezTo>
                  <a:pt x="1738619" y="242350"/>
                  <a:pt x="1743488" y="270210"/>
                  <a:pt x="1735047" y="262387"/>
                </a:cubicBezTo>
                <a:close/>
                <a:moveTo>
                  <a:pt x="2443870" y="671972"/>
                </a:moveTo>
                <a:cubicBezTo>
                  <a:pt x="2452836" y="681542"/>
                  <a:pt x="2470351" y="663779"/>
                  <a:pt x="2464338" y="647284"/>
                </a:cubicBezTo>
                <a:cubicBezTo>
                  <a:pt x="2460782" y="655446"/>
                  <a:pt x="2457536" y="655169"/>
                  <a:pt x="2454474" y="646542"/>
                </a:cubicBezTo>
                <a:cubicBezTo>
                  <a:pt x="2453345" y="660810"/>
                  <a:pt x="2453840" y="661630"/>
                  <a:pt x="2443870" y="671972"/>
                </a:cubicBezTo>
                <a:close/>
                <a:moveTo>
                  <a:pt x="1340945" y="39265"/>
                </a:moveTo>
                <a:cubicBezTo>
                  <a:pt x="1338184" y="40017"/>
                  <a:pt x="1335494" y="38410"/>
                  <a:pt x="1332882" y="34189"/>
                </a:cubicBezTo>
                <a:cubicBezTo>
                  <a:pt x="1338570" y="27076"/>
                  <a:pt x="1343889" y="32118"/>
                  <a:pt x="1349438" y="30185"/>
                </a:cubicBezTo>
                <a:cubicBezTo>
                  <a:pt x="1346540" y="35402"/>
                  <a:pt x="1343707" y="38514"/>
                  <a:pt x="1340945" y="39265"/>
                </a:cubicBezTo>
                <a:close/>
                <a:moveTo>
                  <a:pt x="1484263" y="135263"/>
                </a:moveTo>
                <a:cubicBezTo>
                  <a:pt x="1489627" y="138787"/>
                  <a:pt x="1495131" y="137613"/>
                  <a:pt x="1500803" y="131273"/>
                </a:cubicBezTo>
                <a:cubicBezTo>
                  <a:pt x="1497093" y="126544"/>
                  <a:pt x="1496289" y="122137"/>
                  <a:pt x="1499552" y="118024"/>
                </a:cubicBezTo>
                <a:cubicBezTo>
                  <a:pt x="1493909" y="105704"/>
                  <a:pt x="1487803" y="108950"/>
                  <a:pt x="1481773" y="108749"/>
                </a:cubicBezTo>
                <a:cubicBezTo>
                  <a:pt x="1479361" y="122864"/>
                  <a:pt x="1491466" y="109260"/>
                  <a:pt x="1494558" y="120252"/>
                </a:cubicBezTo>
                <a:cubicBezTo>
                  <a:pt x="1497202" y="130517"/>
                  <a:pt x="1486829" y="130099"/>
                  <a:pt x="1484263" y="135263"/>
                </a:cubicBezTo>
                <a:close/>
                <a:moveTo>
                  <a:pt x="5525496" y="2469427"/>
                </a:moveTo>
                <a:cubicBezTo>
                  <a:pt x="5530273" y="2473803"/>
                  <a:pt x="5535452" y="2465949"/>
                  <a:pt x="5540136" y="2473153"/>
                </a:cubicBezTo>
                <a:cubicBezTo>
                  <a:pt x="5538281" y="2465176"/>
                  <a:pt x="5542873" y="2457663"/>
                  <a:pt x="5549073" y="2450257"/>
                </a:cubicBezTo>
                <a:cubicBezTo>
                  <a:pt x="5541574" y="2445125"/>
                  <a:pt x="5533473" y="2459023"/>
                  <a:pt x="5526131" y="2448496"/>
                </a:cubicBezTo>
                <a:cubicBezTo>
                  <a:pt x="5521059" y="2458915"/>
                  <a:pt x="5535220" y="2453055"/>
                  <a:pt x="5525496" y="2469427"/>
                </a:cubicBezTo>
                <a:close/>
                <a:moveTo>
                  <a:pt x="1837086" y="340446"/>
                </a:moveTo>
                <a:lnTo>
                  <a:pt x="1843334" y="334708"/>
                </a:lnTo>
                <a:cubicBezTo>
                  <a:pt x="1845858" y="334900"/>
                  <a:pt x="1847640" y="337396"/>
                  <a:pt x="1846017" y="341988"/>
                </a:cubicBezTo>
                <a:close/>
                <a:moveTo>
                  <a:pt x="1836199" y="341261"/>
                </a:moveTo>
                <a:lnTo>
                  <a:pt x="1835334" y="340144"/>
                </a:lnTo>
                <a:lnTo>
                  <a:pt x="1837086" y="340446"/>
                </a:lnTo>
                <a:close/>
                <a:moveTo>
                  <a:pt x="1626102" y="225020"/>
                </a:moveTo>
                <a:cubicBezTo>
                  <a:pt x="1632549" y="219377"/>
                  <a:pt x="1625143" y="212700"/>
                  <a:pt x="1631559" y="207057"/>
                </a:cubicBezTo>
                <a:cubicBezTo>
                  <a:pt x="1634203" y="210411"/>
                  <a:pt x="1637032" y="207628"/>
                  <a:pt x="1639707" y="210303"/>
                </a:cubicBezTo>
                <a:cubicBezTo>
                  <a:pt x="1631715" y="217986"/>
                  <a:pt x="1631452" y="224480"/>
                  <a:pt x="1626102" y="225020"/>
                </a:cubicBezTo>
                <a:close/>
                <a:moveTo>
                  <a:pt x="1784776" y="318120"/>
                </a:moveTo>
                <a:cubicBezTo>
                  <a:pt x="1785824" y="317985"/>
                  <a:pt x="1787239" y="316723"/>
                  <a:pt x="1789341" y="313836"/>
                </a:cubicBezTo>
                <a:cubicBezTo>
                  <a:pt x="1789604" y="305875"/>
                  <a:pt x="1781720" y="290601"/>
                  <a:pt x="1776541" y="302366"/>
                </a:cubicBezTo>
                <a:cubicBezTo>
                  <a:pt x="1781782" y="308788"/>
                  <a:pt x="1781631" y="318525"/>
                  <a:pt x="1784776" y="318120"/>
                </a:cubicBezTo>
                <a:close/>
                <a:moveTo>
                  <a:pt x="1585691" y="203517"/>
                </a:moveTo>
                <a:cubicBezTo>
                  <a:pt x="1594441" y="185228"/>
                  <a:pt x="1602141" y="202327"/>
                  <a:pt x="1610505" y="197520"/>
                </a:cubicBezTo>
                <a:cubicBezTo>
                  <a:pt x="1606190" y="216967"/>
                  <a:pt x="1594132" y="208480"/>
                  <a:pt x="1585691" y="203517"/>
                </a:cubicBezTo>
                <a:close/>
                <a:moveTo>
                  <a:pt x="4206994" y="1719045"/>
                </a:moveTo>
                <a:lnTo>
                  <a:pt x="4209588" y="1719049"/>
                </a:lnTo>
                <a:lnTo>
                  <a:pt x="4209706" y="1715025"/>
                </a:lnTo>
                <a:lnTo>
                  <a:pt x="4207403" y="1713841"/>
                </a:lnTo>
                <a:close/>
                <a:moveTo>
                  <a:pt x="1701393" y="275725"/>
                </a:moveTo>
                <a:lnTo>
                  <a:pt x="1700434" y="267704"/>
                </a:lnTo>
                <a:cubicBezTo>
                  <a:pt x="1698795" y="270179"/>
                  <a:pt x="1700990" y="273023"/>
                  <a:pt x="1701810" y="275681"/>
                </a:cubicBezTo>
                <a:close/>
                <a:moveTo>
                  <a:pt x="5501610" y="2472019"/>
                </a:moveTo>
                <a:cubicBezTo>
                  <a:pt x="5503544" y="2471496"/>
                  <a:pt x="5505531" y="2469057"/>
                  <a:pt x="5507549" y="2465408"/>
                </a:cubicBezTo>
                <a:cubicBezTo>
                  <a:pt x="5503962" y="2457415"/>
                  <a:pt x="5500050" y="2459857"/>
                  <a:pt x="5495984" y="2467140"/>
                </a:cubicBezTo>
                <a:cubicBezTo>
                  <a:pt x="5497793" y="2471151"/>
                  <a:pt x="5499676" y="2472543"/>
                  <a:pt x="5501610" y="2472019"/>
                </a:cubicBezTo>
                <a:close/>
                <a:moveTo>
                  <a:pt x="1436786" y="128893"/>
                </a:moveTo>
                <a:cubicBezTo>
                  <a:pt x="1442692" y="133053"/>
                  <a:pt x="1448937" y="125848"/>
                  <a:pt x="1455245" y="117207"/>
                </a:cubicBezTo>
                <a:cubicBezTo>
                  <a:pt x="1449525" y="106818"/>
                  <a:pt x="1443078" y="120374"/>
                  <a:pt x="1436786" y="128893"/>
                </a:cubicBezTo>
                <a:close/>
                <a:moveTo>
                  <a:pt x="6588414" y="3104342"/>
                </a:moveTo>
                <a:cubicBezTo>
                  <a:pt x="6595634" y="3082730"/>
                  <a:pt x="6608049" y="3078139"/>
                  <a:pt x="6622471" y="3064951"/>
                </a:cubicBezTo>
                <a:cubicBezTo>
                  <a:pt x="6604152" y="3054130"/>
                  <a:pt x="6592125" y="3088281"/>
                  <a:pt x="6582183" y="3093382"/>
                </a:cubicBezTo>
                <a:cubicBezTo>
                  <a:pt x="6584256" y="3097061"/>
                  <a:pt x="6586342" y="3100741"/>
                  <a:pt x="6588414" y="3104342"/>
                </a:cubicBezTo>
                <a:close/>
                <a:moveTo>
                  <a:pt x="5487713" y="2469118"/>
                </a:moveTo>
                <a:cubicBezTo>
                  <a:pt x="5492227" y="2463337"/>
                  <a:pt x="5490589" y="2457092"/>
                  <a:pt x="5493217" y="2451186"/>
                </a:cubicBezTo>
                <a:cubicBezTo>
                  <a:pt x="5485519" y="2442775"/>
                  <a:pt x="5484064" y="2461482"/>
                  <a:pt x="5487713" y="2469118"/>
                </a:cubicBezTo>
                <a:close/>
                <a:moveTo>
                  <a:pt x="1609391" y="234220"/>
                </a:moveTo>
                <a:cubicBezTo>
                  <a:pt x="1611663" y="230896"/>
                  <a:pt x="1608216" y="227124"/>
                  <a:pt x="1609716" y="223739"/>
                </a:cubicBezTo>
                <a:cubicBezTo>
                  <a:pt x="1615018" y="229443"/>
                  <a:pt x="1620553" y="227077"/>
                  <a:pt x="1625932" y="230247"/>
                </a:cubicBezTo>
                <a:cubicBezTo>
                  <a:pt x="1620228" y="237343"/>
                  <a:pt x="1614926" y="232303"/>
                  <a:pt x="1609391" y="234220"/>
                </a:cubicBezTo>
                <a:close/>
                <a:moveTo>
                  <a:pt x="1560864" y="209437"/>
                </a:moveTo>
                <a:cubicBezTo>
                  <a:pt x="1562394" y="205218"/>
                  <a:pt x="1562347" y="200811"/>
                  <a:pt x="1559611" y="196205"/>
                </a:cubicBezTo>
                <a:cubicBezTo>
                  <a:pt x="1556969" y="200007"/>
                  <a:pt x="1549702" y="196932"/>
                  <a:pt x="1556488" y="190701"/>
                </a:cubicBezTo>
                <a:cubicBezTo>
                  <a:pt x="1560663" y="197411"/>
                  <a:pt x="1565053" y="197782"/>
                  <a:pt x="1569630" y="191753"/>
                </a:cubicBezTo>
                <a:cubicBezTo>
                  <a:pt x="1571654" y="196282"/>
                  <a:pt x="1575999" y="200982"/>
                  <a:pt x="1574127" y="205234"/>
                </a:cubicBezTo>
                <a:cubicBezTo>
                  <a:pt x="1564295" y="190468"/>
                  <a:pt x="1566074" y="208032"/>
                  <a:pt x="1568980" y="212731"/>
                </a:cubicBezTo>
                <a:cubicBezTo>
                  <a:pt x="1566336" y="209392"/>
                  <a:pt x="1563508" y="212159"/>
                  <a:pt x="1560864" y="209437"/>
                </a:cubicBezTo>
                <a:close/>
                <a:moveTo>
                  <a:pt x="1597858" y="235997"/>
                </a:moveTo>
                <a:cubicBezTo>
                  <a:pt x="1599313" y="228391"/>
                  <a:pt x="1593499" y="214585"/>
                  <a:pt x="1601770" y="215281"/>
                </a:cubicBezTo>
                <a:cubicBezTo>
                  <a:pt x="1604708" y="221032"/>
                  <a:pt x="1604848" y="239677"/>
                  <a:pt x="1597858" y="235997"/>
                </a:cubicBezTo>
                <a:close/>
                <a:moveTo>
                  <a:pt x="2344430" y="667445"/>
                </a:moveTo>
                <a:cubicBezTo>
                  <a:pt x="2348760" y="666440"/>
                  <a:pt x="2350265" y="653553"/>
                  <a:pt x="2354266" y="646666"/>
                </a:cubicBezTo>
                <a:cubicBezTo>
                  <a:pt x="2349056" y="637868"/>
                  <a:pt x="2343675" y="635039"/>
                  <a:pt x="2338032" y="640140"/>
                </a:cubicBezTo>
                <a:cubicBezTo>
                  <a:pt x="2347757" y="645073"/>
                  <a:pt x="2344109" y="653560"/>
                  <a:pt x="2338961" y="663826"/>
                </a:cubicBezTo>
                <a:cubicBezTo>
                  <a:pt x="2341229" y="666794"/>
                  <a:pt x="2342987" y="667780"/>
                  <a:pt x="2344430" y="667445"/>
                </a:cubicBezTo>
                <a:close/>
                <a:moveTo>
                  <a:pt x="1337844" y="87105"/>
                </a:moveTo>
                <a:cubicBezTo>
                  <a:pt x="1340118" y="78000"/>
                  <a:pt x="1328785" y="66174"/>
                  <a:pt x="1325215" y="70333"/>
                </a:cubicBezTo>
                <a:cubicBezTo>
                  <a:pt x="1322926" y="80675"/>
                  <a:pt x="1334536" y="82762"/>
                  <a:pt x="1337844" y="87105"/>
                </a:cubicBezTo>
                <a:close/>
                <a:moveTo>
                  <a:pt x="1303002" y="70887"/>
                </a:moveTo>
                <a:cubicBezTo>
                  <a:pt x="1306525" y="72049"/>
                  <a:pt x="1310088" y="72026"/>
                  <a:pt x="1313651" y="72096"/>
                </a:cubicBezTo>
                <a:cubicBezTo>
                  <a:pt x="1313402" y="59078"/>
                  <a:pt x="1298639" y="64009"/>
                  <a:pt x="1292595" y="62571"/>
                </a:cubicBezTo>
                <a:cubicBezTo>
                  <a:pt x="1295997" y="67380"/>
                  <a:pt x="1299478" y="69726"/>
                  <a:pt x="1303002" y="70887"/>
                </a:cubicBezTo>
                <a:close/>
                <a:moveTo>
                  <a:pt x="1775289" y="344307"/>
                </a:moveTo>
                <a:cubicBezTo>
                  <a:pt x="1778133" y="340118"/>
                  <a:pt x="1781008" y="336005"/>
                  <a:pt x="1783869" y="331847"/>
                </a:cubicBezTo>
                <a:cubicBezTo>
                  <a:pt x="1780499" y="317020"/>
                  <a:pt x="1775891" y="341632"/>
                  <a:pt x="1772306" y="333579"/>
                </a:cubicBezTo>
                <a:cubicBezTo>
                  <a:pt x="1770527" y="336948"/>
                  <a:pt x="1773727" y="340658"/>
                  <a:pt x="1775289" y="344307"/>
                </a:cubicBezTo>
                <a:close/>
                <a:moveTo>
                  <a:pt x="1515163" y="199569"/>
                </a:moveTo>
                <a:cubicBezTo>
                  <a:pt x="1512963" y="199942"/>
                  <a:pt x="1510775" y="199806"/>
                  <a:pt x="1508734" y="194921"/>
                </a:cubicBezTo>
                <a:cubicBezTo>
                  <a:pt x="1512553" y="182413"/>
                  <a:pt x="1523839" y="195494"/>
                  <a:pt x="1521674" y="201166"/>
                </a:cubicBezTo>
                <a:cubicBezTo>
                  <a:pt x="1519579" y="198315"/>
                  <a:pt x="1517364" y="199196"/>
                  <a:pt x="1515163" y="199569"/>
                </a:cubicBezTo>
                <a:close/>
                <a:moveTo>
                  <a:pt x="5456307" y="2476009"/>
                </a:moveTo>
                <a:cubicBezTo>
                  <a:pt x="5457957" y="2475673"/>
                  <a:pt x="5459623" y="2474853"/>
                  <a:pt x="5461184" y="2477575"/>
                </a:cubicBezTo>
                <a:cubicBezTo>
                  <a:pt x="5462793" y="2472443"/>
                  <a:pt x="5462947" y="2467202"/>
                  <a:pt x="5461665" y="2461790"/>
                </a:cubicBezTo>
                <a:cubicBezTo>
                  <a:pt x="5466162" y="2456843"/>
                  <a:pt x="5469904" y="2463444"/>
                  <a:pt x="5466348" y="2470092"/>
                </a:cubicBezTo>
                <a:cubicBezTo>
                  <a:pt x="5472825" y="2476044"/>
                  <a:pt x="5469131" y="2460276"/>
                  <a:pt x="5471666" y="2457339"/>
                </a:cubicBezTo>
                <a:cubicBezTo>
                  <a:pt x="5468048" y="2450150"/>
                  <a:pt x="5464122" y="2452792"/>
                  <a:pt x="5460426" y="2448634"/>
                </a:cubicBezTo>
                <a:cubicBezTo>
                  <a:pt x="5452017" y="2455808"/>
                  <a:pt x="5459917" y="2464310"/>
                  <a:pt x="5451523" y="2471545"/>
                </a:cubicBezTo>
                <a:cubicBezTo>
                  <a:pt x="5453022" y="2476198"/>
                  <a:pt x="5454657" y="2476345"/>
                  <a:pt x="5456307" y="2476009"/>
                </a:cubicBezTo>
                <a:close/>
                <a:moveTo>
                  <a:pt x="4148038" y="1721523"/>
                </a:moveTo>
                <a:lnTo>
                  <a:pt x="4148489" y="1721330"/>
                </a:lnTo>
                <a:cubicBezTo>
                  <a:pt x="4150997" y="1720279"/>
                  <a:pt x="4153365" y="1719563"/>
                  <a:pt x="4155275" y="1720082"/>
                </a:cubicBezTo>
                <a:lnTo>
                  <a:pt x="4154103" y="1717281"/>
                </a:lnTo>
                <a:lnTo>
                  <a:pt x="4148505" y="1719093"/>
                </a:lnTo>
                <a:close/>
                <a:moveTo>
                  <a:pt x="1553830" y="224635"/>
                </a:moveTo>
                <a:cubicBezTo>
                  <a:pt x="1549176" y="219408"/>
                  <a:pt x="1536098" y="207427"/>
                  <a:pt x="1538386" y="191968"/>
                </a:cubicBezTo>
                <a:cubicBezTo>
                  <a:pt x="1532960" y="187809"/>
                  <a:pt x="1518860" y="189619"/>
                  <a:pt x="1519046" y="179910"/>
                </a:cubicBezTo>
                <a:cubicBezTo>
                  <a:pt x="1523235" y="184239"/>
                  <a:pt x="1524997" y="181874"/>
                  <a:pt x="1525772" y="175210"/>
                </a:cubicBezTo>
                <a:cubicBezTo>
                  <a:pt x="1536685" y="174731"/>
                  <a:pt x="1545065" y="205835"/>
                  <a:pt x="1546996" y="179493"/>
                </a:cubicBezTo>
                <a:cubicBezTo>
                  <a:pt x="1549640" y="194597"/>
                  <a:pt x="1553829" y="209808"/>
                  <a:pt x="1553830" y="224635"/>
                </a:cubicBezTo>
                <a:close/>
                <a:moveTo>
                  <a:pt x="1731429" y="327750"/>
                </a:moveTo>
                <a:cubicBezTo>
                  <a:pt x="1732883" y="313480"/>
                  <a:pt x="1736502" y="313047"/>
                  <a:pt x="1745344" y="302566"/>
                </a:cubicBezTo>
                <a:cubicBezTo>
                  <a:pt x="1747570" y="308874"/>
                  <a:pt x="1743256" y="314656"/>
                  <a:pt x="1749734" y="321272"/>
                </a:cubicBezTo>
                <a:cubicBezTo>
                  <a:pt x="1753985" y="317253"/>
                  <a:pt x="1753182" y="312784"/>
                  <a:pt x="1755036" y="308580"/>
                </a:cubicBezTo>
                <a:cubicBezTo>
                  <a:pt x="1748498" y="299087"/>
                  <a:pt x="1744200" y="288622"/>
                  <a:pt x="1734104" y="293846"/>
                </a:cubicBezTo>
                <a:cubicBezTo>
                  <a:pt x="1732219" y="300310"/>
                  <a:pt x="1736686" y="299165"/>
                  <a:pt x="1738804" y="302087"/>
                </a:cubicBezTo>
                <a:cubicBezTo>
                  <a:pt x="1734291" y="305705"/>
                  <a:pt x="1730007" y="302350"/>
                  <a:pt x="1725371" y="311502"/>
                </a:cubicBezTo>
                <a:cubicBezTo>
                  <a:pt x="1727627" y="318643"/>
                  <a:pt x="1725478" y="327518"/>
                  <a:pt x="1731429" y="327750"/>
                </a:cubicBezTo>
                <a:close/>
                <a:moveTo>
                  <a:pt x="1582467" y="242358"/>
                </a:moveTo>
                <a:cubicBezTo>
                  <a:pt x="1577177" y="241233"/>
                  <a:pt x="1572590" y="239390"/>
                  <a:pt x="1571623" y="233941"/>
                </a:cubicBezTo>
                <a:cubicBezTo>
                  <a:pt x="1578828" y="242628"/>
                  <a:pt x="1588428" y="233368"/>
                  <a:pt x="1591442" y="230230"/>
                </a:cubicBezTo>
                <a:cubicBezTo>
                  <a:pt x="1586202" y="241037"/>
                  <a:pt x="1602727" y="237279"/>
                  <a:pt x="1597517" y="246462"/>
                </a:cubicBezTo>
                <a:cubicBezTo>
                  <a:pt x="1593746" y="243888"/>
                  <a:pt x="1587755" y="243482"/>
                  <a:pt x="1582467" y="242358"/>
                </a:cubicBezTo>
                <a:close/>
                <a:moveTo>
                  <a:pt x="1736099" y="336005"/>
                </a:moveTo>
                <a:cubicBezTo>
                  <a:pt x="1746920" y="340550"/>
                  <a:pt x="1757804" y="342791"/>
                  <a:pt x="1769058" y="333300"/>
                </a:cubicBezTo>
                <a:cubicBezTo>
                  <a:pt x="1758067" y="324085"/>
                  <a:pt x="1738279" y="311363"/>
                  <a:pt x="1736099" y="336005"/>
                </a:cubicBezTo>
                <a:close/>
                <a:moveTo>
                  <a:pt x="6542220" y="3111299"/>
                </a:moveTo>
                <a:cubicBezTo>
                  <a:pt x="6553058" y="3113865"/>
                  <a:pt x="6564266" y="3105333"/>
                  <a:pt x="6575305" y="3103369"/>
                </a:cubicBezTo>
                <a:cubicBezTo>
                  <a:pt x="6576587" y="3098190"/>
                  <a:pt x="6575149" y="3092856"/>
                  <a:pt x="6572507" y="3087384"/>
                </a:cubicBezTo>
                <a:cubicBezTo>
                  <a:pt x="6562350" y="3097107"/>
                  <a:pt x="6552347" y="3101575"/>
                  <a:pt x="6542220" y="3111299"/>
                </a:cubicBezTo>
                <a:close/>
                <a:moveTo>
                  <a:pt x="1635904" y="280985"/>
                </a:moveTo>
                <a:cubicBezTo>
                  <a:pt x="1638299" y="273270"/>
                  <a:pt x="1637728" y="265293"/>
                  <a:pt x="1644824" y="258012"/>
                </a:cubicBezTo>
                <a:cubicBezTo>
                  <a:pt x="1653621" y="285932"/>
                  <a:pt x="1650404" y="276904"/>
                  <a:pt x="1635904" y="280985"/>
                </a:cubicBezTo>
                <a:close/>
                <a:moveTo>
                  <a:pt x="4134322" y="1724465"/>
                </a:moveTo>
                <a:lnTo>
                  <a:pt x="4137113" y="1724518"/>
                </a:lnTo>
                <a:lnTo>
                  <a:pt x="4143699" y="1723378"/>
                </a:lnTo>
                <a:lnTo>
                  <a:pt x="4145663" y="1722538"/>
                </a:lnTo>
                <a:lnTo>
                  <a:pt x="4144538" y="1713492"/>
                </a:lnTo>
                <a:lnTo>
                  <a:pt x="4137376" y="1716583"/>
                </a:lnTo>
                <a:lnTo>
                  <a:pt x="4131373" y="1715659"/>
                </a:lnTo>
                <a:lnTo>
                  <a:pt x="4131159" y="1716539"/>
                </a:lnTo>
                <a:close/>
                <a:moveTo>
                  <a:pt x="1711750" y="326204"/>
                </a:moveTo>
                <a:cubicBezTo>
                  <a:pt x="1716171" y="324533"/>
                  <a:pt x="1720330" y="332310"/>
                  <a:pt x="1725015" y="322045"/>
                </a:cubicBezTo>
                <a:cubicBezTo>
                  <a:pt x="1720516" y="312322"/>
                  <a:pt x="1712074" y="314099"/>
                  <a:pt x="1711750" y="326204"/>
                </a:cubicBezTo>
                <a:close/>
                <a:moveTo>
                  <a:pt x="1691005" y="319761"/>
                </a:moveTo>
                <a:cubicBezTo>
                  <a:pt x="1694716" y="319420"/>
                  <a:pt x="1698688" y="310107"/>
                  <a:pt x="1702396" y="309723"/>
                </a:cubicBezTo>
                <a:cubicBezTo>
                  <a:pt x="1697574" y="306261"/>
                  <a:pt x="1692565" y="308735"/>
                  <a:pt x="1687401" y="316449"/>
                </a:cubicBezTo>
                <a:cubicBezTo>
                  <a:pt x="1688560" y="318992"/>
                  <a:pt x="1689768" y="319874"/>
                  <a:pt x="1691005" y="319761"/>
                </a:cubicBezTo>
                <a:close/>
                <a:moveTo>
                  <a:pt x="1483906" y="200844"/>
                </a:moveTo>
                <a:cubicBezTo>
                  <a:pt x="1486178" y="197550"/>
                  <a:pt x="1488481" y="194226"/>
                  <a:pt x="1490770" y="190872"/>
                </a:cubicBezTo>
                <a:cubicBezTo>
                  <a:pt x="1492825" y="195447"/>
                  <a:pt x="1497138" y="200163"/>
                  <a:pt x="1495283" y="204352"/>
                </a:cubicBezTo>
                <a:cubicBezTo>
                  <a:pt x="1491620" y="199451"/>
                  <a:pt x="1487585" y="205729"/>
                  <a:pt x="1483906" y="200844"/>
                </a:cubicBezTo>
                <a:close/>
                <a:moveTo>
                  <a:pt x="4115225" y="1723764"/>
                </a:moveTo>
                <a:lnTo>
                  <a:pt x="4115454" y="1722256"/>
                </a:lnTo>
                <a:lnTo>
                  <a:pt x="4117153" y="1714691"/>
                </a:lnTo>
                <a:lnTo>
                  <a:pt x="4104391" y="1710394"/>
                </a:lnTo>
                <a:close/>
                <a:moveTo>
                  <a:pt x="1675062" y="317491"/>
                </a:moveTo>
                <a:cubicBezTo>
                  <a:pt x="1676567" y="317393"/>
                  <a:pt x="1678071" y="316140"/>
                  <a:pt x="1679269" y="313187"/>
                </a:cubicBezTo>
                <a:cubicBezTo>
                  <a:pt x="1676208" y="306029"/>
                  <a:pt x="1673040" y="303030"/>
                  <a:pt x="1669793" y="301933"/>
                </a:cubicBezTo>
                <a:cubicBezTo>
                  <a:pt x="1666036" y="307695"/>
                  <a:pt x="1670549" y="317788"/>
                  <a:pt x="1675062" y="317491"/>
                </a:cubicBezTo>
                <a:close/>
                <a:moveTo>
                  <a:pt x="1798525" y="390748"/>
                </a:moveTo>
                <a:cubicBezTo>
                  <a:pt x="1803178" y="375366"/>
                  <a:pt x="1792356" y="350337"/>
                  <a:pt x="1781210" y="365766"/>
                </a:cubicBezTo>
                <a:cubicBezTo>
                  <a:pt x="1794937" y="374824"/>
                  <a:pt x="1793779" y="379972"/>
                  <a:pt x="1798525" y="390748"/>
                </a:cubicBezTo>
                <a:close/>
                <a:moveTo>
                  <a:pt x="1433599" y="180137"/>
                </a:moveTo>
                <a:cubicBezTo>
                  <a:pt x="1430896" y="179036"/>
                  <a:pt x="1428230" y="176540"/>
                  <a:pt x="1425517" y="175303"/>
                </a:cubicBezTo>
                <a:cubicBezTo>
                  <a:pt x="1431191" y="168825"/>
                  <a:pt x="1436555" y="172799"/>
                  <a:pt x="1441904" y="176601"/>
                </a:cubicBezTo>
                <a:cubicBezTo>
                  <a:pt x="1439043" y="180945"/>
                  <a:pt x="1436303" y="181239"/>
                  <a:pt x="1433599" y="180137"/>
                </a:cubicBezTo>
                <a:close/>
                <a:moveTo>
                  <a:pt x="1355912" y="139097"/>
                </a:moveTo>
                <a:cubicBezTo>
                  <a:pt x="1350362" y="138212"/>
                  <a:pt x="1344947" y="133601"/>
                  <a:pt x="1344832" y="127008"/>
                </a:cubicBezTo>
                <a:cubicBezTo>
                  <a:pt x="1352222" y="137212"/>
                  <a:pt x="1360090" y="130223"/>
                  <a:pt x="1367805" y="128832"/>
                </a:cubicBezTo>
                <a:cubicBezTo>
                  <a:pt x="1367147" y="137141"/>
                  <a:pt x="1361462" y="139982"/>
                  <a:pt x="1355912" y="139097"/>
                </a:cubicBezTo>
                <a:close/>
                <a:moveTo>
                  <a:pt x="1598153" y="279551"/>
                </a:moveTo>
                <a:cubicBezTo>
                  <a:pt x="1600360" y="279168"/>
                  <a:pt x="1602590" y="278272"/>
                  <a:pt x="1604708" y="281139"/>
                </a:cubicBezTo>
                <a:cubicBezTo>
                  <a:pt x="1606904" y="273487"/>
                  <a:pt x="1595416" y="266637"/>
                  <a:pt x="1591738" y="274878"/>
                </a:cubicBezTo>
                <a:cubicBezTo>
                  <a:pt x="1593763" y="279802"/>
                  <a:pt x="1595947" y="279934"/>
                  <a:pt x="1598153" y="279551"/>
                </a:cubicBezTo>
                <a:close/>
                <a:moveTo>
                  <a:pt x="2250269" y="662218"/>
                </a:moveTo>
                <a:cubicBezTo>
                  <a:pt x="2255479" y="649726"/>
                  <a:pt x="2263719" y="653838"/>
                  <a:pt x="2264028" y="642275"/>
                </a:cubicBezTo>
                <a:cubicBezTo>
                  <a:pt x="2258261" y="633834"/>
                  <a:pt x="2251908" y="645846"/>
                  <a:pt x="2245615" y="653946"/>
                </a:cubicBezTo>
                <a:cubicBezTo>
                  <a:pt x="2247146" y="656714"/>
                  <a:pt x="2248722" y="659450"/>
                  <a:pt x="2250269" y="662218"/>
                </a:cubicBezTo>
                <a:close/>
                <a:moveTo>
                  <a:pt x="1183018" y="46185"/>
                </a:moveTo>
                <a:cubicBezTo>
                  <a:pt x="1193436" y="51595"/>
                  <a:pt x="1192076" y="44128"/>
                  <a:pt x="1199390" y="47452"/>
                </a:cubicBezTo>
                <a:cubicBezTo>
                  <a:pt x="1200549" y="41423"/>
                  <a:pt x="1202512" y="35424"/>
                  <a:pt x="1198338" y="28994"/>
                </a:cubicBezTo>
                <a:cubicBezTo>
                  <a:pt x="1199914" y="36724"/>
                  <a:pt x="1190005" y="42351"/>
                  <a:pt x="1193329" y="31204"/>
                </a:cubicBezTo>
                <a:cubicBezTo>
                  <a:pt x="1188645" y="31775"/>
                  <a:pt x="1185506" y="38084"/>
                  <a:pt x="1183018" y="46185"/>
                </a:cubicBezTo>
                <a:close/>
                <a:moveTo>
                  <a:pt x="1585012" y="279654"/>
                </a:moveTo>
                <a:cubicBezTo>
                  <a:pt x="1591181" y="284108"/>
                  <a:pt x="1594273" y="266638"/>
                  <a:pt x="1587223" y="261413"/>
                </a:cubicBezTo>
                <a:cubicBezTo>
                  <a:pt x="1580328" y="267040"/>
                  <a:pt x="1590007" y="273888"/>
                  <a:pt x="1585012" y="279654"/>
                </a:cubicBezTo>
                <a:close/>
                <a:moveTo>
                  <a:pt x="1736717" y="370201"/>
                </a:moveTo>
                <a:cubicBezTo>
                  <a:pt x="1740103" y="354834"/>
                  <a:pt x="1741835" y="370217"/>
                  <a:pt x="1748590" y="357973"/>
                </a:cubicBezTo>
                <a:cubicBezTo>
                  <a:pt x="1743396" y="347615"/>
                  <a:pt x="1737954" y="347214"/>
                  <a:pt x="1732173" y="356689"/>
                </a:cubicBezTo>
                <a:cubicBezTo>
                  <a:pt x="1732234" y="361111"/>
                  <a:pt x="1733857" y="365595"/>
                  <a:pt x="1736717" y="370201"/>
                </a:cubicBezTo>
                <a:close/>
                <a:moveTo>
                  <a:pt x="4076115" y="1721262"/>
                </a:moveTo>
                <a:cubicBezTo>
                  <a:pt x="4079926" y="1723264"/>
                  <a:pt x="4081928" y="1721768"/>
                  <a:pt x="4083677" y="1718688"/>
                </a:cubicBezTo>
                <a:lnTo>
                  <a:pt x="4087685" y="1710674"/>
                </a:lnTo>
                <a:lnTo>
                  <a:pt x="4076096" y="1710955"/>
                </a:lnTo>
                <a:lnTo>
                  <a:pt x="4075854" y="1713402"/>
                </a:lnTo>
                <a:cubicBezTo>
                  <a:pt x="4076672" y="1716086"/>
                  <a:pt x="4077661" y="1718780"/>
                  <a:pt x="4076115" y="1721262"/>
                </a:cubicBezTo>
                <a:close/>
                <a:moveTo>
                  <a:pt x="2237190" y="661197"/>
                </a:moveTo>
                <a:cubicBezTo>
                  <a:pt x="2236061" y="644687"/>
                  <a:pt x="2244332" y="655183"/>
                  <a:pt x="2245940" y="643512"/>
                </a:cubicBezTo>
                <a:cubicBezTo>
                  <a:pt x="2241179" y="635317"/>
                  <a:pt x="2229197" y="653220"/>
                  <a:pt x="2237190" y="661197"/>
                </a:cubicBezTo>
                <a:close/>
                <a:moveTo>
                  <a:pt x="1720073" y="363809"/>
                </a:moveTo>
                <a:cubicBezTo>
                  <a:pt x="1724229" y="365672"/>
                  <a:pt x="1729165" y="364041"/>
                  <a:pt x="1732142" y="356706"/>
                </a:cubicBezTo>
                <a:cubicBezTo>
                  <a:pt x="1726112" y="340535"/>
                  <a:pt x="1718893" y="361468"/>
                  <a:pt x="1712678" y="349949"/>
                </a:cubicBezTo>
                <a:cubicBezTo>
                  <a:pt x="1712538" y="356589"/>
                  <a:pt x="1715916" y="361946"/>
                  <a:pt x="1720073" y="363809"/>
                </a:cubicBezTo>
                <a:close/>
                <a:moveTo>
                  <a:pt x="5387009" y="2484917"/>
                </a:moveTo>
                <a:cubicBezTo>
                  <a:pt x="5394878" y="2477498"/>
                  <a:pt x="5386190" y="2462193"/>
                  <a:pt x="5380780" y="2473957"/>
                </a:cubicBezTo>
                <a:cubicBezTo>
                  <a:pt x="5382851" y="2477636"/>
                  <a:pt x="5384938" y="2481332"/>
                  <a:pt x="5387009" y="2484917"/>
                </a:cubicBezTo>
                <a:close/>
                <a:moveTo>
                  <a:pt x="1262533" y="107741"/>
                </a:moveTo>
                <a:cubicBezTo>
                  <a:pt x="1255897" y="104888"/>
                  <a:pt x="1250684" y="99442"/>
                  <a:pt x="1252137" y="96165"/>
                </a:cubicBezTo>
                <a:cubicBezTo>
                  <a:pt x="1258274" y="110357"/>
                  <a:pt x="1265462" y="91016"/>
                  <a:pt x="1271802" y="97711"/>
                </a:cubicBezTo>
                <a:cubicBezTo>
                  <a:pt x="1268478" y="110002"/>
                  <a:pt x="1279113" y="101235"/>
                  <a:pt x="1281464" y="103756"/>
                </a:cubicBezTo>
                <a:cubicBezTo>
                  <a:pt x="1277227" y="110852"/>
                  <a:pt x="1269169" y="110593"/>
                  <a:pt x="1262533" y="107741"/>
                </a:cubicBezTo>
                <a:close/>
                <a:moveTo>
                  <a:pt x="6492395" y="3128443"/>
                </a:moveTo>
                <a:cubicBezTo>
                  <a:pt x="6504654" y="3117530"/>
                  <a:pt x="6516172" y="3118937"/>
                  <a:pt x="6524087" y="3112505"/>
                </a:cubicBezTo>
                <a:cubicBezTo>
                  <a:pt x="6529266" y="3104173"/>
                  <a:pt x="6533256" y="3095686"/>
                  <a:pt x="6528169" y="3086580"/>
                </a:cubicBezTo>
                <a:cubicBezTo>
                  <a:pt x="6515059" y="3094340"/>
                  <a:pt x="6497806" y="3105054"/>
                  <a:pt x="6489412" y="3117685"/>
                </a:cubicBezTo>
                <a:cubicBezTo>
                  <a:pt x="6487679" y="3121039"/>
                  <a:pt x="6490803" y="3124827"/>
                  <a:pt x="6492395" y="3128443"/>
                </a:cubicBezTo>
                <a:close/>
                <a:moveTo>
                  <a:pt x="1347551" y="158318"/>
                </a:moveTo>
                <a:cubicBezTo>
                  <a:pt x="1342268" y="157980"/>
                  <a:pt x="1339529" y="145956"/>
                  <a:pt x="1334520" y="142002"/>
                </a:cubicBezTo>
                <a:cubicBezTo>
                  <a:pt x="1342032" y="137318"/>
                  <a:pt x="1330793" y="131180"/>
                  <a:pt x="1338291" y="126542"/>
                </a:cubicBezTo>
                <a:cubicBezTo>
                  <a:pt x="1335880" y="149407"/>
                  <a:pt x="1352531" y="133160"/>
                  <a:pt x="1353860" y="154029"/>
                </a:cubicBezTo>
                <a:cubicBezTo>
                  <a:pt x="1351356" y="157245"/>
                  <a:pt x="1349312" y="158431"/>
                  <a:pt x="1347551" y="158318"/>
                </a:cubicBezTo>
                <a:close/>
                <a:moveTo>
                  <a:pt x="5352859" y="2474390"/>
                </a:moveTo>
                <a:cubicBezTo>
                  <a:pt x="5357080" y="2470386"/>
                  <a:pt x="5356338" y="2465934"/>
                  <a:pt x="5358163" y="2461682"/>
                </a:cubicBezTo>
                <a:cubicBezTo>
                  <a:pt x="5352967" y="2452685"/>
                  <a:pt x="5347309" y="2458265"/>
                  <a:pt x="5341604" y="2465655"/>
                </a:cubicBezTo>
                <a:cubicBezTo>
                  <a:pt x="5345315" y="2469860"/>
                  <a:pt x="5349350" y="2463522"/>
                  <a:pt x="5352859" y="2474390"/>
                </a:cubicBezTo>
                <a:close/>
                <a:moveTo>
                  <a:pt x="1127455" y="36615"/>
                </a:moveTo>
                <a:cubicBezTo>
                  <a:pt x="1128986" y="25437"/>
                  <a:pt x="1141013" y="29766"/>
                  <a:pt x="1147445" y="27633"/>
                </a:cubicBezTo>
                <a:cubicBezTo>
                  <a:pt x="1140519" y="38083"/>
                  <a:pt x="1133794" y="43618"/>
                  <a:pt x="1127455" y="36615"/>
                </a:cubicBezTo>
                <a:close/>
                <a:moveTo>
                  <a:pt x="1533452" y="273361"/>
                </a:moveTo>
                <a:cubicBezTo>
                  <a:pt x="1536485" y="272663"/>
                  <a:pt x="1539584" y="269660"/>
                  <a:pt x="1542715" y="265819"/>
                </a:cubicBezTo>
                <a:cubicBezTo>
                  <a:pt x="1536717" y="264474"/>
                  <a:pt x="1530857" y="259790"/>
                  <a:pt x="1524596" y="267071"/>
                </a:cubicBezTo>
                <a:cubicBezTo>
                  <a:pt x="1527456" y="272451"/>
                  <a:pt x="1530421" y="274058"/>
                  <a:pt x="1533452" y="273361"/>
                </a:cubicBezTo>
                <a:close/>
                <a:moveTo>
                  <a:pt x="4038630" y="1721105"/>
                </a:moveTo>
                <a:cubicBezTo>
                  <a:pt x="4040946" y="1722521"/>
                  <a:pt x="4043569" y="1722217"/>
                  <a:pt x="4046618" y="1719020"/>
                </a:cubicBezTo>
                <a:cubicBezTo>
                  <a:pt x="4044021" y="1714213"/>
                  <a:pt x="4041332" y="1713749"/>
                  <a:pt x="4038503" y="1715789"/>
                </a:cubicBezTo>
                <a:lnTo>
                  <a:pt x="4038818" y="1711858"/>
                </a:lnTo>
                <a:lnTo>
                  <a:pt x="4032105" y="1712020"/>
                </a:lnTo>
                <a:lnTo>
                  <a:pt x="4032475" y="1712865"/>
                </a:lnTo>
                <a:cubicBezTo>
                  <a:pt x="4034302" y="1716551"/>
                  <a:pt x="4036313" y="1719688"/>
                  <a:pt x="4038630" y="1721105"/>
                </a:cubicBezTo>
                <a:close/>
                <a:moveTo>
                  <a:pt x="1099814" y="26583"/>
                </a:moveTo>
                <a:cubicBezTo>
                  <a:pt x="1101561" y="23228"/>
                  <a:pt x="1099226" y="19563"/>
                  <a:pt x="1096862" y="15884"/>
                </a:cubicBezTo>
                <a:cubicBezTo>
                  <a:pt x="1095902" y="17260"/>
                  <a:pt x="1093646" y="16471"/>
                  <a:pt x="1095315" y="13102"/>
                </a:cubicBezTo>
                <a:cubicBezTo>
                  <a:pt x="1099598" y="15729"/>
                  <a:pt x="1104003" y="15081"/>
                  <a:pt x="1108255" y="19378"/>
                </a:cubicBezTo>
                <a:cubicBezTo>
                  <a:pt x="1105410" y="22624"/>
                  <a:pt x="1102458" y="29551"/>
                  <a:pt x="1099814" y="26583"/>
                </a:cubicBezTo>
                <a:close/>
                <a:moveTo>
                  <a:pt x="2174748" y="661630"/>
                </a:moveTo>
                <a:cubicBezTo>
                  <a:pt x="2181660" y="656003"/>
                  <a:pt x="2171966" y="649108"/>
                  <a:pt x="2176928" y="643372"/>
                </a:cubicBezTo>
                <a:cubicBezTo>
                  <a:pt x="2184952" y="639276"/>
                  <a:pt x="2177191" y="655307"/>
                  <a:pt x="2183020" y="659652"/>
                </a:cubicBezTo>
                <a:cubicBezTo>
                  <a:pt x="2186575" y="650267"/>
                  <a:pt x="2189668" y="657055"/>
                  <a:pt x="2193177" y="649881"/>
                </a:cubicBezTo>
                <a:cubicBezTo>
                  <a:pt x="2189127" y="638441"/>
                  <a:pt x="2184689" y="641084"/>
                  <a:pt x="2180375" y="638441"/>
                </a:cubicBezTo>
                <a:cubicBezTo>
                  <a:pt x="2187936" y="624264"/>
                  <a:pt x="2194430" y="644903"/>
                  <a:pt x="2201926" y="632210"/>
                </a:cubicBezTo>
                <a:cubicBezTo>
                  <a:pt x="2208946" y="640003"/>
                  <a:pt x="2205591" y="651087"/>
                  <a:pt x="2212842" y="651442"/>
                </a:cubicBezTo>
                <a:cubicBezTo>
                  <a:pt x="2216473" y="641780"/>
                  <a:pt x="2212439" y="644531"/>
                  <a:pt x="2208311" y="637947"/>
                </a:cubicBezTo>
                <a:cubicBezTo>
                  <a:pt x="2215298" y="624001"/>
                  <a:pt x="2220989" y="653020"/>
                  <a:pt x="2228147" y="634267"/>
                </a:cubicBezTo>
                <a:cubicBezTo>
                  <a:pt x="2205529" y="620847"/>
                  <a:pt x="2182525" y="621945"/>
                  <a:pt x="2159459" y="623662"/>
                </a:cubicBezTo>
                <a:cubicBezTo>
                  <a:pt x="2163185" y="627124"/>
                  <a:pt x="2166803" y="633803"/>
                  <a:pt x="2170699" y="632412"/>
                </a:cubicBezTo>
                <a:cubicBezTo>
                  <a:pt x="2172584" y="640420"/>
                  <a:pt x="2165659" y="647748"/>
                  <a:pt x="2165055" y="655600"/>
                </a:cubicBezTo>
                <a:cubicBezTo>
                  <a:pt x="2168209" y="660377"/>
                  <a:pt x="2171410" y="663144"/>
                  <a:pt x="2174748" y="661630"/>
                </a:cubicBezTo>
                <a:close/>
                <a:moveTo>
                  <a:pt x="1625702" y="345821"/>
                </a:moveTo>
                <a:cubicBezTo>
                  <a:pt x="1632427" y="334769"/>
                  <a:pt x="1634499" y="339035"/>
                  <a:pt x="1637127" y="349363"/>
                </a:cubicBezTo>
                <a:cubicBezTo>
                  <a:pt x="1643403" y="339761"/>
                  <a:pt x="1640250" y="339144"/>
                  <a:pt x="1647438" y="334413"/>
                </a:cubicBezTo>
                <a:cubicBezTo>
                  <a:pt x="1643125" y="331722"/>
                  <a:pt x="1638657" y="334382"/>
                  <a:pt x="1634622" y="322880"/>
                </a:cubicBezTo>
                <a:cubicBezTo>
                  <a:pt x="1630155" y="326514"/>
                  <a:pt x="1625857" y="323128"/>
                  <a:pt x="1621219" y="332326"/>
                </a:cubicBezTo>
                <a:cubicBezTo>
                  <a:pt x="1621250" y="336701"/>
                  <a:pt x="1622873" y="341184"/>
                  <a:pt x="1625702" y="345821"/>
                </a:cubicBezTo>
                <a:close/>
                <a:moveTo>
                  <a:pt x="1270347" y="144878"/>
                </a:moveTo>
                <a:cubicBezTo>
                  <a:pt x="1263715" y="129682"/>
                  <a:pt x="1256294" y="139251"/>
                  <a:pt x="1249445" y="130130"/>
                </a:cubicBezTo>
                <a:cubicBezTo>
                  <a:pt x="1257299" y="118627"/>
                  <a:pt x="1266141" y="134257"/>
                  <a:pt x="1269574" y="115937"/>
                </a:cubicBezTo>
                <a:cubicBezTo>
                  <a:pt x="1273084" y="126976"/>
                  <a:pt x="1277289" y="115196"/>
                  <a:pt x="1280983" y="119447"/>
                </a:cubicBezTo>
                <a:cubicBezTo>
                  <a:pt x="1280767" y="131892"/>
                  <a:pt x="1273965" y="121828"/>
                  <a:pt x="1269281" y="126419"/>
                </a:cubicBezTo>
                <a:cubicBezTo>
                  <a:pt x="1269620" y="132587"/>
                  <a:pt x="1273453" y="139003"/>
                  <a:pt x="1270347" y="144878"/>
                </a:cubicBezTo>
                <a:close/>
                <a:moveTo>
                  <a:pt x="3235260" y="1286207"/>
                </a:moveTo>
                <a:cubicBezTo>
                  <a:pt x="3244226" y="1295777"/>
                  <a:pt x="3261742" y="1278014"/>
                  <a:pt x="3255729" y="1261519"/>
                </a:cubicBezTo>
                <a:cubicBezTo>
                  <a:pt x="3252172" y="1269681"/>
                  <a:pt x="3248926" y="1269404"/>
                  <a:pt x="3245865" y="1260777"/>
                </a:cubicBezTo>
                <a:cubicBezTo>
                  <a:pt x="3244736" y="1275046"/>
                  <a:pt x="3245231" y="1275865"/>
                  <a:pt x="3235260" y="1286207"/>
                </a:cubicBezTo>
                <a:close/>
                <a:moveTo>
                  <a:pt x="5658074" y="2685451"/>
                </a:moveTo>
                <a:cubicBezTo>
                  <a:pt x="5664227" y="2680936"/>
                  <a:pt x="5669899" y="2693196"/>
                  <a:pt x="5676208" y="2684214"/>
                </a:cubicBezTo>
                <a:cubicBezTo>
                  <a:pt x="5670348" y="2677443"/>
                  <a:pt x="5664428" y="2675712"/>
                  <a:pt x="5658074" y="2685451"/>
                </a:cubicBezTo>
                <a:close/>
                <a:moveTo>
                  <a:pt x="5279591" y="2469484"/>
                </a:moveTo>
                <a:cubicBezTo>
                  <a:pt x="5284958" y="2473096"/>
                  <a:pt x="5294816" y="2463545"/>
                  <a:pt x="5300544" y="2465100"/>
                </a:cubicBezTo>
                <a:cubicBezTo>
                  <a:pt x="5299416" y="2445511"/>
                  <a:pt x="5282998" y="2467851"/>
                  <a:pt x="5276041" y="2460585"/>
                </a:cubicBezTo>
                <a:cubicBezTo>
                  <a:pt x="5276513" y="2465613"/>
                  <a:pt x="5277802" y="2468279"/>
                  <a:pt x="5279591" y="2469484"/>
                </a:cubicBezTo>
                <a:close/>
                <a:moveTo>
                  <a:pt x="1580151" y="334475"/>
                </a:moveTo>
                <a:cubicBezTo>
                  <a:pt x="1580684" y="333485"/>
                  <a:pt x="1580954" y="331135"/>
                  <a:pt x="1581859" y="329265"/>
                </a:cubicBezTo>
                <a:cubicBezTo>
                  <a:pt x="1594149" y="328476"/>
                  <a:pt x="1604182" y="336948"/>
                  <a:pt x="1610134" y="318381"/>
                </a:cubicBezTo>
                <a:cubicBezTo>
                  <a:pt x="1601507" y="313604"/>
                  <a:pt x="1592324" y="327440"/>
                  <a:pt x="1583899" y="316357"/>
                </a:cubicBezTo>
                <a:cubicBezTo>
                  <a:pt x="1579401" y="321195"/>
                  <a:pt x="1577546" y="326312"/>
                  <a:pt x="1576865" y="331522"/>
                </a:cubicBezTo>
                <a:cubicBezTo>
                  <a:pt x="1578820" y="335093"/>
                  <a:pt x="1579617" y="335464"/>
                  <a:pt x="1580151" y="334475"/>
                </a:cubicBezTo>
                <a:close/>
                <a:moveTo>
                  <a:pt x="1468571" y="273224"/>
                </a:moveTo>
                <a:cubicBezTo>
                  <a:pt x="1475142" y="255260"/>
                  <a:pt x="1480706" y="270642"/>
                  <a:pt x="1486983" y="261489"/>
                </a:cubicBezTo>
                <a:cubicBezTo>
                  <a:pt x="1481789" y="252616"/>
                  <a:pt x="1476146" y="258120"/>
                  <a:pt x="1471076" y="244468"/>
                </a:cubicBezTo>
                <a:cubicBezTo>
                  <a:pt x="1465108" y="255987"/>
                  <a:pt x="1466761" y="253513"/>
                  <a:pt x="1459063" y="261953"/>
                </a:cubicBezTo>
                <a:cubicBezTo>
                  <a:pt x="1462032" y="271802"/>
                  <a:pt x="1465480" y="265571"/>
                  <a:pt x="1468571" y="273224"/>
                </a:cubicBezTo>
                <a:close/>
                <a:moveTo>
                  <a:pt x="2111055" y="648736"/>
                </a:moveTo>
                <a:cubicBezTo>
                  <a:pt x="2115864" y="656730"/>
                  <a:pt x="2125495" y="641239"/>
                  <a:pt x="2118074" y="633556"/>
                </a:cubicBezTo>
                <a:cubicBezTo>
                  <a:pt x="2111921" y="638347"/>
                  <a:pt x="2115817" y="643912"/>
                  <a:pt x="2111055" y="648736"/>
                </a:cubicBezTo>
                <a:close/>
                <a:moveTo>
                  <a:pt x="3966058" y="1720691"/>
                </a:moveTo>
                <a:lnTo>
                  <a:pt x="3970896" y="1713502"/>
                </a:lnTo>
                <a:lnTo>
                  <a:pt x="3965329" y="1713637"/>
                </a:lnTo>
                <a:close/>
                <a:moveTo>
                  <a:pt x="1433263" y="258861"/>
                </a:moveTo>
                <a:cubicBezTo>
                  <a:pt x="1439932" y="260721"/>
                  <a:pt x="1447392" y="259070"/>
                  <a:pt x="1447809" y="253235"/>
                </a:cubicBezTo>
                <a:cubicBezTo>
                  <a:pt x="1440033" y="238284"/>
                  <a:pt x="1431253" y="257286"/>
                  <a:pt x="1423460" y="243433"/>
                </a:cubicBezTo>
                <a:cubicBezTo>
                  <a:pt x="1420716" y="251634"/>
                  <a:pt x="1426594" y="257002"/>
                  <a:pt x="1433263" y="258861"/>
                </a:cubicBezTo>
                <a:close/>
                <a:moveTo>
                  <a:pt x="3957899" y="1717964"/>
                </a:moveTo>
                <a:lnTo>
                  <a:pt x="3962928" y="1713695"/>
                </a:lnTo>
                <a:lnTo>
                  <a:pt x="3953541" y="1713923"/>
                </a:lnTo>
                <a:lnTo>
                  <a:pt x="3953119" y="1714429"/>
                </a:lnTo>
                <a:cubicBezTo>
                  <a:pt x="3954777" y="1717644"/>
                  <a:pt x="3956397" y="1718368"/>
                  <a:pt x="3957899" y="1717964"/>
                </a:cubicBezTo>
                <a:close/>
                <a:moveTo>
                  <a:pt x="3931479" y="1715536"/>
                </a:moveTo>
                <a:cubicBezTo>
                  <a:pt x="3934772" y="1717699"/>
                  <a:pt x="3938749" y="1718093"/>
                  <a:pt x="3941571" y="1716113"/>
                </a:cubicBezTo>
                <a:lnTo>
                  <a:pt x="3939548" y="1714262"/>
                </a:lnTo>
                <a:lnTo>
                  <a:pt x="3930909" y="1714471"/>
                </a:lnTo>
                <a:close/>
                <a:moveTo>
                  <a:pt x="2117153" y="668782"/>
                </a:moveTo>
                <a:cubicBezTo>
                  <a:pt x="2119882" y="669070"/>
                  <a:pt x="2122650" y="668162"/>
                  <a:pt x="2125386" y="668432"/>
                </a:cubicBezTo>
                <a:cubicBezTo>
                  <a:pt x="2128526" y="661754"/>
                  <a:pt x="2131075" y="648644"/>
                  <a:pt x="2137244" y="656235"/>
                </a:cubicBezTo>
                <a:cubicBezTo>
                  <a:pt x="2136517" y="662326"/>
                  <a:pt x="2132328" y="668093"/>
                  <a:pt x="2135048" y="674492"/>
                </a:cubicBezTo>
                <a:cubicBezTo>
                  <a:pt x="2140799" y="672142"/>
                  <a:pt x="2147091" y="671431"/>
                  <a:pt x="2145359" y="659497"/>
                </a:cubicBezTo>
                <a:cubicBezTo>
                  <a:pt x="2141658" y="661530"/>
                  <a:pt x="2140718" y="657313"/>
                  <a:pt x="2139791" y="652952"/>
                </a:cubicBezTo>
                <a:lnTo>
                  <a:pt x="2138134" y="647301"/>
                </a:lnTo>
                <a:lnTo>
                  <a:pt x="2132336" y="653501"/>
                </a:lnTo>
                <a:lnTo>
                  <a:pt x="2127391" y="650387"/>
                </a:lnTo>
                <a:lnTo>
                  <a:pt x="2119530" y="655769"/>
                </a:lnTo>
                <a:cubicBezTo>
                  <a:pt x="2117552" y="659663"/>
                  <a:pt x="2115183" y="663671"/>
                  <a:pt x="2109138" y="661954"/>
                </a:cubicBezTo>
                <a:cubicBezTo>
                  <a:pt x="2111728" y="667010"/>
                  <a:pt x="2114422" y="668494"/>
                  <a:pt x="2117153" y="668782"/>
                </a:cubicBezTo>
                <a:close/>
                <a:moveTo>
                  <a:pt x="3939677" y="1731032"/>
                </a:moveTo>
                <a:lnTo>
                  <a:pt x="3949835" y="1733220"/>
                </a:lnTo>
                <a:lnTo>
                  <a:pt x="3952640" y="1730121"/>
                </a:lnTo>
                <a:cubicBezTo>
                  <a:pt x="3950567" y="1726441"/>
                  <a:pt x="3948480" y="1722762"/>
                  <a:pt x="3946409" y="1719129"/>
                </a:cubicBezTo>
                <a:cubicBezTo>
                  <a:pt x="3945807" y="1721494"/>
                  <a:pt x="3943673" y="1735532"/>
                  <a:pt x="3939529" y="1729130"/>
                </a:cubicBezTo>
                <a:close/>
                <a:moveTo>
                  <a:pt x="5547088" y="2661086"/>
                </a:moveTo>
                <a:cubicBezTo>
                  <a:pt x="5545062" y="2656556"/>
                  <a:pt x="5540719" y="2651794"/>
                  <a:pt x="5542575" y="2647543"/>
                </a:cubicBezTo>
                <a:cubicBezTo>
                  <a:pt x="5546160" y="2656279"/>
                  <a:pt x="5550458" y="2640881"/>
                  <a:pt x="5554137" y="2645842"/>
                </a:cubicBezTo>
                <a:cubicBezTo>
                  <a:pt x="5553457" y="2651083"/>
                  <a:pt x="5551557" y="2656154"/>
                  <a:pt x="5547088" y="2661086"/>
                </a:cubicBezTo>
                <a:close/>
                <a:moveTo>
                  <a:pt x="1582986" y="373220"/>
                </a:moveTo>
                <a:cubicBezTo>
                  <a:pt x="1584878" y="374039"/>
                  <a:pt x="1586829" y="372946"/>
                  <a:pt x="1588862" y="369244"/>
                </a:cubicBezTo>
                <a:cubicBezTo>
                  <a:pt x="1585275" y="361375"/>
                  <a:pt x="1581534" y="358329"/>
                  <a:pt x="1577469" y="365719"/>
                </a:cubicBezTo>
                <a:cubicBezTo>
                  <a:pt x="1579262" y="369668"/>
                  <a:pt x="1581094" y="372401"/>
                  <a:pt x="1582986" y="373220"/>
                </a:cubicBezTo>
                <a:close/>
                <a:moveTo>
                  <a:pt x="1188451" y="155263"/>
                </a:moveTo>
                <a:cubicBezTo>
                  <a:pt x="1189373" y="156992"/>
                  <a:pt x="1190805" y="157945"/>
                  <a:pt x="1192772" y="157276"/>
                </a:cubicBezTo>
                <a:cubicBezTo>
                  <a:pt x="1197224" y="152345"/>
                  <a:pt x="1190176" y="146534"/>
                  <a:pt x="1193251" y="141539"/>
                </a:cubicBezTo>
                <a:cubicBezTo>
                  <a:pt x="1187511" y="137898"/>
                  <a:pt x="1185686" y="150076"/>
                  <a:pt x="1188451" y="155263"/>
                </a:cubicBezTo>
                <a:close/>
                <a:moveTo>
                  <a:pt x="3135821" y="1281680"/>
                </a:moveTo>
                <a:cubicBezTo>
                  <a:pt x="3140151" y="1280675"/>
                  <a:pt x="3141655" y="1267788"/>
                  <a:pt x="3145656" y="1260901"/>
                </a:cubicBezTo>
                <a:lnTo>
                  <a:pt x="3139597" y="1254445"/>
                </a:lnTo>
                <a:lnTo>
                  <a:pt x="3129600" y="1254664"/>
                </a:lnTo>
                <a:lnTo>
                  <a:pt x="3135465" y="1264218"/>
                </a:lnTo>
                <a:cubicBezTo>
                  <a:pt x="3135124" y="1268240"/>
                  <a:pt x="3132925" y="1272928"/>
                  <a:pt x="3130351" y="1278061"/>
                </a:cubicBezTo>
                <a:cubicBezTo>
                  <a:pt x="3132620" y="1281029"/>
                  <a:pt x="3134377" y="1282015"/>
                  <a:pt x="3135821" y="1281680"/>
                </a:cubicBezTo>
                <a:close/>
                <a:moveTo>
                  <a:pt x="2011293" y="633138"/>
                </a:moveTo>
                <a:cubicBezTo>
                  <a:pt x="2013566" y="629798"/>
                  <a:pt x="2010135" y="626057"/>
                  <a:pt x="2011634" y="622640"/>
                </a:cubicBezTo>
                <a:cubicBezTo>
                  <a:pt x="2017013" y="625069"/>
                  <a:pt x="2022796" y="615591"/>
                  <a:pt x="2027850" y="629180"/>
                </a:cubicBezTo>
                <a:cubicBezTo>
                  <a:pt x="2022471" y="644934"/>
                  <a:pt x="2018188" y="622378"/>
                  <a:pt x="2013025" y="630680"/>
                </a:cubicBezTo>
                <a:cubicBezTo>
                  <a:pt x="2013906" y="632165"/>
                  <a:pt x="2013411" y="635844"/>
                  <a:pt x="2011293" y="633138"/>
                </a:cubicBezTo>
                <a:close/>
                <a:moveTo>
                  <a:pt x="2003024" y="635134"/>
                </a:moveTo>
                <a:cubicBezTo>
                  <a:pt x="2000967" y="631485"/>
                  <a:pt x="1998864" y="627837"/>
                  <a:pt x="1996793" y="624188"/>
                </a:cubicBezTo>
                <a:cubicBezTo>
                  <a:pt x="2000828" y="617417"/>
                  <a:pt x="2004460" y="624266"/>
                  <a:pt x="2008357" y="622425"/>
                </a:cubicBezTo>
                <a:cubicBezTo>
                  <a:pt x="2004755" y="626552"/>
                  <a:pt x="2006317" y="631006"/>
                  <a:pt x="2003024" y="635134"/>
                </a:cubicBezTo>
                <a:close/>
                <a:moveTo>
                  <a:pt x="5504481" y="2657778"/>
                </a:moveTo>
                <a:cubicBezTo>
                  <a:pt x="5500771" y="2651378"/>
                  <a:pt x="5502858" y="2645426"/>
                  <a:pt x="5496829" y="2638809"/>
                </a:cubicBezTo>
                <a:cubicBezTo>
                  <a:pt x="5507960" y="2633151"/>
                  <a:pt x="5518875" y="2633985"/>
                  <a:pt x="5529603" y="2641360"/>
                </a:cubicBezTo>
                <a:cubicBezTo>
                  <a:pt x="5517034" y="2646708"/>
                  <a:pt x="5514267" y="2645348"/>
                  <a:pt x="5503245" y="2644545"/>
                </a:cubicBezTo>
                <a:cubicBezTo>
                  <a:pt x="5505996" y="2649136"/>
                  <a:pt x="5505919" y="2653527"/>
                  <a:pt x="5504481" y="2657778"/>
                </a:cubicBezTo>
                <a:close/>
                <a:moveTo>
                  <a:pt x="1213950" y="190237"/>
                </a:moveTo>
                <a:cubicBezTo>
                  <a:pt x="1212056" y="189472"/>
                  <a:pt x="1210170" y="188320"/>
                  <a:pt x="1208355" y="184703"/>
                </a:cubicBezTo>
                <a:cubicBezTo>
                  <a:pt x="1211231" y="181441"/>
                  <a:pt x="1214136" y="174562"/>
                  <a:pt x="1216827" y="177529"/>
                </a:cubicBezTo>
                <a:cubicBezTo>
                  <a:pt x="1211044" y="182276"/>
                  <a:pt x="1225406" y="188645"/>
                  <a:pt x="1219594" y="193452"/>
                </a:cubicBezTo>
                <a:cubicBezTo>
                  <a:pt x="1217746" y="191381"/>
                  <a:pt x="1215844" y="191002"/>
                  <a:pt x="1213950" y="190237"/>
                </a:cubicBezTo>
                <a:close/>
                <a:moveTo>
                  <a:pt x="5555822" y="2698531"/>
                </a:moveTo>
                <a:cubicBezTo>
                  <a:pt x="5550889" y="2689935"/>
                  <a:pt x="5551524" y="2674862"/>
                  <a:pt x="5558156" y="2675047"/>
                </a:cubicBezTo>
                <a:cubicBezTo>
                  <a:pt x="5563536" y="2683379"/>
                  <a:pt x="5555822" y="2690630"/>
                  <a:pt x="5555822" y="2698531"/>
                </a:cubicBezTo>
                <a:close/>
                <a:moveTo>
                  <a:pt x="1246911" y="213983"/>
                </a:moveTo>
                <a:cubicBezTo>
                  <a:pt x="1252182" y="207135"/>
                  <a:pt x="1245830" y="195277"/>
                  <a:pt x="1242567" y="195277"/>
                </a:cubicBezTo>
                <a:cubicBezTo>
                  <a:pt x="1239028" y="201120"/>
                  <a:pt x="1242815" y="207552"/>
                  <a:pt x="1246911" y="213983"/>
                </a:cubicBezTo>
                <a:close/>
                <a:moveTo>
                  <a:pt x="1989762" y="643808"/>
                </a:moveTo>
                <a:lnTo>
                  <a:pt x="1989729" y="643229"/>
                </a:lnTo>
                <a:lnTo>
                  <a:pt x="1989632" y="643480"/>
                </a:lnTo>
                <a:close/>
                <a:moveTo>
                  <a:pt x="5153462" y="2493065"/>
                </a:moveTo>
                <a:cubicBezTo>
                  <a:pt x="5157698" y="2498770"/>
                  <a:pt x="5162289" y="2491504"/>
                  <a:pt x="5166587" y="2494101"/>
                </a:cubicBezTo>
                <a:cubicBezTo>
                  <a:pt x="5172942" y="2481640"/>
                  <a:pt x="5152905" y="2476632"/>
                  <a:pt x="5153462" y="2493065"/>
                </a:cubicBezTo>
                <a:close/>
                <a:moveTo>
                  <a:pt x="1979564" y="661201"/>
                </a:moveTo>
                <a:lnTo>
                  <a:pt x="1983758" y="661836"/>
                </a:lnTo>
                <a:cubicBezTo>
                  <a:pt x="1985635" y="661061"/>
                  <a:pt x="1987123" y="660026"/>
                  <a:pt x="1990780" y="661688"/>
                </a:cubicBezTo>
                <a:lnTo>
                  <a:pt x="1990068" y="649184"/>
                </a:lnTo>
                <a:lnTo>
                  <a:pt x="1984412" y="656739"/>
                </a:lnTo>
                <a:cubicBezTo>
                  <a:pt x="1982185" y="658168"/>
                  <a:pt x="1980005" y="658114"/>
                  <a:pt x="1977856" y="656993"/>
                </a:cubicBezTo>
                <a:close/>
                <a:moveTo>
                  <a:pt x="1192896" y="207119"/>
                </a:moveTo>
                <a:cubicBezTo>
                  <a:pt x="1194997" y="202960"/>
                  <a:pt x="1188846" y="198090"/>
                  <a:pt x="1191645" y="193931"/>
                </a:cubicBezTo>
                <a:cubicBezTo>
                  <a:pt x="1199806" y="194519"/>
                  <a:pt x="1203022" y="197827"/>
                  <a:pt x="1207552" y="210921"/>
                </a:cubicBezTo>
                <a:cubicBezTo>
                  <a:pt x="1214354" y="203686"/>
                  <a:pt x="1220368" y="222455"/>
                  <a:pt x="1227386" y="207242"/>
                </a:cubicBezTo>
                <a:cubicBezTo>
                  <a:pt x="1229039" y="217259"/>
                  <a:pt x="1238903" y="211324"/>
                  <a:pt x="1235209" y="221002"/>
                </a:cubicBezTo>
                <a:cubicBezTo>
                  <a:pt x="1244253" y="225623"/>
                  <a:pt x="1238673" y="207552"/>
                  <a:pt x="1237404" y="202759"/>
                </a:cubicBezTo>
                <a:cubicBezTo>
                  <a:pt x="1232148" y="195230"/>
                  <a:pt x="1226520" y="200625"/>
                  <a:pt x="1221481" y="185738"/>
                </a:cubicBezTo>
                <a:cubicBezTo>
                  <a:pt x="1225546" y="178410"/>
                  <a:pt x="1228885" y="194426"/>
                  <a:pt x="1233043" y="184006"/>
                </a:cubicBezTo>
                <a:cubicBezTo>
                  <a:pt x="1230726" y="176401"/>
                  <a:pt x="1223213" y="182383"/>
                  <a:pt x="1230077" y="173293"/>
                </a:cubicBezTo>
                <a:cubicBezTo>
                  <a:pt x="1224713" y="169722"/>
                  <a:pt x="1219332" y="166893"/>
                  <a:pt x="1213828" y="166739"/>
                </a:cubicBezTo>
                <a:cubicBezTo>
                  <a:pt x="1212281" y="161543"/>
                  <a:pt x="1216641" y="164697"/>
                  <a:pt x="1219007" y="159226"/>
                </a:cubicBezTo>
                <a:cubicBezTo>
                  <a:pt x="1215498" y="148372"/>
                  <a:pt x="1211601" y="151000"/>
                  <a:pt x="1207753" y="150552"/>
                </a:cubicBezTo>
                <a:cubicBezTo>
                  <a:pt x="1209483" y="164574"/>
                  <a:pt x="1205372" y="155066"/>
                  <a:pt x="1199172" y="163012"/>
                </a:cubicBezTo>
                <a:cubicBezTo>
                  <a:pt x="1199219" y="167402"/>
                  <a:pt x="1200843" y="171902"/>
                  <a:pt x="1203686" y="176493"/>
                </a:cubicBezTo>
                <a:cubicBezTo>
                  <a:pt x="1200874" y="179400"/>
                  <a:pt x="1198446" y="169150"/>
                  <a:pt x="1195585" y="173247"/>
                </a:cubicBezTo>
                <a:cubicBezTo>
                  <a:pt x="1195092" y="168795"/>
                  <a:pt x="1197905" y="164666"/>
                  <a:pt x="1194334" y="160013"/>
                </a:cubicBezTo>
                <a:cubicBezTo>
                  <a:pt x="1187346" y="181362"/>
                  <a:pt x="1178765" y="191675"/>
                  <a:pt x="1192896" y="207119"/>
                </a:cubicBezTo>
                <a:close/>
                <a:moveTo>
                  <a:pt x="3041659" y="1276453"/>
                </a:moveTo>
                <a:cubicBezTo>
                  <a:pt x="3046869" y="1263962"/>
                  <a:pt x="3055110" y="1268073"/>
                  <a:pt x="3055418" y="1256510"/>
                </a:cubicBezTo>
                <a:cubicBezTo>
                  <a:pt x="3049652" y="1248069"/>
                  <a:pt x="3043299" y="1260081"/>
                  <a:pt x="3037006" y="1268182"/>
                </a:cubicBezTo>
                <a:cubicBezTo>
                  <a:pt x="3038537" y="1270949"/>
                  <a:pt x="3040113" y="1273685"/>
                  <a:pt x="3041659" y="1276453"/>
                </a:cubicBezTo>
                <a:close/>
                <a:moveTo>
                  <a:pt x="1989577" y="671606"/>
                </a:moveTo>
                <a:lnTo>
                  <a:pt x="1990189" y="671884"/>
                </a:lnTo>
                <a:lnTo>
                  <a:pt x="1992827" y="670743"/>
                </a:lnTo>
                <a:lnTo>
                  <a:pt x="1992186" y="669741"/>
                </a:lnTo>
                <a:close/>
                <a:moveTo>
                  <a:pt x="1794954" y="561189"/>
                </a:moveTo>
                <a:cubicBezTo>
                  <a:pt x="1801200" y="554619"/>
                  <a:pt x="1807089" y="559412"/>
                  <a:pt x="1813396" y="549518"/>
                </a:cubicBezTo>
                <a:cubicBezTo>
                  <a:pt x="1806748" y="534676"/>
                  <a:pt x="1799158" y="549487"/>
                  <a:pt x="1792170" y="545234"/>
                </a:cubicBezTo>
                <a:cubicBezTo>
                  <a:pt x="1789527" y="550259"/>
                  <a:pt x="1790919" y="555640"/>
                  <a:pt x="1794954" y="561189"/>
                </a:cubicBezTo>
                <a:close/>
                <a:moveTo>
                  <a:pt x="3028581" y="1275432"/>
                </a:moveTo>
                <a:cubicBezTo>
                  <a:pt x="3027451" y="1258922"/>
                  <a:pt x="3035722" y="1269418"/>
                  <a:pt x="3037331" y="1257747"/>
                </a:cubicBezTo>
                <a:lnTo>
                  <a:pt x="3036727" y="1257503"/>
                </a:lnTo>
                <a:lnTo>
                  <a:pt x="3030320" y="1258407"/>
                </a:lnTo>
                <a:lnTo>
                  <a:pt x="3028172" y="1260525"/>
                </a:lnTo>
                <a:cubicBezTo>
                  <a:pt x="3025581" y="1264973"/>
                  <a:pt x="3024584" y="1271443"/>
                  <a:pt x="3028581" y="1275432"/>
                </a:cubicBezTo>
                <a:close/>
                <a:moveTo>
                  <a:pt x="1920747" y="639275"/>
                </a:moveTo>
                <a:cubicBezTo>
                  <a:pt x="1914593" y="626908"/>
                  <a:pt x="1915506" y="605930"/>
                  <a:pt x="1926389" y="616056"/>
                </a:cubicBezTo>
                <a:cubicBezTo>
                  <a:pt x="1924596" y="619442"/>
                  <a:pt x="1921241" y="622657"/>
                  <a:pt x="1922788" y="626289"/>
                </a:cubicBezTo>
                <a:cubicBezTo>
                  <a:pt x="1935062" y="619008"/>
                  <a:pt x="1947121" y="618468"/>
                  <a:pt x="1959164" y="618575"/>
                </a:cubicBezTo>
                <a:cubicBezTo>
                  <a:pt x="1949734" y="638642"/>
                  <a:pt x="1936578" y="625548"/>
                  <a:pt x="1920747" y="639275"/>
                </a:cubicBezTo>
                <a:close/>
                <a:moveTo>
                  <a:pt x="3004232" y="1265677"/>
                </a:moveTo>
                <a:lnTo>
                  <a:pt x="3004541" y="1261891"/>
                </a:lnTo>
                <a:lnTo>
                  <a:pt x="3001474" y="1262282"/>
                </a:lnTo>
                <a:close/>
                <a:moveTo>
                  <a:pt x="1694312" y="521906"/>
                </a:moveTo>
                <a:cubicBezTo>
                  <a:pt x="1702443" y="524472"/>
                  <a:pt x="1710591" y="526436"/>
                  <a:pt x="1719124" y="515971"/>
                </a:cubicBezTo>
                <a:cubicBezTo>
                  <a:pt x="1711008" y="513651"/>
                  <a:pt x="1702860" y="510590"/>
                  <a:pt x="1694312" y="521906"/>
                </a:cubicBezTo>
                <a:close/>
                <a:moveTo>
                  <a:pt x="5475110" y="2705378"/>
                </a:moveTo>
                <a:cubicBezTo>
                  <a:pt x="5482097" y="2713170"/>
                  <a:pt x="5480474" y="2695545"/>
                  <a:pt x="5488359" y="2701174"/>
                </a:cubicBezTo>
                <a:cubicBezTo>
                  <a:pt x="5490940" y="2683812"/>
                  <a:pt x="5473686" y="2699302"/>
                  <a:pt x="5475110" y="2705378"/>
                </a:cubicBezTo>
                <a:close/>
                <a:moveTo>
                  <a:pt x="1849170" y="615890"/>
                </a:moveTo>
                <a:cubicBezTo>
                  <a:pt x="1846437" y="615677"/>
                  <a:pt x="1843766" y="613535"/>
                  <a:pt x="1841162" y="609470"/>
                </a:cubicBezTo>
                <a:cubicBezTo>
                  <a:pt x="1846912" y="600751"/>
                  <a:pt x="1852153" y="608264"/>
                  <a:pt x="1857548" y="610738"/>
                </a:cubicBezTo>
                <a:cubicBezTo>
                  <a:pt x="1854696" y="614386"/>
                  <a:pt x="1851902" y="616102"/>
                  <a:pt x="1849170" y="615890"/>
                </a:cubicBezTo>
                <a:close/>
                <a:moveTo>
                  <a:pt x="1765162" y="569384"/>
                </a:moveTo>
                <a:cubicBezTo>
                  <a:pt x="1766908" y="566029"/>
                  <a:pt x="1764558" y="562364"/>
                  <a:pt x="1762224" y="558670"/>
                </a:cubicBezTo>
                <a:cubicBezTo>
                  <a:pt x="1759921" y="561376"/>
                  <a:pt x="1757694" y="563740"/>
                  <a:pt x="1755654" y="558160"/>
                </a:cubicBezTo>
                <a:cubicBezTo>
                  <a:pt x="1759163" y="551048"/>
                  <a:pt x="1762224" y="557774"/>
                  <a:pt x="1765812" y="548421"/>
                </a:cubicBezTo>
                <a:cubicBezTo>
                  <a:pt x="1768377" y="553043"/>
                  <a:pt x="1770974" y="557573"/>
                  <a:pt x="1773588" y="562148"/>
                </a:cubicBezTo>
                <a:cubicBezTo>
                  <a:pt x="1770758" y="565425"/>
                  <a:pt x="1767821" y="572336"/>
                  <a:pt x="1765162" y="569384"/>
                </a:cubicBezTo>
                <a:close/>
                <a:moveTo>
                  <a:pt x="1886350" y="639368"/>
                </a:moveTo>
                <a:lnTo>
                  <a:pt x="1890478" y="638186"/>
                </a:lnTo>
                <a:lnTo>
                  <a:pt x="1888252" y="630119"/>
                </a:lnTo>
                <a:lnTo>
                  <a:pt x="1887906" y="629496"/>
                </a:lnTo>
                <a:close/>
                <a:moveTo>
                  <a:pt x="5457021" y="2706631"/>
                </a:moveTo>
                <a:cubicBezTo>
                  <a:pt x="5461892" y="2695097"/>
                  <a:pt x="5468895" y="2698220"/>
                  <a:pt x="5469019" y="2689176"/>
                </a:cubicBezTo>
                <a:cubicBezTo>
                  <a:pt x="5464133" y="2687662"/>
                  <a:pt x="5459340" y="2683534"/>
                  <a:pt x="5454178" y="2690630"/>
                </a:cubicBezTo>
                <a:cubicBezTo>
                  <a:pt x="5457284" y="2696165"/>
                  <a:pt x="5451503" y="2700987"/>
                  <a:pt x="5457021" y="2706631"/>
                </a:cubicBezTo>
                <a:close/>
                <a:moveTo>
                  <a:pt x="5134570" y="2520490"/>
                </a:moveTo>
                <a:cubicBezTo>
                  <a:pt x="5139687" y="2513209"/>
                  <a:pt x="5133427" y="2491581"/>
                  <a:pt x="5145037" y="2500270"/>
                </a:cubicBezTo>
                <a:cubicBezTo>
                  <a:pt x="5142314" y="2480017"/>
                  <a:pt x="5124644" y="2488303"/>
                  <a:pt x="5115694" y="2492802"/>
                </a:cubicBezTo>
                <a:cubicBezTo>
                  <a:pt x="5115463" y="2507644"/>
                  <a:pt x="5125033" y="2503608"/>
                  <a:pt x="5130535" y="2491272"/>
                </a:cubicBezTo>
                <a:cubicBezTo>
                  <a:pt x="5131247" y="2500965"/>
                  <a:pt x="5128665" y="2510458"/>
                  <a:pt x="5134570" y="2520490"/>
                </a:cubicBezTo>
                <a:close/>
                <a:moveTo>
                  <a:pt x="2974410" y="1273887"/>
                </a:moveTo>
                <a:cubicBezTo>
                  <a:pt x="2976188" y="1269194"/>
                  <a:pt x="2977850" y="1268545"/>
                  <a:pt x="2979506" y="1268172"/>
                </a:cubicBezTo>
                <a:lnTo>
                  <a:pt x="2984090" y="1264498"/>
                </a:lnTo>
                <a:lnTo>
                  <a:pt x="2972846" y="1265931"/>
                </a:lnTo>
                <a:close/>
                <a:moveTo>
                  <a:pt x="2966139" y="1275865"/>
                </a:moveTo>
                <a:cubicBezTo>
                  <a:pt x="2969594" y="1273051"/>
                  <a:pt x="2968899" y="1269921"/>
                  <a:pt x="2967960" y="1266777"/>
                </a:cubicBezTo>
                <a:lnTo>
                  <a:pt x="2967968" y="1266553"/>
                </a:lnTo>
                <a:lnTo>
                  <a:pt x="2966434" y="1266749"/>
                </a:lnTo>
                <a:cubicBezTo>
                  <a:pt x="2967918" y="1263409"/>
                  <a:pt x="2968010" y="1256268"/>
                  <a:pt x="2965042" y="1258756"/>
                </a:cubicBezTo>
                <a:cubicBezTo>
                  <a:pt x="2962755" y="1262079"/>
                  <a:pt x="2960450" y="1265403"/>
                  <a:pt x="2958163" y="1268742"/>
                </a:cubicBezTo>
                <a:lnTo>
                  <a:pt x="2956822" y="1268682"/>
                </a:lnTo>
                <a:lnTo>
                  <a:pt x="2956446" y="1269836"/>
                </a:lnTo>
                <a:cubicBezTo>
                  <a:pt x="2959600" y="1274612"/>
                  <a:pt x="2962800" y="1277380"/>
                  <a:pt x="2966139" y="1275865"/>
                </a:cubicBezTo>
                <a:close/>
                <a:moveTo>
                  <a:pt x="5093834" y="2509453"/>
                </a:moveTo>
                <a:cubicBezTo>
                  <a:pt x="5093912" y="2502557"/>
                  <a:pt x="5099833" y="2493004"/>
                  <a:pt x="5103991" y="2499728"/>
                </a:cubicBezTo>
                <a:cubicBezTo>
                  <a:pt x="5105877" y="2486448"/>
                  <a:pt x="5093417" y="2490932"/>
                  <a:pt x="5089335" y="2496003"/>
                </a:cubicBezTo>
                <a:cubicBezTo>
                  <a:pt x="5089366" y="2500377"/>
                  <a:pt x="5090989" y="2504876"/>
                  <a:pt x="5093834" y="2509453"/>
                </a:cubicBezTo>
                <a:close/>
                <a:moveTo>
                  <a:pt x="1743612" y="575598"/>
                </a:moveTo>
                <a:cubicBezTo>
                  <a:pt x="1742545" y="574183"/>
                  <a:pt x="1741509" y="572123"/>
                  <a:pt x="1740457" y="570726"/>
                </a:cubicBezTo>
                <a:lnTo>
                  <a:pt x="1737361" y="569873"/>
                </a:lnTo>
                <a:lnTo>
                  <a:pt x="1738004" y="559331"/>
                </a:lnTo>
                <a:cubicBezTo>
                  <a:pt x="1741478" y="555388"/>
                  <a:pt x="1746665" y="552919"/>
                  <a:pt x="1749239" y="552393"/>
                </a:cubicBezTo>
                <a:cubicBezTo>
                  <a:pt x="1743395" y="559366"/>
                  <a:pt x="1758097" y="554016"/>
                  <a:pt x="1752208" y="563122"/>
                </a:cubicBezTo>
                <a:cubicBezTo>
                  <a:pt x="1746162" y="557231"/>
                  <a:pt x="1747600" y="572800"/>
                  <a:pt x="1743612" y="575598"/>
                </a:cubicBezTo>
                <a:close/>
                <a:moveTo>
                  <a:pt x="1737042" y="575103"/>
                </a:moveTo>
                <a:cubicBezTo>
                  <a:pt x="1738804" y="573496"/>
                  <a:pt x="1738047" y="571655"/>
                  <a:pt x="1737211" y="569831"/>
                </a:cubicBezTo>
                <a:lnTo>
                  <a:pt x="1737361" y="569873"/>
                </a:lnTo>
                <a:close/>
                <a:moveTo>
                  <a:pt x="1160569" y="244067"/>
                </a:moveTo>
                <a:cubicBezTo>
                  <a:pt x="1163460" y="239924"/>
                  <a:pt x="1166291" y="235765"/>
                  <a:pt x="1169165" y="231622"/>
                </a:cubicBezTo>
                <a:cubicBezTo>
                  <a:pt x="1161219" y="223722"/>
                  <a:pt x="1169707" y="213009"/>
                  <a:pt x="1161528" y="212622"/>
                </a:cubicBezTo>
                <a:cubicBezTo>
                  <a:pt x="1153814" y="219022"/>
                  <a:pt x="1166507" y="227016"/>
                  <a:pt x="1164173" y="233864"/>
                </a:cubicBezTo>
                <a:cubicBezTo>
                  <a:pt x="1160323" y="234513"/>
                  <a:pt x="1156689" y="227788"/>
                  <a:pt x="1152793" y="230340"/>
                </a:cubicBezTo>
                <a:cubicBezTo>
                  <a:pt x="1149069" y="239955"/>
                  <a:pt x="1158837" y="237713"/>
                  <a:pt x="1160569" y="244067"/>
                </a:cubicBezTo>
                <a:close/>
                <a:moveTo>
                  <a:pt x="1292889" y="322633"/>
                </a:moveTo>
                <a:cubicBezTo>
                  <a:pt x="1297480" y="315969"/>
                  <a:pt x="1302072" y="309337"/>
                  <a:pt x="1306633" y="302644"/>
                </a:cubicBezTo>
                <a:cubicBezTo>
                  <a:pt x="1299149" y="294851"/>
                  <a:pt x="1285267" y="305117"/>
                  <a:pt x="1286488" y="316866"/>
                </a:cubicBezTo>
                <a:cubicBezTo>
                  <a:pt x="1288544" y="322015"/>
                  <a:pt x="1290816" y="319217"/>
                  <a:pt x="1292889" y="322633"/>
                </a:cubicBezTo>
                <a:close/>
                <a:moveTo>
                  <a:pt x="1791828" y="610877"/>
                </a:moveTo>
                <a:cubicBezTo>
                  <a:pt x="1796435" y="603193"/>
                  <a:pt x="1801012" y="596917"/>
                  <a:pt x="1805108" y="606657"/>
                </a:cubicBezTo>
                <a:cubicBezTo>
                  <a:pt x="1800548" y="611572"/>
                  <a:pt x="1796096" y="614571"/>
                  <a:pt x="1791828" y="610877"/>
                </a:cubicBezTo>
                <a:close/>
                <a:moveTo>
                  <a:pt x="1270132" y="315613"/>
                </a:moveTo>
                <a:cubicBezTo>
                  <a:pt x="1283689" y="325445"/>
                  <a:pt x="1280999" y="295052"/>
                  <a:pt x="1294188" y="280676"/>
                </a:cubicBezTo>
                <a:cubicBezTo>
                  <a:pt x="1301407" y="277955"/>
                  <a:pt x="1308131" y="290167"/>
                  <a:pt x="1315414" y="284957"/>
                </a:cubicBezTo>
                <a:cubicBezTo>
                  <a:pt x="1313125" y="269111"/>
                  <a:pt x="1298114" y="283552"/>
                  <a:pt x="1306045" y="268509"/>
                </a:cubicBezTo>
                <a:cubicBezTo>
                  <a:pt x="1298748" y="262031"/>
                  <a:pt x="1289162" y="272296"/>
                  <a:pt x="1286705" y="256497"/>
                </a:cubicBezTo>
                <a:cubicBezTo>
                  <a:pt x="1282253" y="260098"/>
                  <a:pt x="1276687" y="256651"/>
                  <a:pt x="1276548" y="266190"/>
                </a:cubicBezTo>
                <a:cubicBezTo>
                  <a:pt x="1291899" y="276300"/>
                  <a:pt x="1279841" y="306941"/>
                  <a:pt x="1270132" y="315613"/>
                </a:cubicBezTo>
                <a:close/>
                <a:moveTo>
                  <a:pt x="1083724" y="214609"/>
                </a:moveTo>
                <a:cubicBezTo>
                  <a:pt x="1093261" y="223381"/>
                  <a:pt x="1108016" y="218659"/>
                  <a:pt x="1113743" y="216781"/>
                </a:cubicBezTo>
                <a:cubicBezTo>
                  <a:pt x="1109043" y="225068"/>
                  <a:pt x="1111748" y="229828"/>
                  <a:pt x="1121566" y="230525"/>
                </a:cubicBezTo>
                <a:cubicBezTo>
                  <a:pt x="1122972" y="226273"/>
                  <a:pt x="1123096" y="221898"/>
                  <a:pt x="1120312" y="217290"/>
                </a:cubicBezTo>
                <a:cubicBezTo>
                  <a:pt x="1130439" y="221249"/>
                  <a:pt x="1147770" y="233138"/>
                  <a:pt x="1153104" y="219842"/>
                </a:cubicBezTo>
                <a:cubicBezTo>
                  <a:pt x="1142219" y="210860"/>
                  <a:pt x="1135680" y="213317"/>
                  <a:pt x="1129233" y="194365"/>
                </a:cubicBezTo>
                <a:cubicBezTo>
                  <a:pt x="1121488" y="196514"/>
                  <a:pt x="1114005" y="190128"/>
                  <a:pt x="1105813" y="208308"/>
                </a:cubicBezTo>
                <a:cubicBezTo>
                  <a:pt x="1106926" y="200518"/>
                  <a:pt x="1109708" y="192834"/>
                  <a:pt x="1108147" y="184810"/>
                </a:cubicBezTo>
                <a:cubicBezTo>
                  <a:pt x="1103848" y="182229"/>
                  <a:pt x="1099505" y="181874"/>
                  <a:pt x="1095021" y="183821"/>
                </a:cubicBezTo>
                <a:cubicBezTo>
                  <a:pt x="1092858" y="189773"/>
                  <a:pt x="1088699" y="195602"/>
                  <a:pt x="1089564" y="201786"/>
                </a:cubicBezTo>
                <a:cubicBezTo>
                  <a:pt x="1082421" y="198755"/>
                  <a:pt x="1084276" y="208633"/>
                  <a:pt x="1076455" y="200734"/>
                </a:cubicBezTo>
                <a:cubicBezTo>
                  <a:pt x="1077947" y="207262"/>
                  <a:pt x="1080545" y="211685"/>
                  <a:pt x="1083724" y="214609"/>
                </a:cubicBezTo>
                <a:close/>
                <a:moveTo>
                  <a:pt x="3733400" y="1745567"/>
                </a:moveTo>
                <a:lnTo>
                  <a:pt x="3734714" y="1745856"/>
                </a:lnTo>
                <a:lnTo>
                  <a:pt x="3732452" y="1725956"/>
                </a:lnTo>
                <a:cubicBezTo>
                  <a:pt x="3728935" y="1719705"/>
                  <a:pt x="3723443" y="1717305"/>
                  <a:pt x="3717870" y="1725019"/>
                </a:cubicBezTo>
                <a:cubicBezTo>
                  <a:pt x="3724734" y="1729548"/>
                  <a:pt x="3727876" y="1733100"/>
                  <a:pt x="3729896" y="1736866"/>
                </a:cubicBezTo>
                <a:close/>
                <a:moveTo>
                  <a:pt x="1818792" y="641889"/>
                </a:moveTo>
                <a:cubicBezTo>
                  <a:pt x="1825177" y="648845"/>
                  <a:pt x="1831732" y="649355"/>
                  <a:pt x="1838488" y="643372"/>
                </a:cubicBezTo>
                <a:cubicBezTo>
                  <a:pt x="1832133" y="636430"/>
                  <a:pt x="1825563" y="635890"/>
                  <a:pt x="1818792" y="641889"/>
                </a:cubicBezTo>
                <a:close/>
                <a:moveTo>
                  <a:pt x="1142993" y="255001"/>
                </a:moveTo>
                <a:cubicBezTo>
                  <a:pt x="1144882" y="255820"/>
                  <a:pt x="1146827" y="254726"/>
                  <a:pt x="1148836" y="251024"/>
                </a:cubicBezTo>
                <a:cubicBezTo>
                  <a:pt x="1145852" y="246387"/>
                  <a:pt x="1147661" y="242165"/>
                  <a:pt x="1144337" y="237543"/>
                </a:cubicBezTo>
                <a:cubicBezTo>
                  <a:pt x="1142034" y="240883"/>
                  <a:pt x="1139745" y="244221"/>
                  <a:pt x="1137473" y="247499"/>
                </a:cubicBezTo>
                <a:cubicBezTo>
                  <a:pt x="1139267" y="251449"/>
                  <a:pt x="1141103" y="254182"/>
                  <a:pt x="1142993" y="255001"/>
                </a:cubicBezTo>
                <a:close/>
                <a:moveTo>
                  <a:pt x="1177605" y="278115"/>
                </a:moveTo>
                <a:cubicBezTo>
                  <a:pt x="1184167" y="278248"/>
                  <a:pt x="1191049" y="268334"/>
                  <a:pt x="1197565" y="270596"/>
                </a:cubicBezTo>
                <a:cubicBezTo>
                  <a:pt x="1189108" y="260361"/>
                  <a:pt x="1179926" y="273997"/>
                  <a:pt x="1171499" y="263268"/>
                </a:cubicBezTo>
                <a:cubicBezTo>
                  <a:pt x="1169985" y="266699"/>
                  <a:pt x="1173418" y="270471"/>
                  <a:pt x="1171174" y="273811"/>
                </a:cubicBezTo>
                <a:cubicBezTo>
                  <a:pt x="1173265" y="276911"/>
                  <a:pt x="1175417" y="278071"/>
                  <a:pt x="1177605" y="278115"/>
                </a:cubicBezTo>
                <a:close/>
                <a:moveTo>
                  <a:pt x="2908542" y="1283017"/>
                </a:moveTo>
                <a:cubicBezTo>
                  <a:pt x="2911273" y="1283305"/>
                  <a:pt x="2914040" y="1282397"/>
                  <a:pt x="2916777" y="1282667"/>
                </a:cubicBezTo>
                <a:cubicBezTo>
                  <a:pt x="2919916" y="1275989"/>
                  <a:pt x="2922466" y="1262879"/>
                  <a:pt x="2928635" y="1270470"/>
                </a:cubicBezTo>
                <a:cubicBezTo>
                  <a:pt x="2927908" y="1276561"/>
                  <a:pt x="2923719" y="1282328"/>
                  <a:pt x="2926439" y="1288728"/>
                </a:cubicBezTo>
                <a:cubicBezTo>
                  <a:pt x="2932189" y="1286378"/>
                  <a:pt x="2938482" y="1285667"/>
                  <a:pt x="2936750" y="1273732"/>
                </a:cubicBezTo>
                <a:cubicBezTo>
                  <a:pt x="2934899" y="1274749"/>
                  <a:pt x="2933739" y="1274203"/>
                  <a:pt x="2932925" y="1272858"/>
                </a:cubicBezTo>
                <a:lnTo>
                  <a:pt x="2931286" y="1267528"/>
                </a:lnTo>
                <a:lnTo>
                  <a:pt x="2915574" y="1266818"/>
                </a:lnTo>
                <a:lnTo>
                  <a:pt x="2910920" y="1270004"/>
                </a:lnTo>
                <a:cubicBezTo>
                  <a:pt x="2908943" y="1273898"/>
                  <a:pt x="2906574" y="1277906"/>
                  <a:pt x="2900528" y="1276190"/>
                </a:cubicBezTo>
                <a:cubicBezTo>
                  <a:pt x="2903118" y="1281245"/>
                  <a:pt x="2905812" y="1282729"/>
                  <a:pt x="2908542" y="1283017"/>
                </a:cubicBezTo>
                <a:close/>
                <a:moveTo>
                  <a:pt x="1113383" y="247010"/>
                </a:moveTo>
                <a:cubicBezTo>
                  <a:pt x="1116236" y="248921"/>
                  <a:pt x="1120352" y="248296"/>
                  <a:pt x="1122802" y="243774"/>
                </a:cubicBezTo>
                <a:cubicBezTo>
                  <a:pt x="1119185" y="236538"/>
                  <a:pt x="1115273" y="239135"/>
                  <a:pt x="1111548" y="235024"/>
                </a:cubicBezTo>
                <a:cubicBezTo>
                  <a:pt x="1108943" y="240651"/>
                  <a:pt x="1110532" y="245099"/>
                  <a:pt x="1113383" y="247010"/>
                </a:cubicBezTo>
                <a:close/>
                <a:moveTo>
                  <a:pt x="3673378" y="1729455"/>
                </a:moveTo>
                <a:cubicBezTo>
                  <a:pt x="3675917" y="1717930"/>
                  <a:pt x="3677526" y="1723701"/>
                  <a:pt x="3681022" y="1722142"/>
                </a:cubicBezTo>
                <a:lnTo>
                  <a:pt x="3683058" y="1719776"/>
                </a:lnTo>
                <a:lnTo>
                  <a:pt x="3670108" y="1719734"/>
                </a:lnTo>
                <a:close/>
                <a:moveTo>
                  <a:pt x="3656733" y="1723062"/>
                </a:moveTo>
                <a:lnTo>
                  <a:pt x="3662431" y="1719709"/>
                </a:lnTo>
                <a:lnTo>
                  <a:pt x="3654931" y="1719685"/>
                </a:lnTo>
                <a:close/>
                <a:moveTo>
                  <a:pt x="1647478" y="564142"/>
                </a:moveTo>
                <a:cubicBezTo>
                  <a:pt x="1645247" y="563814"/>
                  <a:pt x="1643712" y="562689"/>
                  <a:pt x="1645583" y="557511"/>
                </a:cubicBezTo>
                <a:cubicBezTo>
                  <a:pt x="1648921" y="562041"/>
                  <a:pt x="1647514" y="551853"/>
                  <a:pt x="1650623" y="555284"/>
                </a:cubicBezTo>
                <a:cubicBezTo>
                  <a:pt x="1647253" y="566554"/>
                  <a:pt x="1657456" y="551759"/>
                  <a:pt x="1655754" y="547802"/>
                </a:cubicBezTo>
                <a:cubicBezTo>
                  <a:pt x="1656776" y="549626"/>
                  <a:pt x="1657827" y="551481"/>
                  <a:pt x="1658877" y="553275"/>
                </a:cubicBezTo>
                <a:cubicBezTo>
                  <a:pt x="1659728" y="555083"/>
                  <a:pt x="1660486" y="556938"/>
                  <a:pt x="1658723" y="558530"/>
                </a:cubicBezTo>
                <a:cubicBezTo>
                  <a:pt x="1655337" y="554850"/>
                  <a:pt x="1656820" y="562365"/>
                  <a:pt x="1653560" y="565998"/>
                </a:cubicBezTo>
                <a:cubicBezTo>
                  <a:pt x="1652640" y="564004"/>
                  <a:pt x="1649711" y="564471"/>
                  <a:pt x="1647478" y="564142"/>
                </a:cubicBezTo>
                <a:close/>
                <a:moveTo>
                  <a:pt x="1499242" y="479664"/>
                </a:moveTo>
                <a:cubicBezTo>
                  <a:pt x="1501133" y="480479"/>
                  <a:pt x="1503085" y="479385"/>
                  <a:pt x="1505118" y="475682"/>
                </a:cubicBezTo>
                <a:cubicBezTo>
                  <a:pt x="1501530" y="467829"/>
                  <a:pt x="1497790" y="464752"/>
                  <a:pt x="1493724" y="472189"/>
                </a:cubicBezTo>
                <a:cubicBezTo>
                  <a:pt x="1495518" y="476124"/>
                  <a:pt x="1497350" y="478848"/>
                  <a:pt x="1499242" y="479664"/>
                </a:cubicBezTo>
                <a:close/>
                <a:moveTo>
                  <a:pt x="1535558" y="501685"/>
                </a:moveTo>
                <a:cubicBezTo>
                  <a:pt x="1542685" y="501902"/>
                  <a:pt x="1550290" y="485376"/>
                  <a:pt x="1556922" y="500742"/>
                </a:cubicBezTo>
                <a:cubicBezTo>
                  <a:pt x="1555686" y="485500"/>
                  <a:pt x="1540088" y="480536"/>
                  <a:pt x="1532604" y="490942"/>
                </a:cubicBezTo>
                <a:cubicBezTo>
                  <a:pt x="1531059" y="500403"/>
                  <a:pt x="1538571" y="494512"/>
                  <a:pt x="1535558" y="501685"/>
                </a:cubicBezTo>
                <a:close/>
                <a:moveTo>
                  <a:pt x="1149624" y="279504"/>
                </a:moveTo>
                <a:cubicBezTo>
                  <a:pt x="1151812" y="279675"/>
                  <a:pt x="1154047" y="278256"/>
                  <a:pt x="1156319" y="275233"/>
                </a:cubicBezTo>
                <a:cubicBezTo>
                  <a:pt x="1149161" y="269436"/>
                  <a:pt x="1160693" y="265093"/>
                  <a:pt x="1153520" y="259279"/>
                </a:cubicBezTo>
                <a:cubicBezTo>
                  <a:pt x="1149206" y="258691"/>
                  <a:pt x="1143302" y="267318"/>
                  <a:pt x="1143210" y="274245"/>
                </a:cubicBezTo>
                <a:cubicBezTo>
                  <a:pt x="1145296" y="277576"/>
                  <a:pt x="1147437" y="279335"/>
                  <a:pt x="1149624" y="279504"/>
                </a:cubicBezTo>
                <a:close/>
                <a:moveTo>
                  <a:pt x="2871016" y="1273856"/>
                </a:moveTo>
                <a:cubicBezTo>
                  <a:pt x="2875307" y="1269187"/>
                  <a:pt x="2884099" y="1270084"/>
                  <a:pt x="2891446" y="1267746"/>
                </a:cubicBezTo>
                <a:lnTo>
                  <a:pt x="2892223" y="1267151"/>
                </a:lnTo>
                <a:lnTo>
                  <a:pt x="2869543" y="1268215"/>
                </a:lnTo>
                <a:close/>
                <a:moveTo>
                  <a:pt x="1234993" y="336531"/>
                </a:moveTo>
                <a:cubicBezTo>
                  <a:pt x="1240866" y="340829"/>
                  <a:pt x="1247019" y="336453"/>
                  <a:pt x="1253080" y="335294"/>
                </a:cubicBezTo>
                <a:cubicBezTo>
                  <a:pt x="1247159" y="332373"/>
                  <a:pt x="1241362" y="324334"/>
                  <a:pt x="1234993" y="336531"/>
                </a:cubicBezTo>
                <a:close/>
                <a:moveTo>
                  <a:pt x="1220306" y="332790"/>
                </a:moveTo>
                <a:cubicBezTo>
                  <a:pt x="1221557" y="326699"/>
                  <a:pt x="1217771" y="320313"/>
                  <a:pt x="1215961" y="314037"/>
                </a:cubicBezTo>
                <a:cubicBezTo>
                  <a:pt x="1213658" y="317361"/>
                  <a:pt x="1211385" y="320685"/>
                  <a:pt x="1209082" y="324024"/>
                </a:cubicBezTo>
                <a:cubicBezTo>
                  <a:pt x="1212591" y="334320"/>
                  <a:pt x="1216781" y="322432"/>
                  <a:pt x="1220306" y="332790"/>
                </a:cubicBezTo>
                <a:close/>
                <a:moveTo>
                  <a:pt x="1116102" y="274207"/>
                </a:moveTo>
                <a:cubicBezTo>
                  <a:pt x="1118558" y="274661"/>
                  <a:pt x="1121024" y="274862"/>
                  <a:pt x="1123405" y="277923"/>
                </a:cubicBezTo>
                <a:cubicBezTo>
                  <a:pt x="1125229" y="266375"/>
                  <a:pt x="1113124" y="259821"/>
                  <a:pt x="1108857" y="268973"/>
                </a:cubicBezTo>
                <a:cubicBezTo>
                  <a:pt x="1111200" y="273046"/>
                  <a:pt x="1113646" y="273753"/>
                  <a:pt x="1116102" y="274207"/>
                </a:cubicBezTo>
                <a:close/>
                <a:moveTo>
                  <a:pt x="1090940" y="264938"/>
                </a:moveTo>
                <a:cubicBezTo>
                  <a:pt x="1100819" y="266514"/>
                  <a:pt x="1105348" y="269467"/>
                  <a:pt x="1112506" y="258707"/>
                </a:cubicBezTo>
                <a:cubicBezTo>
                  <a:pt x="1104081" y="265510"/>
                  <a:pt x="1096366" y="248472"/>
                  <a:pt x="1087987" y="254194"/>
                </a:cubicBezTo>
                <a:cubicBezTo>
                  <a:pt x="1090322" y="257888"/>
                  <a:pt x="1092671" y="261537"/>
                  <a:pt x="1090940" y="264938"/>
                </a:cubicBezTo>
                <a:close/>
                <a:moveTo>
                  <a:pt x="1291711" y="389133"/>
                </a:moveTo>
                <a:cubicBezTo>
                  <a:pt x="1294708" y="389704"/>
                  <a:pt x="1297727" y="389526"/>
                  <a:pt x="1300679" y="391520"/>
                </a:cubicBezTo>
                <a:cubicBezTo>
                  <a:pt x="1301345" y="382848"/>
                  <a:pt x="1288219" y="372551"/>
                  <a:pt x="1282871" y="382260"/>
                </a:cubicBezTo>
                <a:cubicBezTo>
                  <a:pt x="1285738" y="387245"/>
                  <a:pt x="1288714" y="388564"/>
                  <a:pt x="1291711" y="389133"/>
                </a:cubicBezTo>
                <a:close/>
                <a:moveTo>
                  <a:pt x="1063075" y="258635"/>
                </a:moveTo>
                <a:cubicBezTo>
                  <a:pt x="1068031" y="262976"/>
                  <a:pt x="1078020" y="255472"/>
                  <a:pt x="1082809" y="261629"/>
                </a:cubicBezTo>
                <a:cubicBezTo>
                  <a:pt x="1086921" y="247345"/>
                  <a:pt x="1061614" y="254981"/>
                  <a:pt x="1075325" y="237434"/>
                </a:cubicBezTo>
                <a:cubicBezTo>
                  <a:pt x="1072342" y="228129"/>
                  <a:pt x="1068802" y="236848"/>
                  <a:pt x="1065663" y="231421"/>
                </a:cubicBezTo>
                <a:cubicBezTo>
                  <a:pt x="1065632" y="239321"/>
                  <a:pt x="1066762" y="247283"/>
                  <a:pt x="1063313" y="254858"/>
                </a:cubicBezTo>
                <a:cubicBezTo>
                  <a:pt x="1062263" y="253080"/>
                  <a:pt x="1061242" y="251209"/>
                  <a:pt x="1060175" y="249401"/>
                </a:cubicBezTo>
                <a:cubicBezTo>
                  <a:pt x="1060330" y="254425"/>
                  <a:pt x="1061423" y="257188"/>
                  <a:pt x="1063075" y="258635"/>
                </a:cubicBezTo>
                <a:close/>
                <a:moveTo>
                  <a:pt x="5278648" y="2699996"/>
                </a:moveTo>
                <a:cubicBezTo>
                  <a:pt x="5280732" y="2704075"/>
                  <a:pt x="5287678" y="2694460"/>
                  <a:pt x="5292779" y="2704420"/>
                </a:cubicBezTo>
                <a:cubicBezTo>
                  <a:pt x="5294665" y="2690475"/>
                  <a:pt x="5282206" y="2696597"/>
                  <a:pt x="5278432" y="2690119"/>
                </a:cubicBezTo>
                <a:cubicBezTo>
                  <a:pt x="5277798" y="2695754"/>
                  <a:pt x="5277952" y="2698636"/>
                  <a:pt x="5278648" y="2699996"/>
                </a:cubicBezTo>
                <a:close/>
                <a:moveTo>
                  <a:pt x="901467" y="174050"/>
                </a:moveTo>
                <a:cubicBezTo>
                  <a:pt x="907729" y="181178"/>
                  <a:pt x="912273" y="161884"/>
                  <a:pt x="914422" y="180281"/>
                </a:cubicBezTo>
                <a:cubicBezTo>
                  <a:pt x="925539" y="166104"/>
                  <a:pt x="900895" y="156952"/>
                  <a:pt x="901467" y="174050"/>
                </a:cubicBezTo>
                <a:close/>
                <a:moveTo>
                  <a:pt x="956256" y="209824"/>
                </a:moveTo>
                <a:cubicBezTo>
                  <a:pt x="961606" y="195509"/>
                  <a:pt x="965779" y="219811"/>
                  <a:pt x="971081" y="208341"/>
                </a:cubicBezTo>
                <a:cubicBezTo>
                  <a:pt x="961388" y="205311"/>
                  <a:pt x="960445" y="172984"/>
                  <a:pt x="948604" y="190856"/>
                </a:cubicBezTo>
                <a:cubicBezTo>
                  <a:pt x="957292" y="191257"/>
                  <a:pt x="951217" y="202141"/>
                  <a:pt x="956256" y="209824"/>
                </a:cubicBezTo>
                <a:close/>
                <a:moveTo>
                  <a:pt x="1053018" y="269884"/>
                </a:moveTo>
                <a:cubicBezTo>
                  <a:pt x="1055276" y="266545"/>
                  <a:pt x="1057578" y="263237"/>
                  <a:pt x="1059865" y="259866"/>
                </a:cubicBezTo>
                <a:cubicBezTo>
                  <a:pt x="1053992" y="246927"/>
                  <a:pt x="1053250" y="263083"/>
                  <a:pt x="1050035" y="259141"/>
                </a:cubicBezTo>
                <a:cubicBezTo>
                  <a:pt x="1048303" y="262526"/>
                  <a:pt x="1051426" y="266237"/>
                  <a:pt x="1053018" y="269884"/>
                </a:cubicBezTo>
                <a:close/>
                <a:moveTo>
                  <a:pt x="1507407" y="536023"/>
                </a:moveTo>
                <a:cubicBezTo>
                  <a:pt x="1506075" y="534857"/>
                  <a:pt x="1504753" y="533338"/>
                  <a:pt x="1503385" y="533299"/>
                </a:cubicBezTo>
                <a:cubicBezTo>
                  <a:pt x="1510883" y="528631"/>
                  <a:pt x="1499660" y="522526"/>
                  <a:pt x="1507142" y="517825"/>
                </a:cubicBezTo>
                <a:cubicBezTo>
                  <a:pt x="1511995" y="517996"/>
                  <a:pt x="1516928" y="529728"/>
                  <a:pt x="1511486" y="536623"/>
                </a:cubicBezTo>
                <a:cubicBezTo>
                  <a:pt x="1510080" y="538000"/>
                  <a:pt x="1508739" y="537188"/>
                  <a:pt x="1507407" y="536023"/>
                </a:cubicBezTo>
                <a:close/>
                <a:moveTo>
                  <a:pt x="878397" y="176184"/>
                </a:moveTo>
                <a:cubicBezTo>
                  <a:pt x="880633" y="174878"/>
                  <a:pt x="882940" y="171392"/>
                  <a:pt x="885266" y="167542"/>
                </a:cubicBezTo>
                <a:cubicBezTo>
                  <a:pt x="882652" y="162318"/>
                  <a:pt x="879840" y="164775"/>
                  <a:pt x="877288" y="159008"/>
                </a:cubicBezTo>
                <a:cubicBezTo>
                  <a:pt x="873037" y="163059"/>
                  <a:pt x="873795" y="167542"/>
                  <a:pt x="871955" y="171748"/>
                </a:cubicBezTo>
                <a:cubicBezTo>
                  <a:pt x="873996" y="176617"/>
                  <a:pt x="876160" y="177491"/>
                  <a:pt x="878397" y="176184"/>
                </a:cubicBezTo>
                <a:close/>
                <a:moveTo>
                  <a:pt x="1698609" y="650947"/>
                </a:moveTo>
                <a:cubicBezTo>
                  <a:pt x="1706045" y="643588"/>
                  <a:pt x="1703742" y="635535"/>
                  <a:pt x="1697681" y="627171"/>
                </a:cubicBezTo>
                <a:cubicBezTo>
                  <a:pt x="1693044" y="636400"/>
                  <a:pt x="1688993" y="624435"/>
                  <a:pt x="1684232" y="636662"/>
                </a:cubicBezTo>
                <a:cubicBezTo>
                  <a:pt x="1692303" y="634684"/>
                  <a:pt x="1693584" y="648520"/>
                  <a:pt x="1698609" y="650947"/>
                </a:cubicBezTo>
                <a:close/>
                <a:moveTo>
                  <a:pt x="1391799" y="474786"/>
                </a:moveTo>
                <a:cubicBezTo>
                  <a:pt x="1396700" y="482254"/>
                  <a:pt x="1412220" y="475527"/>
                  <a:pt x="1403672" y="462541"/>
                </a:cubicBezTo>
                <a:cubicBezTo>
                  <a:pt x="1399528" y="472189"/>
                  <a:pt x="1395896" y="465138"/>
                  <a:pt x="1391799" y="474786"/>
                </a:cubicBezTo>
                <a:close/>
                <a:moveTo>
                  <a:pt x="1157555" y="343658"/>
                </a:moveTo>
                <a:cubicBezTo>
                  <a:pt x="1166677" y="351851"/>
                  <a:pt x="1169800" y="344755"/>
                  <a:pt x="1172705" y="331722"/>
                </a:cubicBezTo>
                <a:cubicBezTo>
                  <a:pt x="1161775" y="328755"/>
                  <a:pt x="1168532" y="344940"/>
                  <a:pt x="1157555" y="343658"/>
                </a:cubicBezTo>
                <a:close/>
                <a:moveTo>
                  <a:pt x="1859822" y="752748"/>
                </a:moveTo>
                <a:cubicBezTo>
                  <a:pt x="1860008" y="741139"/>
                  <a:pt x="1866964" y="746534"/>
                  <a:pt x="1871835" y="735279"/>
                </a:cubicBezTo>
                <a:cubicBezTo>
                  <a:pt x="1864893" y="727643"/>
                  <a:pt x="1856544" y="734924"/>
                  <a:pt x="1853391" y="746983"/>
                </a:cubicBezTo>
                <a:cubicBezTo>
                  <a:pt x="1854411" y="749796"/>
                  <a:pt x="1855555" y="748620"/>
                  <a:pt x="1856683" y="747260"/>
                </a:cubicBezTo>
                <a:cubicBezTo>
                  <a:pt x="1857719" y="749085"/>
                  <a:pt x="1858771" y="750940"/>
                  <a:pt x="1859822" y="752748"/>
                </a:cubicBezTo>
                <a:close/>
                <a:moveTo>
                  <a:pt x="2773868" y="1282615"/>
                </a:moveTo>
                <a:cubicBezTo>
                  <a:pt x="2780355" y="1289674"/>
                  <a:pt x="2791477" y="1284905"/>
                  <a:pt x="2798573" y="1278772"/>
                </a:cubicBezTo>
                <a:cubicBezTo>
                  <a:pt x="2796185" y="1276105"/>
                  <a:pt x="2793688" y="1277048"/>
                  <a:pt x="2791223" y="1277058"/>
                </a:cubicBezTo>
                <a:lnTo>
                  <a:pt x="2784461" y="1270156"/>
                </a:lnTo>
                <a:lnTo>
                  <a:pt x="2776698" y="1269779"/>
                </a:lnTo>
                <a:lnTo>
                  <a:pt x="2775803" y="1270975"/>
                </a:lnTo>
                <a:cubicBezTo>
                  <a:pt x="2773575" y="1272403"/>
                  <a:pt x="2771395" y="1272349"/>
                  <a:pt x="2769246" y="1271228"/>
                </a:cubicBezTo>
                <a:cubicBezTo>
                  <a:pt x="2770058" y="1276596"/>
                  <a:pt x="2771705" y="1280263"/>
                  <a:pt x="2773868" y="1282615"/>
                </a:cubicBezTo>
                <a:close/>
                <a:moveTo>
                  <a:pt x="1000688" y="260563"/>
                </a:moveTo>
                <a:cubicBezTo>
                  <a:pt x="1004289" y="250652"/>
                  <a:pt x="1010828" y="242521"/>
                  <a:pt x="1010688" y="256049"/>
                </a:cubicBezTo>
                <a:cubicBezTo>
                  <a:pt x="1014399" y="255012"/>
                  <a:pt x="1019223" y="248335"/>
                  <a:pt x="1019454" y="238331"/>
                </a:cubicBezTo>
                <a:cubicBezTo>
                  <a:pt x="1012204" y="227819"/>
                  <a:pt x="995260" y="245257"/>
                  <a:pt x="1000688" y="260563"/>
                </a:cubicBezTo>
                <a:close/>
                <a:moveTo>
                  <a:pt x="2506540" y="1132692"/>
                </a:moveTo>
                <a:lnTo>
                  <a:pt x="2510514" y="1130206"/>
                </a:lnTo>
                <a:lnTo>
                  <a:pt x="2501664" y="1128655"/>
                </a:lnTo>
                <a:close/>
                <a:moveTo>
                  <a:pt x="2515138" y="1139810"/>
                </a:moveTo>
                <a:lnTo>
                  <a:pt x="2516383" y="1138530"/>
                </a:lnTo>
                <a:lnTo>
                  <a:pt x="2515679" y="1128164"/>
                </a:lnTo>
                <a:lnTo>
                  <a:pt x="2510894" y="1136296"/>
                </a:lnTo>
                <a:close/>
                <a:moveTo>
                  <a:pt x="5231714" y="2712798"/>
                </a:moveTo>
                <a:cubicBezTo>
                  <a:pt x="5238346" y="2711237"/>
                  <a:pt x="5244962" y="2710078"/>
                  <a:pt x="5251873" y="2698561"/>
                </a:cubicBezTo>
                <a:cubicBezTo>
                  <a:pt x="5247792" y="2688759"/>
                  <a:pt x="5243339" y="2691403"/>
                  <a:pt x="5239073" y="2687058"/>
                </a:cubicBezTo>
                <a:cubicBezTo>
                  <a:pt x="5234945" y="2701560"/>
                  <a:pt x="5236460" y="2699349"/>
                  <a:pt x="5227044" y="2704574"/>
                </a:cubicBezTo>
                <a:cubicBezTo>
                  <a:pt x="5228591" y="2707327"/>
                  <a:pt x="5230152" y="2710062"/>
                  <a:pt x="5231714" y="2712798"/>
                </a:cubicBezTo>
                <a:close/>
                <a:moveTo>
                  <a:pt x="5196125" y="2694247"/>
                </a:moveTo>
                <a:cubicBezTo>
                  <a:pt x="5192816" y="2689625"/>
                  <a:pt x="5194640" y="2685403"/>
                  <a:pt x="5191626" y="2680781"/>
                </a:cubicBezTo>
                <a:cubicBezTo>
                  <a:pt x="5195057" y="2676530"/>
                  <a:pt x="5198412" y="2674273"/>
                  <a:pt x="5201643" y="2676298"/>
                </a:cubicBezTo>
                <a:cubicBezTo>
                  <a:pt x="5200963" y="2682406"/>
                  <a:pt x="5196820" y="2688171"/>
                  <a:pt x="5196125" y="2694247"/>
                </a:cubicBezTo>
                <a:close/>
                <a:moveTo>
                  <a:pt x="1130995" y="352067"/>
                </a:moveTo>
                <a:cubicBezTo>
                  <a:pt x="1137952" y="359674"/>
                  <a:pt x="1146640" y="342251"/>
                  <a:pt x="1148790" y="361312"/>
                </a:cubicBezTo>
                <a:cubicBezTo>
                  <a:pt x="1154015" y="341493"/>
                  <a:pt x="1135881" y="328770"/>
                  <a:pt x="1130995" y="352067"/>
                </a:cubicBezTo>
                <a:close/>
                <a:moveTo>
                  <a:pt x="3519646" y="1732473"/>
                </a:moveTo>
                <a:cubicBezTo>
                  <a:pt x="3521538" y="1733293"/>
                  <a:pt x="3523489" y="1732199"/>
                  <a:pt x="3525522" y="1728497"/>
                </a:cubicBezTo>
                <a:cubicBezTo>
                  <a:pt x="3521936" y="1720629"/>
                  <a:pt x="3518195" y="1717582"/>
                  <a:pt x="3514129" y="1724972"/>
                </a:cubicBezTo>
                <a:cubicBezTo>
                  <a:pt x="3515922" y="1728922"/>
                  <a:pt x="3517754" y="1731654"/>
                  <a:pt x="3519646" y="1732473"/>
                </a:cubicBezTo>
                <a:close/>
                <a:moveTo>
                  <a:pt x="770817" y="148156"/>
                </a:moveTo>
                <a:cubicBezTo>
                  <a:pt x="778361" y="134443"/>
                  <a:pt x="785426" y="136468"/>
                  <a:pt x="792661" y="131490"/>
                </a:cubicBezTo>
                <a:cubicBezTo>
                  <a:pt x="783308" y="144678"/>
                  <a:pt x="775687" y="151604"/>
                  <a:pt x="770817" y="148156"/>
                </a:cubicBezTo>
                <a:close/>
                <a:moveTo>
                  <a:pt x="1113063" y="348063"/>
                </a:moveTo>
                <a:cubicBezTo>
                  <a:pt x="1115938" y="343904"/>
                  <a:pt x="1118782" y="339761"/>
                  <a:pt x="1121642" y="335619"/>
                </a:cubicBezTo>
                <a:cubicBezTo>
                  <a:pt x="1117932" y="330966"/>
                  <a:pt x="1117129" y="326528"/>
                  <a:pt x="1120391" y="322370"/>
                </a:cubicBezTo>
                <a:cubicBezTo>
                  <a:pt x="1113202" y="325431"/>
                  <a:pt x="1105843" y="332774"/>
                  <a:pt x="1098700" y="333826"/>
                </a:cubicBezTo>
                <a:cubicBezTo>
                  <a:pt x="1103509" y="338294"/>
                  <a:pt x="1108194" y="345620"/>
                  <a:pt x="1113063" y="348063"/>
                </a:cubicBezTo>
                <a:close/>
                <a:moveTo>
                  <a:pt x="1590918" y="626815"/>
                </a:moveTo>
                <a:cubicBezTo>
                  <a:pt x="1603641" y="630896"/>
                  <a:pt x="1610274" y="631995"/>
                  <a:pt x="1625254" y="632102"/>
                </a:cubicBezTo>
                <a:cubicBezTo>
                  <a:pt x="1614062" y="622177"/>
                  <a:pt x="1602651" y="618791"/>
                  <a:pt x="1590918" y="626815"/>
                </a:cubicBezTo>
                <a:close/>
                <a:moveTo>
                  <a:pt x="749422" y="149129"/>
                </a:moveTo>
                <a:cubicBezTo>
                  <a:pt x="754106" y="138292"/>
                  <a:pt x="759579" y="143735"/>
                  <a:pt x="759733" y="134149"/>
                </a:cubicBezTo>
                <a:cubicBezTo>
                  <a:pt x="761742" y="139868"/>
                  <a:pt x="766289" y="137504"/>
                  <a:pt x="764418" y="142404"/>
                </a:cubicBezTo>
                <a:cubicBezTo>
                  <a:pt x="759657" y="145883"/>
                  <a:pt x="759842" y="155190"/>
                  <a:pt x="749422" y="149129"/>
                </a:cubicBezTo>
                <a:close/>
                <a:moveTo>
                  <a:pt x="5085417" y="2658153"/>
                </a:moveTo>
                <a:cubicBezTo>
                  <a:pt x="5084310" y="2656962"/>
                  <a:pt x="5083746" y="2654925"/>
                  <a:pt x="5084090" y="2651408"/>
                </a:cubicBezTo>
                <a:cubicBezTo>
                  <a:pt x="5088464" y="2650944"/>
                  <a:pt x="5092577" y="2659926"/>
                  <a:pt x="5097199" y="2652444"/>
                </a:cubicBezTo>
                <a:cubicBezTo>
                  <a:pt x="5098251" y="2654299"/>
                  <a:pt x="5099270" y="2656107"/>
                  <a:pt x="5100291" y="2657917"/>
                </a:cubicBezTo>
                <a:cubicBezTo>
                  <a:pt x="5101157" y="2659741"/>
                  <a:pt x="5101898" y="2661535"/>
                  <a:pt x="5100137" y="2663141"/>
                </a:cubicBezTo>
                <a:cubicBezTo>
                  <a:pt x="5096937" y="2657681"/>
                  <a:pt x="5088736" y="2661725"/>
                  <a:pt x="5085417" y="2658153"/>
                </a:cubicBezTo>
                <a:close/>
                <a:moveTo>
                  <a:pt x="1277978" y="462424"/>
                </a:moveTo>
                <a:cubicBezTo>
                  <a:pt x="1281541" y="462170"/>
                  <a:pt x="1285167" y="460030"/>
                  <a:pt x="1288776" y="458878"/>
                </a:cubicBezTo>
                <a:cubicBezTo>
                  <a:pt x="1288698" y="454534"/>
                  <a:pt x="1287091" y="449989"/>
                  <a:pt x="1284246" y="445428"/>
                </a:cubicBezTo>
                <a:cubicBezTo>
                  <a:pt x="1278372" y="457888"/>
                  <a:pt x="1273364" y="442986"/>
                  <a:pt x="1267550" y="454642"/>
                </a:cubicBezTo>
                <a:cubicBezTo>
                  <a:pt x="1270912" y="461042"/>
                  <a:pt x="1274414" y="462676"/>
                  <a:pt x="1277978" y="462424"/>
                </a:cubicBezTo>
                <a:close/>
                <a:moveTo>
                  <a:pt x="5159579" y="2707202"/>
                </a:moveTo>
                <a:cubicBezTo>
                  <a:pt x="5164959" y="2691186"/>
                  <a:pt x="5152932" y="2700122"/>
                  <a:pt x="5148680" y="2687970"/>
                </a:cubicBezTo>
                <a:cubicBezTo>
                  <a:pt x="5145835" y="2699658"/>
                  <a:pt x="5156951" y="2697912"/>
                  <a:pt x="5159579" y="2707202"/>
                </a:cubicBezTo>
                <a:close/>
                <a:moveTo>
                  <a:pt x="1155963" y="396034"/>
                </a:moveTo>
                <a:cubicBezTo>
                  <a:pt x="1160740" y="391134"/>
                  <a:pt x="1156859" y="385630"/>
                  <a:pt x="1163012" y="380823"/>
                </a:cubicBezTo>
                <a:cubicBezTo>
                  <a:pt x="1166290" y="384578"/>
                  <a:pt x="1164621" y="387950"/>
                  <a:pt x="1162688" y="391288"/>
                </a:cubicBezTo>
                <a:cubicBezTo>
                  <a:pt x="1166352" y="396931"/>
                  <a:pt x="1170371" y="390902"/>
                  <a:pt x="1174375" y="384362"/>
                </a:cubicBezTo>
                <a:cubicBezTo>
                  <a:pt x="1170248" y="379648"/>
                  <a:pt x="1173880" y="375582"/>
                  <a:pt x="1176446" y="371376"/>
                </a:cubicBezTo>
                <a:cubicBezTo>
                  <a:pt x="1174330" y="367697"/>
                  <a:pt x="1172242" y="364034"/>
                  <a:pt x="1170170" y="360369"/>
                </a:cubicBezTo>
                <a:cubicBezTo>
                  <a:pt x="1167109" y="366259"/>
                  <a:pt x="1171021" y="372691"/>
                  <a:pt x="1167975" y="378626"/>
                </a:cubicBezTo>
                <a:cubicBezTo>
                  <a:pt x="1163183" y="384362"/>
                  <a:pt x="1167682" y="370464"/>
                  <a:pt x="1161744" y="367620"/>
                </a:cubicBezTo>
                <a:cubicBezTo>
                  <a:pt x="1159859" y="377082"/>
                  <a:pt x="1148682" y="385878"/>
                  <a:pt x="1155963" y="396034"/>
                </a:cubicBezTo>
                <a:close/>
                <a:moveTo>
                  <a:pt x="1004103" y="310744"/>
                </a:moveTo>
                <a:cubicBezTo>
                  <a:pt x="1007242" y="298594"/>
                  <a:pt x="1009685" y="301067"/>
                  <a:pt x="1016130" y="293305"/>
                </a:cubicBezTo>
                <a:cubicBezTo>
                  <a:pt x="1022624" y="307034"/>
                  <a:pt x="1011663" y="314269"/>
                  <a:pt x="1004103" y="310744"/>
                </a:cubicBezTo>
                <a:close/>
                <a:moveTo>
                  <a:pt x="1302319" y="499352"/>
                </a:moveTo>
                <a:cubicBezTo>
                  <a:pt x="1304344" y="485950"/>
                  <a:pt x="1316958" y="497450"/>
                  <a:pt x="1323869" y="493122"/>
                </a:cubicBezTo>
                <a:cubicBezTo>
                  <a:pt x="1316417" y="504283"/>
                  <a:pt x="1309367" y="502196"/>
                  <a:pt x="1302319" y="499352"/>
                </a:cubicBezTo>
                <a:close/>
                <a:moveTo>
                  <a:pt x="5026626" y="2649586"/>
                </a:moveTo>
                <a:cubicBezTo>
                  <a:pt x="5032021" y="2638083"/>
                  <a:pt x="5045254" y="2645381"/>
                  <a:pt x="5044576" y="2653589"/>
                </a:cubicBezTo>
                <a:cubicBezTo>
                  <a:pt x="5038669" y="2650435"/>
                  <a:pt x="5032485" y="2656031"/>
                  <a:pt x="5026626" y="2649586"/>
                </a:cubicBezTo>
                <a:close/>
                <a:moveTo>
                  <a:pt x="2386142" y="1125946"/>
                </a:moveTo>
                <a:lnTo>
                  <a:pt x="2388350" y="1126085"/>
                </a:lnTo>
                <a:lnTo>
                  <a:pt x="2387657" y="1123466"/>
                </a:lnTo>
                <a:close/>
                <a:moveTo>
                  <a:pt x="866313" y="249657"/>
                </a:moveTo>
                <a:cubicBezTo>
                  <a:pt x="863049" y="248806"/>
                  <a:pt x="859856" y="245490"/>
                  <a:pt x="856772" y="238873"/>
                </a:cubicBezTo>
                <a:cubicBezTo>
                  <a:pt x="863653" y="229676"/>
                  <a:pt x="869635" y="248087"/>
                  <a:pt x="876281" y="245644"/>
                </a:cubicBezTo>
                <a:cubicBezTo>
                  <a:pt x="872912" y="248891"/>
                  <a:pt x="869577" y="250507"/>
                  <a:pt x="866313" y="249657"/>
                </a:cubicBezTo>
                <a:close/>
                <a:moveTo>
                  <a:pt x="1476626" y="602142"/>
                </a:moveTo>
                <a:cubicBezTo>
                  <a:pt x="1474584" y="598540"/>
                  <a:pt x="1472482" y="594844"/>
                  <a:pt x="1470426" y="591181"/>
                </a:cubicBezTo>
                <a:cubicBezTo>
                  <a:pt x="1473115" y="581998"/>
                  <a:pt x="1483273" y="589402"/>
                  <a:pt x="1480058" y="597209"/>
                </a:cubicBezTo>
                <a:cubicBezTo>
                  <a:pt x="1477832" y="594396"/>
                  <a:pt x="1477228" y="598261"/>
                  <a:pt x="1476626" y="602142"/>
                </a:cubicBezTo>
                <a:close/>
                <a:moveTo>
                  <a:pt x="1504852" y="620228"/>
                </a:moveTo>
                <a:cubicBezTo>
                  <a:pt x="1508976" y="619747"/>
                  <a:pt x="1513342" y="611343"/>
                  <a:pt x="1517239" y="618498"/>
                </a:cubicBezTo>
                <a:cubicBezTo>
                  <a:pt x="1518582" y="605125"/>
                  <a:pt x="1505596" y="608619"/>
                  <a:pt x="1500836" y="617199"/>
                </a:cubicBezTo>
                <a:cubicBezTo>
                  <a:pt x="1502130" y="619669"/>
                  <a:pt x="1503478" y="620389"/>
                  <a:pt x="1504852" y="620228"/>
                </a:cubicBezTo>
                <a:close/>
                <a:moveTo>
                  <a:pt x="924346" y="286131"/>
                </a:moveTo>
                <a:cubicBezTo>
                  <a:pt x="921857" y="271723"/>
                  <a:pt x="919444" y="278464"/>
                  <a:pt x="913277" y="272140"/>
                </a:cubicBezTo>
                <a:cubicBezTo>
                  <a:pt x="920264" y="258614"/>
                  <a:pt x="926650" y="264194"/>
                  <a:pt x="933096" y="268430"/>
                </a:cubicBezTo>
                <a:cubicBezTo>
                  <a:pt x="929526" y="277722"/>
                  <a:pt x="926464" y="271027"/>
                  <a:pt x="922956" y="278154"/>
                </a:cubicBezTo>
                <a:cubicBezTo>
                  <a:pt x="923774" y="280860"/>
                  <a:pt x="925970" y="283658"/>
                  <a:pt x="924346" y="286131"/>
                </a:cubicBezTo>
                <a:close/>
                <a:moveTo>
                  <a:pt x="1074491" y="373990"/>
                </a:moveTo>
                <a:cubicBezTo>
                  <a:pt x="1081077" y="365718"/>
                  <a:pt x="1079902" y="356891"/>
                  <a:pt x="1085112" y="348543"/>
                </a:cubicBezTo>
                <a:cubicBezTo>
                  <a:pt x="1082206" y="336531"/>
                  <a:pt x="1078355" y="354479"/>
                  <a:pt x="1075450" y="342514"/>
                </a:cubicBezTo>
                <a:cubicBezTo>
                  <a:pt x="1071013" y="347399"/>
                  <a:pt x="1078047" y="353242"/>
                  <a:pt x="1074955" y="358251"/>
                </a:cubicBezTo>
                <a:cubicBezTo>
                  <a:pt x="1073254" y="360724"/>
                  <a:pt x="1071508" y="363229"/>
                  <a:pt x="1069792" y="365735"/>
                </a:cubicBezTo>
                <a:cubicBezTo>
                  <a:pt x="1071354" y="368471"/>
                  <a:pt x="1072915" y="371191"/>
                  <a:pt x="1074491" y="373990"/>
                </a:cubicBezTo>
                <a:close/>
                <a:moveTo>
                  <a:pt x="1194704" y="446114"/>
                </a:moveTo>
                <a:cubicBezTo>
                  <a:pt x="1198244" y="446788"/>
                  <a:pt x="1201871" y="444485"/>
                  <a:pt x="1205573" y="439322"/>
                </a:cubicBezTo>
                <a:cubicBezTo>
                  <a:pt x="1198677" y="431345"/>
                  <a:pt x="1191690" y="427635"/>
                  <a:pt x="1184347" y="435039"/>
                </a:cubicBezTo>
                <a:cubicBezTo>
                  <a:pt x="1187709" y="441787"/>
                  <a:pt x="1191164" y="445439"/>
                  <a:pt x="1194704" y="446114"/>
                </a:cubicBezTo>
                <a:close/>
                <a:moveTo>
                  <a:pt x="1048241" y="371964"/>
                </a:moveTo>
                <a:cubicBezTo>
                  <a:pt x="1052847" y="383265"/>
                  <a:pt x="1058105" y="372923"/>
                  <a:pt x="1063237" y="365271"/>
                </a:cubicBezTo>
                <a:cubicBezTo>
                  <a:pt x="1058628" y="355066"/>
                  <a:pt x="1053188" y="371438"/>
                  <a:pt x="1048241" y="371964"/>
                </a:cubicBezTo>
                <a:close/>
                <a:moveTo>
                  <a:pt x="2290631" y="1093898"/>
                </a:moveTo>
                <a:lnTo>
                  <a:pt x="2292732" y="1092476"/>
                </a:lnTo>
                <a:lnTo>
                  <a:pt x="2289444" y="1092290"/>
                </a:lnTo>
                <a:close/>
                <a:moveTo>
                  <a:pt x="2326949" y="1115920"/>
                </a:moveTo>
                <a:cubicBezTo>
                  <a:pt x="2334075" y="1116137"/>
                  <a:pt x="2341681" y="1099611"/>
                  <a:pt x="2348312" y="1114977"/>
                </a:cubicBezTo>
                <a:cubicBezTo>
                  <a:pt x="2347076" y="1099735"/>
                  <a:pt x="2331478" y="1094771"/>
                  <a:pt x="2323994" y="1105177"/>
                </a:cubicBezTo>
                <a:cubicBezTo>
                  <a:pt x="2322449" y="1114638"/>
                  <a:pt x="2329963" y="1108748"/>
                  <a:pt x="2326949" y="1115920"/>
                </a:cubicBezTo>
                <a:close/>
                <a:moveTo>
                  <a:pt x="2335471" y="1122748"/>
                </a:moveTo>
                <a:lnTo>
                  <a:pt x="2339748" y="1123018"/>
                </a:lnTo>
                <a:lnTo>
                  <a:pt x="2338480" y="1119630"/>
                </a:lnTo>
                <a:close/>
                <a:moveTo>
                  <a:pt x="1002650" y="357895"/>
                </a:moveTo>
                <a:cubicBezTo>
                  <a:pt x="1004954" y="354573"/>
                  <a:pt x="1007257" y="351186"/>
                  <a:pt x="1009546" y="347925"/>
                </a:cubicBezTo>
                <a:cubicBezTo>
                  <a:pt x="1005773" y="346085"/>
                  <a:pt x="1002140" y="339282"/>
                  <a:pt x="997997" y="349688"/>
                </a:cubicBezTo>
                <a:cubicBezTo>
                  <a:pt x="999558" y="352439"/>
                  <a:pt x="1001119" y="355175"/>
                  <a:pt x="1002650" y="357895"/>
                </a:cubicBezTo>
                <a:close/>
                <a:moveTo>
                  <a:pt x="1641278" y="729912"/>
                </a:moveTo>
                <a:cubicBezTo>
                  <a:pt x="1645593" y="730884"/>
                  <a:pt x="1649610" y="721466"/>
                  <a:pt x="1644114" y="714996"/>
                </a:cubicBezTo>
                <a:cubicBezTo>
                  <a:pt x="1638070" y="715352"/>
                  <a:pt x="1642027" y="718398"/>
                  <a:pt x="1637205" y="724983"/>
                </a:cubicBezTo>
                <a:cubicBezTo>
                  <a:pt x="1638368" y="728109"/>
                  <a:pt x="1639839" y="729588"/>
                  <a:pt x="1641278" y="729912"/>
                </a:cubicBezTo>
                <a:close/>
                <a:moveTo>
                  <a:pt x="906914" y="317617"/>
                </a:moveTo>
                <a:cubicBezTo>
                  <a:pt x="908604" y="320860"/>
                  <a:pt x="915033" y="316283"/>
                  <a:pt x="916679" y="322323"/>
                </a:cubicBezTo>
                <a:cubicBezTo>
                  <a:pt x="921873" y="307297"/>
                  <a:pt x="911547" y="313990"/>
                  <a:pt x="907156" y="311085"/>
                </a:cubicBezTo>
                <a:cubicBezTo>
                  <a:pt x="906313" y="314586"/>
                  <a:pt x="906350" y="316536"/>
                  <a:pt x="906914" y="317617"/>
                </a:cubicBezTo>
                <a:close/>
                <a:moveTo>
                  <a:pt x="1158731" y="467166"/>
                </a:moveTo>
                <a:cubicBezTo>
                  <a:pt x="1154324" y="459915"/>
                  <a:pt x="1158467" y="457518"/>
                  <a:pt x="1152499" y="456205"/>
                </a:cubicBezTo>
                <a:cubicBezTo>
                  <a:pt x="1155328" y="452927"/>
                  <a:pt x="1158281" y="446017"/>
                  <a:pt x="1160924" y="449000"/>
                </a:cubicBezTo>
                <a:cubicBezTo>
                  <a:pt x="1160167" y="455030"/>
                  <a:pt x="1161745" y="461276"/>
                  <a:pt x="1158731" y="467166"/>
                </a:cubicBezTo>
                <a:close/>
                <a:moveTo>
                  <a:pt x="927780" y="336314"/>
                </a:moveTo>
                <a:cubicBezTo>
                  <a:pt x="935340" y="325725"/>
                  <a:pt x="932898" y="335278"/>
                  <a:pt x="940873" y="337334"/>
                </a:cubicBezTo>
                <a:cubicBezTo>
                  <a:pt x="943007" y="333114"/>
                  <a:pt x="936823" y="328291"/>
                  <a:pt x="939622" y="324102"/>
                </a:cubicBezTo>
                <a:cubicBezTo>
                  <a:pt x="933422" y="318984"/>
                  <a:pt x="930872" y="330563"/>
                  <a:pt x="928398" y="315352"/>
                </a:cubicBezTo>
                <a:cubicBezTo>
                  <a:pt x="924131" y="319371"/>
                  <a:pt x="924920" y="323822"/>
                  <a:pt x="923065" y="328044"/>
                </a:cubicBezTo>
                <a:cubicBezTo>
                  <a:pt x="924641" y="330795"/>
                  <a:pt x="926218" y="333532"/>
                  <a:pt x="927780" y="336314"/>
                </a:cubicBezTo>
                <a:close/>
                <a:moveTo>
                  <a:pt x="1512197" y="675836"/>
                </a:moveTo>
                <a:cubicBezTo>
                  <a:pt x="1517485" y="681821"/>
                  <a:pt x="1523034" y="679795"/>
                  <a:pt x="1528740" y="671880"/>
                </a:cubicBezTo>
                <a:cubicBezTo>
                  <a:pt x="1526065" y="669638"/>
                  <a:pt x="1523344" y="669422"/>
                  <a:pt x="1520454" y="673905"/>
                </a:cubicBezTo>
                <a:cubicBezTo>
                  <a:pt x="1518830" y="672003"/>
                  <a:pt x="1519665" y="670302"/>
                  <a:pt x="1520624" y="668648"/>
                </a:cubicBezTo>
                <a:cubicBezTo>
                  <a:pt x="1517980" y="665696"/>
                  <a:pt x="1515042" y="672576"/>
                  <a:pt x="1512197" y="675836"/>
                </a:cubicBezTo>
                <a:close/>
                <a:moveTo>
                  <a:pt x="2300204" y="1130968"/>
                </a:moveTo>
                <a:cubicBezTo>
                  <a:pt x="2302322" y="1127597"/>
                  <a:pt x="2300574" y="1124010"/>
                  <a:pt x="2303789" y="1120749"/>
                </a:cubicBezTo>
                <a:lnTo>
                  <a:pt x="2320337" y="1121793"/>
                </a:lnTo>
                <a:lnTo>
                  <a:pt x="2320502" y="1115612"/>
                </a:lnTo>
                <a:cubicBezTo>
                  <a:pt x="2311141" y="1109752"/>
                  <a:pt x="2303318" y="1111449"/>
                  <a:pt x="2295755" y="1114939"/>
                </a:cubicBezTo>
                <a:lnTo>
                  <a:pt x="2287724" y="1118432"/>
                </a:lnTo>
                <a:lnTo>
                  <a:pt x="2294079" y="1124286"/>
                </a:lnTo>
                <a:cubicBezTo>
                  <a:pt x="2296098" y="1125726"/>
                  <a:pt x="2297769" y="1127017"/>
                  <a:pt x="2300204" y="1130968"/>
                </a:cubicBezTo>
                <a:close/>
                <a:moveTo>
                  <a:pt x="950150" y="355902"/>
                </a:moveTo>
                <a:cubicBezTo>
                  <a:pt x="952917" y="354905"/>
                  <a:pt x="955731" y="352346"/>
                  <a:pt x="958482" y="351851"/>
                </a:cubicBezTo>
                <a:cubicBezTo>
                  <a:pt x="953319" y="341973"/>
                  <a:pt x="947969" y="338045"/>
                  <a:pt x="942095" y="350583"/>
                </a:cubicBezTo>
                <a:cubicBezTo>
                  <a:pt x="944661" y="356335"/>
                  <a:pt x="947383" y="356899"/>
                  <a:pt x="950150" y="355902"/>
                </a:cubicBezTo>
                <a:close/>
                <a:moveTo>
                  <a:pt x="1103322" y="452402"/>
                </a:moveTo>
                <a:cubicBezTo>
                  <a:pt x="1105657" y="442755"/>
                  <a:pt x="1119276" y="444949"/>
                  <a:pt x="1126728" y="438457"/>
                </a:cubicBezTo>
                <a:cubicBezTo>
                  <a:pt x="1122909" y="446697"/>
                  <a:pt x="1123698" y="446867"/>
                  <a:pt x="1119539" y="458879"/>
                </a:cubicBezTo>
                <a:cubicBezTo>
                  <a:pt x="1110449" y="458600"/>
                  <a:pt x="1111949" y="445846"/>
                  <a:pt x="1103322" y="452402"/>
                </a:cubicBezTo>
                <a:close/>
                <a:moveTo>
                  <a:pt x="1509955" y="695538"/>
                </a:moveTo>
                <a:cubicBezTo>
                  <a:pt x="1511603" y="695193"/>
                  <a:pt x="1513265" y="694358"/>
                  <a:pt x="1514827" y="697079"/>
                </a:cubicBezTo>
                <a:cubicBezTo>
                  <a:pt x="1518489" y="687432"/>
                  <a:pt x="1514424" y="690153"/>
                  <a:pt x="1510311" y="683553"/>
                </a:cubicBezTo>
                <a:cubicBezTo>
                  <a:pt x="1508581" y="686087"/>
                  <a:pt x="1506880" y="688576"/>
                  <a:pt x="1505164" y="691066"/>
                </a:cubicBezTo>
                <a:cubicBezTo>
                  <a:pt x="1506671" y="695741"/>
                  <a:pt x="1508307" y="695885"/>
                  <a:pt x="1509955" y="695538"/>
                </a:cubicBezTo>
                <a:close/>
                <a:moveTo>
                  <a:pt x="4652555" y="2513808"/>
                </a:moveTo>
                <a:cubicBezTo>
                  <a:pt x="4656629" y="2514816"/>
                  <a:pt x="4660987" y="2506956"/>
                  <a:pt x="4664986" y="2510365"/>
                </a:cubicBezTo>
                <a:cubicBezTo>
                  <a:pt x="4666316" y="2497950"/>
                  <a:pt x="4653206" y="2505232"/>
                  <a:pt x="4648598" y="2509096"/>
                </a:cubicBezTo>
                <a:cubicBezTo>
                  <a:pt x="4649870" y="2512149"/>
                  <a:pt x="4651197" y="2513471"/>
                  <a:pt x="4652555" y="2513808"/>
                </a:cubicBezTo>
                <a:close/>
                <a:moveTo>
                  <a:pt x="1482361" y="684046"/>
                </a:moveTo>
                <a:cubicBezTo>
                  <a:pt x="1488855" y="690339"/>
                  <a:pt x="1494451" y="687880"/>
                  <a:pt x="1497356" y="677336"/>
                </a:cubicBezTo>
                <a:cubicBezTo>
                  <a:pt x="1492408" y="679037"/>
                  <a:pt x="1487462" y="679224"/>
                  <a:pt x="1482361" y="684046"/>
                </a:cubicBezTo>
                <a:close/>
                <a:moveTo>
                  <a:pt x="2183190" y="1089021"/>
                </a:moveTo>
                <a:cubicBezTo>
                  <a:pt x="2185640" y="1092755"/>
                  <a:pt x="2190745" y="1092940"/>
                  <a:pt x="2194170" y="1090569"/>
                </a:cubicBezTo>
                <a:lnTo>
                  <a:pt x="2194406" y="1086914"/>
                </a:lnTo>
                <a:lnTo>
                  <a:pt x="2185702" y="1086422"/>
                </a:lnTo>
                <a:close/>
                <a:moveTo>
                  <a:pt x="2651213" y="1366983"/>
                </a:moveTo>
                <a:cubicBezTo>
                  <a:pt x="2651398" y="1355374"/>
                  <a:pt x="2658354" y="1360769"/>
                  <a:pt x="2663225" y="1349515"/>
                </a:cubicBezTo>
                <a:cubicBezTo>
                  <a:pt x="2656284" y="1341878"/>
                  <a:pt x="2647935" y="1349159"/>
                  <a:pt x="2644781" y="1361218"/>
                </a:cubicBezTo>
                <a:cubicBezTo>
                  <a:pt x="2645802" y="1364031"/>
                  <a:pt x="2646946" y="1362856"/>
                  <a:pt x="2648074" y="1361496"/>
                </a:cubicBezTo>
                <a:cubicBezTo>
                  <a:pt x="2649110" y="1363320"/>
                  <a:pt x="2650161" y="1365175"/>
                  <a:pt x="2651213" y="1366983"/>
                </a:cubicBezTo>
                <a:close/>
                <a:moveTo>
                  <a:pt x="2214384" y="1115703"/>
                </a:moveTo>
                <a:lnTo>
                  <a:pt x="2227103" y="1116719"/>
                </a:lnTo>
                <a:cubicBezTo>
                  <a:pt x="2237658" y="1118376"/>
                  <a:pt x="2248035" y="1120295"/>
                  <a:pt x="2257929" y="1120840"/>
                </a:cubicBezTo>
                <a:lnTo>
                  <a:pt x="2273591" y="1118525"/>
                </a:lnTo>
                <a:lnTo>
                  <a:pt x="2276673" y="1099069"/>
                </a:lnTo>
                <a:cubicBezTo>
                  <a:pt x="2270551" y="1101559"/>
                  <a:pt x="2264738" y="1094385"/>
                  <a:pt x="2258370" y="1105547"/>
                </a:cubicBezTo>
                <a:cubicBezTo>
                  <a:pt x="2262791" y="1112520"/>
                  <a:pt x="2274988" y="1097987"/>
                  <a:pt x="2269608" y="1114297"/>
                </a:cubicBezTo>
                <a:cubicBezTo>
                  <a:pt x="2262203" y="1117775"/>
                  <a:pt x="2255494" y="1108331"/>
                  <a:pt x="2247177" y="1096781"/>
                </a:cubicBezTo>
                <a:cubicBezTo>
                  <a:pt x="2237127" y="1108871"/>
                  <a:pt x="2252586" y="1106691"/>
                  <a:pt x="2249788" y="1117976"/>
                </a:cubicBezTo>
                <a:cubicBezTo>
                  <a:pt x="2240212" y="1111174"/>
                  <a:pt x="2230503" y="1111317"/>
                  <a:pt x="2221253" y="1113548"/>
                </a:cubicBezTo>
                <a:close/>
                <a:moveTo>
                  <a:pt x="807482" y="308070"/>
                </a:moveTo>
                <a:cubicBezTo>
                  <a:pt x="804682" y="307487"/>
                  <a:pt x="802619" y="304948"/>
                  <a:pt x="803995" y="300433"/>
                </a:cubicBezTo>
                <a:cubicBezTo>
                  <a:pt x="807688" y="304761"/>
                  <a:pt x="811970" y="289271"/>
                  <a:pt x="815387" y="303973"/>
                </a:cubicBezTo>
                <a:cubicBezTo>
                  <a:pt x="813818" y="307282"/>
                  <a:pt x="810282" y="308653"/>
                  <a:pt x="807482" y="308070"/>
                </a:cubicBezTo>
                <a:close/>
                <a:moveTo>
                  <a:pt x="929373" y="379342"/>
                </a:moveTo>
                <a:cubicBezTo>
                  <a:pt x="935663" y="380324"/>
                  <a:pt x="942706" y="378442"/>
                  <a:pt x="948016" y="372026"/>
                </a:cubicBezTo>
                <a:cubicBezTo>
                  <a:pt x="937302" y="364697"/>
                  <a:pt x="926126" y="372025"/>
                  <a:pt x="915241" y="369476"/>
                </a:cubicBezTo>
                <a:cubicBezTo>
                  <a:pt x="917545" y="374515"/>
                  <a:pt x="923083" y="378361"/>
                  <a:pt x="929373" y="379342"/>
                </a:cubicBezTo>
                <a:close/>
                <a:moveTo>
                  <a:pt x="1465189" y="689097"/>
                </a:moveTo>
                <a:cubicBezTo>
                  <a:pt x="1470488" y="689743"/>
                  <a:pt x="1477197" y="686612"/>
                  <a:pt x="1480799" y="681295"/>
                </a:cubicBezTo>
                <a:cubicBezTo>
                  <a:pt x="1473239" y="678203"/>
                  <a:pt x="1465725" y="672853"/>
                  <a:pt x="1458043" y="674244"/>
                </a:cubicBezTo>
                <a:cubicBezTo>
                  <a:pt x="1456002" y="684030"/>
                  <a:pt x="1459890" y="688452"/>
                  <a:pt x="1465189" y="689097"/>
                </a:cubicBezTo>
                <a:close/>
                <a:moveTo>
                  <a:pt x="826286" y="323175"/>
                </a:moveTo>
                <a:cubicBezTo>
                  <a:pt x="823225" y="315970"/>
                  <a:pt x="821323" y="308797"/>
                  <a:pt x="823642" y="301948"/>
                </a:cubicBezTo>
                <a:cubicBezTo>
                  <a:pt x="826286" y="305317"/>
                  <a:pt x="829070" y="302489"/>
                  <a:pt x="831759" y="305225"/>
                </a:cubicBezTo>
                <a:cubicBezTo>
                  <a:pt x="829163" y="311162"/>
                  <a:pt x="830800" y="317393"/>
                  <a:pt x="826286" y="323175"/>
                </a:cubicBezTo>
                <a:close/>
                <a:moveTo>
                  <a:pt x="998527" y="427403"/>
                </a:moveTo>
                <a:cubicBezTo>
                  <a:pt x="997574" y="427229"/>
                  <a:pt x="996654" y="425968"/>
                  <a:pt x="995785" y="423012"/>
                </a:cubicBezTo>
                <a:cubicBezTo>
                  <a:pt x="998877" y="418883"/>
                  <a:pt x="1000763" y="414648"/>
                  <a:pt x="1001087" y="410272"/>
                </a:cubicBezTo>
                <a:cubicBezTo>
                  <a:pt x="1003143" y="414215"/>
                  <a:pt x="1005324" y="415189"/>
                  <a:pt x="1007487" y="416039"/>
                </a:cubicBezTo>
                <a:cubicBezTo>
                  <a:pt x="1004532" y="418659"/>
                  <a:pt x="1001383" y="427923"/>
                  <a:pt x="998527" y="427403"/>
                </a:cubicBezTo>
                <a:close/>
                <a:moveTo>
                  <a:pt x="4865197" y="2663359"/>
                </a:moveTo>
                <a:cubicBezTo>
                  <a:pt x="4868166" y="2648131"/>
                  <a:pt x="4882635" y="2645874"/>
                  <a:pt x="4890349" y="2646895"/>
                </a:cubicBezTo>
                <a:cubicBezTo>
                  <a:pt x="4887552" y="2657114"/>
                  <a:pt x="4873175" y="2656541"/>
                  <a:pt x="4865197" y="2663359"/>
                </a:cubicBezTo>
                <a:close/>
                <a:moveTo>
                  <a:pt x="4565741" y="2491150"/>
                </a:moveTo>
                <a:lnTo>
                  <a:pt x="4574920" y="2492148"/>
                </a:lnTo>
                <a:cubicBezTo>
                  <a:pt x="4581832" y="2494012"/>
                  <a:pt x="4587749" y="2496026"/>
                  <a:pt x="4591831" y="2486279"/>
                </a:cubicBezTo>
                <a:cubicBezTo>
                  <a:pt x="4594645" y="2490855"/>
                  <a:pt x="4596299" y="2495384"/>
                  <a:pt x="4596360" y="2499775"/>
                </a:cubicBezTo>
                <a:cubicBezTo>
                  <a:pt x="4600597" y="2500021"/>
                  <a:pt x="4604709" y="2494086"/>
                  <a:pt x="4604941" y="2487284"/>
                </a:cubicBezTo>
                <a:cubicBezTo>
                  <a:pt x="4613630" y="2496420"/>
                  <a:pt x="4613675" y="2478764"/>
                  <a:pt x="4614464" y="2498538"/>
                </a:cubicBezTo>
                <a:cubicBezTo>
                  <a:pt x="4626213" y="2491565"/>
                  <a:pt x="4637391" y="2501507"/>
                  <a:pt x="4649295" y="2488102"/>
                </a:cubicBezTo>
                <a:cubicBezTo>
                  <a:pt x="4647362" y="2491473"/>
                  <a:pt x="4645708" y="2494813"/>
                  <a:pt x="4648970" y="2498600"/>
                </a:cubicBezTo>
                <a:cubicBezTo>
                  <a:pt x="4657983" y="2490824"/>
                  <a:pt x="4666346" y="2503516"/>
                  <a:pt x="4675544" y="2490127"/>
                </a:cubicBezTo>
                <a:cubicBezTo>
                  <a:pt x="4671618" y="2492214"/>
                  <a:pt x="4680074" y="2507150"/>
                  <a:pt x="4681744" y="2501120"/>
                </a:cubicBezTo>
                <a:cubicBezTo>
                  <a:pt x="4689241" y="2496435"/>
                  <a:pt x="4678034" y="2490345"/>
                  <a:pt x="4685516" y="2485675"/>
                </a:cubicBezTo>
                <a:cubicBezTo>
                  <a:pt x="4698223" y="2499853"/>
                  <a:pt x="4711396" y="2499557"/>
                  <a:pt x="4724861" y="2488691"/>
                </a:cubicBezTo>
                <a:cubicBezTo>
                  <a:pt x="4731539" y="2502867"/>
                  <a:pt x="4742593" y="2485628"/>
                  <a:pt x="4757775" y="2486000"/>
                </a:cubicBezTo>
                <a:cubicBezTo>
                  <a:pt x="4766849" y="2486232"/>
                  <a:pt x="4785292" y="2502959"/>
                  <a:pt x="4789018" y="2485815"/>
                </a:cubicBezTo>
                <a:cubicBezTo>
                  <a:pt x="4827034" y="2508122"/>
                  <a:pt x="4857164" y="2475689"/>
                  <a:pt x="4893911" y="2493932"/>
                </a:cubicBezTo>
                <a:cubicBezTo>
                  <a:pt x="4892350" y="2490329"/>
                  <a:pt x="4889180" y="2486604"/>
                  <a:pt x="4890957" y="2483218"/>
                </a:cubicBezTo>
                <a:cubicBezTo>
                  <a:pt x="4896925" y="2484486"/>
                  <a:pt x="4892767" y="2486928"/>
                  <a:pt x="4897188" y="2494209"/>
                </a:cubicBezTo>
                <a:cubicBezTo>
                  <a:pt x="4916451" y="2474035"/>
                  <a:pt x="4956970" y="2494534"/>
                  <a:pt x="4986328" y="2480079"/>
                </a:cubicBezTo>
                <a:cubicBezTo>
                  <a:pt x="4985354" y="2482676"/>
                  <a:pt x="4985648" y="2485274"/>
                  <a:pt x="4987751" y="2488056"/>
                </a:cubicBezTo>
                <a:cubicBezTo>
                  <a:pt x="5006796" y="2473988"/>
                  <a:pt x="5025163" y="2482505"/>
                  <a:pt x="5043636" y="2487175"/>
                </a:cubicBezTo>
                <a:cubicBezTo>
                  <a:pt x="5067073" y="2473848"/>
                  <a:pt x="5095241" y="2466429"/>
                  <a:pt x="5112463" y="2492525"/>
                </a:cubicBezTo>
                <a:cubicBezTo>
                  <a:pt x="5117055" y="2485861"/>
                  <a:pt x="5111272" y="2478409"/>
                  <a:pt x="5116390" y="2471777"/>
                </a:cubicBezTo>
                <a:cubicBezTo>
                  <a:pt x="5122495" y="2486000"/>
                  <a:pt x="5129686" y="2466676"/>
                  <a:pt x="5136069" y="2473308"/>
                </a:cubicBezTo>
                <a:cubicBezTo>
                  <a:pt x="5133704" y="2478719"/>
                  <a:pt x="5129345" y="2475658"/>
                  <a:pt x="5130892" y="2480806"/>
                </a:cubicBezTo>
                <a:cubicBezTo>
                  <a:pt x="5137353" y="2477838"/>
                  <a:pt x="5139502" y="2479290"/>
                  <a:pt x="5142748" y="2468609"/>
                </a:cubicBezTo>
                <a:cubicBezTo>
                  <a:pt x="5183886" y="2485180"/>
                  <a:pt x="5226447" y="2453922"/>
                  <a:pt x="5267491" y="2473061"/>
                </a:cubicBezTo>
                <a:cubicBezTo>
                  <a:pt x="5270135" y="2467093"/>
                  <a:pt x="5274324" y="2461234"/>
                  <a:pt x="5269703" y="2454803"/>
                </a:cubicBezTo>
                <a:cubicBezTo>
                  <a:pt x="5131022" y="2458873"/>
                  <a:pt x="4992346" y="2462826"/>
                  <a:pt x="4853727" y="2464876"/>
                </a:cubicBezTo>
                <a:lnTo>
                  <a:pt x="4588310" y="2464019"/>
                </a:lnTo>
                <a:lnTo>
                  <a:pt x="4587840" y="2464543"/>
                </a:lnTo>
                <a:cubicBezTo>
                  <a:pt x="4585582" y="2466736"/>
                  <a:pt x="4583347" y="2468155"/>
                  <a:pt x="4581175" y="2467494"/>
                </a:cubicBezTo>
                <a:cubicBezTo>
                  <a:pt x="4582133" y="2482404"/>
                  <a:pt x="4573955" y="2486076"/>
                  <a:pt x="4566774" y="2490206"/>
                </a:cubicBezTo>
                <a:close/>
                <a:moveTo>
                  <a:pt x="1297813" y="608596"/>
                </a:moveTo>
                <a:cubicBezTo>
                  <a:pt x="1301732" y="609412"/>
                  <a:pt x="1306362" y="609199"/>
                  <a:pt x="1308843" y="610165"/>
                </a:cubicBezTo>
                <a:cubicBezTo>
                  <a:pt x="1309647" y="597041"/>
                  <a:pt x="1296057" y="600950"/>
                  <a:pt x="1291048" y="600858"/>
                </a:cubicBezTo>
                <a:cubicBezTo>
                  <a:pt x="1290685" y="605936"/>
                  <a:pt x="1293894" y="607781"/>
                  <a:pt x="1297813" y="608596"/>
                </a:cubicBezTo>
                <a:close/>
                <a:moveTo>
                  <a:pt x="812970" y="329154"/>
                </a:moveTo>
                <a:cubicBezTo>
                  <a:pt x="810301" y="326775"/>
                  <a:pt x="807703" y="322075"/>
                  <a:pt x="805059" y="318952"/>
                </a:cubicBezTo>
                <a:cubicBezTo>
                  <a:pt x="810734" y="313140"/>
                  <a:pt x="815913" y="322201"/>
                  <a:pt x="821308" y="325430"/>
                </a:cubicBezTo>
                <a:cubicBezTo>
                  <a:pt x="818379" y="331591"/>
                  <a:pt x="815638" y="331533"/>
                  <a:pt x="812970" y="329154"/>
                </a:cubicBezTo>
                <a:close/>
                <a:moveTo>
                  <a:pt x="1407119" y="672977"/>
                </a:moveTo>
                <a:cubicBezTo>
                  <a:pt x="1415468" y="681897"/>
                  <a:pt x="1415049" y="665001"/>
                  <a:pt x="1421961" y="671462"/>
                </a:cubicBezTo>
                <a:cubicBezTo>
                  <a:pt x="1423893" y="657131"/>
                  <a:pt x="1411417" y="662480"/>
                  <a:pt x="1407119" y="672977"/>
                </a:cubicBezTo>
                <a:close/>
                <a:moveTo>
                  <a:pt x="929720" y="411728"/>
                </a:moveTo>
                <a:cubicBezTo>
                  <a:pt x="927379" y="411142"/>
                  <a:pt x="925250" y="409593"/>
                  <a:pt x="923974" y="406933"/>
                </a:cubicBezTo>
                <a:cubicBezTo>
                  <a:pt x="929076" y="401493"/>
                  <a:pt x="933776" y="408789"/>
                  <a:pt x="939126" y="394968"/>
                </a:cubicBezTo>
                <a:cubicBezTo>
                  <a:pt x="945666" y="406575"/>
                  <a:pt x="936743" y="413486"/>
                  <a:pt x="929720" y="411728"/>
                </a:cubicBezTo>
                <a:close/>
                <a:moveTo>
                  <a:pt x="1357899" y="670954"/>
                </a:moveTo>
                <a:cubicBezTo>
                  <a:pt x="1360597" y="672131"/>
                  <a:pt x="1363368" y="670952"/>
                  <a:pt x="1366228" y="667164"/>
                </a:cubicBezTo>
                <a:cubicBezTo>
                  <a:pt x="1360849" y="663933"/>
                  <a:pt x="1355654" y="654875"/>
                  <a:pt x="1350012" y="660609"/>
                </a:cubicBezTo>
                <a:cubicBezTo>
                  <a:pt x="1352578" y="666244"/>
                  <a:pt x="1355202" y="669777"/>
                  <a:pt x="1357899" y="670954"/>
                </a:cubicBezTo>
                <a:close/>
                <a:moveTo>
                  <a:pt x="4554481" y="2525422"/>
                </a:moveTo>
                <a:cubicBezTo>
                  <a:pt x="4559691" y="2518836"/>
                  <a:pt x="4564065" y="2512157"/>
                  <a:pt x="4558376" y="2504691"/>
                </a:cubicBezTo>
                <a:lnTo>
                  <a:pt x="4558146" y="2504850"/>
                </a:lnTo>
                <a:lnTo>
                  <a:pt x="4558357" y="2515666"/>
                </a:lnTo>
                <a:lnTo>
                  <a:pt x="4551009" y="2511146"/>
                </a:lnTo>
                <a:lnTo>
                  <a:pt x="4548081" y="2519686"/>
                </a:lnTo>
                <a:cubicBezTo>
                  <a:pt x="4550245" y="2520551"/>
                  <a:pt x="4552408" y="2521511"/>
                  <a:pt x="4554481" y="2525422"/>
                </a:cubicBezTo>
                <a:close/>
                <a:moveTo>
                  <a:pt x="4792520" y="2662899"/>
                </a:moveTo>
                <a:cubicBezTo>
                  <a:pt x="4788305" y="2662570"/>
                  <a:pt x="4784854" y="2659694"/>
                  <a:pt x="4784977" y="2654484"/>
                </a:cubicBezTo>
                <a:cubicBezTo>
                  <a:pt x="4791517" y="2655072"/>
                  <a:pt x="4798196" y="2651655"/>
                  <a:pt x="4804643" y="2656031"/>
                </a:cubicBezTo>
                <a:cubicBezTo>
                  <a:pt x="4801713" y="2661009"/>
                  <a:pt x="4796735" y="2663227"/>
                  <a:pt x="4792520" y="2662899"/>
                </a:cubicBezTo>
                <a:close/>
                <a:moveTo>
                  <a:pt x="1318768" y="660827"/>
                </a:moveTo>
                <a:cubicBezTo>
                  <a:pt x="1323498" y="650127"/>
                  <a:pt x="1327874" y="650483"/>
                  <a:pt x="1331878" y="661862"/>
                </a:cubicBezTo>
                <a:cubicBezTo>
                  <a:pt x="1334180" y="658554"/>
                  <a:pt x="1336469" y="655183"/>
                  <a:pt x="1338787" y="651921"/>
                </a:cubicBezTo>
                <a:cubicBezTo>
                  <a:pt x="1330610" y="650112"/>
                  <a:pt x="1322585" y="643943"/>
                  <a:pt x="1314099" y="652648"/>
                </a:cubicBezTo>
                <a:cubicBezTo>
                  <a:pt x="1315676" y="655354"/>
                  <a:pt x="1317238" y="658105"/>
                  <a:pt x="1318768" y="660827"/>
                </a:cubicBezTo>
                <a:close/>
                <a:moveTo>
                  <a:pt x="1376802" y="696878"/>
                </a:moveTo>
                <a:cubicBezTo>
                  <a:pt x="1383635" y="688668"/>
                  <a:pt x="1383234" y="679826"/>
                  <a:pt x="1380901" y="670906"/>
                </a:cubicBezTo>
                <a:cubicBezTo>
                  <a:pt x="1387563" y="666994"/>
                  <a:pt x="1394318" y="661800"/>
                  <a:pt x="1400564" y="672420"/>
                </a:cubicBezTo>
                <a:cubicBezTo>
                  <a:pt x="1406378" y="667629"/>
                  <a:pt x="1400888" y="661971"/>
                  <a:pt x="1404305" y="656977"/>
                </a:cubicBezTo>
                <a:cubicBezTo>
                  <a:pt x="1391660" y="665001"/>
                  <a:pt x="1389186" y="653669"/>
                  <a:pt x="1377778" y="665387"/>
                </a:cubicBezTo>
                <a:cubicBezTo>
                  <a:pt x="1375195" y="660888"/>
                  <a:pt x="1372582" y="656266"/>
                  <a:pt x="1370000" y="651705"/>
                </a:cubicBezTo>
                <a:cubicBezTo>
                  <a:pt x="1367109" y="656079"/>
                  <a:pt x="1364404" y="656112"/>
                  <a:pt x="1361714" y="653669"/>
                </a:cubicBezTo>
                <a:cubicBezTo>
                  <a:pt x="1362518" y="664644"/>
                  <a:pt x="1375164" y="659884"/>
                  <a:pt x="1377607" y="670643"/>
                </a:cubicBezTo>
                <a:cubicBezTo>
                  <a:pt x="1372350" y="681604"/>
                  <a:pt x="1367635" y="674245"/>
                  <a:pt x="1362456" y="682624"/>
                </a:cubicBezTo>
                <a:cubicBezTo>
                  <a:pt x="1367140" y="691390"/>
                  <a:pt x="1372025" y="692689"/>
                  <a:pt x="1376802" y="696878"/>
                </a:cubicBezTo>
                <a:close/>
                <a:moveTo>
                  <a:pt x="1253387" y="650531"/>
                </a:moveTo>
                <a:cubicBezTo>
                  <a:pt x="1256557" y="636432"/>
                  <a:pt x="1264689" y="636849"/>
                  <a:pt x="1271816" y="638796"/>
                </a:cubicBezTo>
                <a:cubicBezTo>
                  <a:pt x="1268786" y="647795"/>
                  <a:pt x="1260298" y="658632"/>
                  <a:pt x="1253387" y="650531"/>
                </a:cubicBezTo>
                <a:close/>
                <a:moveTo>
                  <a:pt x="1140234" y="593152"/>
                </a:moveTo>
                <a:cubicBezTo>
                  <a:pt x="1143647" y="593033"/>
                  <a:pt x="1147128" y="582102"/>
                  <a:pt x="1147105" y="579215"/>
                </a:cubicBezTo>
                <a:cubicBezTo>
                  <a:pt x="1144908" y="572675"/>
                  <a:pt x="1134180" y="581842"/>
                  <a:pt x="1136978" y="588971"/>
                </a:cubicBezTo>
                <a:cubicBezTo>
                  <a:pt x="1137967" y="592031"/>
                  <a:pt x="1139097" y="593192"/>
                  <a:pt x="1140234" y="593152"/>
                </a:cubicBezTo>
                <a:close/>
                <a:moveTo>
                  <a:pt x="1157864" y="603703"/>
                </a:moveTo>
                <a:cubicBezTo>
                  <a:pt x="1161017" y="607954"/>
                  <a:pt x="1164389" y="605682"/>
                  <a:pt x="1167852" y="599235"/>
                </a:cubicBezTo>
                <a:cubicBezTo>
                  <a:pt x="1165765" y="595556"/>
                  <a:pt x="1163708" y="591923"/>
                  <a:pt x="1161604" y="588274"/>
                </a:cubicBezTo>
                <a:cubicBezTo>
                  <a:pt x="1154138" y="592928"/>
                  <a:pt x="1165331" y="599050"/>
                  <a:pt x="1157864" y="603703"/>
                </a:cubicBezTo>
                <a:close/>
                <a:moveTo>
                  <a:pt x="4773578" y="2692222"/>
                </a:moveTo>
                <a:cubicBezTo>
                  <a:pt x="4776653" y="2693432"/>
                  <a:pt x="4780479" y="2692330"/>
                  <a:pt x="4782334" y="2688434"/>
                </a:cubicBezTo>
                <a:cubicBezTo>
                  <a:pt x="4778331" y="2675572"/>
                  <a:pt x="4773632" y="2684786"/>
                  <a:pt x="4769334" y="2682142"/>
                </a:cubicBezTo>
                <a:cubicBezTo>
                  <a:pt x="4768181" y="2687491"/>
                  <a:pt x="4770504" y="2691012"/>
                  <a:pt x="4773578" y="2692222"/>
                </a:cubicBezTo>
                <a:close/>
                <a:moveTo>
                  <a:pt x="2074082" y="1135039"/>
                </a:moveTo>
                <a:cubicBezTo>
                  <a:pt x="2076079" y="1137526"/>
                  <a:pt x="2079248" y="1137724"/>
                  <a:pt x="2081590" y="1132437"/>
                </a:cubicBezTo>
                <a:cubicBezTo>
                  <a:pt x="2081836" y="1121830"/>
                  <a:pt x="2077755" y="1128137"/>
                  <a:pt x="2073612" y="1123903"/>
                </a:cubicBezTo>
                <a:cubicBezTo>
                  <a:pt x="2071262" y="1127775"/>
                  <a:pt x="2072086" y="1132552"/>
                  <a:pt x="2074082" y="1135039"/>
                </a:cubicBezTo>
                <a:close/>
                <a:moveTo>
                  <a:pt x="2432669" y="1344147"/>
                </a:moveTo>
                <a:cubicBezTo>
                  <a:pt x="2436984" y="1345119"/>
                  <a:pt x="2441001" y="1335701"/>
                  <a:pt x="2435505" y="1329231"/>
                </a:cubicBezTo>
                <a:cubicBezTo>
                  <a:pt x="2429460" y="1329586"/>
                  <a:pt x="2433417" y="1332633"/>
                  <a:pt x="2428595" y="1339218"/>
                </a:cubicBezTo>
                <a:cubicBezTo>
                  <a:pt x="2429759" y="1342345"/>
                  <a:pt x="2431230" y="1343823"/>
                  <a:pt x="2432669" y="1344147"/>
                </a:cubicBezTo>
                <a:close/>
                <a:moveTo>
                  <a:pt x="3067656" y="1711321"/>
                </a:moveTo>
                <a:cubicBezTo>
                  <a:pt x="3074613" y="1718928"/>
                  <a:pt x="3083301" y="1701505"/>
                  <a:pt x="3085450" y="1720565"/>
                </a:cubicBezTo>
                <a:cubicBezTo>
                  <a:pt x="3086756" y="1715611"/>
                  <a:pt x="3086603" y="1711099"/>
                  <a:pt x="3085561" y="1707484"/>
                </a:cubicBezTo>
                <a:lnTo>
                  <a:pt x="3085075" y="1706765"/>
                </a:lnTo>
                <a:lnTo>
                  <a:pt x="3070346" y="1705932"/>
                </a:lnTo>
                <a:close/>
                <a:moveTo>
                  <a:pt x="3104908" y="1735598"/>
                </a:moveTo>
                <a:lnTo>
                  <a:pt x="3107256" y="1735746"/>
                </a:lnTo>
                <a:lnTo>
                  <a:pt x="3106780" y="1730706"/>
                </a:lnTo>
                <a:cubicBezTo>
                  <a:pt x="3107831" y="1732090"/>
                  <a:pt x="3108932" y="1731850"/>
                  <a:pt x="3110060" y="1730794"/>
                </a:cubicBezTo>
                <a:lnTo>
                  <a:pt x="3111807" y="1728351"/>
                </a:lnTo>
                <a:lnTo>
                  <a:pt x="3106830" y="1719623"/>
                </a:lnTo>
                <a:cubicBezTo>
                  <a:pt x="3105300" y="1722568"/>
                  <a:pt x="3105512" y="1725648"/>
                  <a:pt x="3105727" y="1728734"/>
                </a:cubicBezTo>
                <a:close/>
                <a:moveTo>
                  <a:pt x="3049723" y="1707317"/>
                </a:moveTo>
                <a:lnTo>
                  <a:pt x="3051417" y="1704861"/>
                </a:lnTo>
                <a:lnTo>
                  <a:pt x="3046993" y="1704611"/>
                </a:lnTo>
                <a:close/>
                <a:moveTo>
                  <a:pt x="1246062" y="676224"/>
                </a:moveTo>
                <a:cubicBezTo>
                  <a:pt x="1257935" y="663331"/>
                  <a:pt x="1268833" y="682933"/>
                  <a:pt x="1280691" y="671060"/>
                </a:cubicBezTo>
                <a:cubicBezTo>
                  <a:pt x="1281000" y="677971"/>
                  <a:pt x="1282623" y="680800"/>
                  <a:pt x="1286937" y="681990"/>
                </a:cubicBezTo>
                <a:cubicBezTo>
                  <a:pt x="1290555" y="672112"/>
                  <a:pt x="1297047" y="663949"/>
                  <a:pt x="1296924" y="677507"/>
                </a:cubicBezTo>
                <a:cubicBezTo>
                  <a:pt x="1302165" y="671029"/>
                  <a:pt x="1299011" y="659064"/>
                  <a:pt x="1312243" y="660362"/>
                </a:cubicBezTo>
                <a:cubicBezTo>
                  <a:pt x="1304421" y="646433"/>
                  <a:pt x="1295902" y="657161"/>
                  <a:pt x="1287230" y="671508"/>
                </a:cubicBezTo>
                <a:cubicBezTo>
                  <a:pt x="1281758" y="672545"/>
                  <a:pt x="1276593" y="661042"/>
                  <a:pt x="1271168" y="659775"/>
                </a:cubicBezTo>
                <a:cubicBezTo>
                  <a:pt x="1273672" y="659265"/>
                  <a:pt x="1276131" y="658647"/>
                  <a:pt x="1274600" y="654812"/>
                </a:cubicBezTo>
                <a:cubicBezTo>
                  <a:pt x="1282701" y="659389"/>
                  <a:pt x="1297850" y="657456"/>
                  <a:pt x="1301329" y="641131"/>
                </a:cubicBezTo>
                <a:cubicBezTo>
                  <a:pt x="1295099" y="629102"/>
                  <a:pt x="1288079" y="644038"/>
                  <a:pt x="1281495" y="644841"/>
                </a:cubicBezTo>
                <a:cubicBezTo>
                  <a:pt x="1278898" y="640233"/>
                  <a:pt x="1276300" y="635658"/>
                  <a:pt x="1273719" y="631082"/>
                </a:cubicBezTo>
                <a:cubicBezTo>
                  <a:pt x="1262619" y="638411"/>
                  <a:pt x="1243727" y="627820"/>
                  <a:pt x="1241670" y="657472"/>
                </a:cubicBezTo>
                <a:cubicBezTo>
                  <a:pt x="1238409" y="653714"/>
                  <a:pt x="1240094" y="650345"/>
                  <a:pt x="1241995" y="647004"/>
                </a:cubicBezTo>
                <a:cubicBezTo>
                  <a:pt x="1232967" y="638472"/>
                  <a:pt x="1232626" y="659573"/>
                  <a:pt x="1238085" y="667690"/>
                </a:cubicBezTo>
                <a:cubicBezTo>
                  <a:pt x="1247221" y="653158"/>
                  <a:pt x="1240976" y="669453"/>
                  <a:pt x="1246062" y="676224"/>
                </a:cubicBezTo>
                <a:close/>
                <a:moveTo>
                  <a:pt x="3092179" y="1743535"/>
                </a:moveTo>
                <a:lnTo>
                  <a:pt x="3095180" y="1734984"/>
                </a:lnTo>
                <a:lnTo>
                  <a:pt x="3101873" y="1735406"/>
                </a:lnTo>
                <a:lnTo>
                  <a:pt x="3098405" y="1726874"/>
                </a:lnTo>
                <a:cubicBezTo>
                  <a:pt x="3097462" y="1731605"/>
                  <a:pt x="3094196" y="1736169"/>
                  <a:pt x="3092077" y="1740820"/>
                </a:cubicBezTo>
                <a:close/>
                <a:moveTo>
                  <a:pt x="2303588" y="1290072"/>
                </a:moveTo>
                <a:cubicBezTo>
                  <a:pt x="2308876" y="1296056"/>
                  <a:pt x="2314425" y="1294030"/>
                  <a:pt x="2320130" y="1286115"/>
                </a:cubicBezTo>
                <a:cubicBezTo>
                  <a:pt x="2317455" y="1283873"/>
                  <a:pt x="2314735" y="1283658"/>
                  <a:pt x="2311844" y="1288140"/>
                </a:cubicBezTo>
                <a:cubicBezTo>
                  <a:pt x="2310221" y="1286238"/>
                  <a:pt x="2311055" y="1284537"/>
                  <a:pt x="2312015" y="1282883"/>
                </a:cubicBezTo>
                <a:cubicBezTo>
                  <a:pt x="2309371" y="1279931"/>
                  <a:pt x="2306433" y="1286811"/>
                  <a:pt x="2303588" y="1290072"/>
                </a:cubicBezTo>
                <a:close/>
                <a:moveTo>
                  <a:pt x="1182032" y="655900"/>
                </a:moveTo>
                <a:cubicBezTo>
                  <a:pt x="1188263" y="658410"/>
                  <a:pt x="1199504" y="651964"/>
                  <a:pt x="1205790" y="649447"/>
                </a:cubicBezTo>
                <a:cubicBezTo>
                  <a:pt x="1209144" y="667891"/>
                  <a:pt x="1209360" y="644099"/>
                  <a:pt x="1215126" y="665911"/>
                </a:cubicBezTo>
                <a:cubicBezTo>
                  <a:pt x="1230463" y="655152"/>
                  <a:pt x="1228160" y="636369"/>
                  <a:pt x="1244020" y="634035"/>
                </a:cubicBezTo>
                <a:cubicBezTo>
                  <a:pt x="1238348" y="626041"/>
                  <a:pt x="1227061" y="624759"/>
                  <a:pt x="1225732" y="640496"/>
                </a:cubicBezTo>
                <a:cubicBezTo>
                  <a:pt x="1220384" y="615545"/>
                  <a:pt x="1206903" y="639709"/>
                  <a:pt x="1196575" y="627711"/>
                </a:cubicBezTo>
                <a:cubicBezTo>
                  <a:pt x="1196258" y="634862"/>
                  <a:pt x="1193765" y="637293"/>
                  <a:pt x="1190685" y="638870"/>
                </a:cubicBezTo>
                <a:lnTo>
                  <a:pt x="1182274" y="644260"/>
                </a:lnTo>
                <a:lnTo>
                  <a:pt x="1180346" y="643485"/>
                </a:lnTo>
                <a:lnTo>
                  <a:pt x="1174976" y="635244"/>
                </a:lnTo>
                <a:cubicBezTo>
                  <a:pt x="1172838" y="633594"/>
                  <a:pt x="1170635" y="634120"/>
                  <a:pt x="1168300" y="638641"/>
                </a:cubicBezTo>
                <a:lnTo>
                  <a:pt x="1180346" y="643485"/>
                </a:lnTo>
                <a:lnTo>
                  <a:pt x="1181270" y="644903"/>
                </a:lnTo>
                <a:lnTo>
                  <a:pt x="1182274" y="644260"/>
                </a:lnTo>
                <a:lnTo>
                  <a:pt x="1184563" y="645180"/>
                </a:lnTo>
                <a:cubicBezTo>
                  <a:pt x="1188226" y="650035"/>
                  <a:pt x="1179230" y="651783"/>
                  <a:pt x="1177839" y="649928"/>
                </a:cubicBezTo>
                <a:cubicBezTo>
                  <a:pt x="1178434" y="653232"/>
                  <a:pt x="1179954" y="655063"/>
                  <a:pt x="1182032" y="655900"/>
                </a:cubicBezTo>
                <a:close/>
                <a:moveTo>
                  <a:pt x="2301345" y="1309774"/>
                </a:moveTo>
                <a:cubicBezTo>
                  <a:pt x="2302993" y="1309428"/>
                  <a:pt x="2304655" y="1308593"/>
                  <a:pt x="2306217" y="1311314"/>
                </a:cubicBezTo>
                <a:cubicBezTo>
                  <a:pt x="2309880" y="1301667"/>
                  <a:pt x="2305814" y="1304389"/>
                  <a:pt x="2301702" y="1297788"/>
                </a:cubicBezTo>
                <a:cubicBezTo>
                  <a:pt x="2299972" y="1300323"/>
                  <a:pt x="2298270" y="1302811"/>
                  <a:pt x="2296555" y="1305301"/>
                </a:cubicBezTo>
                <a:cubicBezTo>
                  <a:pt x="2298062" y="1309977"/>
                  <a:pt x="2299697" y="1310120"/>
                  <a:pt x="2301345" y="1309774"/>
                </a:cubicBezTo>
                <a:close/>
                <a:moveTo>
                  <a:pt x="2982521" y="1704890"/>
                </a:moveTo>
                <a:lnTo>
                  <a:pt x="2984329" y="1701066"/>
                </a:lnTo>
                <a:lnTo>
                  <a:pt x="2981406" y="1700901"/>
                </a:lnTo>
                <a:close/>
                <a:moveTo>
                  <a:pt x="1156428" y="650855"/>
                </a:moveTo>
                <a:cubicBezTo>
                  <a:pt x="1166955" y="659110"/>
                  <a:pt x="1162749" y="633694"/>
                  <a:pt x="1170325" y="625671"/>
                </a:cubicBezTo>
                <a:cubicBezTo>
                  <a:pt x="1167109" y="623662"/>
                  <a:pt x="1163754" y="625903"/>
                  <a:pt x="1160354" y="630170"/>
                </a:cubicBezTo>
                <a:cubicBezTo>
                  <a:pt x="1165980" y="639105"/>
                  <a:pt x="1153938" y="638347"/>
                  <a:pt x="1156428" y="650855"/>
                </a:cubicBezTo>
                <a:close/>
                <a:moveTo>
                  <a:pt x="2273751" y="1298281"/>
                </a:moveTo>
                <a:cubicBezTo>
                  <a:pt x="2280245" y="1304574"/>
                  <a:pt x="2285841" y="1302115"/>
                  <a:pt x="2288747" y="1291571"/>
                </a:cubicBezTo>
                <a:cubicBezTo>
                  <a:pt x="2283800" y="1293272"/>
                  <a:pt x="2278852" y="1293459"/>
                  <a:pt x="2273751" y="1298281"/>
                </a:cubicBezTo>
                <a:close/>
                <a:moveTo>
                  <a:pt x="3009437" y="1730231"/>
                </a:moveTo>
                <a:lnTo>
                  <a:pt x="3012424" y="1730470"/>
                </a:lnTo>
                <a:lnTo>
                  <a:pt x="3016978" y="1720549"/>
                </a:lnTo>
                <a:cubicBezTo>
                  <a:pt x="3018159" y="1716264"/>
                  <a:pt x="3019168" y="1711971"/>
                  <a:pt x="3021772" y="1707797"/>
                </a:cubicBezTo>
                <a:cubicBezTo>
                  <a:pt x="3019592" y="1698788"/>
                  <a:pt x="3016882" y="1706631"/>
                  <a:pt x="3014437" y="1706068"/>
                </a:cubicBezTo>
                <a:lnTo>
                  <a:pt x="3012596" y="1702665"/>
                </a:lnTo>
                <a:lnTo>
                  <a:pt x="3012027" y="1702633"/>
                </a:lnTo>
                <a:lnTo>
                  <a:pt x="3011358" y="1709590"/>
                </a:lnTo>
                <a:cubicBezTo>
                  <a:pt x="3012176" y="1712287"/>
                  <a:pt x="3013161" y="1715000"/>
                  <a:pt x="3011615" y="1717504"/>
                </a:cubicBezTo>
                <a:cubicBezTo>
                  <a:pt x="3009915" y="1719978"/>
                  <a:pt x="3008168" y="1722482"/>
                  <a:pt x="3006453" y="1724988"/>
                </a:cubicBezTo>
                <a:close/>
                <a:moveTo>
                  <a:pt x="1042721" y="594862"/>
                </a:moveTo>
                <a:cubicBezTo>
                  <a:pt x="1037962" y="594485"/>
                  <a:pt x="1033986" y="590640"/>
                  <a:pt x="1033599" y="583544"/>
                </a:cubicBezTo>
                <a:cubicBezTo>
                  <a:pt x="1041036" y="592078"/>
                  <a:pt x="1049599" y="561853"/>
                  <a:pt x="1056882" y="574856"/>
                </a:cubicBezTo>
                <a:cubicBezTo>
                  <a:pt x="1054948" y="578194"/>
                  <a:pt x="1053279" y="581566"/>
                  <a:pt x="1056541" y="585368"/>
                </a:cubicBezTo>
                <a:cubicBezTo>
                  <a:pt x="1053024" y="592147"/>
                  <a:pt x="1047481" y="595239"/>
                  <a:pt x="1042721" y="594862"/>
                </a:cubicBezTo>
                <a:close/>
                <a:moveTo>
                  <a:pt x="2963992" y="1706163"/>
                </a:moveTo>
                <a:cubicBezTo>
                  <a:pt x="2964920" y="1707183"/>
                  <a:pt x="2966106" y="1707421"/>
                  <a:pt x="2967710" y="1706359"/>
                </a:cubicBezTo>
                <a:lnTo>
                  <a:pt x="2966486" y="1700057"/>
                </a:lnTo>
                <a:lnTo>
                  <a:pt x="2961362" y="1699767"/>
                </a:lnTo>
                <a:lnTo>
                  <a:pt x="2961826" y="1701278"/>
                </a:lnTo>
                <a:cubicBezTo>
                  <a:pt x="2962395" y="1703341"/>
                  <a:pt x="2963064" y="1705143"/>
                  <a:pt x="2963992" y="1706163"/>
                </a:cubicBezTo>
                <a:close/>
                <a:moveTo>
                  <a:pt x="2991868" y="1727012"/>
                </a:moveTo>
                <a:lnTo>
                  <a:pt x="2996933" y="1728550"/>
                </a:lnTo>
                <a:lnTo>
                  <a:pt x="2999897" y="1724524"/>
                </a:lnTo>
                <a:cubicBezTo>
                  <a:pt x="2997593" y="1719422"/>
                  <a:pt x="2995081" y="1720964"/>
                  <a:pt x="2992527" y="1723847"/>
                </a:cubicBezTo>
                <a:lnTo>
                  <a:pt x="2992375" y="1723994"/>
                </a:lnTo>
                <a:close/>
                <a:moveTo>
                  <a:pt x="2256580" y="1303333"/>
                </a:moveTo>
                <a:cubicBezTo>
                  <a:pt x="2261878" y="1303978"/>
                  <a:pt x="2268587" y="1300848"/>
                  <a:pt x="2272190" y="1295530"/>
                </a:cubicBezTo>
                <a:cubicBezTo>
                  <a:pt x="2264630" y="1292438"/>
                  <a:pt x="2257117" y="1287089"/>
                  <a:pt x="2249433" y="1288480"/>
                </a:cubicBezTo>
                <a:cubicBezTo>
                  <a:pt x="2247393" y="1298266"/>
                  <a:pt x="2251281" y="1302687"/>
                  <a:pt x="2256580" y="1303333"/>
                </a:cubicBezTo>
                <a:close/>
                <a:moveTo>
                  <a:pt x="2946484" y="1702106"/>
                </a:moveTo>
                <a:lnTo>
                  <a:pt x="2948916" y="1699063"/>
                </a:lnTo>
                <a:lnTo>
                  <a:pt x="2945056" y="1698845"/>
                </a:lnTo>
                <a:close/>
                <a:moveTo>
                  <a:pt x="1010363" y="592278"/>
                </a:moveTo>
                <a:cubicBezTo>
                  <a:pt x="1016438" y="590145"/>
                  <a:pt x="1022978" y="573248"/>
                  <a:pt x="1028621" y="585800"/>
                </a:cubicBezTo>
                <a:cubicBezTo>
                  <a:pt x="1022267" y="596931"/>
                  <a:pt x="1016439" y="589790"/>
                  <a:pt x="1010363" y="592278"/>
                </a:cubicBezTo>
                <a:close/>
                <a:moveTo>
                  <a:pt x="2198510" y="1287212"/>
                </a:moveTo>
                <a:cubicBezTo>
                  <a:pt x="2206859" y="1296132"/>
                  <a:pt x="2206440" y="1279236"/>
                  <a:pt x="2213351" y="1285698"/>
                </a:cubicBezTo>
                <a:cubicBezTo>
                  <a:pt x="2215284" y="1271366"/>
                  <a:pt x="2202808" y="1276716"/>
                  <a:pt x="2198510" y="1287212"/>
                </a:cubicBezTo>
                <a:close/>
                <a:moveTo>
                  <a:pt x="1927958" y="1132028"/>
                </a:moveTo>
                <a:cubicBezTo>
                  <a:pt x="1931512" y="1132165"/>
                  <a:pt x="1935118" y="1130665"/>
                  <a:pt x="1938727" y="1129251"/>
                </a:cubicBezTo>
                <a:cubicBezTo>
                  <a:pt x="1937552" y="1114734"/>
                  <a:pt x="1924490" y="1118707"/>
                  <a:pt x="1917501" y="1124984"/>
                </a:cubicBezTo>
                <a:cubicBezTo>
                  <a:pt x="1920902" y="1130116"/>
                  <a:pt x="1924404" y="1131891"/>
                  <a:pt x="1927958" y="1132028"/>
                </a:cubicBezTo>
                <a:close/>
                <a:moveTo>
                  <a:pt x="2939310" y="1717149"/>
                </a:moveTo>
                <a:cubicBezTo>
                  <a:pt x="2941615" y="1713827"/>
                  <a:pt x="2943918" y="1710439"/>
                  <a:pt x="2946207" y="1707179"/>
                </a:cubicBezTo>
                <a:cubicBezTo>
                  <a:pt x="2942433" y="1705338"/>
                  <a:pt x="2938800" y="1698536"/>
                  <a:pt x="2934657" y="1708941"/>
                </a:cubicBezTo>
                <a:cubicBezTo>
                  <a:pt x="2936218" y="1711692"/>
                  <a:pt x="2937780" y="1714429"/>
                  <a:pt x="2939310" y="1717149"/>
                </a:cubicBezTo>
                <a:close/>
                <a:moveTo>
                  <a:pt x="967756" y="588939"/>
                </a:moveTo>
                <a:cubicBezTo>
                  <a:pt x="971265" y="576186"/>
                  <a:pt x="982752" y="551280"/>
                  <a:pt x="986649" y="561499"/>
                </a:cubicBezTo>
                <a:cubicBezTo>
                  <a:pt x="979660" y="571578"/>
                  <a:pt x="1005911" y="562813"/>
                  <a:pt x="1004272" y="575999"/>
                </a:cubicBezTo>
                <a:cubicBezTo>
                  <a:pt x="1011614" y="572815"/>
                  <a:pt x="1008894" y="563662"/>
                  <a:pt x="1015976" y="569059"/>
                </a:cubicBezTo>
                <a:cubicBezTo>
                  <a:pt x="1013687" y="574437"/>
                  <a:pt x="1018355" y="572089"/>
                  <a:pt x="1020660" y="577314"/>
                </a:cubicBezTo>
                <a:cubicBezTo>
                  <a:pt x="1000978" y="591721"/>
                  <a:pt x="987807" y="586682"/>
                  <a:pt x="967756" y="588939"/>
                </a:cubicBezTo>
                <a:close/>
                <a:moveTo>
                  <a:pt x="2877533" y="1696588"/>
                </a:moveTo>
                <a:lnTo>
                  <a:pt x="2877322" y="1694983"/>
                </a:lnTo>
                <a:lnTo>
                  <a:pt x="2875176" y="1694741"/>
                </a:lnTo>
                <a:close/>
                <a:moveTo>
                  <a:pt x="912644" y="563664"/>
                </a:moveTo>
                <a:cubicBezTo>
                  <a:pt x="920143" y="558980"/>
                  <a:pt x="908903" y="552858"/>
                  <a:pt x="916417" y="548188"/>
                </a:cubicBezTo>
                <a:cubicBezTo>
                  <a:pt x="920065" y="554727"/>
                  <a:pt x="923946" y="551977"/>
                  <a:pt x="927502" y="562164"/>
                </a:cubicBezTo>
                <a:cubicBezTo>
                  <a:pt x="932866" y="554727"/>
                  <a:pt x="942187" y="559288"/>
                  <a:pt x="942805" y="545004"/>
                </a:cubicBezTo>
                <a:cubicBezTo>
                  <a:pt x="948989" y="545545"/>
                  <a:pt x="944615" y="551434"/>
                  <a:pt x="950581" y="558717"/>
                </a:cubicBezTo>
                <a:cubicBezTo>
                  <a:pt x="956208" y="560309"/>
                  <a:pt x="955112" y="543426"/>
                  <a:pt x="962285" y="551775"/>
                </a:cubicBezTo>
                <a:cubicBezTo>
                  <a:pt x="958049" y="560200"/>
                  <a:pt x="962455" y="569291"/>
                  <a:pt x="954957" y="577470"/>
                </a:cubicBezTo>
                <a:cubicBezTo>
                  <a:pt x="942156" y="566168"/>
                  <a:pt x="928644" y="578211"/>
                  <a:pt x="915938" y="563941"/>
                </a:cubicBezTo>
                <a:cubicBezTo>
                  <a:pt x="914778" y="565287"/>
                  <a:pt x="913666" y="566477"/>
                  <a:pt x="912644" y="563664"/>
                </a:cubicBezTo>
                <a:close/>
                <a:moveTo>
                  <a:pt x="2864440" y="1695567"/>
                </a:moveTo>
                <a:lnTo>
                  <a:pt x="2866097" y="1693716"/>
                </a:lnTo>
                <a:lnTo>
                  <a:pt x="2863198" y="1693389"/>
                </a:lnTo>
                <a:close/>
                <a:moveTo>
                  <a:pt x="2149290" y="1285189"/>
                </a:moveTo>
                <a:cubicBezTo>
                  <a:pt x="2151988" y="1286366"/>
                  <a:pt x="2154759" y="1285187"/>
                  <a:pt x="2157619" y="1281400"/>
                </a:cubicBezTo>
                <a:cubicBezTo>
                  <a:pt x="2152240" y="1278168"/>
                  <a:pt x="2147045" y="1269110"/>
                  <a:pt x="2141403" y="1274844"/>
                </a:cubicBezTo>
                <a:cubicBezTo>
                  <a:pt x="2143969" y="1280480"/>
                  <a:pt x="2146593" y="1284012"/>
                  <a:pt x="2149290" y="1285189"/>
                </a:cubicBezTo>
                <a:close/>
                <a:moveTo>
                  <a:pt x="905902" y="568393"/>
                </a:moveTo>
                <a:cubicBezTo>
                  <a:pt x="906862" y="554448"/>
                  <a:pt x="889778" y="554571"/>
                  <a:pt x="896581" y="551882"/>
                </a:cubicBezTo>
                <a:cubicBezTo>
                  <a:pt x="903568" y="560492"/>
                  <a:pt x="901125" y="541615"/>
                  <a:pt x="908098" y="550150"/>
                </a:cubicBezTo>
                <a:cubicBezTo>
                  <a:pt x="907357" y="556227"/>
                  <a:pt x="908949" y="562503"/>
                  <a:pt x="905902" y="568393"/>
                </a:cubicBezTo>
                <a:close/>
                <a:moveTo>
                  <a:pt x="1848884" y="1112972"/>
                </a:moveTo>
                <a:cubicBezTo>
                  <a:pt x="1851040" y="1114216"/>
                  <a:pt x="1853236" y="1114185"/>
                  <a:pt x="1855555" y="1109633"/>
                </a:cubicBezTo>
                <a:cubicBezTo>
                  <a:pt x="1851459" y="1099878"/>
                  <a:pt x="1847098" y="1099569"/>
                  <a:pt x="1842444" y="1108659"/>
                </a:cubicBezTo>
                <a:cubicBezTo>
                  <a:pt x="1844609" y="1109208"/>
                  <a:pt x="1846727" y="1111727"/>
                  <a:pt x="1848884" y="1112972"/>
                </a:cubicBezTo>
                <a:close/>
                <a:moveTo>
                  <a:pt x="2882657" y="1712413"/>
                </a:moveTo>
                <a:lnTo>
                  <a:pt x="2894609" y="1711364"/>
                </a:lnTo>
                <a:lnTo>
                  <a:pt x="2895142" y="1711105"/>
                </a:lnTo>
                <a:cubicBezTo>
                  <a:pt x="2889979" y="1701227"/>
                  <a:pt x="2884630" y="1697299"/>
                  <a:pt x="2878756" y="1709837"/>
                </a:cubicBezTo>
                <a:close/>
                <a:moveTo>
                  <a:pt x="4561060" y="2683881"/>
                </a:moveTo>
                <a:cubicBezTo>
                  <a:pt x="4563814" y="2686134"/>
                  <a:pt x="4567299" y="2686424"/>
                  <a:pt x="4568883" y="2682343"/>
                </a:cubicBezTo>
                <a:cubicBezTo>
                  <a:pt x="4567694" y="2672697"/>
                  <a:pt x="4558588" y="2678462"/>
                  <a:pt x="4562655" y="2671352"/>
                </a:cubicBezTo>
                <a:cubicBezTo>
                  <a:pt x="4559609" y="2667935"/>
                  <a:pt x="4561015" y="2678169"/>
                  <a:pt x="4557630" y="2673640"/>
                </a:cubicBezTo>
                <a:cubicBezTo>
                  <a:pt x="4556284" y="2677412"/>
                  <a:pt x="4558306" y="2681628"/>
                  <a:pt x="4561060" y="2683881"/>
                </a:cubicBezTo>
                <a:close/>
                <a:moveTo>
                  <a:pt x="887985" y="564357"/>
                </a:moveTo>
                <a:cubicBezTo>
                  <a:pt x="884924" y="556691"/>
                  <a:pt x="881446" y="562936"/>
                  <a:pt x="878463" y="553120"/>
                </a:cubicBezTo>
                <a:cubicBezTo>
                  <a:pt x="880766" y="549796"/>
                  <a:pt x="883069" y="546519"/>
                  <a:pt x="885343" y="543117"/>
                </a:cubicBezTo>
                <a:cubicBezTo>
                  <a:pt x="890134" y="550537"/>
                  <a:pt x="894062" y="557818"/>
                  <a:pt x="887985" y="564357"/>
                </a:cubicBezTo>
                <a:close/>
                <a:moveTo>
                  <a:pt x="2110159" y="1275062"/>
                </a:moveTo>
                <a:cubicBezTo>
                  <a:pt x="2114888" y="1264363"/>
                  <a:pt x="2119265" y="1264718"/>
                  <a:pt x="2123268" y="1276097"/>
                </a:cubicBezTo>
                <a:cubicBezTo>
                  <a:pt x="2125571" y="1272789"/>
                  <a:pt x="2127860" y="1269419"/>
                  <a:pt x="2130178" y="1266156"/>
                </a:cubicBezTo>
                <a:cubicBezTo>
                  <a:pt x="2122000" y="1264348"/>
                  <a:pt x="2113976" y="1258179"/>
                  <a:pt x="2105490" y="1266883"/>
                </a:cubicBezTo>
                <a:cubicBezTo>
                  <a:pt x="2107067" y="1269589"/>
                  <a:pt x="2108629" y="1272340"/>
                  <a:pt x="2110159" y="1275062"/>
                </a:cubicBezTo>
                <a:close/>
                <a:moveTo>
                  <a:pt x="2168193" y="1311113"/>
                </a:moveTo>
                <a:cubicBezTo>
                  <a:pt x="2175026" y="1302904"/>
                  <a:pt x="2174625" y="1294061"/>
                  <a:pt x="2172291" y="1285141"/>
                </a:cubicBezTo>
                <a:cubicBezTo>
                  <a:pt x="2178953" y="1281229"/>
                  <a:pt x="2185709" y="1276036"/>
                  <a:pt x="2191954" y="1286655"/>
                </a:cubicBezTo>
                <a:cubicBezTo>
                  <a:pt x="2197768" y="1281864"/>
                  <a:pt x="2192279" y="1276206"/>
                  <a:pt x="2195696" y="1271212"/>
                </a:cubicBezTo>
                <a:cubicBezTo>
                  <a:pt x="2183050" y="1279236"/>
                  <a:pt x="2180577" y="1267904"/>
                  <a:pt x="2169168" y="1279623"/>
                </a:cubicBezTo>
                <a:cubicBezTo>
                  <a:pt x="2166586" y="1275123"/>
                  <a:pt x="2163973" y="1270501"/>
                  <a:pt x="2161390" y="1265940"/>
                </a:cubicBezTo>
                <a:cubicBezTo>
                  <a:pt x="2158500" y="1270314"/>
                  <a:pt x="2155794" y="1270347"/>
                  <a:pt x="2153105" y="1267904"/>
                </a:cubicBezTo>
                <a:cubicBezTo>
                  <a:pt x="2153908" y="1278879"/>
                  <a:pt x="2166555" y="1274119"/>
                  <a:pt x="2168998" y="1284878"/>
                </a:cubicBezTo>
                <a:cubicBezTo>
                  <a:pt x="2163741" y="1295839"/>
                  <a:pt x="2159026" y="1288480"/>
                  <a:pt x="2153847" y="1296859"/>
                </a:cubicBezTo>
                <a:cubicBezTo>
                  <a:pt x="2158531" y="1305625"/>
                  <a:pt x="2163416" y="1306924"/>
                  <a:pt x="2168193" y="1311113"/>
                </a:cubicBezTo>
                <a:close/>
                <a:moveTo>
                  <a:pt x="2836868" y="1718189"/>
                </a:moveTo>
                <a:lnTo>
                  <a:pt x="2840173" y="1720058"/>
                </a:lnTo>
                <a:lnTo>
                  <a:pt x="2843687" y="1719900"/>
                </a:lnTo>
                <a:lnTo>
                  <a:pt x="2844618" y="1719248"/>
                </a:lnTo>
                <a:lnTo>
                  <a:pt x="2842544" y="1716789"/>
                </a:lnTo>
                <a:lnTo>
                  <a:pt x="2835994" y="1716356"/>
                </a:lnTo>
                <a:close/>
                <a:moveTo>
                  <a:pt x="2866034" y="1738596"/>
                </a:moveTo>
                <a:lnTo>
                  <a:pt x="2866192" y="1738534"/>
                </a:lnTo>
                <a:lnTo>
                  <a:pt x="2865719" y="1738377"/>
                </a:lnTo>
                <a:close/>
                <a:moveTo>
                  <a:pt x="2044778" y="1264767"/>
                </a:moveTo>
                <a:cubicBezTo>
                  <a:pt x="2047948" y="1250667"/>
                  <a:pt x="2056080" y="1251084"/>
                  <a:pt x="2063207" y="1253032"/>
                </a:cubicBezTo>
                <a:cubicBezTo>
                  <a:pt x="2060176" y="1262030"/>
                  <a:pt x="2051689" y="1272867"/>
                  <a:pt x="2044778" y="1264767"/>
                </a:cubicBezTo>
                <a:close/>
                <a:moveTo>
                  <a:pt x="5949827" y="3519711"/>
                </a:moveTo>
                <a:cubicBezTo>
                  <a:pt x="5953118" y="3520514"/>
                  <a:pt x="5954773" y="3516062"/>
                  <a:pt x="5956704" y="3509724"/>
                </a:cubicBezTo>
                <a:cubicBezTo>
                  <a:pt x="5953613" y="3503339"/>
                  <a:pt x="5950366" y="3503090"/>
                  <a:pt x="5946889" y="3509012"/>
                </a:cubicBezTo>
                <a:cubicBezTo>
                  <a:pt x="5949222" y="3512646"/>
                  <a:pt x="5951572" y="3516356"/>
                  <a:pt x="5949827" y="3519711"/>
                </a:cubicBezTo>
                <a:close/>
                <a:moveTo>
                  <a:pt x="1763602" y="1107716"/>
                </a:moveTo>
                <a:cubicBezTo>
                  <a:pt x="1772723" y="1114580"/>
                  <a:pt x="1781859" y="1119048"/>
                  <a:pt x="1791382" y="1112540"/>
                </a:cubicBezTo>
                <a:cubicBezTo>
                  <a:pt x="1783668" y="1095533"/>
                  <a:pt x="1794784" y="1106247"/>
                  <a:pt x="1800147" y="1094791"/>
                </a:cubicBezTo>
                <a:cubicBezTo>
                  <a:pt x="1794630" y="1077245"/>
                  <a:pt x="1788214" y="1090695"/>
                  <a:pt x="1782338" y="1085547"/>
                </a:cubicBezTo>
                <a:cubicBezTo>
                  <a:pt x="1780885" y="1088932"/>
                  <a:pt x="1784285" y="1092673"/>
                  <a:pt x="1782013" y="1096045"/>
                </a:cubicBezTo>
                <a:cubicBezTo>
                  <a:pt x="1779215" y="1098563"/>
                  <a:pt x="1776696" y="1091190"/>
                  <a:pt x="1774083" y="1087526"/>
                </a:cubicBezTo>
                <a:cubicBezTo>
                  <a:pt x="1769275" y="1104299"/>
                  <a:pt x="1768456" y="1097218"/>
                  <a:pt x="1763602" y="1107716"/>
                </a:cubicBezTo>
                <a:close/>
                <a:moveTo>
                  <a:pt x="1149981" y="755423"/>
                </a:moveTo>
                <a:cubicBezTo>
                  <a:pt x="1155174" y="764096"/>
                  <a:pt x="1160925" y="755733"/>
                  <a:pt x="1166366" y="756690"/>
                </a:cubicBezTo>
                <a:cubicBezTo>
                  <a:pt x="1167712" y="743441"/>
                  <a:pt x="1154695" y="748142"/>
                  <a:pt x="1149981" y="755423"/>
                </a:cubicBezTo>
                <a:close/>
                <a:moveTo>
                  <a:pt x="2865335" y="1746000"/>
                </a:moveTo>
                <a:lnTo>
                  <a:pt x="2870734" y="1747450"/>
                </a:lnTo>
                <a:lnTo>
                  <a:pt x="2871338" y="1747241"/>
                </a:lnTo>
                <a:lnTo>
                  <a:pt x="2868768" y="1745479"/>
                </a:lnTo>
                <a:lnTo>
                  <a:pt x="2865247" y="1743919"/>
                </a:lnTo>
                <a:close/>
                <a:moveTo>
                  <a:pt x="973941" y="655107"/>
                </a:moveTo>
                <a:cubicBezTo>
                  <a:pt x="974621" y="649880"/>
                  <a:pt x="976461" y="644810"/>
                  <a:pt x="980959" y="639893"/>
                </a:cubicBezTo>
                <a:cubicBezTo>
                  <a:pt x="984545" y="644532"/>
                  <a:pt x="981716" y="648736"/>
                  <a:pt x="982212" y="653095"/>
                </a:cubicBezTo>
                <a:cubicBezTo>
                  <a:pt x="983154" y="651735"/>
                  <a:pt x="985427" y="652540"/>
                  <a:pt x="983773" y="655848"/>
                </a:cubicBezTo>
                <a:cubicBezTo>
                  <a:pt x="980696" y="648752"/>
                  <a:pt x="977064" y="659992"/>
                  <a:pt x="973941" y="655107"/>
                </a:cubicBezTo>
                <a:close/>
                <a:moveTo>
                  <a:pt x="4457606" y="2668460"/>
                </a:moveTo>
                <a:cubicBezTo>
                  <a:pt x="4459214" y="2661613"/>
                  <a:pt x="4458873" y="2654562"/>
                  <a:pt x="4461517" y="2647776"/>
                </a:cubicBezTo>
                <a:cubicBezTo>
                  <a:pt x="4468582" y="2649678"/>
                  <a:pt x="4475446" y="2657810"/>
                  <a:pt x="4482449" y="2662539"/>
                </a:cubicBezTo>
                <a:cubicBezTo>
                  <a:pt x="4473946" y="2671367"/>
                  <a:pt x="4465536" y="2677489"/>
                  <a:pt x="4457606" y="2668460"/>
                </a:cubicBezTo>
                <a:close/>
                <a:moveTo>
                  <a:pt x="927031" y="631107"/>
                </a:moveTo>
                <a:cubicBezTo>
                  <a:pt x="924872" y="630003"/>
                  <a:pt x="922746" y="627803"/>
                  <a:pt x="920729" y="622083"/>
                </a:cubicBezTo>
                <a:cubicBezTo>
                  <a:pt x="924532" y="610164"/>
                  <a:pt x="935725" y="625702"/>
                  <a:pt x="933531" y="633556"/>
                </a:cubicBezTo>
                <a:cubicBezTo>
                  <a:pt x="931381" y="632218"/>
                  <a:pt x="929190" y="632210"/>
                  <a:pt x="927031" y="631107"/>
                </a:cubicBezTo>
                <a:close/>
                <a:moveTo>
                  <a:pt x="4450758" y="2678447"/>
                </a:moveTo>
                <a:cubicBezTo>
                  <a:pt x="4440554" y="2667612"/>
                  <a:pt x="4454080" y="2668275"/>
                  <a:pt x="4451220" y="2662741"/>
                </a:cubicBezTo>
                <a:cubicBezTo>
                  <a:pt x="4447960" y="2662122"/>
                  <a:pt x="4444373" y="2671090"/>
                  <a:pt x="4441373" y="2661921"/>
                </a:cubicBezTo>
                <a:cubicBezTo>
                  <a:pt x="4445887" y="2657067"/>
                  <a:pt x="4450386" y="2654006"/>
                  <a:pt x="4454653" y="2657732"/>
                </a:cubicBezTo>
                <a:cubicBezTo>
                  <a:pt x="4452999" y="2664596"/>
                  <a:pt x="4453400" y="2671677"/>
                  <a:pt x="4450758" y="2678447"/>
                </a:cubicBezTo>
                <a:close/>
                <a:moveTo>
                  <a:pt x="5934563" y="3535531"/>
                </a:moveTo>
                <a:cubicBezTo>
                  <a:pt x="5937833" y="3536051"/>
                  <a:pt x="5941350" y="3528190"/>
                  <a:pt x="5944493" y="3532434"/>
                </a:cubicBezTo>
                <a:cubicBezTo>
                  <a:pt x="5943332" y="3523559"/>
                  <a:pt x="5946471" y="3515072"/>
                  <a:pt x="5942050" y="3505998"/>
                </a:cubicBezTo>
                <a:cubicBezTo>
                  <a:pt x="5937319" y="3520175"/>
                  <a:pt x="5936345" y="3518349"/>
                  <a:pt x="5931398" y="3531460"/>
                </a:cubicBezTo>
                <a:cubicBezTo>
                  <a:pt x="5932411" y="3534254"/>
                  <a:pt x="5933473" y="3535359"/>
                  <a:pt x="5934563" y="3535531"/>
                </a:cubicBezTo>
                <a:close/>
                <a:moveTo>
                  <a:pt x="2037452" y="1290459"/>
                </a:moveTo>
                <a:cubicBezTo>
                  <a:pt x="2049326" y="1277566"/>
                  <a:pt x="2060224" y="1297168"/>
                  <a:pt x="2072082" y="1285295"/>
                </a:cubicBezTo>
                <a:cubicBezTo>
                  <a:pt x="2072391" y="1292206"/>
                  <a:pt x="2074014" y="1295035"/>
                  <a:pt x="2078328" y="1296225"/>
                </a:cubicBezTo>
                <a:cubicBezTo>
                  <a:pt x="2081946" y="1286347"/>
                  <a:pt x="2088437" y="1278184"/>
                  <a:pt x="2088314" y="1291742"/>
                </a:cubicBezTo>
                <a:cubicBezTo>
                  <a:pt x="2093555" y="1285264"/>
                  <a:pt x="2090401" y="1273299"/>
                  <a:pt x="2103634" y="1274597"/>
                </a:cubicBezTo>
                <a:cubicBezTo>
                  <a:pt x="2095811" y="1260669"/>
                  <a:pt x="2087293" y="1271397"/>
                  <a:pt x="2078621" y="1285743"/>
                </a:cubicBezTo>
                <a:cubicBezTo>
                  <a:pt x="2073148" y="1286780"/>
                  <a:pt x="2067984" y="1275277"/>
                  <a:pt x="2062558" y="1274010"/>
                </a:cubicBezTo>
                <a:cubicBezTo>
                  <a:pt x="2065063" y="1273501"/>
                  <a:pt x="2067521" y="1272882"/>
                  <a:pt x="2065991" y="1269047"/>
                </a:cubicBezTo>
                <a:cubicBezTo>
                  <a:pt x="2074092" y="1273624"/>
                  <a:pt x="2089241" y="1271691"/>
                  <a:pt x="2092719" y="1255366"/>
                </a:cubicBezTo>
                <a:cubicBezTo>
                  <a:pt x="2086490" y="1243338"/>
                  <a:pt x="2079470" y="1258273"/>
                  <a:pt x="2072886" y="1259076"/>
                </a:cubicBezTo>
                <a:lnTo>
                  <a:pt x="2065540" y="1246079"/>
                </a:lnTo>
                <a:lnTo>
                  <a:pt x="2062835" y="1245883"/>
                </a:lnTo>
                <a:lnTo>
                  <a:pt x="2045694" y="1250141"/>
                </a:lnTo>
                <a:cubicBezTo>
                  <a:pt x="2039326" y="1252116"/>
                  <a:pt x="2034089" y="1256881"/>
                  <a:pt x="2033061" y="1271707"/>
                </a:cubicBezTo>
                <a:cubicBezTo>
                  <a:pt x="2029800" y="1267950"/>
                  <a:pt x="2031484" y="1264580"/>
                  <a:pt x="2033385" y="1261240"/>
                </a:cubicBezTo>
                <a:cubicBezTo>
                  <a:pt x="2024358" y="1252707"/>
                  <a:pt x="2024017" y="1273809"/>
                  <a:pt x="2029475" y="1281926"/>
                </a:cubicBezTo>
                <a:cubicBezTo>
                  <a:pt x="2038612" y="1267393"/>
                  <a:pt x="2032366" y="1283689"/>
                  <a:pt x="2037452" y="1290459"/>
                </a:cubicBezTo>
                <a:close/>
                <a:moveTo>
                  <a:pt x="1523700" y="999838"/>
                </a:moveTo>
                <a:cubicBezTo>
                  <a:pt x="1532604" y="995959"/>
                  <a:pt x="1540984" y="1008450"/>
                  <a:pt x="1549934" y="1001849"/>
                </a:cubicBezTo>
                <a:cubicBezTo>
                  <a:pt x="1541926" y="995293"/>
                  <a:pt x="1527209" y="982848"/>
                  <a:pt x="1523700" y="999838"/>
                </a:cubicBezTo>
                <a:close/>
                <a:moveTo>
                  <a:pt x="5916434" y="3538154"/>
                </a:moveTo>
                <a:cubicBezTo>
                  <a:pt x="5933346" y="3512847"/>
                  <a:pt x="5901747" y="3524364"/>
                  <a:pt x="5917392" y="3506725"/>
                </a:cubicBezTo>
                <a:cubicBezTo>
                  <a:pt x="5909939" y="3498361"/>
                  <a:pt x="5906864" y="3516913"/>
                  <a:pt x="5905347" y="3524179"/>
                </a:cubicBezTo>
                <a:cubicBezTo>
                  <a:pt x="5912769" y="3525663"/>
                  <a:pt x="5911146" y="3526466"/>
                  <a:pt x="5916434" y="3538154"/>
                </a:cubicBezTo>
                <a:close/>
                <a:moveTo>
                  <a:pt x="1741603" y="1129684"/>
                </a:moveTo>
                <a:cubicBezTo>
                  <a:pt x="1747076" y="1112478"/>
                  <a:pt x="1753723" y="1108488"/>
                  <a:pt x="1759242" y="1089041"/>
                </a:cubicBezTo>
                <a:cubicBezTo>
                  <a:pt x="1756660" y="1083800"/>
                  <a:pt x="1753831" y="1086274"/>
                  <a:pt x="1751265" y="1080538"/>
                </a:cubicBezTo>
                <a:cubicBezTo>
                  <a:pt x="1747384" y="1088098"/>
                  <a:pt x="1751466" y="1096275"/>
                  <a:pt x="1742375" y="1103496"/>
                </a:cubicBezTo>
                <a:cubicBezTo>
                  <a:pt x="1735805" y="1096848"/>
                  <a:pt x="1745791" y="1091453"/>
                  <a:pt x="1744586" y="1085269"/>
                </a:cubicBezTo>
                <a:cubicBezTo>
                  <a:pt x="1733177" y="1082099"/>
                  <a:pt x="1723359" y="1092550"/>
                  <a:pt x="1716141" y="1101440"/>
                </a:cubicBezTo>
                <a:cubicBezTo>
                  <a:pt x="1728200" y="1110159"/>
                  <a:pt x="1730348" y="1108581"/>
                  <a:pt x="1741603" y="1129684"/>
                </a:cubicBezTo>
                <a:close/>
                <a:moveTo>
                  <a:pt x="1682460" y="1101889"/>
                </a:moveTo>
                <a:cubicBezTo>
                  <a:pt x="1684403" y="1100905"/>
                  <a:pt x="1686389" y="1098470"/>
                  <a:pt x="1688360" y="1096661"/>
                </a:cubicBezTo>
                <a:cubicBezTo>
                  <a:pt x="1684202" y="1084789"/>
                  <a:pt x="1676966" y="1088314"/>
                  <a:pt x="1676827" y="1098409"/>
                </a:cubicBezTo>
                <a:cubicBezTo>
                  <a:pt x="1678620" y="1102405"/>
                  <a:pt x="1680518" y="1102872"/>
                  <a:pt x="1682460" y="1101889"/>
                </a:cubicBezTo>
                <a:close/>
                <a:moveTo>
                  <a:pt x="1973423" y="1270135"/>
                </a:moveTo>
                <a:cubicBezTo>
                  <a:pt x="1979655" y="1272645"/>
                  <a:pt x="1990895" y="1266199"/>
                  <a:pt x="1997180" y="1263683"/>
                </a:cubicBezTo>
                <a:cubicBezTo>
                  <a:pt x="2000535" y="1282127"/>
                  <a:pt x="2000751" y="1258335"/>
                  <a:pt x="2006517" y="1280147"/>
                </a:cubicBezTo>
                <a:cubicBezTo>
                  <a:pt x="2021853" y="1269388"/>
                  <a:pt x="2019551" y="1250604"/>
                  <a:pt x="2035410" y="1248270"/>
                </a:cubicBezTo>
                <a:cubicBezTo>
                  <a:pt x="2029738" y="1240276"/>
                  <a:pt x="2018451" y="1238994"/>
                  <a:pt x="2017123" y="1254731"/>
                </a:cubicBezTo>
                <a:lnTo>
                  <a:pt x="2011902" y="1244175"/>
                </a:lnTo>
                <a:lnTo>
                  <a:pt x="2010606" y="1243830"/>
                </a:lnTo>
                <a:lnTo>
                  <a:pt x="2004412" y="1243481"/>
                </a:lnTo>
                <a:cubicBezTo>
                  <a:pt x="1999082" y="1244904"/>
                  <a:pt x="1993130" y="1247946"/>
                  <a:pt x="1987966" y="1241947"/>
                </a:cubicBezTo>
                <a:cubicBezTo>
                  <a:pt x="1987649" y="1249097"/>
                  <a:pt x="1985156" y="1251528"/>
                  <a:pt x="1982075" y="1253105"/>
                </a:cubicBezTo>
                <a:lnTo>
                  <a:pt x="1973664" y="1258495"/>
                </a:lnTo>
                <a:lnTo>
                  <a:pt x="1971737" y="1257720"/>
                </a:lnTo>
                <a:lnTo>
                  <a:pt x="1966367" y="1249479"/>
                </a:lnTo>
                <a:cubicBezTo>
                  <a:pt x="1964228" y="1247829"/>
                  <a:pt x="1962025" y="1248355"/>
                  <a:pt x="1959691" y="1252876"/>
                </a:cubicBezTo>
                <a:lnTo>
                  <a:pt x="1971737" y="1257720"/>
                </a:lnTo>
                <a:lnTo>
                  <a:pt x="1972661" y="1259138"/>
                </a:lnTo>
                <a:lnTo>
                  <a:pt x="1973664" y="1258495"/>
                </a:lnTo>
                <a:lnTo>
                  <a:pt x="1975954" y="1259416"/>
                </a:lnTo>
                <a:cubicBezTo>
                  <a:pt x="1979617" y="1264270"/>
                  <a:pt x="1970620" y="1266018"/>
                  <a:pt x="1969229" y="1264163"/>
                </a:cubicBezTo>
                <a:cubicBezTo>
                  <a:pt x="1969824" y="1267467"/>
                  <a:pt x="1971345" y="1269299"/>
                  <a:pt x="1973423" y="1270135"/>
                </a:cubicBezTo>
                <a:close/>
                <a:moveTo>
                  <a:pt x="4403095" y="2677365"/>
                </a:moveTo>
                <a:cubicBezTo>
                  <a:pt x="4410840" y="2680798"/>
                  <a:pt x="4421090" y="2683982"/>
                  <a:pt x="4424817" y="2665926"/>
                </a:cubicBezTo>
                <a:cubicBezTo>
                  <a:pt x="4417922" y="2658366"/>
                  <a:pt x="4410579" y="2666218"/>
                  <a:pt x="4403095" y="2677365"/>
                </a:cubicBezTo>
                <a:close/>
                <a:moveTo>
                  <a:pt x="1947818" y="1265090"/>
                </a:moveTo>
                <a:cubicBezTo>
                  <a:pt x="1958345" y="1273345"/>
                  <a:pt x="1954140" y="1247929"/>
                  <a:pt x="1961716" y="1239906"/>
                </a:cubicBezTo>
                <a:cubicBezTo>
                  <a:pt x="1958500" y="1237897"/>
                  <a:pt x="1955145" y="1240139"/>
                  <a:pt x="1951744" y="1244406"/>
                </a:cubicBezTo>
                <a:cubicBezTo>
                  <a:pt x="1957371" y="1253340"/>
                  <a:pt x="1945328" y="1252583"/>
                  <a:pt x="1947818" y="1265090"/>
                </a:cubicBezTo>
                <a:close/>
                <a:moveTo>
                  <a:pt x="1457011" y="983285"/>
                </a:moveTo>
                <a:cubicBezTo>
                  <a:pt x="1460965" y="986837"/>
                  <a:pt x="1466290" y="988591"/>
                  <a:pt x="1468462" y="979787"/>
                </a:cubicBezTo>
                <a:cubicBezTo>
                  <a:pt x="1463856" y="969307"/>
                  <a:pt x="1458630" y="978984"/>
                  <a:pt x="1453792" y="976001"/>
                </a:cubicBezTo>
                <a:cubicBezTo>
                  <a:pt x="1450477" y="974385"/>
                  <a:pt x="1453058" y="979734"/>
                  <a:pt x="1457011" y="983285"/>
                </a:cubicBezTo>
                <a:close/>
                <a:moveTo>
                  <a:pt x="4458331" y="2725439"/>
                </a:moveTo>
                <a:cubicBezTo>
                  <a:pt x="4461912" y="2724734"/>
                  <a:pt x="4465575" y="2721255"/>
                  <a:pt x="4469278" y="2716617"/>
                </a:cubicBezTo>
                <a:cubicBezTo>
                  <a:pt x="4465289" y="2711964"/>
                  <a:pt x="4466310" y="2707682"/>
                  <a:pt x="4464765" y="2703152"/>
                </a:cubicBezTo>
                <a:cubicBezTo>
                  <a:pt x="4464393" y="2710186"/>
                  <a:pt x="4456416" y="2717096"/>
                  <a:pt x="4447882" y="2717622"/>
                </a:cubicBezTo>
                <a:cubicBezTo>
                  <a:pt x="4451252" y="2724077"/>
                  <a:pt x="4454750" y="2726144"/>
                  <a:pt x="4458331" y="2725439"/>
                </a:cubicBezTo>
                <a:close/>
                <a:moveTo>
                  <a:pt x="5886442" y="3551604"/>
                </a:moveTo>
                <a:cubicBezTo>
                  <a:pt x="5894110" y="3555360"/>
                  <a:pt x="5891141" y="3536453"/>
                  <a:pt x="5893630" y="3531105"/>
                </a:cubicBezTo>
                <a:cubicBezTo>
                  <a:pt x="5895918" y="3528631"/>
                  <a:pt x="5897928" y="3534010"/>
                  <a:pt x="5900046" y="3536886"/>
                </a:cubicBezTo>
                <a:cubicBezTo>
                  <a:pt x="5907343" y="3527795"/>
                  <a:pt x="5904189" y="3517933"/>
                  <a:pt x="5902550" y="3508208"/>
                </a:cubicBezTo>
                <a:cubicBezTo>
                  <a:pt x="5893738" y="3509151"/>
                  <a:pt x="5894203" y="3531259"/>
                  <a:pt x="5885358" y="3533114"/>
                </a:cubicBezTo>
                <a:cubicBezTo>
                  <a:pt x="5889549" y="3539561"/>
                  <a:pt x="5885313" y="3545404"/>
                  <a:pt x="5886442" y="3551604"/>
                </a:cubicBezTo>
                <a:close/>
                <a:moveTo>
                  <a:pt x="2640755" y="1678867"/>
                </a:moveTo>
                <a:cubicBezTo>
                  <a:pt x="2635501" y="1678047"/>
                  <a:pt x="2630345" y="1674982"/>
                  <a:pt x="2630438" y="1669996"/>
                </a:cubicBezTo>
                <a:cubicBezTo>
                  <a:pt x="2637333" y="1677386"/>
                  <a:pt x="2644630" y="1672006"/>
                  <a:pt x="2651665" y="1674264"/>
                </a:cubicBezTo>
                <a:cubicBezTo>
                  <a:pt x="2651363" y="1678260"/>
                  <a:pt x="2646009" y="1679686"/>
                  <a:pt x="2640755" y="1678867"/>
                </a:cubicBezTo>
                <a:close/>
                <a:moveTo>
                  <a:pt x="4376684" y="2682150"/>
                </a:moveTo>
                <a:cubicBezTo>
                  <a:pt x="4379431" y="2681779"/>
                  <a:pt x="4382194" y="2680890"/>
                  <a:pt x="4384838" y="2683859"/>
                </a:cubicBezTo>
                <a:cubicBezTo>
                  <a:pt x="4386183" y="2671212"/>
                  <a:pt x="4373320" y="2670686"/>
                  <a:pt x="4368622" y="2677334"/>
                </a:cubicBezTo>
                <a:cubicBezTo>
                  <a:pt x="4371203" y="2682374"/>
                  <a:pt x="4373936" y="2682521"/>
                  <a:pt x="4376684" y="2682150"/>
                </a:cubicBezTo>
                <a:close/>
                <a:moveTo>
                  <a:pt x="1605001" y="1082300"/>
                </a:moveTo>
                <a:cubicBezTo>
                  <a:pt x="1609129" y="1090371"/>
                  <a:pt x="1613690" y="1084140"/>
                  <a:pt x="1618267" y="1078095"/>
                </a:cubicBezTo>
                <a:cubicBezTo>
                  <a:pt x="1613984" y="1075544"/>
                  <a:pt x="1609655" y="1073164"/>
                  <a:pt x="1605001" y="1082300"/>
                </a:cubicBezTo>
                <a:close/>
                <a:moveTo>
                  <a:pt x="999526" y="733239"/>
                </a:moveTo>
                <a:cubicBezTo>
                  <a:pt x="995785" y="727721"/>
                  <a:pt x="995955" y="722480"/>
                  <a:pt x="999973" y="717564"/>
                </a:cubicBezTo>
                <a:cubicBezTo>
                  <a:pt x="1001782" y="721552"/>
                  <a:pt x="1011553" y="719341"/>
                  <a:pt x="1007952" y="726067"/>
                </a:cubicBezTo>
                <a:cubicBezTo>
                  <a:pt x="1003715" y="724025"/>
                  <a:pt x="999758" y="726375"/>
                  <a:pt x="999526" y="733239"/>
                </a:cubicBezTo>
                <a:close/>
                <a:moveTo>
                  <a:pt x="4350641" y="2673330"/>
                </a:moveTo>
                <a:cubicBezTo>
                  <a:pt x="4352281" y="2670779"/>
                  <a:pt x="4350085" y="2667997"/>
                  <a:pt x="4349250" y="2665307"/>
                </a:cubicBezTo>
                <a:cubicBezTo>
                  <a:pt x="4353686" y="2663343"/>
                  <a:pt x="4357785" y="2673269"/>
                  <a:pt x="4362530" y="2661086"/>
                </a:cubicBezTo>
                <a:cubicBezTo>
                  <a:pt x="4357785" y="2654980"/>
                  <a:pt x="4352667" y="2660916"/>
                  <a:pt x="4347704" y="2662586"/>
                </a:cubicBezTo>
                <a:cubicBezTo>
                  <a:pt x="4348045" y="2666111"/>
                  <a:pt x="4348431" y="2669620"/>
                  <a:pt x="4350641" y="2673330"/>
                </a:cubicBezTo>
                <a:close/>
                <a:moveTo>
                  <a:pt x="4392661" y="2697601"/>
                </a:moveTo>
                <a:cubicBezTo>
                  <a:pt x="4401195" y="2704451"/>
                  <a:pt x="4409883" y="2706553"/>
                  <a:pt x="4419019" y="2694355"/>
                </a:cubicBezTo>
                <a:cubicBezTo>
                  <a:pt x="4410115" y="2698885"/>
                  <a:pt x="4401721" y="2686595"/>
                  <a:pt x="4392661" y="2697601"/>
                </a:cubicBezTo>
                <a:close/>
                <a:moveTo>
                  <a:pt x="2718721" y="1738815"/>
                </a:moveTo>
                <a:cubicBezTo>
                  <a:pt x="2721469" y="1738444"/>
                  <a:pt x="2724232" y="1737555"/>
                  <a:pt x="2726875" y="1740524"/>
                </a:cubicBezTo>
                <a:lnTo>
                  <a:pt x="2723377" y="1734236"/>
                </a:lnTo>
                <a:lnTo>
                  <a:pt x="2721685" y="1733555"/>
                </a:lnTo>
                <a:lnTo>
                  <a:pt x="2714925" y="1736547"/>
                </a:lnTo>
                <a:close/>
                <a:moveTo>
                  <a:pt x="4381113" y="2699255"/>
                </a:moveTo>
                <a:cubicBezTo>
                  <a:pt x="4383757" y="2702023"/>
                  <a:pt x="4386586" y="2699241"/>
                  <a:pt x="4389213" y="2702579"/>
                </a:cubicBezTo>
                <a:cubicBezTo>
                  <a:pt x="4391872" y="2697540"/>
                  <a:pt x="4390434" y="2692129"/>
                  <a:pt x="4386399" y="2686579"/>
                </a:cubicBezTo>
                <a:cubicBezTo>
                  <a:pt x="4384669" y="2689949"/>
                  <a:pt x="4382999" y="2690444"/>
                  <a:pt x="4381406" y="2688837"/>
                </a:cubicBezTo>
                <a:cubicBezTo>
                  <a:pt x="4379921" y="2692223"/>
                  <a:pt x="4383323" y="2695979"/>
                  <a:pt x="4381113" y="2699255"/>
                </a:cubicBezTo>
                <a:close/>
                <a:moveTo>
                  <a:pt x="2724963" y="1744815"/>
                </a:moveTo>
                <a:lnTo>
                  <a:pt x="2728550" y="1743890"/>
                </a:lnTo>
                <a:lnTo>
                  <a:pt x="2728437" y="1743244"/>
                </a:lnTo>
                <a:close/>
                <a:moveTo>
                  <a:pt x="914900" y="705674"/>
                </a:moveTo>
                <a:cubicBezTo>
                  <a:pt x="920682" y="700867"/>
                  <a:pt x="906289" y="694498"/>
                  <a:pt x="912102" y="689705"/>
                </a:cubicBezTo>
                <a:cubicBezTo>
                  <a:pt x="918425" y="697017"/>
                  <a:pt x="924996" y="697173"/>
                  <a:pt x="931443" y="701701"/>
                </a:cubicBezTo>
                <a:cubicBezTo>
                  <a:pt x="925707" y="710081"/>
                  <a:pt x="920404" y="705041"/>
                  <a:pt x="914900" y="705674"/>
                </a:cubicBezTo>
                <a:close/>
                <a:moveTo>
                  <a:pt x="1515414" y="1056961"/>
                </a:moveTo>
                <a:cubicBezTo>
                  <a:pt x="1508844" y="1037220"/>
                  <a:pt x="1492579" y="1053561"/>
                  <a:pt x="1491544" y="1031485"/>
                </a:cubicBezTo>
                <a:cubicBezTo>
                  <a:pt x="1500618" y="1039509"/>
                  <a:pt x="1509833" y="1042445"/>
                  <a:pt x="1519340" y="1036292"/>
                </a:cubicBezTo>
                <a:cubicBezTo>
                  <a:pt x="1522665" y="1040900"/>
                  <a:pt x="1520854" y="1045120"/>
                  <a:pt x="1523839" y="1049742"/>
                </a:cubicBezTo>
                <a:cubicBezTo>
                  <a:pt x="1524581" y="1042894"/>
                  <a:pt x="1526375" y="1040296"/>
                  <a:pt x="1530703" y="1039741"/>
                </a:cubicBezTo>
                <a:cubicBezTo>
                  <a:pt x="1537598" y="1045522"/>
                  <a:pt x="1531800" y="1050315"/>
                  <a:pt x="1533516" y="1055755"/>
                </a:cubicBezTo>
                <a:cubicBezTo>
                  <a:pt x="1535217" y="1053251"/>
                  <a:pt x="1536825" y="1054983"/>
                  <a:pt x="1538525" y="1053483"/>
                </a:cubicBezTo>
                <a:cubicBezTo>
                  <a:pt x="1541092" y="1049325"/>
                  <a:pt x="1535882" y="1044532"/>
                  <a:pt x="1540567" y="1040528"/>
                </a:cubicBezTo>
                <a:cubicBezTo>
                  <a:pt x="1543751" y="1043295"/>
                  <a:pt x="1547013" y="1043713"/>
                  <a:pt x="1550228" y="1046510"/>
                </a:cubicBezTo>
                <a:cubicBezTo>
                  <a:pt x="1541540" y="1053886"/>
                  <a:pt x="1541431" y="1060131"/>
                  <a:pt x="1531630" y="1063501"/>
                </a:cubicBezTo>
                <a:cubicBezTo>
                  <a:pt x="1526498" y="1052896"/>
                  <a:pt x="1521304" y="1043852"/>
                  <a:pt x="1515414" y="1056961"/>
                </a:cubicBezTo>
                <a:close/>
                <a:moveTo>
                  <a:pt x="2630659" y="1700921"/>
                </a:moveTo>
                <a:lnTo>
                  <a:pt x="2631905" y="1701046"/>
                </a:lnTo>
                <a:lnTo>
                  <a:pt x="2631196" y="1698937"/>
                </a:lnTo>
                <a:close/>
                <a:moveTo>
                  <a:pt x="1352315" y="962891"/>
                </a:moveTo>
                <a:cubicBezTo>
                  <a:pt x="1357401" y="965194"/>
                  <a:pt x="1366739" y="969352"/>
                  <a:pt x="1367310" y="956165"/>
                </a:cubicBezTo>
                <a:cubicBezTo>
                  <a:pt x="1362363" y="949998"/>
                  <a:pt x="1352841" y="952177"/>
                  <a:pt x="1352315" y="962891"/>
                </a:cubicBezTo>
                <a:close/>
                <a:moveTo>
                  <a:pt x="858070" y="682903"/>
                </a:moveTo>
                <a:cubicBezTo>
                  <a:pt x="853433" y="677676"/>
                  <a:pt x="840386" y="672265"/>
                  <a:pt x="845610" y="660888"/>
                </a:cubicBezTo>
                <a:cubicBezTo>
                  <a:pt x="848671" y="673518"/>
                  <a:pt x="860312" y="674523"/>
                  <a:pt x="858070" y="682903"/>
                </a:cubicBezTo>
                <a:close/>
                <a:moveTo>
                  <a:pt x="4283377" y="2670717"/>
                </a:moveTo>
                <a:cubicBezTo>
                  <a:pt x="4285944" y="2667393"/>
                  <a:pt x="4288479" y="2664085"/>
                  <a:pt x="4286964" y="2660499"/>
                </a:cubicBezTo>
                <a:cubicBezTo>
                  <a:pt x="4289237" y="2658010"/>
                  <a:pt x="4291262" y="2663389"/>
                  <a:pt x="4293364" y="2666234"/>
                </a:cubicBezTo>
                <a:cubicBezTo>
                  <a:pt x="4298295" y="2660498"/>
                  <a:pt x="4302485" y="2654732"/>
                  <a:pt x="4295559" y="2648008"/>
                </a:cubicBezTo>
                <a:cubicBezTo>
                  <a:pt x="4294461" y="2650574"/>
                  <a:pt x="4295420" y="2653279"/>
                  <a:pt x="4293689" y="2655769"/>
                </a:cubicBezTo>
                <a:cubicBezTo>
                  <a:pt x="4290675" y="2651146"/>
                  <a:pt x="4292483" y="2646925"/>
                  <a:pt x="4289159" y="2642272"/>
                </a:cubicBezTo>
                <a:cubicBezTo>
                  <a:pt x="4286221" y="2654949"/>
                  <a:pt x="4287798" y="2651609"/>
                  <a:pt x="4278693" y="2662479"/>
                </a:cubicBezTo>
                <a:cubicBezTo>
                  <a:pt x="4280285" y="2665246"/>
                  <a:pt x="4281830" y="2667935"/>
                  <a:pt x="4283377" y="2670717"/>
                </a:cubicBezTo>
                <a:close/>
                <a:moveTo>
                  <a:pt x="4316997" y="2691963"/>
                </a:moveTo>
                <a:cubicBezTo>
                  <a:pt x="4320363" y="2691912"/>
                  <a:pt x="4324468" y="2688334"/>
                  <a:pt x="4327406" y="2682019"/>
                </a:cubicBezTo>
                <a:cubicBezTo>
                  <a:pt x="4321919" y="2682066"/>
                  <a:pt x="4316661" y="2674598"/>
                  <a:pt x="4311018" y="2680736"/>
                </a:cubicBezTo>
                <a:cubicBezTo>
                  <a:pt x="4311003" y="2688535"/>
                  <a:pt x="4313630" y="2692013"/>
                  <a:pt x="4316997" y="2691963"/>
                </a:cubicBezTo>
                <a:close/>
                <a:moveTo>
                  <a:pt x="1489054" y="1060164"/>
                </a:moveTo>
                <a:cubicBezTo>
                  <a:pt x="1496334" y="1054350"/>
                  <a:pt x="1503385" y="1056437"/>
                  <a:pt x="1510588" y="1053963"/>
                </a:cubicBezTo>
                <a:cubicBezTo>
                  <a:pt x="1507466" y="1059993"/>
                  <a:pt x="1517345" y="1057735"/>
                  <a:pt x="1511810" y="1067212"/>
                </a:cubicBezTo>
                <a:cubicBezTo>
                  <a:pt x="1504667" y="1050068"/>
                  <a:pt x="1496443" y="1069268"/>
                  <a:pt x="1489054" y="1060164"/>
                </a:cubicBezTo>
                <a:close/>
                <a:moveTo>
                  <a:pt x="2635401" y="1722899"/>
                </a:moveTo>
                <a:lnTo>
                  <a:pt x="2637932" y="1718909"/>
                </a:lnTo>
                <a:lnTo>
                  <a:pt x="2634796" y="1721959"/>
                </a:lnTo>
                <a:close/>
                <a:moveTo>
                  <a:pt x="4237787" y="2656650"/>
                </a:moveTo>
                <a:cubicBezTo>
                  <a:pt x="4246320" y="2664550"/>
                  <a:pt x="4255178" y="2660948"/>
                  <a:pt x="4264022" y="2658736"/>
                </a:cubicBezTo>
                <a:cubicBezTo>
                  <a:pt x="4261981" y="2653125"/>
                  <a:pt x="4259755" y="2655490"/>
                  <a:pt x="4257481" y="2658211"/>
                </a:cubicBezTo>
                <a:cubicBezTo>
                  <a:pt x="4255394" y="2655444"/>
                  <a:pt x="4255070" y="2652722"/>
                  <a:pt x="4256060" y="2650218"/>
                </a:cubicBezTo>
                <a:cubicBezTo>
                  <a:pt x="4249196" y="2649786"/>
                  <a:pt x="4247201" y="2654516"/>
                  <a:pt x="4237787" y="2656650"/>
                </a:cubicBezTo>
                <a:close/>
                <a:moveTo>
                  <a:pt x="1310249" y="969084"/>
                </a:moveTo>
                <a:cubicBezTo>
                  <a:pt x="1313226" y="970238"/>
                  <a:pt x="1316256" y="969562"/>
                  <a:pt x="1319387" y="965597"/>
                </a:cubicBezTo>
                <a:cubicBezTo>
                  <a:pt x="1313466" y="962735"/>
                  <a:pt x="1307776" y="951157"/>
                  <a:pt x="1301437" y="961593"/>
                </a:cubicBezTo>
                <a:cubicBezTo>
                  <a:pt x="1304351" y="964947"/>
                  <a:pt x="1307273" y="967931"/>
                  <a:pt x="1310249" y="969084"/>
                </a:cubicBezTo>
                <a:close/>
                <a:moveTo>
                  <a:pt x="1454516" y="1060146"/>
                </a:moveTo>
                <a:cubicBezTo>
                  <a:pt x="1447638" y="1044223"/>
                  <a:pt x="1456712" y="1039679"/>
                  <a:pt x="1455506" y="1028686"/>
                </a:cubicBezTo>
                <a:cubicBezTo>
                  <a:pt x="1458970" y="1039740"/>
                  <a:pt x="1463283" y="1024219"/>
                  <a:pt x="1466870" y="1032195"/>
                </a:cubicBezTo>
                <a:cubicBezTo>
                  <a:pt x="1468617" y="1043544"/>
                  <a:pt x="1457129" y="1037606"/>
                  <a:pt x="1459850" y="1047408"/>
                </a:cubicBezTo>
                <a:cubicBezTo>
                  <a:pt x="1461691" y="1051412"/>
                  <a:pt x="1471430" y="1049232"/>
                  <a:pt x="1467797" y="1055895"/>
                </a:cubicBezTo>
                <a:cubicBezTo>
                  <a:pt x="1463529" y="1052201"/>
                  <a:pt x="1459047" y="1055231"/>
                  <a:pt x="1454516" y="1060146"/>
                </a:cubicBezTo>
                <a:close/>
                <a:moveTo>
                  <a:pt x="2579825" y="1713315"/>
                </a:moveTo>
                <a:lnTo>
                  <a:pt x="2583703" y="1714757"/>
                </a:lnTo>
                <a:lnTo>
                  <a:pt x="2591538" y="1709027"/>
                </a:lnTo>
                <a:lnTo>
                  <a:pt x="2591383" y="1708733"/>
                </a:lnTo>
                <a:lnTo>
                  <a:pt x="2589917" y="1709137"/>
                </a:lnTo>
                <a:cubicBezTo>
                  <a:pt x="2587384" y="1710532"/>
                  <a:pt x="2584532" y="1712248"/>
                  <a:pt x="2579825" y="1713315"/>
                </a:cubicBezTo>
                <a:close/>
                <a:moveTo>
                  <a:pt x="1423630" y="1049851"/>
                </a:moveTo>
                <a:cubicBezTo>
                  <a:pt x="1428113" y="1044084"/>
                  <a:pt x="1432257" y="1038256"/>
                  <a:pt x="1429104" y="1031918"/>
                </a:cubicBezTo>
                <a:cubicBezTo>
                  <a:pt x="1422640" y="1027975"/>
                  <a:pt x="1415777" y="1037545"/>
                  <a:pt x="1409593" y="1025146"/>
                </a:cubicBezTo>
                <a:cubicBezTo>
                  <a:pt x="1421913" y="1015809"/>
                  <a:pt x="1433447" y="1033340"/>
                  <a:pt x="1445475" y="1033155"/>
                </a:cubicBezTo>
                <a:cubicBezTo>
                  <a:pt x="1443418" y="1023043"/>
                  <a:pt x="1433478" y="1029042"/>
                  <a:pt x="1440960" y="1019705"/>
                </a:cubicBezTo>
                <a:cubicBezTo>
                  <a:pt x="1446928" y="1029738"/>
                  <a:pt x="1447344" y="1024698"/>
                  <a:pt x="1450327" y="1036138"/>
                </a:cubicBezTo>
                <a:cubicBezTo>
                  <a:pt x="1434963" y="1031546"/>
                  <a:pt x="1434900" y="1057797"/>
                  <a:pt x="1423630" y="1049851"/>
                </a:cubicBezTo>
                <a:close/>
                <a:moveTo>
                  <a:pt x="2542178" y="1696996"/>
                </a:moveTo>
                <a:lnTo>
                  <a:pt x="2544323" y="1696631"/>
                </a:lnTo>
                <a:lnTo>
                  <a:pt x="2542655" y="1694773"/>
                </a:lnTo>
                <a:close/>
                <a:moveTo>
                  <a:pt x="4250108" y="2683874"/>
                </a:moveTo>
                <a:cubicBezTo>
                  <a:pt x="4259199" y="2690970"/>
                  <a:pt x="4268443" y="2693907"/>
                  <a:pt x="4278044" y="2683410"/>
                </a:cubicBezTo>
                <a:cubicBezTo>
                  <a:pt x="4278276" y="2679081"/>
                  <a:pt x="4274796" y="2674427"/>
                  <a:pt x="4276822" y="2670207"/>
                </a:cubicBezTo>
                <a:cubicBezTo>
                  <a:pt x="4270422" y="2664426"/>
                  <a:pt x="4263743" y="2668353"/>
                  <a:pt x="4257327" y="2663420"/>
                </a:cubicBezTo>
                <a:cubicBezTo>
                  <a:pt x="4251885" y="2670006"/>
                  <a:pt x="4255550" y="2677287"/>
                  <a:pt x="4250108" y="2683874"/>
                </a:cubicBezTo>
                <a:close/>
                <a:moveTo>
                  <a:pt x="1226132" y="939295"/>
                </a:moveTo>
                <a:cubicBezTo>
                  <a:pt x="1230288" y="941486"/>
                  <a:pt x="1235201" y="941332"/>
                  <a:pt x="1238085" y="938263"/>
                </a:cubicBezTo>
                <a:cubicBezTo>
                  <a:pt x="1231947" y="923654"/>
                  <a:pt x="1225051" y="933687"/>
                  <a:pt x="1218714" y="926252"/>
                </a:cubicBezTo>
                <a:cubicBezTo>
                  <a:pt x="1218575" y="932567"/>
                  <a:pt x="1221976" y="937104"/>
                  <a:pt x="1226132" y="939295"/>
                </a:cubicBezTo>
                <a:close/>
                <a:moveTo>
                  <a:pt x="5796607" y="3588492"/>
                </a:moveTo>
                <a:cubicBezTo>
                  <a:pt x="5793845" y="3589236"/>
                  <a:pt x="5791156" y="3587616"/>
                  <a:pt x="5788551" y="3583373"/>
                </a:cubicBezTo>
                <a:cubicBezTo>
                  <a:pt x="5794178" y="3578303"/>
                  <a:pt x="5799682" y="3577159"/>
                  <a:pt x="5805094" y="3579431"/>
                </a:cubicBezTo>
                <a:cubicBezTo>
                  <a:pt x="5802202" y="3584641"/>
                  <a:pt x="5799369" y="3587748"/>
                  <a:pt x="5796607" y="3588492"/>
                </a:cubicBezTo>
                <a:close/>
                <a:moveTo>
                  <a:pt x="2554992" y="1721951"/>
                </a:moveTo>
                <a:lnTo>
                  <a:pt x="2565530" y="1727647"/>
                </a:lnTo>
                <a:lnTo>
                  <a:pt x="2567967" y="1725574"/>
                </a:lnTo>
                <a:cubicBezTo>
                  <a:pt x="2565370" y="1720333"/>
                  <a:pt x="2562572" y="1722807"/>
                  <a:pt x="2560021" y="1717040"/>
                </a:cubicBezTo>
                <a:cubicBezTo>
                  <a:pt x="2564937" y="1717426"/>
                  <a:pt x="2570054" y="1711444"/>
                  <a:pt x="2574846" y="1715602"/>
                </a:cubicBezTo>
                <a:cubicBezTo>
                  <a:pt x="2574181" y="1709093"/>
                  <a:pt x="2569841" y="1708077"/>
                  <a:pt x="2564792" y="1707975"/>
                </a:cubicBezTo>
                <a:lnTo>
                  <a:pt x="2563426" y="1707770"/>
                </a:lnTo>
                <a:lnTo>
                  <a:pt x="2562490" y="1710516"/>
                </a:lnTo>
                <a:cubicBezTo>
                  <a:pt x="2560004" y="1716092"/>
                  <a:pt x="2558633" y="1714078"/>
                  <a:pt x="2554992" y="1721951"/>
                </a:cubicBezTo>
                <a:close/>
                <a:moveTo>
                  <a:pt x="4246367" y="2699349"/>
                </a:moveTo>
                <a:cubicBezTo>
                  <a:pt x="4249149" y="2688188"/>
                  <a:pt x="4250170" y="2676917"/>
                  <a:pt x="4242471" y="2664905"/>
                </a:cubicBezTo>
                <a:cubicBezTo>
                  <a:pt x="4233968" y="2673903"/>
                  <a:pt x="4243877" y="2684260"/>
                  <a:pt x="4239982" y="2693628"/>
                </a:cubicBezTo>
                <a:cubicBezTo>
                  <a:pt x="4242131" y="2694509"/>
                  <a:pt x="4244296" y="2695469"/>
                  <a:pt x="4246367" y="2699349"/>
                </a:cubicBezTo>
                <a:close/>
                <a:moveTo>
                  <a:pt x="1369289" y="1038579"/>
                </a:moveTo>
                <a:cubicBezTo>
                  <a:pt x="1364611" y="1037146"/>
                  <a:pt x="1361675" y="1024551"/>
                  <a:pt x="1353860" y="1020818"/>
                </a:cubicBezTo>
                <a:cubicBezTo>
                  <a:pt x="1359272" y="1011573"/>
                  <a:pt x="1368253" y="1027248"/>
                  <a:pt x="1368995" y="1008836"/>
                </a:cubicBezTo>
                <a:cubicBezTo>
                  <a:pt x="1378085" y="1018282"/>
                  <a:pt x="1364882" y="1026027"/>
                  <a:pt x="1374792" y="1035550"/>
                </a:cubicBezTo>
                <a:cubicBezTo>
                  <a:pt x="1372601" y="1038294"/>
                  <a:pt x="1370849" y="1039057"/>
                  <a:pt x="1369289" y="1038579"/>
                </a:cubicBezTo>
                <a:close/>
                <a:moveTo>
                  <a:pt x="1941372" y="1369658"/>
                </a:moveTo>
                <a:cubicBezTo>
                  <a:pt x="1946565" y="1378331"/>
                  <a:pt x="1952316" y="1369968"/>
                  <a:pt x="1957757" y="1370925"/>
                </a:cubicBezTo>
                <a:cubicBezTo>
                  <a:pt x="1959103" y="1357677"/>
                  <a:pt x="1946086" y="1362377"/>
                  <a:pt x="1941372" y="1369658"/>
                </a:cubicBezTo>
                <a:close/>
                <a:moveTo>
                  <a:pt x="1765332" y="1269342"/>
                </a:moveTo>
                <a:cubicBezTo>
                  <a:pt x="1766011" y="1264115"/>
                  <a:pt x="1767852" y="1259045"/>
                  <a:pt x="1772350" y="1254129"/>
                </a:cubicBezTo>
                <a:cubicBezTo>
                  <a:pt x="1775936" y="1258767"/>
                  <a:pt x="1773107" y="1262971"/>
                  <a:pt x="1773603" y="1267331"/>
                </a:cubicBezTo>
                <a:cubicBezTo>
                  <a:pt x="1774545" y="1265970"/>
                  <a:pt x="1776818" y="1266776"/>
                  <a:pt x="1775163" y="1270083"/>
                </a:cubicBezTo>
                <a:cubicBezTo>
                  <a:pt x="1772086" y="1262987"/>
                  <a:pt x="1768455" y="1274227"/>
                  <a:pt x="1765332" y="1269342"/>
                </a:cubicBezTo>
                <a:close/>
                <a:moveTo>
                  <a:pt x="1340581" y="1025023"/>
                </a:moveTo>
                <a:cubicBezTo>
                  <a:pt x="1339313" y="1017510"/>
                  <a:pt x="1330208" y="1023293"/>
                  <a:pt x="1334351" y="1014048"/>
                </a:cubicBezTo>
                <a:cubicBezTo>
                  <a:pt x="1336438" y="1016799"/>
                  <a:pt x="1338758" y="1013074"/>
                  <a:pt x="1341075" y="1009256"/>
                </a:cubicBezTo>
                <a:cubicBezTo>
                  <a:pt x="1344446" y="1023402"/>
                  <a:pt x="1349053" y="998712"/>
                  <a:pt x="1352439" y="1012828"/>
                </a:cubicBezTo>
                <a:cubicBezTo>
                  <a:pt x="1346316" y="1024329"/>
                  <a:pt x="1337876" y="1008729"/>
                  <a:pt x="1340581" y="1025023"/>
                </a:cubicBezTo>
                <a:close/>
                <a:moveTo>
                  <a:pt x="1718422" y="1245342"/>
                </a:moveTo>
                <a:cubicBezTo>
                  <a:pt x="1716263" y="1244238"/>
                  <a:pt x="1714138" y="1242039"/>
                  <a:pt x="1712119" y="1236319"/>
                </a:cubicBezTo>
                <a:cubicBezTo>
                  <a:pt x="1715923" y="1224399"/>
                  <a:pt x="1727115" y="1239937"/>
                  <a:pt x="1724921" y="1247791"/>
                </a:cubicBezTo>
                <a:cubicBezTo>
                  <a:pt x="1722772" y="1246454"/>
                  <a:pt x="1720580" y="1246446"/>
                  <a:pt x="1718422" y="1245342"/>
                </a:cubicBezTo>
                <a:close/>
                <a:moveTo>
                  <a:pt x="4213917" y="2686378"/>
                </a:moveTo>
                <a:cubicBezTo>
                  <a:pt x="4214071" y="2676206"/>
                  <a:pt x="4221245" y="2673269"/>
                  <a:pt x="4225929" y="2668909"/>
                </a:cubicBezTo>
                <a:cubicBezTo>
                  <a:pt x="4223332" y="2663668"/>
                  <a:pt x="4220535" y="2666142"/>
                  <a:pt x="4217983" y="2660375"/>
                </a:cubicBezTo>
                <a:cubicBezTo>
                  <a:pt x="4222899" y="2660761"/>
                  <a:pt x="4228017" y="2654779"/>
                  <a:pt x="4232808" y="2658937"/>
                </a:cubicBezTo>
                <a:cubicBezTo>
                  <a:pt x="4231479" y="2645920"/>
                  <a:pt x="4215448" y="2654871"/>
                  <a:pt x="4208444" y="2649166"/>
                </a:cubicBezTo>
                <a:cubicBezTo>
                  <a:pt x="4208939" y="2661441"/>
                  <a:pt x="4210593" y="2673825"/>
                  <a:pt x="4213917" y="2686378"/>
                </a:cubicBezTo>
                <a:close/>
                <a:moveTo>
                  <a:pt x="809245" y="721875"/>
                </a:moveTo>
                <a:cubicBezTo>
                  <a:pt x="806561" y="720002"/>
                  <a:pt x="803941" y="716134"/>
                  <a:pt x="801243" y="715244"/>
                </a:cubicBezTo>
                <a:cubicBezTo>
                  <a:pt x="806917" y="708752"/>
                  <a:pt x="812281" y="712694"/>
                  <a:pt x="817629" y="716528"/>
                </a:cubicBezTo>
                <a:cubicBezTo>
                  <a:pt x="814677" y="723624"/>
                  <a:pt x="811929" y="723748"/>
                  <a:pt x="809245" y="721875"/>
                </a:cubicBezTo>
                <a:close/>
                <a:moveTo>
                  <a:pt x="1184074" y="939142"/>
                </a:moveTo>
                <a:cubicBezTo>
                  <a:pt x="1187423" y="939396"/>
                  <a:pt x="1190221" y="937043"/>
                  <a:pt x="1190608" y="931941"/>
                </a:cubicBezTo>
                <a:cubicBezTo>
                  <a:pt x="1185305" y="927118"/>
                  <a:pt x="1180018" y="920517"/>
                  <a:pt x="1174236" y="930704"/>
                </a:cubicBezTo>
                <a:cubicBezTo>
                  <a:pt x="1176825" y="936029"/>
                  <a:pt x="1180725" y="938889"/>
                  <a:pt x="1184074" y="939142"/>
                </a:cubicBezTo>
                <a:close/>
                <a:moveTo>
                  <a:pt x="1299707" y="1019226"/>
                </a:moveTo>
                <a:cubicBezTo>
                  <a:pt x="1301437" y="1015639"/>
                  <a:pt x="1299025" y="1014619"/>
                  <a:pt x="1296567" y="1013738"/>
                </a:cubicBezTo>
                <a:cubicBezTo>
                  <a:pt x="1308983" y="983281"/>
                  <a:pt x="1315677" y="1014232"/>
                  <a:pt x="1331089" y="1013769"/>
                </a:cubicBezTo>
                <a:cubicBezTo>
                  <a:pt x="1320314" y="1025424"/>
                  <a:pt x="1310435" y="1008125"/>
                  <a:pt x="1299707" y="1019226"/>
                </a:cubicBezTo>
                <a:close/>
                <a:moveTo>
                  <a:pt x="1273779" y="1006689"/>
                </a:moveTo>
                <a:cubicBezTo>
                  <a:pt x="1276345" y="1002498"/>
                  <a:pt x="1271137" y="997737"/>
                  <a:pt x="1275821" y="993702"/>
                </a:cubicBezTo>
                <a:cubicBezTo>
                  <a:pt x="1277830" y="1008141"/>
                  <a:pt x="1288528" y="997320"/>
                  <a:pt x="1285343" y="1004957"/>
                </a:cubicBezTo>
                <a:cubicBezTo>
                  <a:pt x="1281479" y="1005575"/>
                  <a:pt x="1277458" y="1011650"/>
                  <a:pt x="1273779" y="1006689"/>
                </a:cubicBezTo>
                <a:close/>
                <a:moveTo>
                  <a:pt x="752220" y="706216"/>
                </a:moveTo>
                <a:cubicBezTo>
                  <a:pt x="752822" y="693013"/>
                  <a:pt x="762161" y="697157"/>
                  <a:pt x="767232" y="699476"/>
                </a:cubicBezTo>
                <a:cubicBezTo>
                  <a:pt x="762053" y="707190"/>
                  <a:pt x="757059" y="709678"/>
                  <a:pt x="752220" y="706216"/>
                </a:cubicBezTo>
                <a:close/>
                <a:moveTo>
                  <a:pt x="4151986" y="2671136"/>
                </a:moveTo>
                <a:cubicBezTo>
                  <a:pt x="4155457" y="2671522"/>
                  <a:pt x="4156798" y="2669427"/>
                  <a:pt x="4157478" y="2666379"/>
                </a:cubicBezTo>
                <a:lnTo>
                  <a:pt x="4158976" y="2656106"/>
                </a:lnTo>
                <a:lnTo>
                  <a:pt x="4159044" y="2655958"/>
                </a:lnTo>
                <a:lnTo>
                  <a:pt x="4163353" y="2661498"/>
                </a:lnTo>
                <a:cubicBezTo>
                  <a:pt x="4167804" y="2663662"/>
                  <a:pt x="4172497" y="2657879"/>
                  <a:pt x="4176798" y="2665183"/>
                </a:cubicBezTo>
                <a:cubicBezTo>
                  <a:pt x="4173258" y="2671058"/>
                  <a:pt x="4177061" y="2677458"/>
                  <a:pt x="4181174" y="2683921"/>
                </a:cubicBezTo>
                <a:cubicBezTo>
                  <a:pt x="4188547" y="2668151"/>
                  <a:pt x="4194887" y="2686456"/>
                  <a:pt x="4197546" y="2685172"/>
                </a:cubicBezTo>
                <a:cubicBezTo>
                  <a:pt x="4199880" y="2680998"/>
                  <a:pt x="4204457" y="2676963"/>
                  <a:pt x="4202864" y="2672449"/>
                </a:cubicBezTo>
                <a:cubicBezTo>
                  <a:pt x="4200528" y="2669992"/>
                  <a:pt x="4189862" y="2678787"/>
                  <a:pt x="4193200" y="2666481"/>
                </a:cubicBezTo>
                <a:cubicBezTo>
                  <a:pt x="4195567" y="2668305"/>
                  <a:pt x="4206250" y="2659155"/>
                  <a:pt x="4203343" y="2656727"/>
                </a:cubicBezTo>
                <a:cubicBezTo>
                  <a:pt x="4200251" y="2662462"/>
                  <a:pt x="4189305" y="2658783"/>
                  <a:pt x="4192103" y="2647960"/>
                </a:cubicBezTo>
                <a:cubicBezTo>
                  <a:pt x="4200915" y="2631110"/>
                  <a:pt x="4208537" y="2648131"/>
                  <a:pt x="4213979" y="2631295"/>
                </a:cubicBezTo>
                <a:cubicBezTo>
                  <a:pt x="4217566" y="2635995"/>
                  <a:pt x="4214782" y="2640139"/>
                  <a:pt x="4215232" y="2644529"/>
                </a:cubicBezTo>
                <a:cubicBezTo>
                  <a:pt x="4222544" y="2642906"/>
                  <a:pt x="4236009" y="2651099"/>
                  <a:pt x="4238498" y="2635825"/>
                </a:cubicBezTo>
                <a:cubicBezTo>
                  <a:pt x="4250897" y="2652305"/>
                  <a:pt x="4255008" y="2631667"/>
                  <a:pt x="4266603" y="2630136"/>
                </a:cubicBezTo>
                <a:cubicBezTo>
                  <a:pt x="4266233" y="2630152"/>
                  <a:pt x="4274472" y="2644406"/>
                  <a:pt x="4274858" y="2628172"/>
                </a:cubicBezTo>
                <a:cubicBezTo>
                  <a:pt x="4280717" y="2633815"/>
                  <a:pt x="4276483" y="2638763"/>
                  <a:pt x="4280949" y="2644359"/>
                </a:cubicBezTo>
                <a:cubicBezTo>
                  <a:pt x="4284413" y="2628096"/>
                  <a:pt x="4299084" y="2643122"/>
                  <a:pt x="4307509" y="2635950"/>
                </a:cubicBezTo>
                <a:cubicBezTo>
                  <a:pt x="4304867" y="2640958"/>
                  <a:pt x="4306288" y="2646337"/>
                  <a:pt x="4310307" y="2651903"/>
                </a:cubicBezTo>
                <a:cubicBezTo>
                  <a:pt x="4318780" y="2659155"/>
                  <a:pt x="4313539" y="2641963"/>
                  <a:pt x="4318748" y="2644638"/>
                </a:cubicBezTo>
                <a:cubicBezTo>
                  <a:pt x="4317218" y="2648889"/>
                  <a:pt x="4317218" y="2653295"/>
                  <a:pt x="4319985" y="2657902"/>
                </a:cubicBezTo>
                <a:cubicBezTo>
                  <a:pt x="4323679" y="2644792"/>
                  <a:pt x="4326323" y="2665708"/>
                  <a:pt x="4329818" y="2658643"/>
                </a:cubicBezTo>
                <a:cubicBezTo>
                  <a:pt x="4334255" y="2653774"/>
                  <a:pt x="4327235" y="2647930"/>
                  <a:pt x="4330297" y="2642952"/>
                </a:cubicBezTo>
                <a:cubicBezTo>
                  <a:pt x="4341056" y="2649229"/>
                  <a:pt x="4352544" y="2632115"/>
                  <a:pt x="4363256" y="2640231"/>
                </a:cubicBezTo>
                <a:cubicBezTo>
                  <a:pt x="4360211" y="2644344"/>
                  <a:pt x="4360057" y="2648718"/>
                  <a:pt x="4361201" y="2653218"/>
                </a:cubicBezTo>
                <a:cubicBezTo>
                  <a:pt x="4370013" y="2642009"/>
                  <a:pt x="4375841" y="2641020"/>
                  <a:pt x="4375886" y="2656990"/>
                </a:cubicBezTo>
                <a:cubicBezTo>
                  <a:pt x="4387652" y="2649569"/>
                  <a:pt x="4402463" y="2639968"/>
                  <a:pt x="4408646" y="2659494"/>
                </a:cubicBezTo>
                <a:cubicBezTo>
                  <a:pt x="4414458" y="2648950"/>
                  <a:pt x="4419623" y="2659262"/>
                  <a:pt x="4425219" y="2655537"/>
                </a:cubicBezTo>
                <a:cubicBezTo>
                  <a:pt x="4426764" y="2646647"/>
                  <a:pt x="4431078" y="2649522"/>
                  <a:pt x="4433984" y="2637850"/>
                </a:cubicBezTo>
                <a:cubicBezTo>
                  <a:pt x="4437014" y="2648069"/>
                  <a:pt x="4437170" y="2650528"/>
                  <a:pt x="4443508" y="2649104"/>
                </a:cubicBezTo>
                <a:cubicBezTo>
                  <a:pt x="4443183" y="2660159"/>
                  <a:pt x="4434974" y="2655568"/>
                  <a:pt x="4430057" y="2658551"/>
                </a:cubicBezTo>
                <a:cubicBezTo>
                  <a:pt x="4434417" y="2669373"/>
                  <a:pt x="4428387" y="2679405"/>
                  <a:pt x="4425821" y="2689749"/>
                </a:cubicBezTo>
                <a:cubicBezTo>
                  <a:pt x="4432593" y="2693351"/>
                  <a:pt x="4439456" y="2694819"/>
                  <a:pt x="4442503" y="2680488"/>
                </a:cubicBezTo>
                <a:cubicBezTo>
                  <a:pt x="4452258" y="2684878"/>
                  <a:pt x="4461703" y="2698437"/>
                  <a:pt x="4472200" y="2677581"/>
                </a:cubicBezTo>
                <a:cubicBezTo>
                  <a:pt x="4478353" y="2681137"/>
                  <a:pt x="4470283" y="2696026"/>
                  <a:pt x="4476699" y="2691031"/>
                </a:cubicBezTo>
                <a:cubicBezTo>
                  <a:pt x="4478431" y="2688588"/>
                  <a:pt x="4477488" y="2685838"/>
                  <a:pt x="4478585" y="2683286"/>
                </a:cubicBezTo>
                <a:cubicBezTo>
                  <a:pt x="4492081" y="2701683"/>
                  <a:pt x="4518517" y="2680921"/>
                  <a:pt x="4537440" y="2693133"/>
                </a:cubicBezTo>
                <a:cubicBezTo>
                  <a:pt x="4530065" y="2680998"/>
                  <a:pt x="4529895" y="2684430"/>
                  <a:pt x="4524979" y="2671151"/>
                </a:cubicBezTo>
                <a:cubicBezTo>
                  <a:pt x="4521315" y="2682622"/>
                  <a:pt x="4518626" y="2664178"/>
                  <a:pt x="4514977" y="2675619"/>
                </a:cubicBezTo>
                <a:cubicBezTo>
                  <a:pt x="4516538" y="2678957"/>
                  <a:pt x="4519894" y="2676299"/>
                  <a:pt x="4518069" y="2681106"/>
                </a:cubicBezTo>
                <a:cubicBezTo>
                  <a:pt x="4501666" y="2686764"/>
                  <a:pt x="4495544" y="2671274"/>
                  <a:pt x="4480440" y="2675572"/>
                </a:cubicBezTo>
                <a:cubicBezTo>
                  <a:pt x="4484908" y="2670610"/>
                  <a:pt x="4492422" y="2670795"/>
                  <a:pt x="4484212" y="2660112"/>
                </a:cubicBezTo>
                <a:cubicBezTo>
                  <a:pt x="4490936" y="2652537"/>
                  <a:pt x="4494787" y="2655305"/>
                  <a:pt x="4497151" y="2666389"/>
                </a:cubicBezTo>
                <a:cubicBezTo>
                  <a:pt x="4501697" y="2661503"/>
                  <a:pt x="4519182" y="2648842"/>
                  <a:pt x="4528691" y="2655691"/>
                </a:cubicBezTo>
                <a:cubicBezTo>
                  <a:pt x="4526139" y="2659849"/>
                  <a:pt x="4522521" y="2663946"/>
                  <a:pt x="4526665" y="2668677"/>
                </a:cubicBezTo>
                <a:cubicBezTo>
                  <a:pt x="4530823" y="2675465"/>
                  <a:pt x="4535585" y="2663808"/>
                  <a:pt x="4539928" y="2664457"/>
                </a:cubicBezTo>
                <a:cubicBezTo>
                  <a:pt x="4538367" y="2661704"/>
                  <a:pt x="4536822" y="2658984"/>
                  <a:pt x="4535275" y="2656217"/>
                </a:cubicBezTo>
                <a:cubicBezTo>
                  <a:pt x="4551059" y="2658411"/>
                  <a:pt x="4567044" y="2655319"/>
                  <a:pt x="4583014" y="2652028"/>
                </a:cubicBezTo>
                <a:cubicBezTo>
                  <a:pt x="4588842" y="2657747"/>
                  <a:pt x="4584639" y="2662678"/>
                  <a:pt x="4589091" y="2668260"/>
                </a:cubicBezTo>
                <a:cubicBezTo>
                  <a:pt x="4591394" y="2664967"/>
                  <a:pt x="4593697" y="2661597"/>
                  <a:pt x="4595969" y="2658288"/>
                </a:cubicBezTo>
                <a:cubicBezTo>
                  <a:pt x="4599556" y="2662927"/>
                  <a:pt x="4596758" y="2667085"/>
                  <a:pt x="4597206" y="2671491"/>
                </a:cubicBezTo>
                <a:cubicBezTo>
                  <a:pt x="4600653" y="2666606"/>
                  <a:pt x="4603669" y="2675835"/>
                  <a:pt x="4607209" y="2667038"/>
                </a:cubicBezTo>
                <a:cubicBezTo>
                  <a:pt x="4605631" y="2663452"/>
                  <a:pt x="4602478" y="2659680"/>
                  <a:pt x="4604240" y="2656340"/>
                </a:cubicBezTo>
                <a:cubicBezTo>
                  <a:pt x="4609064" y="2660700"/>
                  <a:pt x="4614243" y="2652784"/>
                  <a:pt x="4618942" y="2660067"/>
                </a:cubicBezTo>
                <a:cubicBezTo>
                  <a:pt x="4616392" y="2664225"/>
                  <a:pt x="4612758" y="2668321"/>
                  <a:pt x="4616902" y="2673022"/>
                </a:cubicBezTo>
                <a:cubicBezTo>
                  <a:pt x="4620396" y="2665926"/>
                  <a:pt x="4623472" y="2672634"/>
                  <a:pt x="4627028" y="2663358"/>
                </a:cubicBezTo>
                <a:cubicBezTo>
                  <a:pt x="4624260" y="2658721"/>
                  <a:pt x="4624369" y="2654346"/>
                  <a:pt x="4625791" y="2650111"/>
                </a:cubicBezTo>
                <a:cubicBezTo>
                  <a:pt x="4634432" y="2672465"/>
                  <a:pt x="4644451" y="2649152"/>
                  <a:pt x="4653571" y="2654888"/>
                </a:cubicBezTo>
                <a:cubicBezTo>
                  <a:pt x="4654685" y="2660252"/>
                  <a:pt x="4647202" y="2664920"/>
                  <a:pt x="4649830" y="2670347"/>
                </a:cubicBezTo>
                <a:cubicBezTo>
                  <a:pt x="4670253" y="2686501"/>
                  <a:pt x="4701559" y="2656665"/>
                  <a:pt x="4726464" y="2689408"/>
                </a:cubicBezTo>
                <a:cubicBezTo>
                  <a:pt x="4729030" y="2685250"/>
                  <a:pt x="4723820" y="2680457"/>
                  <a:pt x="4728504" y="2676469"/>
                </a:cubicBezTo>
                <a:cubicBezTo>
                  <a:pt x="4737039" y="2677195"/>
                  <a:pt x="4726943" y="2682653"/>
                  <a:pt x="4733003" y="2689903"/>
                </a:cubicBezTo>
                <a:cubicBezTo>
                  <a:pt x="4741599" y="2690536"/>
                  <a:pt x="4731874" y="2683518"/>
                  <a:pt x="4738336" y="2677242"/>
                </a:cubicBezTo>
                <a:cubicBezTo>
                  <a:pt x="4742820" y="2682822"/>
                  <a:pt x="4738614" y="2687754"/>
                  <a:pt x="4744443" y="2693443"/>
                </a:cubicBezTo>
                <a:cubicBezTo>
                  <a:pt x="4751771" y="2685807"/>
                  <a:pt x="4758589" y="2695933"/>
                  <a:pt x="4765993" y="2687275"/>
                </a:cubicBezTo>
                <a:cubicBezTo>
                  <a:pt x="4763181" y="2682653"/>
                  <a:pt x="4763288" y="2678308"/>
                  <a:pt x="4764742" y="2674041"/>
                </a:cubicBezTo>
                <a:cubicBezTo>
                  <a:pt x="4766844" y="2676809"/>
                  <a:pt x="4769147" y="2673084"/>
                  <a:pt x="4771467" y="2669312"/>
                </a:cubicBezTo>
                <a:cubicBezTo>
                  <a:pt x="4782922" y="2686070"/>
                  <a:pt x="4790776" y="2665431"/>
                  <a:pt x="4799232" y="2674088"/>
                </a:cubicBezTo>
                <a:cubicBezTo>
                  <a:pt x="4798273" y="2690088"/>
                  <a:pt x="4788163" y="2678695"/>
                  <a:pt x="4782519" y="2683317"/>
                </a:cubicBezTo>
                <a:cubicBezTo>
                  <a:pt x="4784097" y="2686084"/>
                  <a:pt x="4783000" y="2688619"/>
                  <a:pt x="4783943" y="2691294"/>
                </a:cubicBezTo>
                <a:cubicBezTo>
                  <a:pt x="4795986" y="2690630"/>
                  <a:pt x="4807982" y="2693057"/>
                  <a:pt x="4819980" y="2694062"/>
                </a:cubicBezTo>
                <a:cubicBezTo>
                  <a:pt x="4813099" y="2685883"/>
                  <a:pt x="4806158" y="2681523"/>
                  <a:pt x="4798922" y="2684570"/>
                </a:cubicBezTo>
                <a:cubicBezTo>
                  <a:pt x="4802772" y="2680488"/>
                  <a:pt x="4800222" y="2675927"/>
                  <a:pt x="4800979" y="2671630"/>
                </a:cubicBezTo>
                <a:cubicBezTo>
                  <a:pt x="4812605" y="2688124"/>
                  <a:pt x="4808724" y="2669899"/>
                  <a:pt x="4817336" y="2672866"/>
                </a:cubicBezTo>
                <a:cubicBezTo>
                  <a:pt x="4819747" y="2680303"/>
                  <a:pt x="4826874" y="2691171"/>
                  <a:pt x="4833274" y="2689887"/>
                </a:cubicBezTo>
                <a:cubicBezTo>
                  <a:pt x="4831187" y="2677351"/>
                  <a:pt x="4828699" y="2677057"/>
                  <a:pt x="4827338" y="2668414"/>
                </a:cubicBezTo>
                <a:cubicBezTo>
                  <a:pt x="4831976" y="2677164"/>
                  <a:pt x="4837185" y="2668414"/>
                  <a:pt x="4841685" y="2682622"/>
                </a:cubicBezTo>
                <a:cubicBezTo>
                  <a:pt x="4842798" y="2672697"/>
                  <a:pt x="4853666" y="2668954"/>
                  <a:pt x="4854794" y="2683658"/>
                </a:cubicBezTo>
                <a:cubicBezTo>
                  <a:pt x="4867858" y="2668630"/>
                  <a:pt x="4880224" y="2676654"/>
                  <a:pt x="4892762" y="2678711"/>
                </a:cubicBezTo>
                <a:cubicBezTo>
                  <a:pt x="4900322" y="2674645"/>
                  <a:pt x="4899256" y="2656866"/>
                  <a:pt x="4904774" y="2661242"/>
                </a:cubicBezTo>
                <a:cubicBezTo>
                  <a:pt x="4901048" y="2676190"/>
                  <a:pt x="4911299" y="2665445"/>
                  <a:pt x="4913941" y="2682978"/>
                </a:cubicBezTo>
                <a:cubicBezTo>
                  <a:pt x="4926495" y="2658520"/>
                  <a:pt x="4943625" y="2678974"/>
                  <a:pt x="4950999" y="2654362"/>
                </a:cubicBezTo>
                <a:cubicBezTo>
                  <a:pt x="4955621" y="2663900"/>
                  <a:pt x="4960924" y="2651656"/>
                  <a:pt x="4965809" y="2652862"/>
                </a:cubicBezTo>
                <a:cubicBezTo>
                  <a:pt x="4958110" y="2683194"/>
                  <a:pt x="4997934" y="2662308"/>
                  <a:pt x="5006869" y="2653403"/>
                </a:cubicBezTo>
                <a:cubicBezTo>
                  <a:pt x="5009821" y="2670779"/>
                  <a:pt x="4994750" y="2662771"/>
                  <a:pt x="4994843" y="2670873"/>
                </a:cubicBezTo>
                <a:cubicBezTo>
                  <a:pt x="4999572" y="2677072"/>
                  <a:pt x="5004303" y="2684693"/>
                  <a:pt x="5009174" y="2685127"/>
                </a:cubicBezTo>
                <a:cubicBezTo>
                  <a:pt x="5005618" y="2670625"/>
                  <a:pt x="5011553" y="2680706"/>
                  <a:pt x="5015898" y="2680365"/>
                </a:cubicBezTo>
                <a:cubicBezTo>
                  <a:pt x="5015263" y="2667981"/>
                  <a:pt x="5016810" y="2667981"/>
                  <a:pt x="5019809" y="2659664"/>
                </a:cubicBezTo>
                <a:cubicBezTo>
                  <a:pt x="5026411" y="2667208"/>
                  <a:pt x="5016099" y="2673361"/>
                  <a:pt x="5019192" y="2680628"/>
                </a:cubicBezTo>
                <a:cubicBezTo>
                  <a:pt x="5025468" y="2689965"/>
                  <a:pt x="5033708" y="2689223"/>
                  <a:pt x="5031528" y="2707898"/>
                </a:cubicBezTo>
                <a:cubicBezTo>
                  <a:pt x="5035701" y="2696782"/>
                  <a:pt x="5036011" y="2685435"/>
                  <a:pt x="5040757" y="2674444"/>
                </a:cubicBezTo>
                <a:cubicBezTo>
                  <a:pt x="5044266" y="2687986"/>
                  <a:pt x="5055536" y="2686657"/>
                  <a:pt x="5059787" y="2696921"/>
                </a:cubicBezTo>
                <a:cubicBezTo>
                  <a:pt x="5061642" y="2685682"/>
                  <a:pt x="5049554" y="2673361"/>
                  <a:pt x="5049322" y="2661953"/>
                </a:cubicBezTo>
                <a:cubicBezTo>
                  <a:pt x="5061149" y="2658150"/>
                  <a:pt x="5062741" y="2696381"/>
                  <a:pt x="5078525" y="2674721"/>
                </a:cubicBezTo>
                <a:cubicBezTo>
                  <a:pt x="5062030" y="2668955"/>
                  <a:pt x="5065353" y="2651981"/>
                  <a:pt x="5048255" y="2643508"/>
                </a:cubicBezTo>
                <a:cubicBezTo>
                  <a:pt x="5054840" y="2644885"/>
                  <a:pt x="5070162" y="2640525"/>
                  <a:pt x="5071041" y="2650528"/>
                </a:cubicBezTo>
                <a:cubicBezTo>
                  <a:pt x="5069434" y="2648950"/>
                  <a:pt x="5067764" y="2649415"/>
                  <a:pt x="5066049" y="2652722"/>
                </a:cubicBezTo>
                <a:cubicBezTo>
                  <a:pt x="5072681" y="2668878"/>
                  <a:pt x="5079715" y="2672342"/>
                  <a:pt x="5086811" y="2672759"/>
                </a:cubicBezTo>
                <a:cubicBezTo>
                  <a:pt x="5084430" y="2681045"/>
                  <a:pt x="5080025" y="2680860"/>
                  <a:pt x="5086162" y="2693690"/>
                </a:cubicBezTo>
                <a:cubicBezTo>
                  <a:pt x="5090057" y="2691851"/>
                  <a:pt x="5093691" y="2698668"/>
                  <a:pt x="5097726" y="2691974"/>
                </a:cubicBezTo>
                <a:cubicBezTo>
                  <a:pt x="5095423" y="2684369"/>
                  <a:pt x="5087908" y="2690304"/>
                  <a:pt x="5094741" y="2681246"/>
                </a:cubicBezTo>
                <a:cubicBezTo>
                  <a:pt x="5103060" y="2685359"/>
                  <a:pt x="5107573" y="2693737"/>
                  <a:pt x="5113030" y="2674814"/>
                </a:cubicBezTo>
                <a:cubicBezTo>
                  <a:pt x="5119508" y="2693057"/>
                  <a:pt x="5137040" y="2688141"/>
                  <a:pt x="5134410" y="2673840"/>
                </a:cubicBezTo>
                <a:cubicBezTo>
                  <a:pt x="5136483" y="2677489"/>
                  <a:pt x="5138584" y="2681168"/>
                  <a:pt x="5140641" y="2684771"/>
                </a:cubicBezTo>
                <a:cubicBezTo>
                  <a:pt x="5143811" y="2670949"/>
                  <a:pt x="5147490" y="2678725"/>
                  <a:pt x="5154075" y="2675325"/>
                </a:cubicBezTo>
                <a:cubicBezTo>
                  <a:pt x="5159053" y="2686100"/>
                  <a:pt x="5155189" y="2692098"/>
                  <a:pt x="5163289" y="2697061"/>
                </a:cubicBezTo>
                <a:cubicBezTo>
                  <a:pt x="5170556" y="2687631"/>
                  <a:pt x="5178285" y="2677180"/>
                  <a:pt x="5188273" y="2685899"/>
                </a:cubicBezTo>
                <a:cubicBezTo>
                  <a:pt x="5184562" y="2694031"/>
                  <a:pt x="5173107" y="2687276"/>
                  <a:pt x="5174669" y="2700586"/>
                </a:cubicBezTo>
                <a:cubicBezTo>
                  <a:pt x="5181082" y="2698807"/>
                  <a:pt x="5182954" y="2709630"/>
                  <a:pt x="5185923" y="2709320"/>
                </a:cubicBezTo>
                <a:cubicBezTo>
                  <a:pt x="5196899" y="2698978"/>
                  <a:pt x="5200454" y="2701961"/>
                  <a:pt x="5206360" y="2684601"/>
                </a:cubicBezTo>
                <a:cubicBezTo>
                  <a:pt x="5222268" y="2702240"/>
                  <a:pt x="5240061" y="2658458"/>
                  <a:pt x="5255552" y="2688435"/>
                </a:cubicBezTo>
                <a:cubicBezTo>
                  <a:pt x="5256295" y="2681571"/>
                  <a:pt x="5258072" y="2678974"/>
                  <a:pt x="5262415" y="2678448"/>
                </a:cubicBezTo>
                <a:cubicBezTo>
                  <a:pt x="5270162" y="2684570"/>
                  <a:pt x="5262029" y="2702626"/>
                  <a:pt x="5271629" y="2700215"/>
                </a:cubicBezTo>
                <a:cubicBezTo>
                  <a:pt x="5276624" y="2694464"/>
                  <a:pt x="5266931" y="2687584"/>
                  <a:pt x="5273825" y="2681988"/>
                </a:cubicBezTo>
                <a:cubicBezTo>
                  <a:pt x="5284694" y="2680891"/>
                  <a:pt x="5292779" y="2689455"/>
                  <a:pt x="5300354" y="2673531"/>
                </a:cubicBezTo>
                <a:cubicBezTo>
                  <a:pt x="5308578" y="2679469"/>
                  <a:pt x="5295469" y="2683658"/>
                  <a:pt x="5299875" y="2689285"/>
                </a:cubicBezTo>
                <a:cubicBezTo>
                  <a:pt x="5308469" y="2690474"/>
                  <a:pt x="5320545" y="2696087"/>
                  <a:pt x="5324857" y="2678107"/>
                </a:cubicBezTo>
                <a:cubicBezTo>
                  <a:pt x="5331923" y="2680348"/>
                  <a:pt x="5338803" y="2687430"/>
                  <a:pt x="5346269" y="2677133"/>
                </a:cubicBezTo>
                <a:cubicBezTo>
                  <a:pt x="5349979" y="2683518"/>
                  <a:pt x="5347892" y="2689486"/>
                  <a:pt x="5353890" y="2696087"/>
                </a:cubicBezTo>
                <a:cubicBezTo>
                  <a:pt x="5359873" y="2679962"/>
                  <a:pt x="5364635" y="2703508"/>
                  <a:pt x="5370447" y="2692114"/>
                </a:cubicBezTo>
                <a:cubicBezTo>
                  <a:pt x="5369442" y="2685034"/>
                  <a:pt x="5372442" y="2678294"/>
                  <a:pt x="5374359" y="2671397"/>
                </a:cubicBezTo>
                <a:cubicBezTo>
                  <a:pt x="5380403" y="2683255"/>
                  <a:pt x="5366599" y="2693567"/>
                  <a:pt x="5374977" y="2705610"/>
                </a:cubicBezTo>
                <a:cubicBezTo>
                  <a:pt x="5377868" y="2699905"/>
                  <a:pt x="5380481" y="2704373"/>
                  <a:pt x="5383249" y="2703631"/>
                </a:cubicBezTo>
                <a:cubicBezTo>
                  <a:pt x="5382460" y="2697416"/>
                  <a:pt x="5380867" y="2691185"/>
                  <a:pt x="5385443" y="2685404"/>
                </a:cubicBezTo>
                <a:cubicBezTo>
                  <a:pt x="5391195" y="2692778"/>
                  <a:pt x="5383620" y="2701266"/>
                  <a:pt x="5391519" y="2701622"/>
                </a:cubicBezTo>
                <a:cubicBezTo>
                  <a:pt x="5396931" y="2693289"/>
                  <a:pt x="5393854" y="2684338"/>
                  <a:pt x="5392308" y="2675432"/>
                </a:cubicBezTo>
                <a:cubicBezTo>
                  <a:pt x="5398089" y="2690429"/>
                  <a:pt x="5394611" y="2665168"/>
                  <a:pt x="5400578" y="2673454"/>
                </a:cubicBezTo>
                <a:cubicBezTo>
                  <a:pt x="5398291" y="2678787"/>
                  <a:pt x="5402959" y="2676438"/>
                  <a:pt x="5405247" y="2681694"/>
                </a:cubicBezTo>
                <a:cubicBezTo>
                  <a:pt x="5402928" y="2687044"/>
                  <a:pt x="5398554" y="2684013"/>
                  <a:pt x="5400099" y="2689176"/>
                </a:cubicBezTo>
                <a:cubicBezTo>
                  <a:pt x="5405231" y="2700709"/>
                  <a:pt x="5410998" y="2691418"/>
                  <a:pt x="5416487" y="2690444"/>
                </a:cubicBezTo>
                <a:cubicBezTo>
                  <a:pt x="5412978" y="2680086"/>
                  <a:pt x="5408649" y="2695701"/>
                  <a:pt x="5405247" y="2681694"/>
                </a:cubicBezTo>
                <a:cubicBezTo>
                  <a:pt x="5414246" y="2665462"/>
                  <a:pt x="5423088" y="2683039"/>
                  <a:pt x="5423984" y="2659494"/>
                </a:cubicBezTo>
                <a:cubicBezTo>
                  <a:pt x="5424154" y="2671892"/>
                  <a:pt x="5428886" y="2672357"/>
                  <a:pt x="5429921" y="2680967"/>
                </a:cubicBezTo>
                <a:cubicBezTo>
                  <a:pt x="5427587" y="2682514"/>
                  <a:pt x="5423057" y="2690723"/>
                  <a:pt x="5424448" y="2698931"/>
                </a:cubicBezTo>
                <a:cubicBezTo>
                  <a:pt x="5430508" y="2699843"/>
                  <a:pt x="5444807" y="2710881"/>
                  <a:pt x="5445999" y="2692716"/>
                </a:cubicBezTo>
                <a:cubicBezTo>
                  <a:pt x="5441005" y="2700167"/>
                  <a:pt x="5432843" y="2691929"/>
                  <a:pt x="5433198" y="2681199"/>
                </a:cubicBezTo>
                <a:cubicBezTo>
                  <a:pt x="5443324" y="2672634"/>
                  <a:pt x="5453002" y="2677628"/>
                  <a:pt x="5463328" y="2662555"/>
                </a:cubicBezTo>
                <a:cubicBezTo>
                  <a:pt x="5471523" y="2676391"/>
                  <a:pt x="5481725" y="2655676"/>
                  <a:pt x="5480969" y="2677057"/>
                </a:cubicBezTo>
                <a:cubicBezTo>
                  <a:pt x="5489826" y="2667749"/>
                  <a:pt x="5495640" y="2672016"/>
                  <a:pt x="5501144" y="2662880"/>
                </a:cubicBezTo>
                <a:cubicBezTo>
                  <a:pt x="5500184" y="2680473"/>
                  <a:pt x="5514284" y="2659494"/>
                  <a:pt x="5518937" y="2672141"/>
                </a:cubicBezTo>
                <a:cubicBezTo>
                  <a:pt x="5513680" y="2682452"/>
                  <a:pt x="5509152" y="2668554"/>
                  <a:pt x="5503942" y="2678879"/>
                </a:cubicBezTo>
                <a:cubicBezTo>
                  <a:pt x="5516448" y="2697170"/>
                  <a:pt x="5493444" y="2683812"/>
                  <a:pt x="5496768" y="2699319"/>
                </a:cubicBezTo>
                <a:cubicBezTo>
                  <a:pt x="5503075" y="2704806"/>
                  <a:pt x="5507141" y="2700478"/>
                  <a:pt x="5509707" y="2705548"/>
                </a:cubicBezTo>
                <a:cubicBezTo>
                  <a:pt x="5518025" y="2688619"/>
                  <a:pt x="5531057" y="2686501"/>
                  <a:pt x="5540318" y="2671167"/>
                </a:cubicBezTo>
                <a:cubicBezTo>
                  <a:pt x="5542775" y="2679237"/>
                  <a:pt x="5534799" y="2686518"/>
                  <a:pt x="5537937" y="2694618"/>
                </a:cubicBezTo>
                <a:cubicBezTo>
                  <a:pt x="5534767" y="2703152"/>
                  <a:pt x="5523946" y="2695360"/>
                  <a:pt x="5526095" y="2706862"/>
                </a:cubicBezTo>
                <a:cubicBezTo>
                  <a:pt x="5535525" y="2703060"/>
                  <a:pt x="5545033" y="2696551"/>
                  <a:pt x="5553877" y="2711670"/>
                </a:cubicBezTo>
                <a:cubicBezTo>
                  <a:pt x="5561729" y="2705533"/>
                  <a:pt x="5569830" y="2691062"/>
                  <a:pt x="5576972" y="2708145"/>
                </a:cubicBezTo>
                <a:cubicBezTo>
                  <a:pt x="5588629" y="2706090"/>
                  <a:pt x="5591134" y="2671522"/>
                  <a:pt x="5602265" y="2686456"/>
                </a:cubicBezTo>
                <a:cubicBezTo>
                  <a:pt x="5594565" y="2690074"/>
                  <a:pt x="5595894" y="2698963"/>
                  <a:pt x="5593375" y="2709412"/>
                </a:cubicBezTo>
                <a:cubicBezTo>
                  <a:pt x="5607937" y="2696350"/>
                  <a:pt x="5631869" y="2711144"/>
                  <a:pt x="5636631" y="2691789"/>
                </a:cubicBezTo>
                <a:cubicBezTo>
                  <a:pt x="5630848" y="2677474"/>
                  <a:pt x="5634297" y="2702797"/>
                  <a:pt x="5628531" y="2688496"/>
                </a:cubicBezTo>
                <a:cubicBezTo>
                  <a:pt x="5631390" y="2684338"/>
                  <a:pt x="5634234" y="2680194"/>
                  <a:pt x="5637110" y="2676005"/>
                </a:cubicBezTo>
                <a:cubicBezTo>
                  <a:pt x="5639368" y="2691974"/>
                  <a:pt x="5647575" y="2690460"/>
                  <a:pt x="5654765" y="2690536"/>
                </a:cubicBezTo>
                <a:cubicBezTo>
                  <a:pt x="5658274" y="2670702"/>
                  <a:pt x="5667241" y="2680967"/>
                  <a:pt x="5675064" y="2671120"/>
                </a:cubicBezTo>
                <a:cubicBezTo>
                  <a:pt x="5682314" y="2677536"/>
                  <a:pt x="5680506" y="2684554"/>
                  <a:pt x="5686133" y="2685096"/>
                </a:cubicBezTo>
                <a:cubicBezTo>
                  <a:pt x="5695965" y="2669449"/>
                  <a:pt x="5668184" y="2662678"/>
                  <a:pt x="5683799" y="2653357"/>
                </a:cubicBezTo>
                <a:cubicBezTo>
                  <a:pt x="5683211" y="2671136"/>
                  <a:pt x="5705317" y="2689470"/>
                  <a:pt x="5715784" y="2682173"/>
                </a:cubicBezTo>
                <a:cubicBezTo>
                  <a:pt x="5713001" y="2677536"/>
                  <a:pt x="5713109" y="2673160"/>
                  <a:pt x="5714531" y="2668909"/>
                </a:cubicBezTo>
                <a:cubicBezTo>
                  <a:pt x="5720360" y="2674598"/>
                  <a:pt x="5716155" y="2679561"/>
                  <a:pt x="5720606" y="2685141"/>
                </a:cubicBezTo>
                <a:cubicBezTo>
                  <a:pt x="5732881" y="2682544"/>
                  <a:pt x="5731583" y="2666049"/>
                  <a:pt x="5740442" y="2681416"/>
                </a:cubicBezTo>
                <a:cubicBezTo>
                  <a:pt x="5743502" y="2675526"/>
                  <a:pt x="5739622" y="2669094"/>
                  <a:pt x="5742638" y="2663204"/>
                </a:cubicBezTo>
                <a:cubicBezTo>
                  <a:pt x="5748450" y="2668909"/>
                  <a:pt x="5744261" y="2673809"/>
                  <a:pt x="5748760" y="2679452"/>
                </a:cubicBezTo>
                <a:cubicBezTo>
                  <a:pt x="5756735" y="2669063"/>
                  <a:pt x="5764497" y="2664874"/>
                  <a:pt x="5771840" y="2675958"/>
                </a:cubicBezTo>
                <a:cubicBezTo>
                  <a:pt x="5778904" y="2669511"/>
                  <a:pt x="5767681" y="2661659"/>
                  <a:pt x="5775737" y="2655258"/>
                </a:cubicBezTo>
                <a:cubicBezTo>
                  <a:pt x="5780606" y="2658195"/>
                  <a:pt x="5785707" y="2652274"/>
                  <a:pt x="5790593" y="2653820"/>
                </a:cubicBezTo>
                <a:cubicBezTo>
                  <a:pt x="5786233" y="2658705"/>
                  <a:pt x="5784501" y="2663792"/>
                  <a:pt x="5786837" y="2669279"/>
                </a:cubicBezTo>
                <a:cubicBezTo>
                  <a:pt x="5816780" y="2663327"/>
                  <a:pt x="5837218" y="2658968"/>
                  <a:pt x="5867551" y="2662384"/>
                </a:cubicBezTo>
                <a:cubicBezTo>
                  <a:pt x="5865819" y="2658736"/>
                  <a:pt x="5864365" y="2655134"/>
                  <a:pt x="5867859" y="2651872"/>
                </a:cubicBezTo>
                <a:cubicBezTo>
                  <a:pt x="5871385" y="2662927"/>
                  <a:pt x="5875559" y="2651177"/>
                  <a:pt x="5879253" y="2655413"/>
                </a:cubicBezTo>
                <a:cubicBezTo>
                  <a:pt x="5877737" y="2659681"/>
                  <a:pt x="5877770" y="2664085"/>
                  <a:pt x="5880506" y="2668630"/>
                </a:cubicBezTo>
                <a:cubicBezTo>
                  <a:pt x="5888358" y="2663064"/>
                  <a:pt x="5895718" y="2671847"/>
                  <a:pt x="5903787" y="2659927"/>
                </a:cubicBezTo>
                <a:cubicBezTo>
                  <a:pt x="5907111" y="2664580"/>
                  <a:pt x="5905287" y="2668800"/>
                  <a:pt x="5908286" y="2673408"/>
                </a:cubicBezTo>
                <a:cubicBezTo>
                  <a:pt x="5918706" y="2654826"/>
                  <a:pt x="5927982" y="2674273"/>
                  <a:pt x="5938108" y="2665246"/>
                </a:cubicBezTo>
                <a:cubicBezTo>
                  <a:pt x="5936562" y="2662463"/>
                  <a:pt x="5937658" y="2659927"/>
                  <a:pt x="5936732" y="2657269"/>
                </a:cubicBezTo>
                <a:cubicBezTo>
                  <a:pt x="5931676" y="2660901"/>
                  <a:pt x="5926869" y="2656402"/>
                  <a:pt x="5922030" y="2653464"/>
                </a:cubicBezTo>
                <a:cubicBezTo>
                  <a:pt x="5929326" y="2650017"/>
                  <a:pt x="5937597" y="2646043"/>
                  <a:pt x="5940814" y="2631264"/>
                </a:cubicBezTo>
                <a:cubicBezTo>
                  <a:pt x="5949996" y="2638995"/>
                  <a:pt x="5932157" y="2644622"/>
                  <a:pt x="5936886" y="2651997"/>
                </a:cubicBezTo>
                <a:cubicBezTo>
                  <a:pt x="5959257" y="2646724"/>
                  <a:pt x="5998554" y="2607102"/>
                  <a:pt x="6019951" y="2621602"/>
                </a:cubicBezTo>
                <a:cubicBezTo>
                  <a:pt x="6023275" y="2609483"/>
                  <a:pt x="6025284" y="2615094"/>
                  <a:pt x="6031655" y="2614631"/>
                </a:cubicBezTo>
                <a:cubicBezTo>
                  <a:pt x="6031731" y="2633832"/>
                  <a:pt x="6009206" y="2626890"/>
                  <a:pt x="6014324" y="2644854"/>
                </a:cubicBezTo>
                <a:cubicBezTo>
                  <a:pt x="6028639" y="2645441"/>
                  <a:pt x="6045490" y="2639660"/>
                  <a:pt x="6064150" y="2627740"/>
                </a:cubicBezTo>
                <a:cubicBezTo>
                  <a:pt x="6071030" y="2635841"/>
                  <a:pt x="6066794" y="2641963"/>
                  <a:pt x="6062418" y="2630214"/>
                </a:cubicBezTo>
                <a:cubicBezTo>
                  <a:pt x="6063453" y="2638083"/>
                  <a:pt x="6045584" y="2644313"/>
                  <a:pt x="6046804" y="2657885"/>
                </a:cubicBezTo>
                <a:cubicBezTo>
                  <a:pt x="6057918" y="2656480"/>
                  <a:pt x="6075141" y="2642226"/>
                  <a:pt x="6077074" y="2633939"/>
                </a:cubicBezTo>
                <a:cubicBezTo>
                  <a:pt x="6075342" y="2637325"/>
                  <a:pt x="6077676" y="2641020"/>
                  <a:pt x="6080057" y="2644714"/>
                </a:cubicBezTo>
                <a:cubicBezTo>
                  <a:pt x="6102520" y="2625653"/>
                  <a:pt x="6124380" y="2627632"/>
                  <a:pt x="6147523" y="2586896"/>
                </a:cubicBezTo>
                <a:cubicBezTo>
                  <a:pt x="6151991" y="2595151"/>
                  <a:pt x="6149425" y="2602818"/>
                  <a:pt x="6148435" y="2610611"/>
                </a:cubicBezTo>
                <a:cubicBezTo>
                  <a:pt x="6145113" y="2606855"/>
                  <a:pt x="6146998" y="2599866"/>
                  <a:pt x="6143782" y="2602401"/>
                </a:cubicBezTo>
                <a:cubicBezTo>
                  <a:pt x="6139545" y="2602882"/>
                  <a:pt x="6137892" y="2605493"/>
                  <a:pt x="6140196" y="2612589"/>
                </a:cubicBezTo>
                <a:cubicBezTo>
                  <a:pt x="6145653" y="2612127"/>
                  <a:pt x="6150955" y="2617815"/>
                  <a:pt x="6156583" y="2613857"/>
                </a:cubicBezTo>
                <a:cubicBezTo>
                  <a:pt x="6154820" y="2609343"/>
                  <a:pt x="6158547" y="2605293"/>
                  <a:pt x="6158608" y="2600902"/>
                </a:cubicBezTo>
                <a:cubicBezTo>
                  <a:pt x="6163075" y="2597857"/>
                  <a:pt x="6166863" y="2616842"/>
                  <a:pt x="6171393" y="2612388"/>
                </a:cubicBezTo>
                <a:cubicBezTo>
                  <a:pt x="6173170" y="2609019"/>
                  <a:pt x="6176541" y="2605803"/>
                  <a:pt x="6174995" y="2602202"/>
                </a:cubicBezTo>
                <a:cubicBezTo>
                  <a:pt x="6166199" y="2603128"/>
                  <a:pt x="6167636" y="2604536"/>
                  <a:pt x="6165455" y="2590931"/>
                </a:cubicBezTo>
                <a:cubicBezTo>
                  <a:pt x="6160385" y="2595506"/>
                  <a:pt x="6155516" y="2593606"/>
                  <a:pt x="6150645" y="2592415"/>
                </a:cubicBezTo>
                <a:cubicBezTo>
                  <a:pt x="6156243" y="2582954"/>
                  <a:pt x="6140504" y="2588410"/>
                  <a:pt x="6146117" y="2578919"/>
                </a:cubicBezTo>
                <a:cubicBezTo>
                  <a:pt x="6153182" y="2577573"/>
                  <a:pt x="6149982" y="2579739"/>
                  <a:pt x="6155640" y="2590173"/>
                </a:cubicBezTo>
                <a:cubicBezTo>
                  <a:pt x="6171732" y="2594687"/>
                  <a:pt x="6177143" y="2573169"/>
                  <a:pt x="6189063" y="2571731"/>
                </a:cubicBezTo>
                <a:cubicBezTo>
                  <a:pt x="6183884" y="2586231"/>
                  <a:pt x="6173743" y="2600345"/>
                  <a:pt x="6179510" y="2615697"/>
                </a:cubicBezTo>
                <a:cubicBezTo>
                  <a:pt x="6188568" y="2624338"/>
                  <a:pt x="6198680" y="2597625"/>
                  <a:pt x="6207908" y="2599465"/>
                </a:cubicBezTo>
                <a:cubicBezTo>
                  <a:pt x="6214030" y="2615171"/>
                  <a:pt x="6220894" y="2604937"/>
                  <a:pt x="6227433" y="2606282"/>
                </a:cubicBezTo>
                <a:cubicBezTo>
                  <a:pt x="6227139" y="2594454"/>
                  <a:pt x="6246217" y="2580063"/>
                  <a:pt x="6247562" y="2592059"/>
                </a:cubicBezTo>
                <a:cubicBezTo>
                  <a:pt x="6242569" y="2591332"/>
                  <a:pt x="6233245" y="2597068"/>
                  <a:pt x="6240543" y="2607256"/>
                </a:cubicBezTo>
                <a:cubicBezTo>
                  <a:pt x="6245181" y="2598103"/>
                  <a:pt x="6249479" y="2601427"/>
                  <a:pt x="6253993" y="2597795"/>
                </a:cubicBezTo>
                <a:cubicBezTo>
                  <a:pt x="6251690" y="2593265"/>
                  <a:pt x="6257116" y="2589339"/>
                  <a:pt x="6252741" y="2584560"/>
                </a:cubicBezTo>
                <a:cubicBezTo>
                  <a:pt x="6267365" y="2576770"/>
                  <a:pt x="6262295" y="2580155"/>
                  <a:pt x="6277863" y="2568158"/>
                </a:cubicBezTo>
                <a:cubicBezTo>
                  <a:pt x="6291529" y="2593296"/>
                  <a:pt x="6297853" y="2549763"/>
                  <a:pt x="6312043" y="2578670"/>
                </a:cubicBezTo>
                <a:cubicBezTo>
                  <a:pt x="6316729" y="2569473"/>
                  <a:pt x="6320918" y="2574822"/>
                  <a:pt x="6325649" y="2563985"/>
                </a:cubicBezTo>
                <a:cubicBezTo>
                  <a:pt x="6324103" y="2582969"/>
                  <a:pt x="6320593" y="2594594"/>
                  <a:pt x="6314392" y="2610394"/>
                </a:cubicBezTo>
                <a:cubicBezTo>
                  <a:pt x="6335496" y="2607580"/>
                  <a:pt x="6358701" y="2611229"/>
                  <a:pt x="6369678" y="2575270"/>
                </a:cubicBezTo>
                <a:cubicBezTo>
                  <a:pt x="6386018" y="2578933"/>
                  <a:pt x="6411186" y="2578161"/>
                  <a:pt x="6423074" y="2547891"/>
                </a:cubicBezTo>
                <a:cubicBezTo>
                  <a:pt x="6404738" y="2518533"/>
                  <a:pt x="6377067" y="2580264"/>
                  <a:pt x="6363601" y="2559038"/>
                </a:cubicBezTo>
                <a:cubicBezTo>
                  <a:pt x="6367481" y="2563196"/>
                  <a:pt x="6360726" y="2579320"/>
                  <a:pt x="6356552" y="2574249"/>
                </a:cubicBezTo>
                <a:cubicBezTo>
                  <a:pt x="6358082" y="2570013"/>
                  <a:pt x="6358082" y="2565623"/>
                  <a:pt x="6355299" y="2561048"/>
                </a:cubicBezTo>
                <a:cubicBezTo>
                  <a:pt x="6345220" y="2567478"/>
                  <a:pt x="6340010" y="2602216"/>
                  <a:pt x="6324704" y="2595461"/>
                </a:cubicBezTo>
                <a:cubicBezTo>
                  <a:pt x="6331847" y="2577125"/>
                  <a:pt x="6347492" y="2542171"/>
                  <a:pt x="6362518" y="2540594"/>
                </a:cubicBezTo>
                <a:cubicBezTo>
                  <a:pt x="6364406" y="2547721"/>
                  <a:pt x="6351294" y="2553735"/>
                  <a:pt x="6358592" y="2561310"/>
                </a:cubicBezTo>
                <a:cubicBezTo>
                  <a:pt x="6370125" y="2547876"/>
                  <a:pt x="6379771" y="2543500"/>
                  <a:pt x="6387796" y="2518889"/>
                </a:cubicBezTo>
                <a:cubicBezTo>
                  <a:pt x="6392604" y="2522630"/>
                  <a:pt x="6397474" y="2524651"/>
                  <a:pt x="6402357" y="2526327"/>
                </a:cubicBezTo>
                <a:lnTo>
                  <a:pt x="6413011" y="2530229"/>
                </a:lnTo>
                <a:lnTo>
                  <a:pt x="6419213" y="2528517"/>
                </a:lnTo>
                <a:lnTo>
                  <a:pt x="6424654" y="2520722"/>
                </a:lnTo>
                <a:cubicBezTo>
                  <a:pt x="6427047" y="2518214"/>
                  <a:pt x="6429261" y="2516528"/>
                  <a:pt x="6431226" y="2514689"/>
                </a:cubicBezTo>
                <a:lnTo>
                  <a:pt x="6432875" y="2512438"/>
                </a:lnTo>
                <a:lnTo>
                  <a:pt x="6432926" y="2510967"/>
                </a:lnTo>
                <a:cubicBezTo>
                  <a:pt x="6430298" y="2506391"/>
                  <a:pt x="6427733" y="2501784"/>
                  <a:pt x="6425103" y="2497192"/>
                </a:cubicBezTo>
                <a:lnTo>
                  <a:pt x="6414618" y="2501519"/>
                </a:lnTo>
                <a:lnTo>
                  <a:pt x="6415025" y="2512350"/>
                </a:lnTo>
                <a:cubicBezTo>
                  <a:pt x="6412476" y="2515330"/>
                  <a:pt x="6408310" y="2517104"/>
                  <a:pt x="6405790" y="2517591"/>
                </a:cubicBezTo>
                <a:cubicBezTo>
                  <a:pt x="6407831" y="2514677"/>
                  <a:pt x="6408426" y="2511658"/>
                  <a:pt x="6409309" y="2508663"/>
                </a:cubicBezTo>
                <a:lnTo>
                  <a:pt x="6413233" y="2502090"/>
                </a:lnTo>
                <a:lnTo>
                  <a:pt x="6395175" y="2509541"/>
                </a:lnTo>
                <a:cubicBezTo>
                  <a:pt x="6385192" y="2513592"/>
                  <a:pt x="6375194" y="2518010"/>
                  <a:pt x="6365153" y="2524093"/>
                </a:cubicBezTo>
                <a:cubicBezTo>
                  <a:pt x="6369836" y="2516006"/>
                  <a:pt x="6379793" y="2522655"/>
                  <a:pt x="6375447" y="2509143"/>
                </a:cubicBezTo>
                <a:lnTo>
                  <a:pt x="6360912" y="2513016"/>
                </a:lnTo>
                <a:lnTo>
                  <a:pt x="6354571" y="2526758"/>
                </a:lnTo>
                <a:cubicBezTo>
                  <a:pt x="6350522" y="2515473"/>
                  <a:pt x="6345620" y="2533375"/>
                  <a:pt x="6341632" y="2520513"/>
                </a:cubicBezTo>
                <a:lnTo>
                  <a:pt x="6349031" y="2514135"/>
                </a:lnTo>
                <a:lnTo>
                  <a:pt x="6349089" y="2512358"/>
                </a:lnTo>
                <a:cubicBezTo>
                  <a:pt x="6346438" y="2518364"/>
                  <a:pt x="6343957" y="2518894"/>
                  <a:pt x="6341505" y="2518494"/>
                </a:cubicBezTo>
                <a:lnTo>
                  <a:pt x="6341445" y="2518498"/>
                </a:lnTo>
                <a:lnTo>
                  <a:pt x="6341632" y="2520513"/>
                </a:lnTo>
                <a:cubicBezTo>
                  <a:pt x="6333562" y="2533081"/>
                  <a:pt x="6325616" y="2542836"/>
                  <a:pt x="6318195" y="2534395"/>
                </a:cubicBezTo>
                <a:lnTo>
                  <a:pt x="6320258" y="2531341"/>
                </a:lnTo>
                <a:lnTo>
                  <a:pt x="6319237" y="2520537"/>
                </a:lnTo>
                <a:cubicBezTo>
                  <a:pt x="6298135" y="2520227"/>
                  <a:pt x="6279011" y="2515774"/>
                  <a:pt x="6263056" y="2531931"/>
                </a:cubicBezTo>
                <a:cubicBezTo>
                  <a:pt x="6258279" y="2526164"/>
                  <a:pt x="6252884" y="2513827"/>
                  <a:pt x="6248231" y="2533414"/>
                </a:cubicBezTo>
                <a:lnTo>
                  <a:pt x="6246257" y="2527532"/>
                </a:lnTo>
                <a:lnTo>
                  <a:pt x="6236039" y="2535391"/>
                </a:lnTo>
                <a:cubicBezTo>
                  <a:pt x="6232133" y="2537612"/>
                  <a:pt x="6228276" y="2538261"/>
                  <a:pt x="6224542" y="2535030"/>
                </a:cubicBezTo>
                <a:cubicBezTo>
                  <a:pt x="6229513" y="2532571"/>
                  <a:pt x="6232539" y="2529170"/>
                  <a:pt x="6235720" y="2526996"/>
                </a:cubicBezTo>
                <a:lnTo>
                  <a:pt x="6245888" y="2526434"/>
                </a:lnTo>
                <a:lnTo>
                  <a:pt x="6243702" y="2519918"/>
                </a:lnTo>
                <a:cubicBezTo>
                  <a:pt x="6238430" y="2531791"/>
                  <a:pt x="6220620" y="2535471"/>
                  <a:pt x="6210757" y="2522655"/>
                </a:cubicBezTo>
                <a:cubicBezTo>
                  <a:pt x="6208454" y="2525979"/>
                  <a:pt x="6206182" y="2529303"/>
                  <a:pt x="6203878" y="2532611"/>
                </a:cubicBezTo>
                <a:cubicBezTo>
                  <a:pt x="6143895" y="2505681"/>
                  <a:pt x="6082057" y="2539861"/>
                  <a:pt x="6021702" y="2526334"/>
                </a:cubicBezTo>
                <a:cubicBezTo>
                  <a:pt x="6008794" y="2536553"/>
                  <a:pt x="5996318" y="2532487"/>
                  <a:pt x="5983765" y="2531296"/>
                </a:cubicBezTo>
                <a:cubicBezTo>
                  <a:pt x="5981492" y="2534605"/>
                  <a:pt x="5979173" y="2537929"/>
                  <a:pt x="5976915" y="2541299"/>
                </a:cubicBezTo>
                <a:cubicBezTo>
                  <a:pt x="5967316" y="2531466"/>
                  <a:pt x="5952351" y="2536707"/>
                  <a:pt x="5947219" y="2544220"/>
                </a:cubicBezTo>
                <a:cubicBezTo>
                  <a:pt x="5946105" y="2527773"/>
                  <a:pt x="5940369" y="2545288"/>
                  <a:pt x="5933954" y="2548426"/>
                </a:cubicBezTo>
                <a:cubicBezTo>
                  <a:pt x="5898272" y="2532859"/>
                  <a:pt x="5861356" y="2558753"/>
                  <a:pt x="5825459" y="2550529"/>
                </a:cubicBezTo>
                <a:cubicBezTo>
                  <a:pt x="5823727" y="2553001"/>
                  <a:pt x="5821995" y="2555538"/>
                  <a:pt x="5820295" y="2557995"/>
                </a:cubicBezTo>
                <a:cubicBezTo>
                  <a:pt x="5554313" y="2572883"/>
                  <a:pt x="5295195" y="2620499"/>
                  <a:pt x="5028316" y="2614747"/>
                </a:cubicBezTo>
                <a:cubicBezTo>
                  <a:pt x="5028207" y="2622847"/>
                  <a:pt x="5021019" y="2625152"/>
                  <a:pt x="5016614" y="2621658"/>
                </a:cubicBezTo>
                <a:cubicBezTo>
                  <a:pt x="5018948" y="2616324"/>
                  <a:pt x="5023339" y="2619386"/>
                  <a:pt x="5021746" y="2614223"/>
                </a:cubicBezTo>
                <a:cubicBezTo>
                  <a:pt x="5011311" y="2604575"/>
                  <a:pt x="5015160" y="2622354"/>
                  <a:pt x="5008312" y="2623667"/>
                </a:cubicBezTo>
                <a:cubicBezTo>
                  <a:pt x="5006256" y="2619988"/>
                  <a:pt x="5004169" y="2616386"/>
                  <a:pt x="5002098" y="2612707"/>
                </a:cubicBezTo>
                <a:cubicBezTo>
                  <a:pt x="4965443" y="2621070"/>
                  <a:pt x="4939300" y="2618597"/>
                  <a:pt x="4903094" y="2626003"/>
                </a:cubicBezTo>
                <a:cubicBezTo>
                  <a:pt x="4904578" y="2622663"/>
                  <a:pt x="4904671" y="2615521"/>
                  <a:pt x="4901702" y="2618009"/>
                </a:cubicBezTo>
                <a:cubicBezTo>
                  <a:pt x="4899415" y="2621333"/>
                  <a:pt x="4897110" y="2624657"/>
                  <a:pt x="4894824" y="2627996"/>
                </a:cubicBezTo>
                <a:cubicBezTo>
                  <a:pt x="4827171" y="2619695"/>
                  <a:pt x="4758763" y="2636561"/>
                  <a:pt x="4691096" y="2627950"/>
                </a:cubicBezTo>
                <a:cubicBezTo>
                  <a:pt x="4675676" y="2631042"/>
                  <a:pt x="4660259" y="2633705"/>
                  <a:pt x="4644911" y="2634026"/>
                </a:cubicBezTo>
                <a:lnTo>
                  <a:pt x="4628109" y="2631097"/>
                </a:lnTo>
                <a:lnTo>
                  <a:pt x="4629485" y="2634528"/>
                </a:lnTo>
                <a:cubicBezTo>
                  <a:pt x="4625805" y="2630261"/>
                  <a:pt x="4621599" y="2642010"/>
                  <a:pt x="4618091" y="2631033"/>
                </a:cubicBezTo>
                <a:lnTo>
                  <a:pt x="4620151" y="2629710"/>
                </a:lnTo>
                <a:lnTo>
                  <a:pt x="4599144" y="2626048"/>
                </a:lnTo>
                <a:cubicBezTo>
                  <a:pt x="4587812" y="2638539"/>
                  <a:pt x="4577470" y="2619308"/>
                  <a:pt x="4566060" y="2634025"/>
                </a:cubicBezTo>
                <a:cubicBezTo>
                  <a:pt x="4547973" y="2617005"/>
                  <a:pt x="4528570" y="2641879"/>
                  <a:pt x="4510498" y="2624472"/>
                </a:cubicBezTo>
                <a:cubicBezTo>
                  <a:pt x="4467815" y="2641910"/>
                  <a:pt x="4426367" y="2617082"/>
                  <a:pt x="4383729" y="2632990"/>
                </a:cubicBezTo>
                <a:cubicBezTo>
                  <a:pt x="4381642" y="2629325"/>
                  <a:pt x="4379555" y="2625631"/>
                  <a:pt x="4377453" y="2622030"/>
                </a:cubicBezTo>
                <a:cubicBezTo>
                  <a:pt x="4360896" y="2628739"/>
                  <a:pt x="4342785" y="2625875"/>
                  <a:pt x="4325324" y="2623434"/>
                </a:cubicBezTo>
                <a:lnTo>
                  <a:pt x="4305103" y="2621769"/>
                </a:lnTo>
                <a:lnTo>
                  <a:pt x="4298717" y="2622202"/>
                </a:lnTo>
                <a:lnTo>
                  <a:pt x="4298228" y="2621781"/>
                </a:lnTo>
                <a:lnTo>
                  <a:pt x="4277090" y="2627377"/>
                </a:lnTo>
                <a:cubicBezTo>
                  <a:pt x="4266113" y="2608626"/>
                  <a:pt x="4250839" y="2634073"/>
                  <a:pt x="4244640" y="2614330"/>
                </a:cubicBezTo>
                <a:cubicBezTo>
                  <a:pt x="4242321" y="2617638"/>
                  <a:pt x="4240018" y="2620978"/>
                  <a:pt x="4237729" y="2624316"/>
                </a:cubicBezTo>
                <a:lnTo>
                  <a:pt x="4235730" y="2622569"/>
                </a:lnTo>
                <a:lnTo>
                  <a:pt x="4232697" y="2625130"/>
                </a:lnTo>
                <a:cubicBezTo>
                  <a:pt x="4226061" y="2628401"/>
                  <a:pt x="4218238" y="2629132"/>
                  <a:pt x="4213128" y="2630716"/>
                </a:cubicBezTo>
                <a:cubicBezTo>
                  <a:pt x="4215448" y="2626511"/>
                  <a:pt x="4220023" y="2622523"/>
                  <a:pt x="4218431" y="2618009"/>
                </a:cubicBezTo>
                <a:cubicBezTo>
                  <a:pt x="4209495" y="2629595"/>
                  <a:pt x="4197228" y="2637552"/>
                  <a:pt x="4184840" y="2640928"/>
                </a:cubicBezTo>
                <a:lnTo>
                  <a:pt x="4167607" y="2642351"/>
                </a:lnTo>
                <a:lnTo>
                  <a:pt x="4163422" y="2646543"/>
                </a:lnTo>
                <a:lnTo>
                  <a:pt x="4159044" y="2655958"/>
                </a:lnTo>
                <a:lnTo>
                  <a:pt x="4159005" y="2655907"/>
                </a:lnTo>
                <a:lnTo>
                  <a:pt x="4158976" y="2656106"/>
                </a:lnTo>
                <a:close/>
                <a:moveTo>
                  <a:pt x="4064747" y="2622360"/>
                </a:moveTo>
                <a:cubicBezTo>
                  <a:pt x="4068891" y="2630508"/>
                  <a:pt x="4073528" y="2622206"/>
                  <a:pt x="4077888" y="2623334"/>
                </a:cubicBezTo>
                <a:lnTo>
                  <a:pt x="4077136" y="2618199"/>
                </a:lnTo>
                <a:lnTo>
                  <a:pt x="4075055" y="2619850"/>
                </a:lnTo>
                <a:cubicBezTo>
                  <a:pt x="4072147" y="2620985"/>
                  <a:pt x="4069265" y="2621204"/>
                  <a:pt x="4066384" y="2621366"/>
                </a:cubicBezTo>
                <a:lnTo>
                  <a:pt x="4065204" y="2621526"/>
                </a:lnTo>
                <a:close/>
                <a:moveTo>
                  <a:pt x="4165604" y="2680981"/>
                </a:moveTo>
                <a:cubicBezTo>
                  <a:pt x="4168064" y="2681083"/>
                  <a:pt x="4170576" y="2679537"/>
                  <a:pt x="4173166" y="2675278"/>
                </a:cubicBezTo>
                <a:cubicBezTo>
                  <a:pt x="4168513" y="2665988"/>
                  <a:pt x="4163535" y="2667580"/>
                  <a:pt x="4158510" y="2671522"/>
                </a:cubicBezTo>
                <a:cubicBezTo>
                  <a:pt x="4160134" y="2673378"/>
                  <a:pt x="4159298" y="2675108"/>
                  <a:pt x="4158355" y="2676794"/>
                </a:cubicBezTo>
                <a:cubicBezTo>
                  <a:pt x="4160736" y="2679128"/>
                  <a:pt x="4163144" y="2680878"/>
                  <a:pt x="4165604" y="2680981"/>
                </a:cubicBezTo>
                <a:close/>
                <a:moveTo>
                  <a:pt x="2527454" y="1735556"/>
                </a:moveTo>
                <a:lnTo>
                  <a:pt x="2528506" y="1734309"/>
                </a:lnTo>
                <a:cubicBezTo>
                  <a:pt x="2530179" y="1733787"/>
                  <a:pt x="2531746" y="1734557"/>
                  <a:pt x="2533165" y="1735779"/>
                </a:cubicBezTo>
                <a:lnTo>
                  <a:pt x="2535623" y="1738099"/>
                </a:lnTo>
                <a:lnTo>
                  <a:pt x="2539431" y="1729671"/>
                </a:lnTo>
                <a:lnTo>
                  <a:pt x="2537942" y="1729823"/>
                </a:lnTo>
                <a:cubicBezTo>
                  <a:pt x="2535401" y="1730176"/>
                  <a:pt x="2533569" y="1729299"/>
                  <a:pt x="2535238" y="1723146"/>
                </a:cubicBezTo>
                <a:cubicBezTo>
                  <a:pt x="2537605" y="1724970"/>
                  <a:pt x="2548288" y="1715820"/>
                  <a:pt x="2545381" y="1713392"/>
                </a:cubicBezTo>
                <a:cubicBezTo>
                  <a:pt x="2543835" y="1716259"/>
                  <a:pt x="2540325" y="1716774"/>
                  <a:pt x="2537552" y="1715218"/>
                </a:cubicBezTo>
                <a:lnTo>
                  <a:pt x="2536691" y="1712542"/>
                </a:lnTo>
                <a:lnTo>
                  <a:pt x="2533766" y="1717731"/>
                </a:lnTo>
                <a:cubicBezTo>
                  <a:pt x="2530481" y="1714407"/>
                  <a:pt x="2531335" y="1711397"/>
                  <a:pt x="2532860" y="1708444"/>
                </a:cubicBezTo>
                <a:lnTo>
                  <a:pt x="2534165" y="1704699"/>
                </a:lnTo>
                <a:lnTo>
                  <a:pt x="2534141" y="1704625"/>
                </a:lnTo>
                <a:lnTo>
                  <a:pt x="2534224" y="1704529"/>
                </a:lnTo>
                <a:lnTo>
                  <a:pt x="2535976" y="1699504"/>
                </a:lnTo>
                <a:cubicBezTo>
                  <a:pt x="2524568" y="1696334"/>
                  <a:pt x="2514750" y="1706785"/>
                  <a:pt x="2507531" y="1715675"/>
                </a:cubicBezTo>
                <a:lnTo>
                  <a:pt x="2511224" y="1718360"/>
                </a:lnTo>
                <a:lnTo>
                  <a:pt x="2514428" y="1718127"/>
                </a:lnTo>
                <a:cubicBezTo>
                  <a:pt x="2515925" y="1718432"/>
                  <a:pt x="2517402" y="1719413"/>
                  <a:pt x="2518836" y="1721848"/>
                </a:cubicBezTo>
                <a:lnTo>
                  <a:pt x="2519412" y="1724315"/>
                </a:lnTo>
                <a:lnTo>
                  <a:pt x="2520564" y="1725153"/>
                </a:lnTo>
                <a:close/>
                <a:moveTo>
                  <a:pt x="2315090" y="1614073"/>
                </a:moveTo>
                <a:cubicBezTo>
                  <a:pt x="2323995" y="1610194"/>
                  <a:pt x="2332374" y="1622686"/>
                  <a:pt x="2341326" y="1616085"/>
                </a:cubicBezTo>
                <a:cubicBezTo>
                  <a:pt x="2333317" y="1609529"/>
                  <a:pt x="2318599" y="1597083"/>
                  <a:pt x="2315090" y="1614073"/>
                </a:cubicBezTo>
                <a:close/>
                <a:moveTo>
                  <a:pt x="1261441" y="1007739"/>
                </a:moveTo>
                <a:cubicBezTo>
                  <a:pt x="1257051" y="1008037"/>
                  <a:pt x="1252668" y="997940"/>
                  <a:pt x="1252876" y="991924"/>
                </a:cubicBezTo>
                <a:cubicBezTo>
                  <a:pt x="1257917" y="983158"/>
                  <a:pt x="1265926" y="994876"/>
                  <a:pt x="1265663" y="1003441"/>
                </a:cubicBezTo>
                <a:cubicBezTo>
                  <a:pt x="1264368" y="1006386"/>
                  <a:pt x="1262904" y="1007640"/>
                  <a:pt x="1261441" y="1007739"/>
                </a:cubicBezTo>
                <a:close/>
                <a:moveTo>
                  <a:pt x="960286" y="833882"/>
                </a:moveTo>
                <a:cubicBezTo>
                  <a:pt x="962506" y="832972"/>
                  <a:pt x="964767" y="830781"/>
                  <a:pt x="966970" y="830557"/>
                </a:cubicBezTo>
                <a:cubicBezTo>
                  <a:pt x="966088" y="829458"/>
                  <a:pt x="961296" y="816334"/>
                  <a:pt x="953844" y="829521"/>
                </a:cubicBezTo>
                <a:cubicBezTo>
                  <a:pt x="955885" y="834421"/>
                  <a:pt x="958065" y="834792"/>
                  <a:pt x="960286" y="833882"/>
                </a:cubicBezTo>
                <a:close/>
                <a:moveTo>
                  <a:pt x="2443491" y="1690954"/>
                </a:moveTo>
                <a:lnTo>
                  <a:pt x="2446425" y="1686864"/>
                </a:lnTo>
                <a:cubicBezTo>
                  <a:pt x="2447744" y="1686148"/>
                  <a:pt x="2449047" y="1686244"/>
                  <a:pt x="2450206" y="1686329"/>
                </a:cubicBezTo>
                <a:lnTo>
                  <a:pt x="2453002" y="1682183"/>
                </a:lnTo>
                <a:lnTo>
                  <a:pt x="2449109" y="1681965"/>
                </a:lnTo>
                <a:cubicBezTo>
                  <a:pt x="2447845" y="1681936"/>
                  <a:pt x="2446756" y="1681723"/>
                  <a:pt x="2446194" y="1680642"/>
                </a:cubicBezTo>
                <a:lnTo>
                  <a:pt x="2446280" y="1678462"/>
                </a:lnTo>
                <a:lnTo>
                  <a:pt x="2441854" y="1681557"/>
                </a:lnTo>
                <a:lnTo>
                  <a:pt x="2439294" y="1683427"/>
                </a:lnTo>
                <a:close/>
                <a:moveTo>
                  <a:pt x="5747011" y="3598602"/>
                </a:moveTo>
                <a:cubicBezTo>
                  <a:pt x="5759302" y="3590810"/>
                  <a:pt x="5780667" y="3571022"/>
                  <a:pt x="5786649" y="3591120"/>
                </a:cubicBezTo>
                <a:cubicBezTo>
                  <a:pt x="5773772" y="3583328"/>
                  <a:pt x="5759904" y="3606393"/>
                  <a:pt x="5747011" y="3598602"/>
                </a:cubicBezTo>
                <a:close/>
                <a:moveTo>
                  <a:pt x="1533418" y="1170587"/>
                </a:moveTo>
                <a:cubicBezTo>
                  <a:pt x="1537592" y="1172129"/>
                  <a:pt x="1543566" y="1165035"/>
                  <a:pt x="1541896" y="1158857"/>
                </a:cubicBezTo>
                <a:cubicBezTo>
                  <a:pt x="1538417" y="1147029"/>
                  <a:pt x="1534120" y="1162335"/>
                  <a:pt x="1530194" y="1165813"/>
                </a:cubicBezTo>
                <a:cubicBezTo>
                  <a:pt x="1530835" y="1168600"/>
                  <a:pt x="1532026" y="1170073"/>
                  <a:pt x="1533418" y="1170587"/>
                </a:cubicBezTo>
                <a:close/>
                <a:moveTo>
                  <a:pt x="2473851" y="1716124"/>
                </a:moveTo>
                <a:lnTo>
                  <a:pt x="2474427" y="1715613"/>
                </a:lnTo>
                <a:lnTo>
                  <a:pt x="2469099" y="1710758"/>
                </a:lnTo>
                <a:lnTo>
                  <a:pt x="2468217" y="1712645"/>
                </a:lnTo>
                <a:cubicBezTo>
                  <a:pt x="2470011" y="1716641"/>
                  <a:pt x="2471909" y="1717108"/>
                  <a:pt x="2473851" y="1716124"/>
                </a:cubicBezTo>
                <a:close/>
                <a:moveTo>
                  <a:pt x="2390491" y="1672377"/>
                </a:moveTo>
                <a:lnTo>
                  <a:pt x="2390233" y="1670901"/>
                </a:lnTo>
                <a:lnTo>
                  <a:pt x="2389962" y="1671552"/>
                </a:lnTo>
                <a:close/>
                <a:moveTo>
                  <a:pt x="2379901" y="1667689"/>
                </a:moveTo>
                <a:lnTo>
                  <a:pt x="2383466" y="1664497"/>
                </a:lnTo>
                <a:lnTo>
                  <a:pt x="2389945" y="1669260"/>
                </a:lnTo>
                <a:lnTo>
                  <a:pt x="2387693" y="1656408"/>
                </a:lnTo>
                <a:close/>
                <a:moveTo>
                  <a:pt x="4090025" y="2655831"/>
                </a:moveTo>
                <a:lnTo>
                  <a:pt x="4090228" y="2655390"/>
                </a:lnTo>
                <a:lnTo>
                  <a:pt x="4089367" y="2655300"/>
                </a:lnTo>
                <a:close/>
                <a:moveTo>
                  <a:pt x="1205559" y="990809"/>
                </a:moveTo>
                <a:cubicBezTo>
                  <a:pt x="1204322" y="989359"/>
                  <a:pt x="1203635" y="986962"/>
                  <a:pt x="1203870" y="982911"/>
                </a:cubicBezTo>
                <a:cubicBezTo>
                  <a:pt x="1209606" y="981736"/>
                  <a:pt x="1226411" y="980345"/>
                  <a:pt x="1221495" y="997397"/>
                </a:cubicBezTo>
                <a:cubicBezTo>
                  <a:pt x="1217935" y="990996"/>
                  <a:pt x="1209271" y="995162"/>
                  <a:pt x="1205559" y="990809"/>
                </a:cubicBezTo>
                <a:close/>
                <a:moveTo>
                  <a:pt x="2248402" y="1597520"/>
                </a:moveTo>
                <a:cubicBezTo>
                  <a:pt x="2252356" y="1601072"/>
                  <a:pt x="2257681" y="1602826"/>
                  <a:pt x="2259853" y="1594022"/>
                </a:cubicBezTo>
                <a:cubicBezTo>
                  <a:pt x="2255247" y="1583542"/>
                  <a:pt x="2250021" y="1593219"/>
                  <a:pt x="2245182" y="1590236"/>
                </a:cubicBezTo>
                <a:cubicBezTo>
                  <a:pt x="2241866" y="1588620"/>
                  <a:pt x="2244448" y="1593969"/>
                  <a:pt x="2248402" y="1597520"/>
                </a:cubicBezTo>
                <a:close/>
                <a:moveTo>
                  <a:pt x="4104340" y="2669975"/>
                </a:moveTo>
                <a:cubicBezTo>
                  <a:pt x="4112874" y="2676701"/>
                  <a:pt x="4121700" y="2674211"/>
                  <a:pt x="4130405" y="2677226"/>
                </a:cubicBezTo>
                <a:cubicBezTo>
                  <a:pt x="4137346" y="2666265"/>
                  <a:pt x="4134857" y="2651703"/>
                  <a:pt x="4126168" y="2653279"/>
                </a:cubicBezTo>
                <a:cubicBezTo>
                  <a:pt x="4124484" y="2657530"/>
                  <a:pt x="4126230" y="2662045"/>
                  <a:pt x="4124128" y="2666265"/>
                </a:cubicBezTo>
                <a:cubicBezTo>
                  <a:pt x="4123278" y="2664085"/>
                  <a:pt x="4114992" y="2662849"/>
                  <a:pt x="4116196" y="2657747"/>
                </a:cubicBezTo>
                <a:cubicBezTo>
                  <a:pt x="4113260" y="2657593"/>
                  <a:pt x="4110832" y="2664626"/>
                  <a:pt x="4104340" y="2669975"/>
                </a:cubicBezTo>
                <a:close/>
                <a:moveTo>
                  <a:pt x="1191843" y="1000365"/>
                </a:moveTo>
                <a:cubicBezTo>
                  <a:pt x="1187560" y="997211"/>
                  <a:pt x="1183248" y="994429"/>
                  <a:pt x="1179043" y="988864"/>
                </a:cubicBezTo>
                <a:cubicBezTo>
                  <a:pt x="1181656" y="982896"/>
                  <a:pt x="1177698" y="976480"/>
                  <a:pt x="1184530" y="970884"/>
                </a:cubicBezTo>
                <a:cubicBezTo>
                  <a:pt x="1186155" y="981056"/>
                  <a:pt x="1196296" y="965921"/>
                  <a:pt x="1192477" y="979326"/>
                </a:cubicBezTo>
                <a:cubicBezTo>
                  <a:pt x="1190560" y="977516"/>
                  <a:pt x="1180713" y="983112"/>
                  <a:pt x="1184037" y="986576"/>
                </a:cubicBezTo>
                <a:cubicBezTo>
                  <a:pt x="1188397" y="986699"/>
                  <a:pt x="1196542" y="992280"/>
                  <a:pt x="1191843" y="1000365"/>
                </a:cubicBezTo>
                <a:close/>
                <a:moveTo>
                  <a:pt x="2396392" y="1696536"/>
                </a:moveTo>
                <a:cubicBezTo>
                  <a:pt x="2398456" y="1700571"/>
                  <a:pt x="2400628" y="1701030"/>
                  <a:pt x="2402856" y="1699726"/>
                </a:cubicBezTo>
                <a:lnTo>
                  <a:pt x="2407604" y="1694564"/>
                </a:lnTo>
                <a:lnTo>
                  <a:pt x="2408022" y="1692243"/>
                </a:lnTo>
                <a:lnTo>
                  <a:pt x="2409003" y="1693043"/>
                </a:lnTo>
                <a:lnTo>
                  <a:pt x="2409658" y="1692331"/>
                </a:lnTo>
                <a:lnTo>
                  <a:pt x="2406099" y="1691081"/>
                </a:lnTo>
                <a:lnTo>
                  <a:pt x="2400560" y="1692544"/>
                </a:lnTo>
                <a:close/>
                <a:moveTo>
                  <a:pt x="1790916" y="1347474"/>
                </a:moveTo>
                <a:cubicBezTo>
                  <a:pt x="1787175" y="1341956"/>
                  <a:pt x="1787345" y="1336715"/>
                  <a:pt x="1791364" y="1331799"/>
                </a:cubicBezTo>
                <a:cubicBezTo>
                  <a:pt x="1793172" y="1335787"/>
                  <a:pt x="1802944" y="1333576"/>
                  <a:pt x="1799342" y="1340302"/>
                </a:cubicBezTo>
                <a:cubicBezTo>
                  <a:pt x="1795105" y="1338260"/>
                  <a:pt x="1791148" y="1340610"/>
                  <a:pt x="1790916" y="1347474"/>
                </a:cubicBezTo>
                <a:close/>
                <a:moveTo>
                  <a:pt x="4079728" y="2670779"/>
                </a:moveTo>
                <a:cubicBezTo>
                  <a:pt x="4087597" y="2663050"/>
                  <a:pt x="4094785" y="2679668"/>
                  <a:pt x="4102655" y="2672558"/>
                </a:cubicBezTo>
                <a:cubicBezTo>
                  <a:pt x="4101263" y="2667208"/>
                  <a:pt x="4101279" y="2661922"/>
                  <a:pt x="4099826" y="2656572"/>
                </a:cubicBezTo>
                <a:cubicBezTo>
                  <a:pt x="4095713" y="2666915"/>
                  <a:pt x="4092079" y="2659973"/>
                  <a:pt x="4088137" y="2663545"/>
                </a:cubicBezTo>
                <a:cubicBezTo>
                  <a:pt x="4083979" y="2658567"/>
                  <a:pt x="4084689" y="2640928"/>
                  <a:pt x="4090349" y="2645318"/>
                </a:cubicBezTo>
                <a:cubicBezTo>
                  <a:pt x="4088363" y="2646353"/>
                  <a:pt x="4087265" y="2650434"/>
                  <a:pt x="4087172" y="2653530"/>
                </a:cubicBezTo>
                <a:lnTo>
                  <a:pt x="4089204" y="2655169"/>
                </a:lnTo>
                <a:lnTo>
                  <a:pt x="4090806" y="2654143"/>
                </a:lnTo>
                <a:lnTo>
                  <a:pt x="4097074" y="2640603"/>
                </a:lnTo>
                <a:lnTo>
                  <a:pt x="4106103" y="2644352"/>
                </a:lnTo>
                <a:lnTo>
                  <a:pt x="4111234" y="2641068"/>
                </a:lnTo>
                <a:lnTo>
                  <a:pt x="4114917" y="2640474"/>
                </a:lnTo>
                <a:lnTo>
                  <a:pt x="4112718" y="2638380"/>
                </a:lnTo>
                <a:cubicBezTo>
                  <a:pt x="4108643" y="2637443"/>
                  <a:pt x="4104379" y="2642948"/>
                  <a:pt x="4100506" y="2635609"/>
                </a:cubicBezTo>
                <a:cubicBezTo>
                  <a:pt x="4105407" y="2622948"/>
                  <a:pt x="4112085" y="2636474"/>
                  <a:pt x="4112363" y="2623443"/>
                </a:cubicBezTo>
                <a:cubicBezTo>
                  <a:pt x="4115424" y="2646508"/>
                  <a:pt x="4144473" y="2645302"/>
                  <a:pt x="4143606" y="2623210"/>
                </a:cubicBezTo>
                <a:cubicBezTo>
                  <a:pt x="4148859" y="2628845"/>
                  <a:pt x="4148251" y="2637603"/>
                  <a:pt x="4150774" y="2638850"/>
                </a:cubicBezTo>
                <a:lnTo>
                  <a:pt x="4153761" y="2637588"/>
                </a:lnTo>
                <a:lnTo>
                  <a:pt x="4150517" y="2636359"/>
                </a:lnTo>
                <a:lnTo>
                  <a:pt x="4155454" y="2632251"/>
                </a:lnTo>
                <a:lnTo>
                  <a:pt x="4156716" y="2624231"/>
                </a:lnTo>
                <a:cubicBezTo>
                  <a:pt x="4161710" y="2632671"/>
                  <a:pt x="4162606" y="2622004"/>
                  <a:pt x="4165143" y="2616996"/>
                </a:cubicBezTo>
                <a:lnTo>
                  <a:pt x="4172701" y="2622529"/>
                </a:lnTo>
                <a:lnTo>
                  <a:pt x="4176766" y="2621873"/>
                </a:lnTo>
                <a:lnTo>
                  <a:pt x="4178131" y="2626506"/>
                </a:lnTo>
                <a:lnTo>
                  <a:pt x="4181190" y="2628745"/>
                </a:lnTo>
                <a:lnTo>
                  <a:pt x="4179338" y="2630600"/>
                </a:lnTo>
                <a:lnTo>
                  <a:pt x="4180169" y="2633422"/>
                </a:lnTo>
                <a:cubicBezTo>
                  <a:pt x="4184891" y="2631095"/>
                  <a:pt x="4189695" y="2626140"/>
                  <a:pt x="4194509" y="2620915"/>
                </a:cubicBezTo>
                <a:lnTo>
                  <a:pt x="4197541" y="2617940"/>
                </a:lnTo>
                <a:lnTo>
                  <a:pt x="4171420" y="2613234"/>
                </a:lnTo>
                <a:cubicBezTo>
                  <a:pt x="4160309" y="2610774"/>
                  <a:pt x="4149537" y="2608650"/>
                  <a:pt x="4141453" y="2609481"/>
                </a:cubicBezTo>
                <a:lnTo>
                  <a:pt x="4139458" y="2610551"/>
                </a:lnTo>
                <a:lnTo>
                  <a:pt x="4141167" y="2613715"/>
                </a:lnTo>
                <a:cubicBezTo>
                  <a:pt x="4142272" y="2615988"/>
                  <a:pt x="4142894" y="2618225"/>
                  <a:pt x="4141967" y="2620352"/>
                </a:cubicBezTo>
                <a:cubicBezTo>
                  <a:pt x="4133695" y="2605108"/>
                  <a:pt x="4124126" y="2630786"/>
                  <a:pt x="4115748" y="2618310"/>
                </a:cubicBezTo>
                <a:lnTo>
                  <a:pt x="4118781" y="2614918"/>
                </a:lnTo>
                <a:lnTo>
                  <a:pt x="4107159" y="2613902"/>
                </a:lnTo>
                <a:lnTo>
                  <a:pt x="4106021" y="2620553"/>
                </a:lnTo>
                <a:cubicBezTo>
                  <a:pt x="4101126" y="2627056"/>
                  <a:pt x="4089641" y="2624181"/>
                  <a:pt x="4095498" y="2637898"/>
                </a:cubicBezTo>
                <a:cubicBezTo>
                  <a:pt x="4084505" y="2631103"/>
                  <a:pt x="4075067" y="2631570"/>
                  <a:pt x="4065896" y="2633931"/>
                </a:cubicBezTo>
                <a:lnTo>
                  <a:pt x="4056565" y="2636396"/>
                </a:lnTo>
                <a:lnTo>
                  <a:pt x="4055162" y="2639482"/>
                </a:lnTo>
                <a:lnTo>
                  <a:pt x="4053087" y="2637315"/>
                </a:lnTo>
                <a:lnTo>
                  <a:pt x="4037894" y="2641329"/>
                </a:lnTo>
                <a:cubicBezTo>
                  <a:pt x="4044821" y="2659448"/>
                  <a:pt x="4054915" y="2633183"/>
                  <a:pt x="4057234" y="2653279"/>
                </a:cubicBezTo>
                <a:cubicBezTo>
                  <a:pt x="4064439" y="2649136"/>
                  <a:pt x="4065119" y="2645688"/>
                  <a:pt x="4065984" y="2635578"/>
                </a:cubicBezTo>
                <a:cubicBezTo>
                  <a:pt x="4077764" y="2645226"/>
                  <a:pt x="4071412" y="2636196"/>
                  <a:pt x="4072061" y="2651827"/>
                </a:cubicBezTo>
                <a:cubicBezTo>
                  <a:pt x="4078212" y="2646430"/>
                  <a:pt x="4082356" y="2653665"/>
                  <a:pt x="4080671" y="2639335"/>
                </a:cubicBezTo>
                <a:cubicBezTo>
                  <a:pt x="4091693" y="2642118"/>
                  <a:pt x="4078212" y="2660529"/>
                  <a:pt x="4079728" y="2670779"/>
                </a:cubicBezTo>
                <a:close/>
                <a:moveTo>
                  <a:pt x="1127084" y="969013"/>
                </a:moveTo>
                <a:cubicBezTo>
                  <a:pt x="1128892" y="964793"/>
                  <a:pt x="1128136" y="960356"/>
                  <a:pt x="1132387" y="956321"/>
                </a:cubicBezTo>
                <a:cubicBezTo>
                  <a:pt x="1136561" y="961995"/>
                  <a:pt x="1142745" y="962830"/>
                  <a:pt x="1138462" y="972569"/>
                </a:cubicBezTo>
                <a:cubicBezTo>
                  <a:pt x="1136251" y="968890"/>
                  <a:pt x="1135819" y="965350"/>
                  <a:pt x="1135510" y="961856"/>
                </a:cubicBezTo>
                <a:cubicBezTo>
                  <a:pt x="1132680" y="965071"/>
                  <a:pt x="1129728" y="972043"/>
                  <a:pt x="1127084" y="969013"/>
                </a:cubicBezTo>
                <a:close/>
                <a:moveTo>
                  <a:pt x="4058914" y="2668699"/>
                </a:moveTo>
                <a:cubicBezTo>
                  <a:pt x="4061776" y="2670270"/>
                  <a:pt x="4065884" y="2669876"/>
                  <a:pt x="4068273" y="2667163"/>
                </a:cubicBezTo>
                <a:cubicBezTo>
                  <a:pt x="4064871" y="2653156"/>
                  <a:pt x="4060511" y="2668739"/>
                  <a:pt x="4057033" y="2658444"/>
                </a:cubicBezTo>
                <a:cubicBezTo>
                  <a:pt x="4054436" y="2663591"/>
                  <a:pt x="4056052" y="2667127"/>
                  <a:pt x="4058914" y="2668699"/>
                </a:cubicBezTo>
                <a:close/>
                <a:moveTo>
                  <a:pt x="4016298" y="2647358"/>
                </a:moveTo>
                <a:cubicBezTo>
                  <a:pt x="4019807" y="2634327"/>
                  <a:pt x="4023363" y="2631930"/>
                  <a:pt x="4031293" y="2640648"/>
                </a:cubicBezTo>
                <a:cubicBezTo>
                  <a:pt x="4033117" y="2636428"/>
                  <a:pt x="4028805" y="2631667"/>
                  <a:pt x="4026763" y="2627153"/>
                </a:cubicBezTo>
                <a:cubicBezTo>
                  <a:pt x="4020671" y="2631574"/>
                  <a:pt x="4011566" y="2632084"/>
                  <a:pt x="4016298" y="2647358"/>
                </a:cubicBezTo>
                <a:close/>
                <a:moveTo>
                  <a:pt x="2337805" y="1678902"/>
                </a:moveTo>
                <a:cubicBezTo>
                  <a:pt x="2339278" y="1674836"/>
                  <a:pt x="2341493" y="1672884"/>
                  <a:pt x="2344165" y="1671978"/>
                </a:cubicBezTo>
                <a:lnTo>
                  <a:pt x="2344538" y="1671952"/>
                </a:lnTo>
                <a:lnTo>
                  <a:pt x="2344602" y="1671507"/>
                </a:lnTo>
                <a:lnTo>
                  <a:pt x="2344938" y="1671923"/>
                </a:lnTo>
                <a:lnTo>
                  <a:pt x="2348750" y="1671652"/>
                </a:lnTo>
                <a:lnTo>
                  <a:pt x="2347500" y="1666471"/>
                </a:lnTo>
                <a:lnTo>
                  <a:pt x="2346788" y="1659751"/>
                </a:lnTo>
                <a:lnTo>
                  <a:pt x="2340688" y="1660169"/>
                </a:lnTo>
                <a:lnTo>
                  <a:pt x="2341619" y="1660746"/>
                </a:lnTo>
                <a:lnTo>
                  <a:pt x="2335944" y="1667134"/>
                </a:lnTo>
                <a:lnTo>
                  <a:pt x="2335668" y="1669556"/>
                </a:lnTo>
                <a:cubicBezTo>
                  <a:pt x="2334837" y="1672555"/>
                  <a:pt x="2334536" y="1675593"/>
                  <a:pt x="2337805" y="1678902"/>
                </a:cubicBezTo>
                <a:close/>
                <a:moveTo>
                  <a:pt x="2359379" y="1691422"/>
                </a:moveTo>
                <a:lnTo>
                  <a:pt x="2360467" y="1691567"/>
                </a:lnTo>
                <a:lnTo>
                  <a:pt x="2363618" y="1693609"/>
                </a:lnTo>
                <a:lnTo>
                  <a:pt x="2364175" y="1692512"/>
                </a:lnTo>
                <a:lnTo>
                  <a:pt x="2372358" y="1696803"/>
                </a:lnTo>
                <a:lnTo>
                  <a:pt x="2372630" y="1696433"/>
                </a:lnTo>
                <a:lnTo>
                  <a:pt x="2373031" y="1696422"/>
                </a:lnTo>
                <a:lnTo>
                  <a:pt x="2368801" y="1683818"/>
                </a:lnTo>
                <a:cubicBezTo>
                  <a:pt x="2365755" y="1686028"/>
                  <a:pt x="2361956" y="1687261"/>
                  <a:pt x="2359510" y="1689851"/>
                </a:cubicBezTo>
                <a:close/>
                <a:moveTo>
                  <a:pt x="1706291" y="1319910"/>
                </a:moveTo>
                <a:cubicBezTo>
                  <a:pt x="1712072" y="1315102"/>
                  <a:pt x="1697679" y="1308733"/>
                  <a:pt x="1703493" y="1303940"/>
                </a:cubicBezTo>
                <a:cubicBezTo>
                  <a:pt x="1709816" y="1311252"/>
                  <a:pt x="1716386" y="1311408"/>
                  <a:pt x="1722834" y="1315937"/>
                </a:cubicBezTo>
                <a:cubicBezTo>
                  <a:pt x="1717097" y="1324316"/>
                  <a:pt x="1711795" y="1319276"/>
                  <a:pt x="1706291" y="1319910"/>
                </a:cubicBezTo>
                <a:close/>
                <a:moveTo>
                  <a:pt x="721690" y="751792"/>
                </a:moveTo>
                <a:cubicBezTo>
                  <a:pt x="725351" y="752732"/>
                  <a:pt x="729380" y="741723"/>
                  <a:pt x="732696" y="754558"/>
                </a:cubicBezTo>
                <a:cubicBezTo>
                  <a:pt x="735942" y="750924"/>
                  <a:pt x="734503" y="743441"/>
                  <a:pt x="737875" y="747090"/>
                </a:cubicBezTo>
                <a:cubicBezTo>
                  <a:pt x="738013" y="737985"/>
                  <a:pt x="724161" y="731863"/>
                  <a:pt x="718193" y="745545"/>
                </a:cubicBezTo>
                <a:cubicBezTo>
                  <a:pt x="719292" y="749839"/>
                  <a:pt x="720470" y="751479"/>
                  <a:pt x="721690" y="751792"/>
                </a:cubicBezTo>
                <a:close/>
                <a:moveTo>
                  <a:pt x="4005443" y="2649669"/>
                </a:moveTo>
                <a:lnTo>
                  <a:pt x="4005589" y="2647835"/>
                </a:lnTo>
                <a:lnTo>
                  <a:pt x="4006393" y="2637637"/>
                </a:lnTo>
                <a:lnTo>
                  <a:pt x="4002538" y="2640657"/>
                </a:lnTo>
                <a:close/>
                <a:moveTo>
                  <a:pt x="2143706" y="1577126"/>
                </a:moveTo>
                <a:cubicBezTo>
                  <a:pt x="2148793" y="1579429"/>
                  <a:pt x="2158130" y="1583588"/>
                  <a:pt x="2158701" y="1570400"/>
                </a:cubicBezTo>
                <a:cubicBezTo>
                  <a:pt x="2153754" y="1564233"/>
                  <a:pt x="2144231" y="1566412"/>
                  <a:pt x="2143706" y="1577126"/>
                </a:cubicBezTo>
                <a:close/>
                <a:moveTo>
                  <a:pt x="968159" y="898935"/>
                </a:moveTo>
                <a:cubicBezTo>
                  <a:pt x="966088" y="883738"/>
                  <a:pt x="974019" y="898426"/>
                  <a:pt x="976941" y="881203"/>
                </a:cubicBezTo>
                <a:cubicBezTo>
                  <a:pt x="978996" y="885115"/>
                  <a:pt x="981176" y="886103"/>
                  <a:pt x="983341" y="887001"/>
                </a:cubicBezTo>
                <a:cubicBezTo>
                  <a:pt x="974576" y="892180"/>
                  <a:pt x="975163" y="904160"/>
                  <a:pt x="968159" y="898935"/>
                </a:cubicBezTo>
                <a:close/>
                <a:moveTo>
                  <a:pt x="1094108" y="971733"/>
                </a:moveTo>
                <a:cubicBezTo>
                  <a:pt x="1091386" y="964530"/>
                  <a:pt x="1091588" y="957541"/>
                  <a:pt x="1094727" y="950786"/>
                </a:cubicBezTo>
                <a:cubicBezTo>
                  <a:pt x="1098158" y="964792"/>
                  <a:pt x="1102440" y="949178"/>
                  <a:pt x="1105965" y="959536"/>
                </a:cubicBezTo>
                <a:cubicBezTo>
                  <a:pt x="1105734" y="972584"/>
                  <a:pt x="1099038" y="959026"/>
                  <a:pt x="1094108" y="971733"/>
                </a:cubicBezTo>
                <a:close/>
                <a:moveTo>
                  <a:pt x="2242063" y="1637253"/>
                </a:moveTo>
                <a:cubicBezTo>
                  <a:pt x="2239420" y="1634315"/>
                  <a:pt x="2236622" y="1635507"/>
                  <a:pt x="2234101" y="1628704"/>
                </a:cubicBezTo>
                <a:cubicBezTo>
                  <a:pt x="2238646" y="1621654"/>
                  <a:pt x="2240176" y="1628271"/>
                  <a:pt x="2240965" y="1618702"/>
                </a:cubicBezTo>
                <a:cubicBezTo>
                  <a:pt x="2245187" y="1625226"/>
                  <a:pt x="2240920" y="1631022"/>
                  <a:pt x="2242063" y="1637253"/>
                </a:cubicBezTo>
                <a:close/>
                <a:moveTo>
                  <a:pt x="1649461" y="1297138"/>
                </a:moveTo>
                <a:cubicBezTo>
                  <a:pt x="1644824" y="1291912"/>
                  <a:pt x="1631776" y="1286501"/>
                  <a:pt x="1637001" y="1275123"/>
                </a:cubicBezTo>
                <a:cubicBezTo>
                  <a:pt x="1640062" y="1287754"/>
                  <a:pt x="1651702" y="1288758"/>
                  <a:pt x="1649461" y="1297138"/>
                </a:cubicBezTo>
                <a:close/>
                <a:moveTo>
                  <a:pt x="1369522" y="1136167"/>
                </a:moveTo>
                <a:cubicBezTo>
                  <a:pt x="1373200" y="1136142"/>
                  <a:pt x="1376324" y="1133480"/>
                  <a:pt x="1376911" y="1127613"/>
                </a:cubicBezTo>
                <a:cubicBezTo>
                  <a:pt x="1371114" y="1119929"/>
                  <a:pt x="1365208" y="1115492"/>
                  <a:pt x="1358793" y="1128895"/>
                </a:cubicBezTo>
                <a:cubicBezTo>
                  <a:pt x="1361606" y="1133579"/>
                  <a:pt x="1365842" y="1136192"/>
                  <a:pt x="1369522" y="1136167"/>
                </a:cubicBezTo>
                <a:close/>
                <a:moveTo>
                  <a:pt x="1211719" y="1045239"/>
                </a:moveTo>
                <a:cubicBezTo>
                  <a:pt x="1211017" y="1045309"/>
                  <a:pt x="1210055" y="1044155"/>
                  <a:pt x="1208664" y="1041056"/>
                </a:cubicBezTo>
                <a:cubicBezTo>
                  <a:pt x="1208988" y="1032073"/>
                  <a:pt x="1213426" y="1034965"/>
                  <a:pt x="1217430" y="1023355"/>
                </a:cubicBezTo>
                <a:cubicBezTo>
                  <a:pt x="1229117" y="1032677"/>
                  <a:pt x="1244513" y="1031038"/>
                  <a:pt x="1251919" y="1023400"/>
                </a:cubicBezTo>
                <a:cubicBezTo>
                  <a:pt x="1250173" y="1028517"/>
                  <a:pt x="1249894" y="1033744"/>
                  <a:pt x="1248178" y="1038860"/>
                </a:cubicBezTo>
                <a:cubicBezTo>
                  <a:pt x="1239630" y="1031657"/>
                  <a:pt x="1230987" y="1027420"/>
                  <a:pt x="1221773" y="1042107"/>
                </a:cubicBezTo>
                <a:cubicBezTo>
                  <a:pt x="1215883" y="1039247"/>
                  <a:pt x="1220351" y="1025302"/>
                  <a:pt x="1215544" y="1031069"/>
                </a:cubicBezTo>
                <a:cubicBezTo>
                  <a:pt x="1213584" y="1033805"/>
                  <a:pt x="1213824" y="1045029"/>
                  <a:pt x="1211719" y="1045239"/>
                </a:cubicBezTo>
                <a:close/>
                <a:moveTo>
                  <a:pt x="616408" y="703026"/>
                </a:moveTo>
                <a:cubicBezTo>
                  <a:pt x="613659" y="700766"/>
                  <a:pt x="611637" y="696554"/>
                  <a:pt x="612975" y="692782"/>
                </a:cubicBezTo>
                <a:cubicBezTo>
                  <a:pt x="615200" y="695564"/>
                  <a:pt x="615866" y="691685"/>
                  <a:pt x="616437" y="687726"/>
                </a:cubicBezTo>
                <a:cubicBezTo>
                  <a:pt x="620396" y="698038"/>
                  <a:pt x="624476" y="691576"/>
                  <a:pt x="624214" y="701547"/>
                </a:cubicBezTo>
                <a:cubicBezTo>
                  <a:pt x="622637" y="705590"/>
                  <a:pt x="619158" y="705284"/>
                  <a:pt x="616408" y="703026"/>
                </a:cubicBezTo>
                <a:close/>
                <a:moveTo>
                  <a:pt x="585209" y="688004"/>
                </a:moveTo>
                <a:cubicBezTo>
                  <a:pt x="590512" y="675404"/>
                  <a:pt x="595057" y="688174"/>
                  <a:pt x="599881" y="691730"/>
                </a:cubicBezTo>
                <a:cubicBezTo>
                  <a:pt x="594701" y="700016"/>
                  <a:pt x="590219" y="685438"/>
                  <a:pt x="585209" y="688004"/>
                </a:cubicBezTo>
                <a:close/>
                <a:moveTo>
                  <a:pt x="2287283" y="1671641"/>
                </a:moveTo>
                <a:lnTo>
                  <a:pt x="2291241" y="1670046"/>
                </a:lnTo>
                <a:lnTo>
                  <a:pt x="2292100" y="1669898"/>
                </a:lnTo>
                <a:lnTo>
                  <a:pt x="2298012" y="1661146"/>
                </a:lnTo>
                <a:lnTo>
                  <a:pt x="2292794" y="1659334"/>
                </a:lnTo>
                <a:lnTo>
                  <a:pt x="2290637" y="1658325"/>
                </a:lnTo>
                <a:lnTo>
                  <a:pt x="2287821" y="1663341"/>
                </a:lnTo>
                <a:close/>
                <a:moveTo>
                  <a:pt x="5643045" y="3614122"/>
                </a:moveTo>
                <a:cubicBezTo>
                  <a:pt x="5661442" y="3602975"/>
                  <a:pt x="5679297" y="3609871"/>
                  <a:pt x="5697664" y="3599992"/>
                </a:cubicBezTo>
                <a:cubicBezTo>
                  <a:pt x="5696721" y="3601662"/>
                  <a:pt x="5695885" y="3603330"/>
                  <a:pt x="5697510" y="3605218"/>
                </a:cubicBezTo>
                <a:cubicBezTo>
                  <a:pt x="5695809" y="3607723"/>
                  <a:pt x="5696737" y="3610412"/>
                  <a:pt x="5695639" y="3612931"/>
                </a:cubicBezTo>
                <a:cubicBezTo>
                  <a:pt x="5687090" y="3611850"/>
                  <a:pt x="5675061" y="3603610"/>
                  <a:pt x="5670826" y="3618915"/>
                </a:cubicBezTo>
                <a:cubicBezTo>
                  <a:pt x="5661658" y="3613241"/>
                  <a:pt x="5652259" y="3616781"/>
                  <a:pt x="5643045" y="3614122"/>
                </a:cubicBezTo>
                <a:close/>
                <a:moveTo>
                  <a:pt x="2234267" y="1646306"/>
                </a:moveTo>
                <a:lnTo>
                  <a:pt x="2236865" y="1647390"/>
                </a:lnTo>
                <a:lnTo>
                  <a:pt x="2234649" y="1644725"/>
                </a:lnTo>
                <a:close/>
                <a:moveTo>
                  <a:pt x="2286897" y="1677603"/>
                </a:moveTo>
                <a:lnTo>
                  <a:pt x="2287732" y="1676366"/>
                </a:lnTo>
                <a:lnTo>
                  <a:pt x="2286959" y="1676635"/>
                </a:lnTo>
                <a:close/>
                <a:moveTo>
                  <a:pt x="2317439" y="1698143"/>
                </a:moveTo>
                <a:lnTo>
                  <a:pt x="2326457" y="1698597"/>
                </a:lnTo>
                <a:lnTo>
                  <a:pt x="2332017" y="1695680"/>
                </a:lnTo>
                <a:lnTo>
                  <a:pt x="2334937" y="1693213"/>
                </a:lnTo>
                <a:lnTo>
                  <a:pt x="2336919" y="1691493"/>
                </a:lnTo>
                <a:lnTo>
                  <a:pt x="2326742" y="1688857"/>
                </a:lnTo>
                <a:lnTo>
                  <a:pt x="2316715" y="1696131"/>
                </a:lnTo>
                <a:lnTo>
                  <a:pt x="2316788" y="1697372"/>
                </a:lnTo>
                <a:close/>
                <a:moveTo>
                  <a:pt x="736573" y="789016"/>
                </a:moveTo>
                <a:cubicBezTo>
                  <a:pt x="734487" y="785384"/>
                  <a:pt x="732430" y="781690"/>
                  <a:pt x="730328" y="778041"/>
                </a:cubicBezTo>
                <a:cubicBezTo>
                  <a:pt x="733591" y="767050"/>
                  <a:pt x="744443" y="774222"/>
                  <a:pt x="741706" y="781550"/>
                </a:cubicBezTo>
                <a:cubicBezTo>
                  <a:pt x="738846" y="777901"/>
                  <a:pt x="736883" y="785137"/>
                  <a:pt x="736573" y="789016"/>
                </a:cubicBezTo>
                <a:close/>
                <a:moveTo>
                  <a:pt x="713545" y="777277"/>
                </a:moveTo>
                <a:cubicBezTo>
                  <a:pt x="710460" y="776595"/>
                  <a:pt x="708137" y="773170"/>
                  <a:pt x="709274" y="768548"/>
                </a:cubicBezTo>
                <a:cubicBezTo>
                  <a:pt x="713355" y="778442"/>
                  <a:pt x="718349" y="757185"/>
                  <a:pt x="722384" y="769552"/>
                </a:cubicBezTo>
                <a:cubicBezTo>
                  <a:pt x="720474" y="775898"/>
                  <a:pt x="716629" y="777959"/>
                  <a:pt x="713545" y="777277"/>
                </a:cubicBezTo>
                <a:close/>
                <a:moveTo>
                  <a:pt x="2194430" y="1636171"/>
                </a:moveTo>
                <a:cubicBezTo>
                  <a:pt x="2191880" y="1630419"/>
                  <a:pt x="2189082" y="1632909"/>
                  <a:pt x="2186500" y="1627637"/>
                </a:cubicBezTo>
                <a:cubicBezTo>
                  <a:pt x="2193674" y="1619783"/>
                  <a:pt x="2193473" y="1626090"/>
                  <a:pt x="2186810" y="1617141"/>
                </a:cubicBezTo>
                <a:cubicBezTo>
                  <a:pt x="2190225" y="1612889"/>
                  <a:pt x="2193581" y="1610631"/>
                  <a:pt x="2196797" y="1612673"/>
                </a:cubicBezTo>
                <a:cubicBezTo>
                  <a:pt x="2190767" y="1620124"/>
                  <a:pt x="2199192" y="1628658"/>
                  <a:pt x="2194430" y="1636171"/>
                </a:cubicBezTo>
                <a:close/>
                <a:moveTo>
                  <a:pt x="2101640" y="1583320"/>
                </a:moveTo>
                <a:cubicBezTo>
                  <a:pt x="2104616" y="1584473"/>
                  <a:pt x="2107646" y="1583797"/>
                  <a:pt x="2110777" y="1579832"/>
                </a:cubicBezTo>
                <a:cubicBezTo>
                  <a:pt x="2104856" y="1576970"/>
                  <a:pt x="2099166" y="1565392"/>
                  <a:pt x="2092828" y="1575828"/>
                </a:cubicBezTo>
                <a:cubicBezTo>
                  <a:pt x="2095742" y="1579183"/>
                  <a:pt x="2098664" y="1582166"/>
                  <a:pt x="2101640" y="1583320"/>
                </a:cubicBezTo>
                <a:close/>
                <a:moveTo>
                  <a:pt x="2207217" y="1647673"/>
                </a:moveTo>
                <a:lnTo>
                  <a:pt x="2210256" y="1645681"/>
                </a:lnTo>
                <a:lnTo>
                  <a:pt x="2205449" y="1642416"/>
                </a:lnTo>
                <a:close/>
                <a:moveTo>
                  <a:pt x="2278265" y="1692624"/>
                </a:moveTo>
                <a:cubicBezTo>
                  <a:pt x="2283413" y="1684957"/>
                  <a:pt x="2287758" y="1704049"/>
                  <a:pt x="2292937" y="1696380"/>
                </a:cubicBezTo>
                <a:cubicBezTo>
                  <a:pt x="2291390" y="1689286"/>
                  <a:pt x="2296292" y="1676314"/>
                  <a:pt x="2301517" y="1683936"/>
                </a:cubicBezTo>
                <a:cubicBezTo>
                  <a:pt x="2299894" y="1689023"/>
                  <a:pt x="2290834" y="1693598"/>
                  <a:pt x="2294499" y="1699117"/>
                </a:cubicBezTo>
                <a:lnTo>
                  <a:pt x="2296948" y="1700112"/>
                </a:lnTo>
                <a:lnTo>
                  <a:pt x="2301519" y="1699850"/>
                </a:lnTo>
                <a:lnTo>
                  <a:pt x="2305260" y="1696816"/>
                </a:lnTo>
                <a:lnTo>
                  <a:pt x="2305261" y="1696815"/>
                </a:lnTo>
                <a:lnTo>
                  <a:pt x="2311585" y="1676876"/>
                </a:lnTo>
                <a:cubicBezTo>
                  <a:pt x="2313364" y="1686446"/>
                  <a:pt x="2301722" y="1685595"/>
                  <a:pt x="2305015" y="1676381"/>
                </a:cubicBezTo>
                <a:cubicBezTo>
                  <a:pt x="2307457" y="1675732"/>
                  <a:pt x="2317785" y="1678546"/>
                  <a:pt x="2315001" y="1671914"/>
                </a:cubicBezTo>
                <a:lnTo>
                  <a:pt x="2303438" y="1675054"/>
                </a:lnTo>
                <a:lnTo>
                  <a:pt x="2303201" y="1681447"/>
                </a:lnTo>
                <a:lnTo>
                  <a:pt x="2300245" y="1677676"/>
                </a:lnTo>
                <a:lnTo>
                  <a:pt x="2289849" y="1688348"/>
                </a:lnTo>
                <a:cubicBezTo>
                  <a:pt x="2286587" y="1678399"/>
                  <a:pt x="2283016" y="1678801"/>
                  <a:pt x="2279412" y="1680304"/>
                </a:cubicBezTo>
                <a:lnTo>
                  <a:pt x="2277268" y="1681069"/>
                </a:lnTo>
                <a:lnTo>
                  <a:pt x="2278795" y="1684794"/>
                </a:lnTo>
                <a:cubicBezTo>
                  <a:pt x="2278424" y="1687395"/>
                  <a:pt x="2277407" y="1689942"/>
                  <a:pt x="2278265" y="1692624"/>
                </a:cubicBezTo>
                <a:close/>
                <a:moveTo>
                  <a:pt x="623116" y="738219"/>
                </a:moveTo>
                <a:cubicBezTo>
                  <a:pt x="626703" y="734106"/>
                  <a:pt x="625156" y="729607"/>
                  <a:pt x="628449" y="725479"/>
                </a:cubicBezTo>
                <a:cubicBezTo>
                  <a:pt x="631093" y="728431"/>
                  <a:pt x="633844" y="727164"/>
                  <a:pt x="636379" y="733997"/>
                </a:cubicBezTo>
                <a:cubicBezTo>
                  <a:pt x="628589" y="736162"/>
                  <a:pt x="628248" y="744803"/>
                  <a:pt x="623116" y="738219"/>
                </a:cubicBezTo>
                <a:close/>
                <a:moveTo>
                  <a:pt x="3983464" y="2681367"/>
                </a:moveTo>
                <a:cubicBezTo>
                  <a:pt x="3986839" y="2683388"/>
                  <a:pt x="3993998" y="2678374"/>
                  <a:pt x="4001169" y="2673762"/>
                </a:cubicBezTo>
                <a:lnTo>
                  <a:pt x="4002601" y="2672971"/>
                </a:lnTo>
                <a:lnTo>
                  <a:pt x="3998991" y="2672053"/>
                </a:lnTo>
                <a:cubicBezTo>
                  <a:pt x="3994343" y="2671896"/>
                  <a:pt x="3989690" y="2672117"/>
                  <a:pt x="3985083" y="2670787"/>
                </a:cubicBezTo>
                <a:cubicBezTo>
                  <a:pt x="3994282" y="2665214"/>
                  <a:pt x="4003345" y="2664151"/>
                  <a:pt x="4012404" y="2663247"/>
                </a:cubicBezTo>
                <a:lnTo>
                  <a:pt x="4017365" y="2662049"/>
                </a:lnTo>
                <a:lnTo>
                  <a:pt x="4016338" y="2657803"/>
                </a:lnTo>
                <a:cubicBezTo>
                  <a:pt x="4013905" y="2654513"/>
                  <a:pt x="4010778" y="2652059"/>
                  <a:pt x="4009573" y="2652059"/>
                </a:cubicBezTo>
                <a:cubicBezTo>
                  <a:pt x="4005290" y="2656093"/>
                  <a:pt x="4006093" y="2660591"/>
                  <a:pt x="4004238" y="2664782"/>
                </a:cubicBezTo>
                <a:lnTo>
                  <a:pt x="4005331" y="2651077"/>
                </a:lnTo>
                <a:lnTo>
                  <a:pt x="4000894" y="2643264"/>
                </a:lnTo>
                <a:lnTo>
                  <a:pt x="4000598" y="2643874"/>
                </a:lnTo>
                <a:cubicBezTo>
                  <a:pt x="3998616" y="2648892"/>
                  <a:pt x="3997491" y="2654724"/>
                  <a:pt x="3999416" y="2661797"/>
                </a:cubicBezTo>
                <a:cubicBezTo>
                  <a:pt x="3994159" y="2660823"/>
                  <a:pt x="3991145" y="2640679"/>
                  <a:pt x="3986305" y="2660792"/>
                </a:cubicBezTo>
                <a:cubicBezTo>
                  <a:pt x="3982889" y="2647250"/>
                  <a:pt x="3964199" y="2648858"/>
                  <a:pt x="3960101" y="2658767"/>
                </a:cubicBezTo>
                <a:cubicBezTo>
                  <a:pt x="3960766" y="2675773"/>
                  <a:pt x="3976257" y="2665075"/>
                  <a:pt x="3982874" y="2665739"/>
                </a:cubicBezTo>
                <a:cubicBezTo>
                  <a:pt x="3980644" y="2675544"/>
                  <a:pt x="3981213" y="2680019"/>
                  <a:pt x="3983464" y="2681367"/>
                </a:cubicBezTo>
                <a:close/>
                <a:moveTo>
                  <a:pt x="578455" y="721099"/>
                </a:moveTo>
                <a:cubicBezTo>
                  <a:pt x="576006" y="720546"/>
                  <a:pt x="573622" y="717980"/>
                  <a:pt x="571311" y="713173"/>
                </a:cubicBezTo>
                <a:cubicBezTo>
                  <a:pt x="576459" y="704578"/>
                  <a:pt x="581035" y="716867"/>
                  <a:pt x="585981" y="716945"/>
                </a:cubicBezTo>
                <a:cubicBezTo>
                  <a:pt x="583416" y="720191"/>
                  <a:pt x="580904" y="721652"/>
                  <a:pt x="578455" y="721099"/>
                </a:cubicBezTo>
                <a:close/>
                <a:moveTo>
                  <a:pt x="1292902" y="1134276"/>
                </a:moveTo>
                <a:cubicBezTo>
                  <a:pt x="1304405" y="1135358"/>
                  <a:pt x="1315782" y="1138464"/>
                  <a:pt x="1327255" y="1139578"/>
                </a:cubicBezTo>
                <a:cubicBezTo>
                  <a:pt x="1316664" y="1144833"/>
                  <a:pt x="1297586" y="1144833"/>
                  <a:pt x="1292902" y="1134276"/>
                </a:cubicBezTo>
                <a:close/>
                <a:moveTo>
                  <a:pt x="2017523" y="1553530"/>
                </a:moveTo>
                <a:cubicBezTo>
                  <a:pt x="2021679" y="1555722"/>
                  <a:pt x="2026592" y="1555567"/>
                  <a:pt x="2029475" y="1552498"/>
                </a:cubicBezTo>
                <a:cubicBezTo>
                  <a:pt x="2023337" y="1537889"/>
                  <a:pt x="2016442" y="1547923"/>
                  <a:pt x="2010104" y="1540488"/>
                </a:cubicBezTo>
                <a:cubicBezTo>
                  <a:pt x="2009965" y="1546802"/>
                  <a:pt x="2013365" y="1551339"/>
                  <a:pt x="2017523" y="1553530"/>
                </a:cubicBezTo>
                <a:close/>
                <a:moveTo>
                  <a:pt x="1093364" y="1021040"/>
                </a:moveTo>
                <a:cubicBezTo>
                  <a:pt x="1092528" y="1019912"/>
                  <a:pt x="1092237" y="1017681"/>
                  <a:pt x="1092855" y="1013661"/>
                </a:cubicBezTo>
                <a:cubicBezTo>
                  <a:pt x="1096211" y="1015934"/>
                  <a:pt x="1108175" y="1006904"/>
                  <a:pt x="1105811" y="1019922"/>
                </a:cubicBezTo>
                <a:cubicBezTo>
                  <a:pt x="1103294" y="1017881"/>
                  <a:pt x="1095874" y="1024424"/>
                  <a:pt x="1093364" y="1021040"/>
                </a:cubicBezTo>
                <a:close/>
                <a:moveTo>
                  <a:pt x="3947991" y="2678424"/>
                </a:moveTo>
                <a:cubicBezTo>
                  <a:pt x="3950726" y="2678641"/>
                  <a:pt x="3953508" y="2677257"/>
                  <a:pt x="3956329" y="2674273"/>
                </a:cubicBezTo>
                <a:cubicBezTo>
                  <a:pt x="3951027" y="2668075"/>
                  <a:pt x="3945771" y="2661488"/>
                  <a:pt x="3939942" y="2672975"/>
                </a:cubicBezTo>
                <a:cubicBezTo>
                  <a:pt x="3942570" y="2676391"/>
                  <a:pt x="3945256" y="2678208"/>
                  <a:pt x="3947991" y="2678424"/>
                </a:cubicBezTo>
                <a:close/>
                <a:moveTo>
                  <a:pt x="493047" y="685408"/>
                </a:moveTo>
                <a:cubicBezTo>
                  <a:pt x="491899" y="686728"/>
                  <a:pt x="500699" y="661506"/>
                  <a:pt x="490751" y="659651"/>
                </a:cubicBezTo>
                <a:cubicBezTo>
                  <a:pt x="493658" y="654287"/>
                  <a:pt x="496333" y="657208"/>
                  <a:pt x="499208" y="652401"/>
                </a:cubicBezTo>
                <a:cubicBezTo>
                  <a:pt x="505716" y="659047"/>
                  <a:pt x="497971" y="664567"/>
                  <a:pt x="500274" y="670874"/>
                </a:cubicBezTo>
                <a:cubicBezTo>
                  <a:pt x="507232" y="658089"/>
                  <a:pt x="513184" y="678866"/>
                  <a:pt x="520109" y="667211"/>
                </a:cubicBezTo>
                <a:cubicBezTo>
                  <a:pt x="517017" y="668107"/>
                  <a:pt x="501558" y="658646"/>
                  <a:pt x="509195" y="647963"/>
                </a:cubicBezTo>
                <a:cubicBezTo>
                  <a:pt x="514591" y="659016"/>
                  <a:pt x="531287" y="646835"/>
                  <a:pt x="541351" y="671446"/>
                </a:cubicBezTo>
                <a:cubicBezTo>
                  <a:pt x="546313" y="669590"/>
                  <a:pt x="551538" y="660115"/>
                  <a:pt x="556006" y="675203"/>
                </a:cubicBezTo>
                <a:cubicBezTo>
                  <a:pt x="562207" y="669808"/>
                  <a:pt x="568575" y="658367"/>
                  <a:pt x="574418" y="663501"/>
                </a:cubicBezTo>
                <a:cubicBezTo>
                  <a:pt x="565483" y="683258"/>
                  <a:pt x="562128" y="681479"/>
                  <a:pt x="560365" y="693925"/>
                </a:cubicBezTo>
                <a:cubicBezTo>
                  <a:pt x="554291" y="690338"/>
                  <a:pt x="558928" y="675234"/>
                  <a:pt x="552590" y="680197"/>
                </a:cubicBezTo>
                <a:cubicBezTo>
                  <a:pt x="550317" y="683567"/>
                  <a:pt x="553734" y="687338"/>
                  <a:pt x="552265" y="690663"/>
                </a:cubicBezTo>
                <a:cubicBezTo>
                  <a:pt x="549621" y="680413"/>
                  <a:pt x="547550" y="676162"/>
                  <a:pt x="540857" y="687168"/>
                </a:cubicBezTo>
                <a:cubicBezTo>
                  <a:pt x="527051" y="672900"/>
                  <a:pt x="512704" y="676656"/>
                  <a:pt x="498574" y="673395"/>
                </a:cubicBezTo>
                <a:cubicBezTo>
                  <a:pt x="494918" y="681581"/>
                  <a:pt x="493430" y="684969"/>
                  <a:pt x="493047" y="685408"/>
                </a:cubicBezTo>
                <a:close/>
                <a:moveTo>
                  <a:pt x="2190196" y="1667322"/>
                </a:moveTo>
                <a:cubicBezTo>
                  <a:pt x="2190923" y="1661230"/>
                  <a:pt x="2195128" y="1655496"/>
                  <a:pt x="2192392" y="1649080"/>
                </a:cubicBezTo>
                <a:cubicBezTo>
                  <a:pt x="2189840" y="1653207"/>
                  <a:pt x="2186687" y="1642818"/>
                  <a:pt x="2190861" y="1646358"/>
                </a:cubicBezTo>
                <a:cubicBezTo>
                  <a:pt x="2195375" y="1647008"/>
                  <a:pt x="2202625" y="1642572"/>
                  <a:pt x="2202672" y="1634161"/>
                </a:cubicBezTo>
                <a:lnTo>
                  <a:pt x="2204120" y="1638465"/>
                </a:lnTo>
                <a:lnTo>
                  <a:pt x="2210096" y="1636720"/>
                </a:lnTo>
                <a:cubicBezTo>
                  <a:pt x="2213098" y="1637047"/>
                  <a:pt x="2216071" y="1638358"/>
                  <a:pt x="2219034" y="1639954"/>
                </a:cubicBezTo>
                <a:lnTo>
                  <a:pt x="2225651" y="1642713"/>
                </a:lnTo>
                <a:lnTo>
                  <a:pt x="2232518" y="1642162"/>
                </a:lnTo>
                <a:lnTo>
                  <a:pt x="2231031" y="1640374"/>
                </a:lnTo>
                <a:cubicBezTo>
                  <a:pt x="2229224" y="1639443"/>
                  <a:pt x="2228609" y="1638608"/>
                  <a:pt x="2232350" y="1633940"/>
                </a:cubicBezTo>
                <a:cubicBezTo>
                  <a:pt x="2238318" y="1643974"/>
                  <a:pt x="2238735" y="1638934"/>
                  <a:pt x="2241718" y="1650373"/>
                </a:cubicBezTo>
                <a:lnTo>
                  <a:pt x="2232970" y="1651649"/>
                </a:lnTo>
                <a:lnTo>
                  <a:pt x="2231566" y="1657413"/>
                </a:lnTo>
                <a:lnTo>
                  <a:pt x="2228339" y="1656730"/>
                </a:lnTo>
                <a:lnTo>
                  <a:pt x="2226834" y="1658487"/>
                </a:lnTo>
                <a:cubicBezTo>
                  <a:pt x="2223489" y="1663483"/>
                  <a:pt x="2220656" y="1668059"/>
                  <a:pt x="2215021" y="1664086"/>
                </a:cubicBezTo>
                <a:lnTo>
                  <a:pt x="2217854" y="1654804"/>
                </a:lnTo>
                <a:lnTo>
                  <a:pt x="2212316" y="1656586"/>
                </a:lnTo>
                <a:cubicBezTo>
                  <a:pt x="2210343" y="1658590"/>
                  <a:pt x="2208431" y="1662271"/>
                  <a:pt x="2206584" y="1668606"/>
                </a:cubicBezTo>
                <a:cubicBezTo>
                  <a:pt x="2201497" y="1656918"/>
                  <a:pt x="2195638" y="1668852"/>
                  <a:pt x="2190196" y="1667322"/>
                </a:cubicBezTo>
                <a:close/>
                <a:moveTo>
                  <a:pt x="3906934" y="2660974"/>
                </a:moveTo>
                <a:lnTo>
                  <a:pt x="3908038" y="2659368"/>
                </a:lnTo>
                <a:lnTo>
                  <a:pt x="3906673" y="2659471"/>
                </a:lnTo>
                <a:close/>
                <a:moveTo>
                  <a:pt x="2131973" y="1639259"/>
                </a:moveTo>
                <a:cubicBezTo>
                  <a:pt x="2130703" y="1631745"/>
                  <a:pt x="2121598" y="1637528"/>
                  <a:pt x="2125742" y="1628284"/>
                </a:cubicBezTo>
                <a:cubicBezTo>
                  <a:pt x="2127829" y="1631034"/>
                  <a:pt x="2130148" y="1627309"/>
                  <a:pt x="2132466" y="1623491"/>
                </a:cubicBezTo>
                <a:cubicBezTo>
                  <a:pt x="2135837" y="1637637"/>
                  <a:pt x="2140443" y="1612947"/>
                  <a:pt x="2143829" y="1627063"/>
                </a:cubicBezTo>
                <a:cubicBezTo>
                  <a:pt x="2137707" y="1638564"/>
                  <a:pt x="2129267" y="1622965"/>
                  <a:pt x="2131973" y="1639259"/>
                </a:cubicBezTo>
                <a:close/>
                <a:moveTo>
                  <a:pt x="639938" y="778862"/>
                </a:moveTo>
                <a:cubicBezTo>
                  <a:pt x="647668" y="770931"/>
                  <a:pt x="656510" y="786621"/>
                  <a:pt x="660097" y="764731"/>
                </a:cubicBezTo>
                <a:cubicBezTo>
                  <a:pt x="664549" y="770296"/>
                  <a:pt x="660328" y="775243"/>
                  <a:pt x="666172" y="780932"/>
                </a:cubicBezTo>
                <a:cubicBezTo>
                  <a:pt x="657299" y="784225"/>
                  <a:pt x="648486" y="786158"/>
                  <a:pt x="639938" y="778862"/>
                </a:cubicBezTo>
                <a:close/>
                <a:moveTo>
                  <a:pt x="3901926" y="2664565"/>
                </a:moveTo>
                <a:lnTo>
                  <a:pt x="3903483" y="2664517"/>
                </a:lnTo>
                <a:lnTo>
                  <a:pt x="3902578" y="2663929"/>
                </a:lnTo>
                <a:close/>
                <a:moveTo>
                  <a:pt x="1600635" y="1336110"/>
                </a:moveTo>
                <a:cubicBezTo>
                  <a:pt x="1597951" y="1334238"/>
                  <a:pt x="1595331" y="1330369"/>
                  <a:pt x="1592634" y="1329480"/>
                </a:cubicBezTo>
                <a:cubicBezTo>
                  <a:pt x="1598307" y="1322987"/>
                  <a:pt x="1603672" y="1326930"/>
                  <a:pt x="1609019" y="1330763"/>
                </a:cubicBezTo>
                <a:cubicBezTo>
                  <a:pt x="1606068" y="1337859"/>
                  <a:pt x="1603320" y="1337983"/>
                  <a:pt x="1600635" y="1336110"/>
                </a:cubicBezTo>
                <a:close/>
                <a:moveTo>
                  <a:pt x="1975464" y="1553378"/>
                </a:moveTo>
                <a:cubicBezTo>
                  <a:pt x="1978813" y="1553631"/>
                  <a:pt x="1981611" y="1551278"/>
                  <a:pt x="1981998" y="1546176"/>
                </a:cubicBezTo>
                <a:cubicBezTo>
                  <a:pt x="1976695" y="1541352"/>
                  <a:pt x="1971409" y="1534752"/>
                  <a:pt x="1965626" y="1544940"/>
                </a:cubicBezTo>
                <a:cubicBezTo>
                  <a:pt x="1968216" y="1550265"/>
                  <a:pt x="1972116" y="1553125"/>
                  <a:pt x="1975464" y="1553378"/>
                </a:cubicBezTo>
                <a:close/>
                <a:moveTo>
                  <a:pt x="2091097" y="1633461"/>
                </a:moveTo>
                <a:cubicBezTo>
                  <a:pt x="2092828" y="1629874"/>
                  <a:pt x="2090416" y="1628854"/>
                  <a:pt x="2087958" y="1627973"/>
                </a:cubicBezTo>
                <a:cubicBezTo>
                  <a:pt x="2097270" y="1605131"/>
                  <a:pt x="2103363" y="1616829"/>
                  <a:pt x="2112329" y="1623911"/>
                </a:cubicBezTo>
                <a:lnTo>
                  <a:pt x="2113021" y="1624190"/>
                </a:lnTo>
                <a:lnTo>
                  <a:pt x="2113236" y="1621966"/>
                </a:lnTo>
                <a:cubicBezTo>
                  <a:pt x="2112418" y="1619274"/>
                  <a:pt x="2111428" y="1616568"/>
                  <a:pt x="2112959" y="1614049"/>
                </a:cubicBezTo>
                <a:cubicBezTo>
                  <a:pt x="2119159" y="1616491"/>
                  <a:pt x="2123504" y="1618162"/>
                  <a:pt x="2124044" y="1628040"/>
                </a:cubicBezTo>
                <a:lnTo>
                  <a:pt x="2121772" y="1628379"/>
                </a:lnTo>
                <a:lnTo>
                  <a:pt x="2114539" y="1632213"/>
                </a:lnTo>
                <a:cubicBezTo>
                  <a:pt x="2106712" y="1632785"/>
                  <a:pt x="2099144" y="1625136"/>
                  <a:pt x="2091097" y="1633461"/>
                </a:cubicBezTo>
                <a:close/>
                <a:moveTo>
                  <a:pt x="2065169" y="1620924"/>
                </a:moveTo>
                <a:cubicBezTo>
                  <a:pt x="2067736" y="1616733"/>
                  <a:pt x="2062527" y="1611972"/>
                  <a:pt x="2067211" y="1607937"/>
                </a:cubicBezTo>
                <a:cubicBezTo>
                  <a:pt x="2069220" y="1622376"/>
                  <a:pt x="2079918" y="1611555"/>
                  <a:pt x="2076734" y="1619192"/>
                </a:cubicBezTo>
                <a:cubicBezTo>
                  <a:pt x="2072869" y="1619810"/>
                  <a:pt x="2068849" y="1625886"/>
                  <a:pt x="2065169" y="1620924"/>
                </a:cubicBezTo>
                <a:close/>
                <a:moveTo>
                  <a:pt x="1543611" y="1320451"/>
                </a:moveTo>
                <a:cubicBezTo>
                  <a:pt x="1544213" y="1307249"/>
                  <a:pt x="1553552" y="1311392"/>
                  <a:pt x="1558622" y="1313711"/>
                </a:cubicBezTo>
                <a:cubicBezTo>
                  <a:pt x="1553443" y="1321425"/>
                  <a:pt x="1548449" y="1323913"/>
                  <a:pt x="1543611" y="1320451"/>
                </a:cubicBezTo>
                <a:close/>
                <a:moveTo>
                  <a:pt x="1165279" y="1102432"/>
                </a:moveTo>
                <a:lnTo>
                  <a:pt x="1165872" y="1102420"/>
                </a:lnTo>
                <a:lnTo>
                  <a:pt x="1165866" y="1102749"/>
                </a:lnTo>
                <a:close/>
                <a:moveTo>
                  <a:pt x="1205230" y="1126410"/>
                </a:moveTo>
                <a:cubicBezTo>
                  <a:pt x="1202248" y="1125258"/>
                  <a:pt x="1199326" y="1122278"/>
                  <a:pt x="1196420" y="1118955"/>
                </a:cubicBezTo>
                <a:cubicBezTo>
                  <a:pt x="1202587" y="1115522"/>
                  <a:pt x="1208433" y="1120763"/>
                  <a:pt x="1214400" y="1122897"/>
                </a:cubicBezTo>
                <a:cubicBezTo>
                  <a:pt x="1211254" y="1126885"/>
                  <a:pt x="1208212" y="1127562"/>
                  <a:pt x="1205230" y="1126410"/>
                </a:cubicBezTo>
                <a:close/>
                <a:moveTo>
                  <a:pt x="2149181" y="1671863"/>
                </a:moveTo>
                <a:lnTo>
                  <a:pt x="2150740" y="1672218"/>
                </a:lnTo>
                <a:lnTo>
                  <a:pt x="2160969" y="1666865"/>
                </a:lnTo>
                <a:lnTo>
                  <a:pt x="2156569" y="1666162"/>
                </a:lnTo>
                <a:close/>
                <a:moveTo>
                  <a:pt x="1155977" y="1102615"/>
                </a:moveTo>
                <a:cubicBezTo>
                  <a:pt x="1157346" y="1097273"/>
                  <a:pt x="1160484" y="1099356"/>
                  <a:pt x="1162959" y="1101177"/>
                </a:cubicBezTo>
                <a:lnTo>
                  <a:pt x="1165279" y="1102432"/>
                </a:lnTo>
                <a:close/>
                <a:moveTo>
                  <a:pt x="2052832" y="1621974"/>
                </a:moveTo>
                <a:cubicBezTo>
                  <a:pt x="2048442" y="1622272"/>
                  <a:pt x="2044059" y="1612176"/>
                  <a:pt x="2044267" y="1606159"/>
                </a:cubicBezTo>
                <a:cubicBezTo>
                  <a:pt x="2049308" y="1597393"/>
                  <a:pt x="2057317" y="1609111"/>
                  <a:pt x="2057053" y="1617676"/>
                </a:cubicBezTo>
                <a:cubicBezTo>
                  <a:pt x="2055759" y="1620621"/>
                  <a:pt x="2054295" y="1621875"/>
                  <a:pt x="2052832" y="1621974"/>
                </a:cubicBezTo>
                <a:close/>
                <a:moveTo>
                  <a:pt x="1751676" y="1448118"/>
                </a:moveTo>
                <a:cubicBezTo>
                  <a:pt x="1753897" y="1447208"/>
                  <a:pt x="1756158" y="1445016"/>
                  <a:pt x="1758361" y="1444792"/>
                </a:cubicBezTo>
                <a:cubicBezTo>
                  <a:pt x="1757479" y="1443693"/>
                  <a:pt x="1752687" y="1430570"/>
                  <a:pt x="1745235" y="1443757"/>
                </a:cubicBezTo>
                <a:cubicBezTo>
                  <a:pt x="1747275" y="1448656"/>
                  <a:pt x="1749456" y="1449028"/>
                  <a:pt x="1751676" y="1448118"/>
                </a:cubicBezTo>
                <a:close/>
                <a:moveTo>
                  <a:pt x="3883053" y="2678850"/>
                </a:moveTo>
                <a:cubicBezTo>
                  <a:pt x="3886195" y="2679262"/>
                  <a:pt x="3889626" y="2676671"/>
                  <a:pt x="3891977" y="2672794"/>
                </a:cubicBezTo>
                <a:lnTo>
                  <a:pt x="3892602" y="2669262"/>
                </a:lnTo>
                <a:lnTo>
                  <a:pt x="3891816" y="2660955"/>
                </a:lnTo>
                <a:lnTo>
                  <a:pt x="3891618" y="2660952"/>
                </a:lnTo>
                <a:lnTo>
                  <a:pt x="3890828" y="2669279"/>
                </a:lnTo>
                <a:cubicBezTo>
                  <a:pt x="3887582" y="2662849"/>
                  <a:pt x="3875662" y="2670547"/>
                  <a:pt x="3877564" y="2673515"/>
                </a:cubicBezTo>
                <a:cubicBezTo>
                  <a:pt x="3878994" y="2676967"/>
                  <a:pt x="3880959" y="2678576"/>
                  <a:pt x="3883053" y="2678850"/>
                </a:cubicBezTo>
                <a:close/>
                <a:moveTo>
                  <a:pt x="1996950" y="1605045"/>
                </a:moveTo>
                <a:cubicBezTo>
                  <a:pt x="1995712" y="1603594"/>
                  <a:pt x="1995025" y="1601197"/>
                  <a:pt x="1995261" y="1597147"/>
                </a:cubicBezTo>
                <a:cubicBezTo>
                  <a:pt x="2000997" y="1595971"/>
                  <a:pt x="2017802" y="1594581"/>
                  <a:pt x="2012886" y="1611632"/>
                </a:cubicBezTo>
                <a:cubicBezTo>
                  <a:pt x="2009326" y="1605232"/>
                  <a:pt x="2000661" y="1609397"/>
                  <a:pt x="1996950" y="1605045"/>
                </a:cubicBezTo>
                <a:close/>
                <a:moveTo>
                  <a:pt x="1983234" y="1614600"/>
                </a:moveTo>
                <a:cubicBezTo>
                  <a:pt x="1978951" y="1611447"/>
                  <a:pt x="1974639" y="1608665"/>
                  <a:pt x="1970433" y="1603099"/>
                </a:cubicBezTo>
                <a:cubicBezTo>
                  <a:pt x="1973046" y="1597132"/>
                  <a:pt x="1969088" y="1590715"/>
                  <a:pt x="1975921" y="1585119"/>
                </a:cubicBezTo>
                <a:cubicBezTo>
                  <a:pt x="1977546" y="1595291"/>
                  <a:pt x="1987686" y="1580156"/>
                  <a:pt x="1983867" y="1593561"/>
                </a:cubicBezTo>
                <a:cubicBezTo>
                  <a:pt x="1981950" y="1591751"/>
                  <a:pt x="1972103" y="1597347"/>
                  <a:pt x="1975427" y="1600811"/>
                </a:cubicBezTo>
                <a:cubicBezTo>
                  <a:pt x="1979787" y="1600934"/>
                  <a:pt x="1987933" y="1606516"/>
                  <a:pt x="1983234" y="1614600"/>
                </a:cubicBezTo>
                <a:close/>
                <a:moveTo>
                  <a:pt x="1918475" y="1583248"/>
                </a:moveTo>
                <a:cubicBezTo>
                  <a:pt x="1920283" y="1579028"/>
                  <a:pt x="1919526" y="1574591"/>
                  <a:pt x="1923777" y="1570556"/>
                </a:cubicBezTo>
                <a:cubicBezTo>
                  <a:pt x="1927951" y="1576230"/>
                  <a:pt x="1934136" y="1577065"/>
                  <a:pt x="1929852" y="1586804"/>
                </a:cubicBezTo>
                <a:cubicBezTo>
                  <a:pt x="1927642" y="1583125"/>
                  <a:pt x="1927210" y="1579585"/>
                  <a:pt x="1926900" y="1576091"/>
                </a:cubicBezTo>
                <a:cubicBezTo>
                  <a:pt x="1924071" y="1579306"/>
                  <a:pt x="1921119" y="1586279"/>
                  <a:pt x="1918475" y="1583248"/>
                </a:cubicBezTo>
                <a:close/>
                <a:moveTo>
                  <a:pt x="1513081" y="1366027"/>
                </a:moveTo>
                <a:cubicBezTo>
                  <a:pt x="1516742" y="1366967"/>
                  <a:pt x="1520771" y="1355958"/>
                  <a:pt x="1524086" y="1368793"/>
                </a:cubicBezTo>
                <a:cubicBezTo>
                  <a:pt x="1527332" y="1365159"/>
                  <a:pt x="1525894" y="1357677"/>
                  <a:pt x="1529265" y="1361325"/>
                </a:cubicBezTo>
                <a:cubicBezTo>
                  <a:pt x="1529403" y="1352220"/>
                  <a:pt x="1515552" y="1346098"/>
                  <a:pt x="1509584" y="1359780"/>
                </a:cubicBezTo>
                <a:cubicBezTo>
                  <a:pt x="1510682" y="1364074"/>
                  <a:pt x="1511861" y="1365714"/>
                  <a:pt x="1513081" y="1366027"/>
                </a:cubicBezTo>
                <a:close/>
                <a:moveTo>
                  <a:pt x="1759550" y="1513170"/>
                </a:moveTo>
                <a:cubicBezTo>
                  <a:pt x="1757479" y="1497973"/>
                  <a:pt x="1765410" y="1512661"/>
                  <a:pt x="1768331" y="1495439"/>
                </a:cubicBezTo>
                <a:cubicBezTo>
                  <a:pt x="1770387" y="1499350"/>
                  <a:pt x="1772567" y="1500338"/>
                  <a:pt x="1774732" y="1501236"/>
                </a:cubicBezTo>
                <a:cubicBezTo>
                  <a:pt x="1765966" y="1506415"/>
                  <a:pt x="1766554" y="1518395"/>
                  <a:pt x="1759550" y="1513170"/>
                </a:cubicBezTo>
                <a:close/>
                <a:moveTo>
                  <a:pt x="1885499" y="1585968"/>
                </a:moveTo>
                <a:cubicBezTo>
                  <a:pt x="1882777" y="1578765"/>
                  <a:pt x="1882978" y="1571776"/>
                  <a:pt x="1886117" y="1565021"/>
                </a:cubicBezTo>
                <a:cubicBezTo>
                  <a:pt x="1889548" y="1579027"/>
                  <a:pt x="1893831" y="1563413"/>
                  <a:pt x="1897356" y="1573771"/>
                </a:cubicBezTo>
                <a:cubicBezTo>
                  <a:pt x="1897124" y="1586819"/>
                  <a:pt x="1890429" y="1573261"/>
                  <a:pt x="1885499" y="1585968"/>
                </a:cubicBezTo>
                <a:close/>
                <a:moveTo>
                  <a:pt x="1407799" y="1317261"/>
                </a:moveTo>
                <a:cubicBezTo>
                  <a:pt x="1405049" y="1315002"/>
                  <a:pt x="1403029" y="1310789"/>
                  <a:pt x="1404366" y="1307017"/>
                </a:cubicBezTo>
                <a:cubicBezTo>
                  <a:pt x="1406591" y="1309799"/>
                  <a:pt x="1407257" y="1305920"/>
                  <a:pt x="1407827" y="1301962"/>
                </a:cubicBezTo>
                <a:cubicBezTo>
                  <a:pt x="1411786" y="1312273"/>
                  <a:pt x="1415867" y="1305811"/>
                  <a:pt x="1415604" y="1315782"/>
                </a:cubicBezTo>
                <a:cubicBezTo>
                  <a:pt x="1414027" y="1319825"/>
                  <a:pt x="1410549" y="1319520"/>
                  <a:pt x="1407799" y="1317261"/>
                </a:cubicBezTo>
                <a:close/>
                <a:moveTo>
                  <a:pt x="995650" y="1081520"/>
                </a:moveTo>
                <a:cubicBezTo>
                  <a:pt x="992937" y="1082278"/>
                  <a:pt x="989693" y="1080631"/>
                  <a:pt x="987421" y="1076442"/>
                </a:cubicBezTo>
                <a:cubicBezTo>
                  <a:pt x="991997" y="1070351"/>
                  <a:pt x="996311" y="1072715"/>
                  <a:pt x="1000701" y="1072175"/>
                </a:cubicBezTo>
                <a:cubicBezTo>
                  <a:pt x="1000546" y="1077601"/>
                  <a:pt x="998363" y="1080763"/>
                  <a:pt x="995650" y="1081520"/>
                </a:cubicBezTo>
                <a:close/>
                <a:moveTo>
                  <a:pt x="1376600" y="1302239"/>
                </a:moveTo>
                <a:cubicBezTo>
                  <a:pt x="1381903" y="1289639"/>
                  <a:pt x="1386447" y="1302409"/>
                  <a:pt x="1391271" y="1305966"/>
                </a:cubicBezTo>
                <a:cubicBezTo>
                  <a:pt x="1386092" y="1314251"/>
                  <a:pt x="1381609" y="1299673"/>
                  <a:pt x="1376600" y="1302239"/>
                </a:cubicBezTo>
                <a:close/>
                <a:moveTo>
                  <a:pt x="835438" y="996331"/>
                </a:moveTo>
                <a:cubicBezTo>
                  <a:pt x="841205" y="985772"/>
                  <a:pt x="846553" y="990765"/>
                  <a:pt x="851995" y="992357"/>
                </a:cubicBezTo>
                <a:cubicBezTo>
                  <a:pt x="846539" y="991724"/>
                  <a:pt x="840695" y="1003474"/>
                  <a:pt x="835438" y="996331"/>
                </a:cubicBezTo>
                <a:close/>
                <a:moveTo>
                  <a:pt x="856325" y="1011109"/>
                </a:moveTo>
                <a:cubicBezTo>
                  <a:pt x="858660" y="1005297"/>
                  <a:pt x="853943" y="1009239"/>
                  <a:pt x="851487" y="1008110"/>
                </a:cubicBezTo>
                <a:cubicBezTo>
                  <a:pt x="851733" y="1001987"/>
                  <a:pt x="855815" y="996128"/>
                  <a:pt x="860252" y="990394"/>
                </a:cubicBezTo>
                <a:cubicBezTo>
                  <a:pt x="864426" y="997073"/>
                  <a:pt x="868817" y="997397"/>
                  <a:pt x="873362" y="991413"/>
                </a:cubicBezTo>
                <a:cubicBezTo>
                  <a:pt x="875587" y="995031"/>
                  <a:pt x="875975" y="998587"/>
                  <a:pt x="876331" y="1002143"/>
                </a:cubicBezTo>
                <a:cubicBezTo>
                  <a:pt x="883580" y="995526"/>
                  <a:pt x="886348" y="1001679"/>
                  <a:pt x="886656" y="987193"/>
                </a:cubicBezTo>
                <a:cubicBezTo>
                  <a:pt x="891217" y="998201"/>
                  <a:pt x="896242" y="995140"/>
                  <a:pt x="901158" y="996191"/>
                </a:cubicBezTo>
                <a:cubicBezTo>
                  <a:pt x="892269" y="1002267"/>
                  <a:pt x="881121" y="999669"/>
                  <a:pt x="880690" y="1020833"/>
                </a:cubicBezTo>
                <a:cubicBezTo>
                  <a:pt x="874151" y="1015933"/>
                  <a:pt x="868801" y="1011495"/>
                  <a:pt x="866482" y="1001369"/>
                </a:cubicBezTo>
                <a:cubicBezTo>
                  <a:pt x="863143" y="1003503"/>
                  <a:pt x="859433" y="1017447"/>
                  <a:pt x="856325" y="1011109"/>
                </a:cubicBezTo>
                <a:close/>
                <a:moveTo>
                  <a:pt x="1527964" y="1403251"/>
                </a:moveTo>
                <a:cubicBezTo>
                  <a:pt x="1525878" y="1399619"/>
                  <a:pt x="1523821" y="1395925"/>
                  <a:pt x="1521719" y="1392276"/>
                </a:cubicBezTo>
                <a:cubicBezTo>
                  <a:pt x="1524981" y="1381285"/>
                  <a:pt x="1535833" y="1388457"/>
                  <a:pt x="1533097" y="1395785"/>
                </a:cubicBezTo>
                <a:cubicBezTo>
                  <a:pt x="1530237" y="1392137"/>
                  <a:pt x="1528274" y="1399372"/>
                  <a:pt x="1527964" y="1403251"/>
                </a:cubicBezTo>
                <a:close/>
                <a:moveTo>
                  <a:pt x="1504935" y="1391512"/>
                </a:moveTo>
                <a:cubicBezTo>
                  <a:pt x="1501851" y="1390830"/>
                  <a:pt x="1499528" y="1387406"/>
                  <a:pt x="1500665" y="1382783"/>
                </a:cubicBezTo>
                <a:cubicBezTo>
                  <a:pt x="1504745" y="1392677"/>
                  <a:pt x="1509740" y="1371420"/>
                  <a:pt x="1513775" y="1383788"/>
                </a:cubicBezTo>
                <a:cubicBezTo>
                  <a:pt x="1511865" y="1390134"/>
                  <a:pt x="1508019" y="1392194"/>
                  <a:pt x="1504935" y="1391512"/>
                </a:cubicBezTo>
                <a:close/>
                <a:moveTo>
                  <a:pt x="1929841" y="1639279"/>
                </a:moveTo>
                <a:cubicBezTo>
                  <a:pt x="1933274" y="1634287"/>
                  <a:pt x="1936722" y="1629278"/>
                  <a:pt x="1940152" y="1624284"/>
                </a:cubicBezTo>
                <a:cubicBezTo>
                  <a:pt x="1941962" y="1628303"/>
                  <a:pt x="1951747" y="1626170"/>
                  <a:pt x="1948099" y="1632801"/>
                </a:cubicBezTo>
                <a:cubicBezTo>
                  <a:pt x="1938714" y="1622754"/>
                  <a:pt x="1938129" y="1643887"/>
                  <a:pt x="1929841" y="1639279"/>
                </a:cubicBezTo>
                <a:close/>
                <a:moveTo>
                  <a:pt x="1925285" y="1637542"/>
                </a:moveTo>
                <a:lnTo>
                  <a:pt x="1917455" y="1631390"/>
                </a:lnTo>
                <a:lnTo>
                  <a:pt x="1917068" y="1630447"/>
                </a:lnTo>
                <a:lnTo>
                  <a:pt x="1916984" y="1630516"/>
                </a:lnTo>
                <a:lnTo>
                  <a:pt x="1913933" y="1622273"/>
                </a:lnTo>
                <a:cubicBezTo>
                  <a:pt x="1919468" y="1619816"/>
                  <a:pt x="1924676" y="1628736"/>
                  <a:pt x="1929980" y="1634038"/>
                </a:cubicBezTo>
                <a:cubicBezTo>
                  <a:pt x="1928778" y="1636755"/>
                  <a:pt x="1927103" y="1637715"/>
                  <a:pt x="1925285" y="1637542"/>
                </a:cubicBezTo>
                <a:close/>
                <a:moveTo>
                  <a:pt x="1414506" y="1352454"/>
                </a:moveTo>
                <a:cubicBezTo>
                  <a:pt x="1418093" y="1348341"/>
                  <a:pt x="1416546" y="1343842"/>
                  <a:pt x="1419839" y="1339714"/>
                </a:cubicBezTo>
                <a:cubicBezTo>
                  <a:pt x="1422483" y="1342667"/>
                  <a:pt x="1425235" y="1341399"/>
                  <a:pt x="1427770" y="1348232"/>
                </a:cubicBezTo>
                <a:cubicBezTo>
                  <a:pt x="1419980" y="1350397"/>
                  <a:pt x="1419638" y="1359038"/>
                  <a:pt x="1414506" y="1352454"/>
                </a:cubicBezTo>
                <a:close/>
                <a:moveTo>
                  <a:pt x="799218" y="998742"/>
                </a:moveTo>
                <a:cubicBezTo>
                  <a:pt x="796095" y="991583"/>
                  <a:pt x="796156" y="982525"/>
                  <a:pt x="789849" y="982278"/>
                </a:cubicBezTo>
                <a:cubicBezTo>
                  <a:pt x="792152" y="978954"/>
                  <a:pt x="794455" y="975599"/>
                  <a:pt x="796730" y="972306"/>
                </a:cubicBezTo>
                <a:cubicBezTo>
                  <a:pt x="800841" y="981381"/>
                  <a:pt x="802125" y="990223"/>
                  <a:pt x="799218" y="998742"/>
                </a:cubicBezTo>
                <a:close/>
                <a:moveTo>
                  <a:pt x="773293" y="986250"/>
                </a:moveTo>
                <a:cubicBezTo>
                  <a:pt x="771220" y="982586"/>
                  <a:pt x="769132" y="978860"/>
                  <a:pt x="767061" y="975275"/>
                </a:cubicBezTo>
                <a:cubicBezTo>
                  <a:pt x="772828" y="965751"/>
                  <a:pt x="778301" y="966170"/>
                  <a:pt x="783448" y="976543"/>
                </a:cubicBezTo>
                <a:cubicBezTo>
                  <a:pt x="779938" y="983683"/>
                  <a:pt x="776863" y="976928"/>
                  <a:pt x="773293" y="986250"/>
                </a:cubicBezTo>
                <a:close/>
                <a:moveTo>
                  <a:pt x="1369846" y="1335334"/>
                </a:moveTo>
                <a:cubicBezTo>
                  <a:pt x="1367397" y="1334781"/>
                  <a:pt x="1365012" y="1332215"/>
                  <a:pt x="1362701" y="1327408"/>
                </a:cubicBezTo>
                <a:cubicBezTo>
                  <a:pt x="1367850" y="1318813"/>
                  <a:pt x="1372425" y="1331102"/>
                  <a:pt x="1377372" y="1331180"/>
                </a:cubicBezTo>
                <a:cubicBezTo>
                  <a:pt x="1374806" y="1334426"/>
                  <a:pt x="1372294" y="1335887"/>
                  <a:pt x="1369846" y="1335334"/>
                </a:cubicBezTo>
                <a:close/>
                <a:moveTo>
                  <a:pt x="1884755" y="1635275"/>
                </a:moveTo>
                <a:cubicBezTo>
                  <a:pt x="1883919" y="1634147"/>
                  <a:pt x="1883627" y="1631916"/>
                  <a:pt x="1884246" y="1627897"/>
                </a:cubicBezTo>
                <a:cubicBezTo>
                  <a:pt x="1887601" y="1630169"/>
                  <a:pt x="1899566" y="1621140"/>
                  <a:pt x="1897202" y="1634157"/>
                </a:cubicBezTo>
                <a:cubicBezTo>
                  <a:pt x="1894686" y="1632116"/>
                  <a:pt x="1887264" y="1638659"/>
                  <a:pt x="1884755" y="1635275"/>
                </a:cubicBezTo>
                <a:close/>
                <a:moveTo>
                  <a:pt x="1284437" y="1299644"/>
                </a:moveTo>
                <a:cubicBezTo>
                  <a:pt x="1283290" y="1300963"/>
                  <a:pt x="1292090" y="1275741"/>
                  <a:pt x="1282142" y="1273886"/>
                </a:cubicBezTo>
                <a:cubicBezTo>
                  <a:pt x="1285049" y="1268522"/>
                  <a:pt x="1287724" y="1271443"/>
                  <a:pt x="1290599" y="1266636"/>
                </a:cubicBezTo>
                <a:cubicBezTo>
                  <a:pt x="1297106" y="1273282"/>
                  <a:pt x="1289362" y="1278803"/>
                  <a:pt x="1291665" y="1285110"/>
                </a:cubicBezTo>
                <a:cubicBezTo>
                  <a:pt x="1298622" y="1272325"/>
                  <a:pt x="1304574" y="1293101"/>
                  <a:pt x="1311500" y="1281446"/>
                </a:cubicBezTo>
                <a:cubicBezTo>
                  <a:pt x="1308407" y="1282342"/>
                  <a:pt x="1292949" y="1272882"/>
                  <a:pt x="1300585" y="1262199"/>
                </a:cubicBezTo>
                <a:cubicBezTo>
                  <a:pt x="1305982" y="1273252"/>
                  <a:pt x="1322678" y="1261071"/>
                  <a:pt x="1332741" y="1285681"/>
                </a:cubicBezTo>
                <a:cubicBezTo>
                  <a:pt x="1337704" y="1283825"/>
                  <a:pt x="1342928" y="1274350"/>
                  <a:pt x="1347397" y="1289438"/>
                </a:cubicBezTo>
                <a:cubicBezTo>
                  <a:pt x="1353597" y="1284043"/>
                  <a:pt x="1359966" y="1272602"/>
                  <a:pt x="1365809" y="1277736"/>
                </a:cubicBezTo>
                <a:cubicBezTo>
                  <a:pt x="1356874" y="1297493"/>
                  <a:pt x="1353519" y="1295715"/>
                  <a:pt x="1351756" y="1308160"/>
                </a:cubicBezTo>
                <a:cubicBezTo>
                  <a:pt x="1345682" y="1304573"/>
                  <a:pt x="1350319" y="1289469"/>
                  <a:pt x="1343980" y="1294432"/>
                </a:cubicBezTo>
                <a:cubicBezTo>
                  <a:pt x="1341708" y="1297802"/>
                  <a:pt x="1345125" y="1301574"/>
                  <a:pt x="1343656" y="1304898"/>
                </a:cubicBezTo>
                <a:cubicBezTo>
                  <a:pt x="1341012" y="1294648"/>
                  <a:pt x="1338941" y="1290397"/>
                  <a:pt x="1332248" y="1301404"/>
                </a:cubicBezTo>
                <a:cubicBezTo>
                  <a:pt x="1318441" y="1287135"/>
                  <a:pt x="1304094" y="1290891"/>
                  <a:pt x="1289965" y="1287630"/>
                </a:cubicBezTo>
                <a:cubicBezTo>
                  <a:pt x="1286308" y="1295815"/>
                  <a:pt x="1284820" y="1299204"/>
                  <a:pt x="1284437" y="1299644"/>
                </a:cubicBezTo>
                <a:close/>
                <a:moveTo>
                  <a:pt x="1431328" y="1393097"/>
                </a:moveTo>
                <a:cubicBezTo>
                  <a:pt x="1439058" y="1385166"/>
                  <a:pt x="1447901" y="1400856"/>
                  <a:pt x="1451488" y="1378966"/>
                </a:cubicBezTo>
                <a:cubicBezTo>
                  <a:pt x="1455939" y="1384531"/>
                  <a:pt x="1451718" y="1389479"/>
                  <a:pt x="1457563" y="1395168"/>
                </a:cubicBezTo>
                <a:cubicBezTo>
                  <a:pt x="1448689" y="1398461"/>
                  <a:pt x="1439876" y="1400394"/>
                  <a:pt x="1431328" y="1393097"/>
                </a:cubicBezTo>
                <a:close/>
                <a:moveTo>
                  <a:pt x="3641749" y="2672638"/>
                </a:moveTo>
                <a:lnTo>
                  <a:pt x="3644931" y="2669113"/>
                </a:lnTo>
                <a:lnTo>
                  <a:pt x="3639773" y="2669653"/>
                </a:lnTo>
                <a:lnTo>
                  <a:pt x="3638201" y="2669552"/>
                </a:lnTo>
                <a:close/>
                <a:moveTo>
                  <a:pt x="1833571" y="1635666"/>
                </a:moveTo>
                <a:lnTo>
                  <a:pt x="1839632" y="1637574"/>
                </a:lnTo>
                <a:cubicBezTo>
                  <a:pt x="1838765" y="1634837"/>
                  <a:pt x="1839244" y="1632270"/>
                  <a:pt x="1841487" y="1629796"/>
                </a:cubicBezTo>
                <a:lnTo>
                  <a:pt x="1837379" y="1628511"/>
                </a:lnTo>
                <a:lnTo>
                  <a:pt x="1834119" y="1635069"/>
                </a:lnTo>
                <a:close/>
                <a:moveTo>
                  <a:pt x="1983787" y="1729303"/>
                </a:moveTo>
                <a:cubicBezTo>
                  <a:pt x="1985721" y="1728786"/>
                  <a:pt x="1987716" y="1726355"/>
                  <a:pt x="1989748" y="1722698"/>
                </a:cubicBezTo>
                <a:cubicBezTo>
                  <a:pt x="1986161" y="1714737"/>
                  <a:pt x="1982235" y="1717149"/>
                  <a:pt x="1978184" y="1724430"/>
                </a:cubicBezTo>
                <a:cubicBezTo>
                  <a:pt x="1979978" y="1728426"/>
                  <a:pt x="1981852" y="1729821"/>
                  <a:pt x="1983787" y="1729303"/>
                </a:cubicBezTo>
                <a:close/>
                <a:moveTo>
                  <a:pt x="3610979" y="2671548"/>
                </a:moveTo>
                <a:lnTo>
                  <a:pt x="3616610" y="2668176"/>
                </a:lnTo>
                <a:lnTo>
                  <a:pt x="3605174" y="2667447"/>
                </a:lnTo>
                <a:lnTo>
                  <a:pt x="3604934" y="2667966"/>
                </a:lnTo>
                <a:cubicBezTo>
                  <a:pt x="3606904" y="2670586"/>
                  <a:pt x="3608925" y="2671601"/>
                  <a:pt x="3610979" y="2671548"/>
                </a:cubicBezTo>
                <a:close/>
                <a:moveTo>
                  <a:pt x="1956670" y="1716667"/>
                </a:moveTo>
                <a:lnTo>
                  <a:pt x="1957262" y="1716655"/>
                </a:lnTo>
                <a:lnTo>
                  <a:pt x="1957256" y="1716984"/>
                </a:lnTo>
                <a:close/>
                <a:moveTo>
                  <a:pt x="3593807" y="2666920"/>
                </a:moveTo>
                <a:lnTo>
                  <a:pt x="3595072" y="2667465"/>
                </a:lnTo>
                <a:lnTo>
                  <a:pt x="3595769" y="2666847"/>
                </a:lnTo>
                <a:lnTo>
                  <a:pt x="3594281" y="2666752"/>
                </a:lnTo>
                <a:close/>
                <a:moveTo>
                  <a:pt x="1933879" y="1709718"/>
                </a:moveTo>
                <a:lnTo>
                  <a:pt x="1941110" y="1706553"/>
                </a:lnTo>
                <a:lnTo>
                  <a:pt x="1931457" y="1703077"/>
                </a:lnTo>
                <a:lnTo>
                  <a:pt x="1931088" y="1703086"/>
                </a:lnTo>
                <a:close/>
                <a:moveTo>
                  <a:pt x="1953016" y="1728213"/>
                </a:moveTo>
                <a:cubicBezTo>
                  <a:pt x="1955070" y="1728159"/>
                  <a:pt x="1957156" y="1727038"/>
                  <a:pt x="1959260" y="1725386"/>
                </a:cubicBezTo>
                <a:lnTo>
                  <a:pt x="1968764" y="1716429"/>
                </a:lnTo>
                <a:lnTo>
                  <a:pt x="1957262" y="1716655"/>
                </a:lnTo>
                <a:lnTo>
                  <a:pt x="1957340" y="1712396"/>
                </a:lnTo>
                <a:lnTo>
                  <a:pt x="1953278" y="1710934"/>
                </a:lnTo>
                <a:lnTo>
                  <a:pt x="1953261" y="1711050"/>
                </a:lnTo>
                <a:lnTo>
                  <a:pt x="1951829" y="1714142"/>
                </a:lnTo>
                <a:lnTo>
                  <a:pt x="1954349" y="1715412"/>
                </a:lnTo>
                <a:lnTo>
                  <a:pt x="1956670" y="1716667"/>
                </a:lnTo>
                <a:lnTo>
                  <a:pt x="1950604" y="1716786"/>
                </a:lnTo>
                <a:lnTo>
                  <a:pt x="1946971" y="1724631"/>
                </a:lnTo>
                <a:cubicBezTo>
                  <a:pt x="1948942" y="1727251"/>
                  <a:pt x="1950963" y="1728266"/>
                  <a:pt x="1953016" y="1728213"/>
                </a:cubicBezTo>
                <a:close/>
                <a:moveTo>
                  <a:pt x="1929007" y="1720642"/>
                </a:moveTo>
                <a:cubicBezTo>
                  <a:pt x="1934449" y="1721679"/>
                  <a:pt x="1939659" y="1730242"/>
                  <a:pt x="1945549" y="1716637"/>
                </a:cubicBezTo>
                <a:cubicBezTo>
                  <a:pt x="1940261" y="1710006"/>
                  <a:pt x="1934558" y="1718246"/>
                  <a:pt x="1929007" y="1720642"/>
                </a:cubicBezTo>
                <a:close/>
                <a:moveTo>
                  <a:pt x="3621126" y="2702565"/>
                </a:moveTo>
                <a:cubicBezTo>
                  <a:pt x="3623059" y="2702050"/>
                  <a:pt x="3625053" y="2699620"/>
                  <a:pt x="3627086" y="2695964"/>
                </a:cubicBezTo>
                <a:cubicBezTo>
                  <a:pt x="3628479" y="2690784"/>
                  <a:pt x="3621336" y="2685002"/>
                  <a:pt x="3624274" y="2679978"/>
                </a:cubicBezTo>
                <a:cubicBezTo>
                  <a:pt x="3615709" y="2675325"/>
                  <a:pt x="3620902" y="2693459"/>
                  <a:pt x="3615524" y="2697663"/>
                </a:cubicBezTo>
                <a:cubicBezTo>
                  <a:pt x="3617318" y="2701675"/>
                  <a:pt x="3619192" y="2703078"/>
                  <a:pt x="3621126" y="2702565"/>
                </a:cubicBezTo>
                <a:close/>
                <a:moveTo>
                  <a:pt x="1781939" y="1643060"/>
                </a:moveTo>
                <a:cubicBezTo>
                  <a:pt x="1784125" y="1643135"/>
                  <a:pt x="1786365" y="1641419"/>
                  <a:pt x="1788707" y="1636228"/>
                </a:cubicBezTo>
                <a:cubicBezTo>
                  <a:pt x="1787215" y="1632185"/>
                  <a:pt x="1784854" y="1628069"/>
                  <a:pt x="1783523" y="1624028"/>
                </a:cubicBezTo>
                <a:lnTo>
                  <a:pt x="1784168" y="1616411"/>
                </a:lnTo>
                <a:lnTo>
                  <a:pt x="1779827" y="1614955"/>
                </a:lnTo>
                <a:cubicBezTo>
                  <a:pt x="1778045" y="1615032"/>
                  <a:pt x="1776235" y="1616131"/>
                  <a:pt x="1774364" y="1619320"/>
                </a:cubicBezTo>
                <a:cubicBezTo>
                  <a:pt x="1774658" y="1626200"/>
                  <a:pt x="1776314" y="1629075"/>
                  <a:pt x="1780595" y="1630312"/>
                </a:cubicBezTo>
                <a:lnTo>
                  <a:pt x="1776052" y="1639486"/>
                </a:lnTo>
                <a:close/>
                <a:moveTo>
                  <a:pt x="1762349" y="1639474"/>
                </a:moveTo>
                <a:cubicBezTo>
                  <a:pt x="1764664" y="1635146"/>
                  <a:pt x="1766884" y="1634076"/>
                  <a:pt x="1769057" y="1634582"/>
                </a:cubicBezTo>
                <a:lnTo>
                  <a:pt x="1771974" y="1636651"/>
                </a:lnTo>
                <a:lnTo>
                  <a:pt x="1774039" y="1629802"/>
                </a:lnTo>
                <a:cubicBezTo>
                  <a:pt x="1767848" y="1621210"/>
                  <a:pt x="1766431" y="1632167"/>
                  <a:pt x="1763239" y="1633812"/>
                </a:cubicBezTo>
                <a:lnTo>
                  <a:pt x="1761412" y="1632665"/>
                </a:lnTo>
                <a:close/>
                <a:moveTo>
                  <a:pt x="1963163" y="1759230"/>
                </a:moveTo>
                <a:cubicBezTo>
                  <a:pt x="1965097" y="1758716"/>
                  <a:pt x="1967091" y="1756285"/>
                  <a:pt x="1969124" y="1752629"/>
                </a:cubicBezTo>
                <a:cubicBezTo>
                  <a:pt x="1970517" y="1747449"/>
                  <a:pt x="1963374" y="1741667"/>
                  <a:pt x="1966311" y="1736643"/>
                </a:cubicBezTo>
                <a:cubicBezTo>
                  <a:pt x="1957746" y="1731990"/>
                  <a:pt x="1962940" y="1750124"/>
                  <a:pt x="1957562" y="1754328"/>
                </a:cubicBezTo>
                <a:cubicBezTo>
                  <a:pt x="1959355" y="1758340"/>
                  <a:pt x="1961229" y="1759743"/>
                  <a:pt x="1963163" y="1759230"/>
                </a:cubicBezTo>
                <a:close/>
                <a:moveTo>
                  <a:pt x="3942690" y="2908534"/>
                </a:moveTo>
                <a:cubicBezTo>
                  <a:pt x="3948883" y="2912076"/>
                  <a:pt x="3961629" y="2899055"/>
                  <a:pt x="3954798" y="2886904"/>
                </a:cubicBezTo>
                <a:cubicBezTo>
                  <a:pt x="3946141" y="2888141"/>
                  <a:pt x="3946544" y="2906136"/>
                  <a:pt x="3939649" y="2898824"/>
                </a:cubicBezTo>
                <a:cubicBezTo>
                  <a:pt x="3939290" y="2904331"/>
                  <a:pt x="3940626" y="2907353"/>
                  <a:pt x="3942690" y="2908534"/>
                </a:cubicBezTo>
                <a:close/>
                <a:moveTo>
                  <a:pt x="1782217" y="1669313"/>
                </a:moveTo>
                <a:lnTo>
                  <a:pt x="1784272" y="1663512"/>
                </a:lnTo>
                <a:cubicBezTo>
                  <a:pt x="1786199" y="1660596"/>
                  <a:pt x="1787981" y="1657670"/>
                  <a:pt x="1786574" y="1654501"/>
                </a:cubicBezTo>
                <a:lnTo>
                  <a:pt x="1782445" y="1659493"/>
                </a:lnTo>
                <a:lnTo>
                  <a:pt x="1781145" y="1662224"/>
                </a:lnTo>
                <a:close/>
                <a:moveTo>
                  <a:pt x="2284728" y="1965199"/>
                </a:moveTo>
                <a:cubicBezTo>
                  <a:pt x="2290921" y="1968741"/>
                  <a:pt x="2303666" y="1955720"/>
                  <a:pt x="2296836" y="1943569"/>
                </a:cubicBezTo>
                <a:cubicBezTo>
                  <a:pt x="2288179" y="1944806"/>
                  <a:pt x="2288581" y="1962801"/>
                  <a:pt x="2281687" y="1955489"/>
                </a:cubicBezTo>
                <a:cubicBezTo>
                  <a:pt x="2281327" y="1960996"/>
                  <a:pt x="2282664" y="1964018"/>
                  <a:pt x="2284728" y="1965199"/>
                </a:cubicBezTo>
                <a:close/>
                <a:moveTo>
                  <a:pt x="1763418" y="1666583"/>
                </a:moveTo>
                <a:lnTo>
                  <a:pt x="1764788" y="1666786"/>
                </a:lnTo>
                <a:cubicBezTo>
                  <a:pt x="1768595" y="1667890"/>
                  <a:pt x="1772409" y="1668721"/>
                  <a:pt x="1776298" y="1666859"/>
                </a:cubicBezTo>
                <a:lnTo>
                  <a:pt x="1777515" y="1661613"/>
                </a:lnTo>
                <a:lnTo>
                  <a:pt x="1775668" y="1661823"/>
                </a:lnTo>
                <a:cubicBezTo>
                  <a:pt x="1772135" y="1661083"/>
                  <a:pt x="1768649" y="1658938"/>
                  <a:pt x="1765039" y="1660715"/>
                </a:cubicBezTo>
                <a:close/>
                <a:moveTo>
                  <a:pt x="1753325" y="1665081"/>
                </a:moveTo>
                <a:lnTo>
                  <a:pt x="1755429" y="1665394"/>
                </a:lnTo>
                <a:lnTo>
                  <a:pt x="1758726" y="1661328"/>
                </a:lnTo>
                <a:lnTo>
                  <a:pt x="1757360" y="1648485"/>
                </a:lnTo>
                <a:close/>
                <a:moveTo>
                  <a:pt x="1614942" y="1589767"/>
                </a:moveTo>
                <a:cubicBezTo>
                  <a:pt x="1613553" y="1588720"/>
                  <a:pt x="1612714" y="1586709"/>
                  <a:pt x="1612795" y="1583115"/>
                </a:cubicBezTo>
                <a:cubicBezTo>
                  <a:pt x="1620062" y="1589669"/>
                  <a:pt x="1618548" y="1586733"/>
                  <a:pt x="1624514" y="1576143"/>
                </a:cubicBezTo>
                <a:cubicBezTo>
                  <a:pt x="1626170" y="1586222"/>
                  <a:pt x="1636048" y="1580287"/>
                  <a:pt x="1632321" y="1589901"/>
                </a:cubicBezTo>
                <a:cubicBezTo>
                  <a:pt x="1628228" y="1587374"/>
                  <a:pt x="1619109" y="1592907"/>
                  <a:pt x="1614942" y="1589767"/>
                </a:cubicBezTo>
                <a:close/>
                <a:moveTo>
                  <a:pt x="1711043" y="1651259"/>
                </a:moveTo>
                <a:cubicBezTo>
                  <a:pt x="1719004" y="1634549"/>
                  <a:pt x="1716887" y="1650548"/>
                  <a:pt x="1722576" y="1649559"/>
                </a:cubicBezTo>
                <a:lnTo>
                  <a:pt x="1724410" y="1634438"/>
                </a:lnTo>
                <a:lnTo>
                  <a:pt x="1719456" y="1633854"/>
                </a:lnTo>
                <a:lnTo>
                  <a:pt x="1716728" y="1635145"/>
                </a:lnTo>
                <a:lnTo>
                  <a:pt x="1712038" y="1632980"/>
                </a:lnTo>
                <a:lnTo>
                  <a:pt x="1711657" y="1632935"/>
                </a:lnTo>
                <a:cubicBezTo>
                  <a:pt x="1713357" y="1636553"/>
                  <a:pt x="1714842" y="1640185"/>
                  <a:pt x="1711333" y="1643417"/>
                </a:cubicBezTo>
                <a:lnTo>
                  <a:pt x="1708944" y="1639286"/>
                </a:lnTo>
                <a:lnTo>
                  <a:pt x="1709640" y="1643303"/>
                </a:lnTo>
                <a:cubicBezTo>
                  <a:pt x="1708546" y="1645837"/>
                  <a:pt x="1707457" y="1648369"/>
                  <a:pt x="1711043" y="1651259"/>
                </a:cubicBezTo>
                <a:close/>
                <a:moveTo>
                  <a:pt x="1730321" y="1663163"/>
                </a:moveTo>
                <a:cubicBezTo>
                  <a:pt x="1737123" y="1657566"/>
                  <a:pt x="1733165" y="1651136"/>
                  <a:pt x="1735778" y="1645199"/>
                </a:cubicBezTo>
                <a:cubicBezTo>
                  <a:pt x="1742596" y="1642571"/>
                  <a:pt x="1732964" y="1660521"/>
                  <a:pt x="1741715" y="1666704"/>
                </a:cubicBezTo>
                <a:cubicBezTo>
                  <a:pt x="1745409" y="1666325"/>
                  <a:pt x="1746685" y="1661803"/>
                  <a:pt x="1748115" y="1657144"/>
                </a:cubicBezTo>
                <a:lnTo>
                  <a:pt x="1748883" y="1656057"/>
                </a:lnTo>
                <a:lnTo>
                  <a:pt x="1747074" y="1656666"/>
                </a:lnTo>
                <a:cubicBezTo>
                  <a:pt x="1748697" y="1650242"/>
                  <a:pt x="1747927" y="1645645"/>
                  <a:pt x="1745702" y="1642340"/>
                </a:cubicBezTo>
                <a:lnTo>
                  <a:pt x="1740799" y="1639147"/>
                </a:lnTo>
                <a:lnTo>
                  <a:pt x="1729378" y="1639479"/>
                </a:lnTo>
                <a:cubicBezTo>
                  <a:pt x="1728435" y="1647286"/>
                  <a:pt x="1725869" y="1654970"/>
                  <a:pt x="1730321" y="1663163"/>
                </a:cubicBezTo>
                <a:close/>
                <a:moveTo>
                  <a:pt x="1629957" y="1613337"/>
                </a:moveTo>
                <a:lnTo>
                  <a:pt x="1633225" y="1610920"/>
                </a:lnTo>
                <a:lnTo>
                  <a:pt x="1629778" y="1610729"/>
                </a:lnTo>
                <a:close/>
                <a:moveTo>
                  <a:pt x="1760591" y="1694423"/>
                </a:moveTo>
                <a:cubicBezTo>
                  <a:pt x="1765074" y="1689523"/>
                  <a:pt x="1766929" y="1684405"/>
                  <a:pt x="1767609" y="1679179"/>
                </a:cubicBezTo>
                <a:cubicBezTo>
                  <a:pt x="1759509" y="1676042"/>
                  <a:pt x="1755860" y="1688564"/>
                  <a:pt x="1751223" y="1677943"/>
                </a:cubicBezTo>
                <a:cubicBezTo>
                  <a:pt x="1750093" y="1679566"/>
                  <a:pt x="1748965" y="1681235"/>
                  <a:pt x="1747790" y="1682889"/>
                </a:cubicBezTo>
                <a:cubicBezTo>
                  <a:pt x="1751886" y="1692738"/>
                  <a:pt x="1756587" y="1681484"/>
                  <a:pt x="1760591" y="1694423"/>
                </a:cubicBezTo>
                <a:close/>
                <a:moveTo>
                  <a:pt x="3815976" y="2886547"/>
                </a:moveTo>
                <a:cubicBezTo>
                  <a:pt x="3817363" y="2885915"/>
                  <a:pt x="3818763" y="2884872"/>
                  <a:pt x="3820069" y="2886935"/>
                </a:cubicBezTo>
                <a:cubicBezTo>
                  <a:pt x="3825156" y="2877690"/>
                  <a:pt x="3833689" y="2868708"/>
                  <a:pt x="3825881" y="2858490"/>
                </a:cubicBezTo>
                <a:cubicBezTo>
                  <a:pt x="3821398" y="2877474"/>
                  <a:pt x="3818368" y="2866652"/>
                  <a:pt x="3811952" y="2883689"/>
                </a:cubicBezTo>
                <a:cubicBezTo>
                  <a:pt x="3813213" y="2887399"/>
                  <a:pt x="3814589" y="2887179"/>
                  <a:pt x="3815976" y="2886547"/>
                </a:cubicBezTo>
                <a:close/>
                <a:moveTo>
                  <a:pt x="1728141" y="1681406"/>
                </a:moveTo>
                <a:cubicBezTo>
                  <a:pt x="1733459" y="1686012"/>
                  <a:pt x="1738886" y="1687497"/>
                  <a:pt x="1744684" y="1677402"/>
                </a:cubicBezTo>
                <a:cubicBezTo>
                  <a:pt x="1739379" y="1670801"/>
                  <a:pt x="1733660" y="1679025"/>
                  <a:pt x="1728141" y="1681406"/>
                </a:cubicBezTo>
                <a:close/>
                <a:moveTo>
                  <a:pt x="1708494" y="1678780"/>
                </a:moveTo>
                <a:cubicBezTo>
                  <a:pt x="1710695" y="1678399"/>
                  <a:pt x="1712913" y="1677502"/>
                  <a:pt x="1715016" y="1680354"/>
                </a:cubicBezTo>
                <a:cubicBezTo>
                  <a:pt x="1717149" y="1676149"/>
                  <a:pt x="1710950" y="1671280"/>
                  <a:pt x="1713764" y="1667183"/>
                </a:cubicBezTo>
                <a:cubicBezTo>
                  <a:pt x="1710100" y="1661509"/>
                  <a:pt x="1706112" y="1667508"/>
                  <a:pt x="1702077" y="1674109"/>
                </a:cubicBezTo>
                <a:cubicBezTo>
                  <a:pt x="1704109" y="1679024"/>
                  <a:pt x="1706293" y="1679160"/>
                  <a:pt x="1708494" y="1678780"/>
                </a:cubicBezTo>
                <a:close/>
                <a:moveTo>
                  <a:pt x="1599350" y="1616957"/>
                </a:moveTo>
                <a:cubicBezTo>
                  <a:pt x="1597640" y="1616515"/>
                  <a:pt x="1595794" y="1614593"/>
                  <a:pt x="1593889" y="1610540"/>
                </a:cubicBezTo>
                <a:cubicBezTo>
                  <a:pt x="1598990" y="1605128"/>
                  <a:pt x="1604138" y="1598295"/>
                  <a:pt x="1609069" y="1598603"/>
                </a:cubicBezTo>
                <a:cubicBezTo>
                  <a:pt x="1608397" y="1606291"/>
                  <a:pt x="1604482" y="1618283"/>
                  <a:pt x="1599350" y="1616957"/>
                </a:cubicBezTo>
                <a:close/>
                <a:moveTo>
                  <a:pt x="1590608" y="1612978"/>
                </a:moveTo>
                <a:cubicBezTo>
                  <a:pt x="1587486" y="1605818"/>
                  <a:pt x="1587547" y="1596760"/>
                  <a:pt x="1581239" y="1596513"/>
                </a:cubicBezTo>
                <a:cubicBezTo>
                  <a:pt x="1583543" y="1593189"/>
                  <a:pt x="1585846" y="1589834"/>
                  <a:pt x="1588120" y="1586541"/>
                </a:cubicBezTo>
                <a:cubicBezTo>
                  <a:pt x="1592232" y="1595616"/>
                  <a:pt x="1593516" y="1604458"/>
                  <a:pt x="1590608" y="1612978"/>
                </a:cubicBezTo>
                <a:close/>
                <a:moveTo>
                  <a:pt x="1564683" y="1600485"/>
                </a:moveTo>
                <a:cubicBezTo>
                  <a:pt x="1562610" y="1596822"/>
                  <a:pt x="1560523" y="1593095"/>
                  <a:pt x="1558452" y="1589510"/>
                </a:cubicBezTo>
                <a:cubicBezTo>
                  <a:pt x="1564219" y="1579986"/>
                  <a:pt x="1569691" y="1580405"/>
                  <a:pt x="1574839" y="1590778"/>
                </a:cubicBezTo>
                <a:cubicBezTo>
                  <a:pt x="1571329" y="1597919"/>
                  <a:pt x="1568253" y="1591164"/>
                  <a:pt x="1564683" y="1600485"/>
                </a:cubicBezTo>
                <a:close/>
                <a:moveTo>
                  <a:pt x="2158014" y="1943212"/>
                </a:moveTo>
                <a:cubicBezTo>
                  <a:pt x="2159401" y="1942580"/>
                  <a:pt x="2160800" y="1941536"/>
                  <a:pt x="2162106" y="1943600"/>
                </a:cubicBezTo>
                <a:cubicBezTo>
                  <a:pt x="2167193" y="1934355"/>
                  <a:pt x="2175727" y="1925373"/>
                  <a:pt x="2167919" y="1915155"/>
                </a:cubicBezTo>
                <a:cubicBezTo>
                  <a:pt x="2163436" y="1934139"/>
                  <a:pt x="2160406" y="1923317"/>
                  <a:pt x="2153990" y="1940354"/>
                </a:cubicBezTo>
                <a:cubicBezTo>
                  <a:pt x="2155250" y="1944064"/>
                  <a:pt x="2156626" y="1943844"/>
                  <a:pt x="2158014" y="1943212"/>
                </a:cubicBezTo>
                <a:close/>
                <a:moveTo>
                  <a:pt x="3857443" y="2927742"/>
                </a:moveTo>
                <a:cubicBezTo>
                  <a:pt x="3859936" y="2926817"/>
                  <a:pt x="3862483" y="2924200"/>
                  <a:pt x="3865010" y="2921936"/>
                </a:cubicBezTo>
                <a:cubicBezTo>
                  <a:pt x="3860295" y="2914654"/>
                  <a:pt x="3855378" y="2914608"/>
                  <a:pt x="3850199" y="2923404"/>
                </a:cubicBezTo>
                <a:cubicBezTo>
                  <a:pt x="3852511" y="2927903"/>
                  <a:pt x="3854950" y="2928668"/>
                  <a:pt x="3857443" y="2927742"/>
                </a:cubicBezTo>
                <a:close/>
                <a:moveTo>
                  <a:pt x="3796493" y="2894813"/>
                </a:moveTo>
                <a:cubicBezTo>
                  <a:pt x="3804012" y="2896207"/>
                  <a:pt x="3813800" y="2887658"/>
                  <a:pt x="3807284" y="2875449"/>
                </a:cubicBezTo>
                <a:cubicBezTo>
                  <a:pt x="3799477" y="2896365"/>
                  <a:pt x="3803171" y="2875882"/>
                  <a:pt x="3792458" y="2876887"/>
                </a:cubicBezTo>
                <a:cubicBezTo>
                  <a:pt x="3790758" y="2881168"/>
                  <a:pt x="3792488" y="2885637"/>
                  <a:pt x="3790417" y="2889873"/>
                </a:cubicBezTo>
                <a:cubicBezTo>
                  <a:pt x="3791732" y="2892780"/>
                  <a:pt x="3793986" y="2894349"/>
                  <a:pt x="3796493" y="2894813"/>
                </a:cubicBezTo>
                <a:close/>
                <a:moveTo>
                  <a:pt x="1670987" y="1669085"/>
                </a:moveTo>
                <a:cubicBezTo>
                  <a:pt x="1680834" y="1669332"/>
                  <a:pt x="1690466" y="1676798"/>
                  <a:pt x="1700499" y="1671341"/>
                </a:cubicBezTo>
                <a:cubicBezTo>
                  <a:pt x="1692507" y="1663798"/>
                  <a:pt x="1684127" y="1669192"/>
                  <a:pt x="1676150" y="1661571"/>
                </a:cubicBezTo>
                <a:cubicBezTo>
                  <a:pt x="1674449" y="1664091"/>
                  <a:pt x="1672719" y="1666579"/>
                  <a:pt x="1670987" y="1669085"/>
                </a:cubicBezTo>
                <a:close/>
                <a:moveTo>
                  <a:pt x="1527104" y="1592235"/>
                </a:moveTo>
                <a:cubicBezTo>
                  <a:pt x="1532716" y="1589854"/>
                  <a:pt x="1546830" y="1588277"/>
                  <a:pt x="1546598" y="1599006"/>
                </a:cubicBezTo>
                <a:cubicBezTo>
                  <a:pt x="1540075" y="1597800"/>
                  <a:pt x="1533565" y="1595945"/>
                  <a:pt x="1527104" y="1592235"/>
                </a:cubicBezTo>
                <a:close/>
                <a:moveTo>
                  <a:pt x="3761060" y="2882375"/>
                </a:moveTo>
                <a:cubicBezTo>
                  <a:pt x="3763919" y="2878200"/>
                  <a:pt x="3766796" y="2874058"/>
                  <a:pt x="3769672" y="2869867"/>
                </a:cubicBezTo>
                <a:cubicBezTo>
                  <a:pt x="3771371" y="2875264"/>
                  <a:pt x="3765589" y="2880102"/>
                  <a:pt x="3772470" y="2885869"/>
                </a:cubicBezTo>
                <a:cubicBezTo>
                  <a:pt x="3775081" y="2868817"/>
                  <a:pt x="3779952" y="2869327"/>
                  <a:pt x="3789166" y="2876686"/>
                </a:cubicBezTo>
                <a:cubicBezTo>
                  <a:pt x="3789505" y="2866730"/>
                  <a:pt x="3793216" y="2873779"/>
                  <a:pt x="3797745" y="2864178"/>
                </a:cubicBezTo>
                <a:cubicBezTo>
                  <a:pt x="3795689" y="2860530"/>
                  <a:pt x="3793618" y="2856850"/>
                  <a:pt x="3791514" y="2853202"/>
                </a:cubicBezTo>
                <a:cubicBezTo>
                  <a:pt x="3790154" y="2871847"/>
                  <a:pt x="3779272" y="2856665"/>
                  <a:pt x="3773119" y="2864951"/>
                </a:cubicBezTo>
                <a:cubicBezTo>
                  <a:pt x="3771077" y="2850481"/>
                  <a:pt x="3756530" y="2853249"/>
                  <a:pt x="3748753" y="2855135"/>
                </a:cubicBezTo>
                <a:cubicBezTo>
                  <a:pt x="3761709" y="2859449"/>
                  <a:pt x="3753362" y="2866652"/>
                  <a:pt x="3761060" y="2882375"/>
                </a:cubicBezTo>
                <a:close/>
                <a:moveTo>
                  <a:pt x="1655002" y="1668664"/>
                </a:moveTo>
                <a:cubicBezTo>
                  <a:pt x="1658337" y="1670202"/>
                  <a:pt x="1662376" y="1671086"/>
                  <a:pt x="1664277" y="1673831"/>
                </a:cubicBezTo>
                <a:cubicBezTo>
                  <a:pt x="1664818" y="1670353"/>
                  <a:pt x="1665453" y="1666904"/>
                  <a:pt x="1667865" y="1663565"/>
                </a:cubicBezTo>
                <a:cubicBezTo>
                  <a:pt x="1662206" y="1651832"/>
                  <a:pt x="1655682" y="1667631"/>
                  <a:pt x="1649946" y="1659578"/>
                </a:cubicBezTo>
                <a:cubicBezTo>
                  <a:pt x="1649035" y="1664935"/>
                  <a:pt x="1651667" y="1667126"/>
                  <a:pt x="1655002" y="1668664"/>
                </a:cubicBezTo>
                <a:close/>
                <a:moveTo>
                  <a:pt x="2199480" y="1984407"/>
                </a:moveTo>
                <a:cubicBezTo>
                  <a:pt x="2201973" y="1983482"/>
                  <a:pt x="2204520" y="1980865"/>
                  <a:pt x="2207047" y="1978601"/>
                </a:cubicBezTo>
                <a:cubicBezTo>
                  <a:pt x="2202332" y="1971319"/>
                  <a:pt x="2197416" y="1971273"/>
                  <a:pt x="2192237" y="1980069"/>
                </a:cubicBezTo>
                <a:cubicBezTo>
                  <a:pt x="2194548" y="1984567"/>
                  <a:pt x="2196987" y="1985333"/>
                  <a:pt x="2199480" y="1984407"/>
                </a:cubicBezTo>
                <a:close/>
                <a:moveTo>
                  <a:pt x="1590281" y="1634016"/>
                </a:moveTo>
                <a:lnTo>
                  <a:pt x="1591911" y="1623664"/>
                </a:lnTo>
                <a:cubicBezTo>
                  <a:pt x="1590273" y="1626154"/>
                  <a:pt x="1592515" y="1628952"/>
                  <a:pt x="1593334" y="1631687"/>
                </a:cubicBezTo>
                <a:close/>
                <a:moveTo>
                  <a:pt x="2138530" y="1951478"/>
                </a:moveTo>
                <a:cubicBezTo>
                  <a:pt x="2146050" y="1952871"/>
                  <a:pt x="2155838" y="1944323"/>
                  <a:pt x="2149322" y="1932114"/>
                </a:cubicBezTo>
                <a:cubicBezTo>
                  <a:pt x="2141515" y="1953030"/>
                  <a:pt x="2145209" y="1932547"/>
                  <a:pt x="2134495" y="1933552"/>
                </a:cubicBezTo>
                <a:cubicBezTo>
                  <a:pt x="2132796" y="1937833"/>
                  <a:pt x="2134526" y="1942302"/>
                  <a:pt x="2132455" y="1946538"/>
                </a:cubicBezTo>
                <a:cubicBezTo>
                  <a:pt x="2133769" y="1949444"/>
                  <a:pt x="2136024" y="1951014"/>
                  <a:pt x="2138530" y="1951478"/>
                </a:cubicBezTo>
                <a:close/>
                <a:moveTo>
                  <a:pt x="1633779" y="1664064"/>
                </a:moveTo>
                <a:cubicBezTo>
                  <a:pt x="1637683" y="1665324"/>
                  <a:pt x="1642309" y="1665150"/>
                  <a:pt x="1644767" y="1667013"/>
                </a:cubicBezTo>
                <a:cubicBezTo>
                  <a:pt x="1648385" y="1657398"/>
                  <a:pt x="1644350" y="1660149"/>
                  <a:pt x="1640222" y="1653562"/>
                </a:cubicBezTo>
                <a:cubicBezTo>
                  <a:pt x="1644381" y="1643917"/>
                  <a:pt x="1647983" y="1650965"/>
                  <a:pt x="1652095" y="1641365"/>
                </a:cubicBezTo>
                <a:cubicBezTo>
                  <a:pt x="1641876" y="1631781"/>
                  <a:pt x="1634301" y="1645385"/>
                  <a:pt x="1627128" y="1652513"/>
                </a:cubicBezTo>
                <a:cubicBezTo>
                  <a:pt x="1626695" y="1660110"/>
                  <a:pt x="1629876" y="1662804"/>
                  <a:pt x="1633779" y="1664064"/>
                </a:cubicBezTo>
                <a:close/>
                <a:moveTo>
                  <a:pt x="2103098" y="1939040"/>
                </a:moveTo>
                <a:cubicBezTo>
                  <a:pt x="2105957" y="1934865"/>
                  <a:pt x="2108833" y="1930723"/>
                  <a:pt x="2111709" y="1926532"/>
                </a:cubicBezTo>
                <a:cubicBezTo>
                  <a:pt x="2113409" y="1931929"/>
                  <a:pt x="2107627" y="1936767"/>
                  <a:pt x="2114507" y="1942534"/>
                </a:cubicBezTo>
                <a:cubicBezTo>
                  <a:pt x="2117119" y="1925482"/>
                  <a:pt x="2121989" y="1925992"/>
                  <a:pt x="2131204" y="1933351"/>
                </a:cubicBezTo>
                <a:cubicBezTo>
                  <a:pt x="2131543" y="1923395"/>
                  <a:pt x="2135253" y="1930444"/>
                  <a:pt x="2139783" y="1920843"/>
                </a:cubicBezTo>
                <a:cubicBezTo>
                  <a:pt x="2137727" y="1917195"/>
                  <a:pt x="2135656" y="1913515"/>
                  <a:pt x="2133552" y="1909867"/>
                </a:cubicBezTo>
                <a:cubicBezTo>
                  <a:pt x="2132192" y="1928512"/>
                  <a:pt x="2121310" y="1913330"/>
                  <a:pt x="2115156" y="1921616"/>
                </a:cubicBezTo>
                <a:cubicBezTo>
                  <a:pt x="2113115" y="1907146"/>
                  <a:pt x="2098567" y="1909914"/>
                  <a:pt x="2090791" y="1911800"/>
                </a:cubicBezTo>
                <a:cubicBezTo>
                  <a:pt x="2103747" y="1916114"/>
                  <a:pt x="2095399" y="1923317"/>
                  <a:pt x="2103098" y="1939040"/>
                </a:cubicBezTo>
                <a:close/>
                <a:moveTo>
                  <a:pt x="1605408" y="1663999"/>
                </a:moveTo>
                <a:cubicBezTo>
                  <a:pt x="1608825" y="1660196"/>
                  <a:pt x="1612473" y="1648724"/>
                  <a:pt x="1615425" y="1659516"/>
                </a:cubicBezTo>
                <a:cubicBezTo>
                  <a:pt x="1619259" y="1645262"/>
                  <a:pt x="1629402" y="1647798"/>
                  <a:pt x="1622768" y="1633821"/>
                </a:cubicBezTo>
                <a:cubicBezTo>
                  <a:pt x="1617837" y="1634842"/>
                  <a:pt x="1610942" y="1659546"/>
                  <a:pt x="1602610" y="1648028"/>
                </a:cubicBezTo>
                <a:cubicBezTo>
                  <a:pt x="1599982" y="1653084"/>
                  <a:pt x="1601373" y="1658417"/>
                  <a:pt x="1605408" y="1663999"/>
                </a:cubicBezTo>
                <a:close/>
                <a:moveTo>
                  <a:pt x="3692374" y="2871769"/>
                </a:moveTo>
                <a:cubicBezTo>
                  <a:pt x="3697181" y="2875572"/>
                  <a:pt x="3702129" y="2875326"/>
                  <a:pt x="3707383" y="2865060"/>
                </a:cubicBezTo>
                <a:cubicBezTo>
                  <a:pt x="3702669" y="2851254"/>
                  <a:pt x="3692867" y="2862153"/>
                  <a:pt x="3692374" y="2871769"/>
                </a:cubicBezTo>
                <a:close/>
                <a:moveTo>
                  <a:pt x="3758708" y="2920453"/>
                </a:moveTo>
                <a:cubicBezTo>
                  <a:pt x="3761497" y="2921514"/>
                  <a:pt x="3765041" y="2919933"/>
                  <a:pt x="3766672" y="2914298"/>
                </a:cubicBezTo>
                <a:cubicBezTo>
                  <a:pt x="3763163" y="2903260"/>
                  <a:pt x="3758989" y="2915040"/>
                  <a:pt x="3755278" y="2910758"/>
                </a:cubicBezTo>
                <a:cubicBezTo>
                  <a:pt x="3753887" y="2915690"/>
                  <a:pt x="3755920" y="2919393"/>
                  <a:pt x="3758708" y="2920453"/>
                </a:cubicBezTo>
                <a:close/>
                <a:moveTo>
                  <a:pt x="2034411" y="1928434"/>
                </a:moveTo>
                <a:cubicBezTo>
                  <a:pt x="2039219" y="1932237"/>
                  <a:pt x="2044166" y="1931991"/>
                  <a:pt x="2049421" y="1921725"/>
                </a:cubicBezTo>
                <a:cubicBezTo>
                  <a:pt x="2044706" y="1907919"/>
                  <a:pt x="2034905" y="1918818"/>
                  <a:pt x="2034411" y="1928434"/>
                </a:cubicBezTo>
                <a:close/>
                <a:moveTo>
                  <a:pt x="1411917" y="1569887"/>
                </a:moveTo>
                <a:cubicBezTo>
                  <a:pt x="1408056" y="1566094"/>
                  <a:pt x="1405417" y="1560833"/>
                  <a:pt x="1405019" y="1553864"/>
                </a:cubicBezTo>
                <a:cubicBezTo>
                  <a:pt x="1414342" y="1578368"/>
                  <a:pt x="1436943" y="1567701"/>
                  <a:pt x="1452156" y="1570684"/>
                </a:cubicBezTo>
                <a:cubicBezTo>
                  <a:pt x="1446081" y="1579403"/>
                  <a:pt x="1423499" y="1581261"/>
                  <a:pt x="1411917" y="1569887"/>
                </a:cubicBezTo>
                <a:close/>
                <a:moveTo>
                  <a:pt x="1648477" y="1706729"/>
                </a:moveTo>
                <a:cubicBezTo>
                  <a:pt x="1652791" y="1714242"/>
                  <a:pt x="1660290" y="1701488"/>
                  <a:pt x="1660335" y="1694515"/>
                </a:cubicBezTo>
                <a:cubicBezTo>
                  <a:pt x="1656703" y="1688749"/>
                  <a:pt x="1652405" y="1703945"/>
                  <a:pt x="1648477" y="1706729"/>
                </a:cubicBezTo>
                <a:close/>
                <a:moveTo>
                  <a:pt x="3654397" y="2866743"/>
                </a:moveTo>
                <a:cubicBezTo>
                  <a:pt x="3657651" y="2867882"/>
                  <a:pt x="3662173" y="2867186"/>
                  <a:pt x="3664592" y="2866993"/>
                </a:cubicBezTo>
                <a:cubicBezTo>
                  <a:pt x="3668612" y="2855381"/>
                  <a:pt x="3664206" y="2857592"/>
                  <a:pt x="3673358" y="2849261"/>
                </a:cubicBezTo>
                <a:cubicBezTo>
                  <a:pt x="3662938" y="2836475"/>
                  <a:pt x="3661036" y="2870331"/>
                  <a:pt x="3651807" y="2855490"/>
                </a:cubicBezTo>
                <a:cubicBezTo>
                  <a:pt x="3649156" y="2862633"/>
                  <a:pt x="3651143" y="2865605"/>
                  <a:pt x="3654397" y="2866743"/>
                </a:cubicBezTo>
                <a:close/>
                <a:moveTo>
                  <a:pt x="2100746" y="1977118"/>
                </a:moveTo>
                <a:cubicBezTo>
                  <a:pt x="2103534" y="1978179"/>
                  <a:pt x="2107079" y="1976598"/>
                  <a:pt x="2108710" y="1970963"/>
                </a:cubicBezTo>
                <a:cubicBezTo>
                  <a:pt x="2105201" y="1959925"/>
                  <a:pt x="2101026" y="1971705"/>
                  <a:pt x="2097316" y="1967423"/>
                </a:cubicBezTo>
                <a:cubicBezTo>
                  <a:pt x="2095924" y="1972355"/>
                  <a:pt x="2097957" y="1976057"/>
                  <a:pt x="2100746" y="1977118"/>
                </a:cubicBezTo>
                <a:close/>
                <a:moveTo>
                  <a:pt x="3363702" y="2712305"/>
                </a:moveTo>
                <a:cubicBezTo>
                  <a:pt x="3370365" y="2709768"/>
                  <a:pt x="3376873" y="2711949"/>
                  <a:pt x="3383552" y="2708578"/>
                </a:cubicBezTo>
                <a:cubicBezTo>
                  <a:pt x="3383413" y="2695576"/>
                  <a:pt x="3364430" y="2705038"/>
                  <a:pt x="3363702" y="2712305"/>
                </a:cubicBezTo>
                <a:close/>
                <a:moveTo>
                  <a:pt x="3572432" y="2833264"/>
                </a:moveTo>
                <a:cubicBezTo>
                  <a:pt x="3579479" y="2840007"/>
                  <a:pt x="3595674" y="2831021"/>
                  <a:pt x="3603095" y="2835950"/>
                </a:cubicBezTo>
                <a:cubicBezTo>
                  <a:pt x="3598626" y="2820041"/>
                  <a:pt x="3579070" y="2834403"/>
                  <a:pt x="3569098" y="2820181"/>
                </a:cubicBezTo>
                <a:cubicBezTo>
                  <a:pt x="3568750" y="2827021"/>
                  <a:pt x="3570083" y="2831017"/>
                  <a:pt x="3572432" y="2833264"/>
                </a:cubicBezTo>
                <a:close/>
                <a:moveTo>
                  <a:pt x="1996435" y="1923408"/>
                </a:moveTo>
                <a:cubicBezTo>
                  <a:pt x="1999688" y="1924546"/>
                  <a:pt x="2004210" y="1923851"/>
                  <a:pt x="2006630" y="1923658"/>
                </a:cubicBezTo>
                <a:cubicBezTo>
                  <a:pt x="2010650" y="1912046"/>
                  <a:pt x="2006243" y="1914257"/>
                  <a:pt x="2015395" y="1905926"/>
                </a:cubicBezTo>
                <a:cubicBezTo>
                  <a:pt x="2004976" y="1893139"/>
                  <a:pt x="2003073" y="1926996"/>
                  <a:pt x="1993845" y="1912155"/>
                </a:cubicBezTo>
                <a:cubicBezTo>
                  <a:pt x="1991194" y="1919297"/>
                  <a:pt x="1993180" y="1922270"/>
                  <a:pt x="1996435" y="1923408"/>
                </a:cubicBezTo>
                <a:close/>
                <a:moveTo>
                  <a:pt x="3641186" y="2880906"/>
                </a:moveTo>
                <a:cubicBezTo>
                  <a:pt x="3651916" y="2882066"/>
                  <a:pt x="3669818" y="2896782"/>
                  <a:pt x="3675708" y="2880953"/>
                </a:cubicBezTo>
                <a:cubicBezTo>
                  <a:pt x="3666679" y="2871042"/>
                  <a:pt x="3656816" y="2888620"/>
                  <a:pt x="3648205" y="2865725"/>
                </a:cubicBezTo>
                <a:cubicBezTo>
                  <a:pt x="3642067" y="2870486"/>
                  <a:pt x="3645948" y="2876036"/>
                  <a:pt x="3641186" y="2880906"/>
                </a:cubicBezTo>
                <a:close/>
                <a:moveTo>
                  <a:pt x="1705740" y="1768970"/>
                </a:moveTo>
                <a:cubicBezTo>
                  <a:pt x="1712403" y="1766433"/>
                  <a:pt x="1718911" y="1768614"/>
                  <a:pt x="1725590" y="1765243"/>
                </a:cubicBezTo>
                <a:cubicBezTo>
                  <a:pt x="1725450" y="1752241"/>
                  <a:pt x="1706467" y="1761703"/>
                  <a:pt x="1705740" y="1768970"/>
                </a:cubicBezTo>
                <a:close/>
                <a:moveTo>
                  <a:pt x="1914469" y="1889929"/>
                </a:moveTo>
                <a:cubicBezTo>
                  <a:pt x="1921516" y="1896672"/>
                  <a:pt x="1937712" y="1887686"/>
                  <a:pt x="1945132" y="1892615"/>
                </a:cubicBezTo>
                <a:cubicBezTo>
                  <a:pt x="1940664" y="1876706"/>
                  <a:pt x="1921108" y="1891068"/>
                  <a:pt x="1911136" y="1876846"/>
                </a:cubicBezTo>
                <a:cubicBezTo>
                  <a:pt x="1910788" y="1883686"/>
                  <a:pt x="1912120" y="1887682"/>
                  <a:pt x="1914469" y="1889929"/>
                </a:cubicBezTo>
                <a:close/>
                <a:moveTo>
                  <a:pt x="1478034" y="1638352"/>
                </a:moveTo>
                <a:cubicBezTo>
                  <a:pt x="1480878" y="1633050"/>
                  <a:pt x="1474525" y="1635229"/>
                  <a:pt x="1476643" y="1630313"/>
                </a:cubicBezTo>
                <a:cubicBezTo>
                  <a:pt x="1480942" y="1632910"/>
                  <a:pt x="1485502" y="1626679"/>
                  <a:pt x="1489907" y="1626169"/>
                </a:cubicBezTo>
                <a:cubicBezTo>
                  <a:pt x="1488331" y="1622537"/>
                  <a:pt x="1485192" y="1618796"/>
                  <a:pt x="1486955" y="1615425"/>
                </a:cubicBezTo>
                <a:cubicBezTo>
                  <a:pt x="1502337" y="1614373"/>
                  <a:pt x="1517689" y="1613399"/>
                  <a:pt x="1532685" y="1624175"/>
                </a:cubicBezTo>
                <a:cubicBezTo>
                  <a:pt x="1514304" y="1635213"/>
                  <a:pt x="1496849" y="1614436"/>
                  <a:pt x="1478034" y="1638352"/>
                </a:cubicBezTo>
                <a:close/>
                <a:moveTo>
                  <a:pt x="3528019" y="2827313"/>
                </a:moveTo>
                <a:cubicBezTo>
                  <a:pt x="3533111" y="2831076"/>
                  <a:pt x="3546937" y="2818135"/>
                  <a:pt x="3552712" y="2818866"/>
                </a:cubicBezTo>
                <a:cubicBezTo>
                  <a:pt x="3544332" y="2805788"/>
                  <a:pt x="3534886" y="2828760"/>
                  <a:pt x="3526460" y="2816857"/>
                </a:cubicBezTo>
                <a:cubicBezTo>
                  <a:pt x="3525595" y="2822948"/>
                  <a:pt x="3526321" y="2826058"/>
                  <a:pt x="3528019" y="2827313"/>
                </a:cubicBezTo>
                <a:close/>
                <a:moveTo>
                  <a:pt x="1983223" y="1937570"/>
                </a:moveTo>
                <a:cubicBezTo>
                  <a:pt x="1993954" y="1938731"/>
                  <a:pt x="2011856" y="1953447"/>
                  <a:pt x="2017746" y="1937618"/>
                </a:cubicBezTo>
                <a:cubicBezTo>
                  <a:pt x="2008717" y="1927707"/>
                  <a:pt x="1998854" y="1945285"/>
                  <a:pt x="1990243" y="1922390"/>
                </a:cubicBezTo>
                <a:cubicBezTo>
                  <a:pt x="1984105" y="1927151"/>
                  <a:pt x="1987985" y="1932701"/>
                  <a:pt x="1983223" y="1937570"/>
                </a:cubicBezTo>
                <a:close/>
                <a:moveTo>
                  <a:pt x="1421236" y="1615563"/>
                </a:moveTo>
                <a:cubicBezTo>
                  <a:pt x="1426555" y="1603503"/>
                  <a:pt x="1431144" y="1613352"/>
                  <a:pt x="1436248" y="1608838"/>
                </a:cubicBezTo>
                <a:cubicBezTo>
                  <a:pt x="1434191" y="1604308"/>
                  <a:pt x="1429862" y="1599608"/>
                  <a:pt x="1431701" y="1595357"/>
                </a:cubicBezTo>
                <a:cubicBezTo>
                  <a:pt x="1442090" y="1596330"/>
                  <a:pt x="1452233" y="1604571"/>
                  <a:pt x="1462914" y="1595186"/>
                </a:cubicBezTo>
                <a:cubicBezTo>
                  <a:pt x="1469470" y="1614048"/>
                  <a:pt x="1476983" y="1601308"/>
                  <a:pt x="1484157" y="1599406"/>
                </a:cubicBezTo>
                <a:cubicBezTo>
                  <a:pt x="1482162" y="1603628"/>
                  <a:pt x="1485641" y="1608327"/>
                  <a:pt x="1485408" y="1612656"/>
                </a:cubicBezTo>
                <a:cubicBezTo>
                  <a:pt x="1473119" y="1626090"/>
                  <a:pt x="1449867" y="1588199"/>
                  <a:pt x="1447471" y="1617588"/>
                </a:cubicBezTo>
                <a:cubicBezTo>
                  <a:pt x="1439061" y="1605792"/>
                  <a:pt x="1429938" y="1618206"/>
                  <a:pt x="1421236" y="1615563"/>
                </a:cubicBezTo>
                <a:close/>
                <a:moveTo>
                  <a:pt x="3587371" y="2868811"/>
                </a:moveTo>
                <a:cubicBezTo>
                  <a:pt x="3591653" y="2872490"/>
                  <a:pt x="3596075" y="2869543"/>
                  <a:pt x="3600604" y="2864626"/>
                </a:cubicBezTo>
                <a:cubicBezTo>
                  <a:pt x="3596060" y="2855675"/>
                  <a:pt x="3587541" y="2861041"/>
                  <a:pt x="3587371" y="2868811"/>
                </a:cubicBezTo>
                <a:close/>
                <a:moveTo>
                  <a:pt x="1403283" y="1611512"/>
                </a:moveTo>
                <a:cubicBezTo>
                  <a:pt x="1395961" y="1600073"/>
                  <a:pt x="1388211" y="1603983"/>
                  <a:pt x="1380966" y="1588772"/>
                </a:cubicBezTo>
                <a:cubicBezTo>
                  <a:pt x="1387690" y="1584258"/>
                  <a:pt x="1394262" y="1584258"/>
                  <a:pt x="1400490" y="1595528"/>
                </a:cubicBezTo>
                <a:cubicBezTo>
                  <a:pt x="1402687" y="1580825"/>
                  <a:pt x="1425071" y="1598402"/>
                  <a:pt x="1426726" y="1597583"/>
                </a:cubicBezTo>
                <a:cubicBezTo>
                  <a:pt x="1418301" y="1604186"/>
                  <a:pt x="1407293" y="1593240"/>
                  <a:pt x="1403283" y="1611512"/>
                </a:cubicBezTo>
                <a:close/>
                <a:moveTo>
                  <a:pt x="1870073" y="1883950"/>
                </a:moveTo>
                <a:cubicBezTo>
                  <a:pt x="1875164" y="1887714"/>
                  <a:pt x="1888975" y="1874800"/>
                  <a:pt x="1894749" y="1875531"/>
                </a:cubicBezTo>
                <a:cubicBezTo>
                  <a:pt x="1886369" y="1862453"/>
                  <a:pt x="1876939" y="1885398"/>
                  <a:pt x="1868498" y="1873522"/>
                </a:cubicBezTo>
                <a:cubicBezTo>
                  <a:pt x="1867648" y="1879586"/>
                  <a:pt x="1868375" y="1882696"/>
                  <a:pt x="1870073" y="1883950"/>
                </a:cubicBezTo>
                <a:close/>
                <a:moveTo>
                  <a:pt x="3645237" y="2910056"/>
                </a:moveTo>
                <a:cubicBezTo>
                  <a:pt x="3649535" y="2912608"/>
                  <a:pt x="3653846" y="2914988"/>
                  <a:pt x="3658486" y="2905889"/>
                </a:cubicBezTo>
                <a:cubicBezTo>
                  <a:pt x="3653863" y="2899983"/>
                  <a:pt x="3645468" y="2901741"/>
                  <a:pt x="3645237" y="2910056"/>
                </a:cubicBezTo>
                <a:close/>
                <a:moveTo>
                  <a:pt x="4756068" y="3553128"/>
                </a:moveTo>
                <a:cubicBezTo>
                  <a:pt x="4760844" y="3557504"/>
                  <a:pt x="4766024" y="3549650"/>
                  <a:pt x="4770708" y="3556854"/>
                </a:cubicBezTo>
                <a:cubicBezTo>
                  <a:pt x="4768853" y="3548877"/>
                  <a:pt x="4773414" y="3541416"/>
                  <a:pt x="4779614" y="3534010"/>
                </a:cubicBezTo>
                <a:cubicBezTo>
                  <a:pt x="4772116" y="3528878"/>
                  <a:pt x="4764015" y="3542776"/>
                  <a:pt x="4756672" y="3532249"/>
                </a:cubicBezTo>
                <a:cubicBezTo>
                  <a:pt x="4751631" y="3542615"/>
                  <a:pt x="4765761" y="3536808"/>
                  <a:pt x="4756068" y="3553128"/>
                </a:cubicBezTo>
                <a:close/>
                <a:moveTo>
                  <a:pt x="3509455" y="2836438"/>
                </a:moveTo>
                <a:cubicBezTo>
                  <a:pt x="3509794" y="2832171"/>
                  <a:pt x="3511666" y="2827920"/>
                  <a:pt x="3514773" y="2823860"/>
                </a:cubicBezTo>
                <a:cubicBezTo>
                  <a:pt x="3508280" y="2811028"/>
                  <a:pt x="3506828" y="2797919"/>
                  <a:pt x="3497134" y="2809313"/>
                </a:cubicBezTo>
                <a:cubicBezTo>
                  <a:pt x="3505234" y="2813687"/>
                  <a:pt x="3509749" y="2818496"/>
                  <a:pt x="3506363" y="2830966"/>
                </a:cubicBezTo>
                <a:cubicBezTo>
                  <a:pt x="3507413" y="2832838"/>
                  <a:pt x="3508434" y="2834645"/>
                  <a:pt x="3509455" y="2836438"/>
                </a:cubicBezTo>
                <a:close/>
                <a:moveTo>
                  <a:pt x="1929395" y="1925500"/>
                </a:moveTo>
                <a:cubicBezTo>
                  <a:pt x="1933676" y="1929179"/>
                  <a:pt x="1938129" y="1926180"/>
                  <a:pt x="1942658" y="1921264"/>
                </a:cubicBezTo>
                <a:cubicBezTo>
                  <a:pt x="1938098" y="1912340"/>
                  <a:pt x="1929595" y="1917678"/>
                  <a:pt x="1929395" y="1925500"/>
                </a:cubicBezTo>
                <a:close/>
                <a:moveTo>
                  <a:pt x="1987260" y="1966746"/>
                </a:moveTo>
                <a:cubicBezTo>
                  <a:pt x="1991558" y="1969298"/>
                  <a:pt x="1995870" y="1971677"/>
                  <a:pt x="2000540" y="1962527"/>
                </a:cubicBezTo>
                <a:cubicBezTo>
                  <a:pt x="1995917" y="1956620"/>
                  <a:pt x="1987492" y="1958430"/>
                  <a:pt x="1987260" y="1966746"/>
                </a:cubicBezTo>
                <a:close/>
                <a:moveTo>
                  <a:pt x="4732182" y="3555719"/>
                </a:moveTo>
                <a:cubicBezTo>
                  <a:pt x="4734116" y="3555197"/>
                  <a:pt x="4736103" y="3552758"/>
                  <a:pt x="4738120" y="3549109"/>
                </a:cubicBezTo>
                <a:cubicBezTo>
                  <a:pt x="4734533" y="3541116"/>
                  <a:pt x="4730622" y="3543558"/>
                  <a:pt x="4726556" y="3550841"/>
                </a:cubicBezTo>
                <a:cubicBezTo>
                  <a:pt x="4728365" y="3554852"/>
                  <a:pt x="4730247" y="3556244"/>
                  <a:pt x="4732182" y="3555719"/>
                </a:cubicBezTo>
                <a:close/>
                <a:moveTo>
                  <a:pt x="1851479" y="1893128"/>
                </a:moveTo>
                <a:cubicBezTo>
                  <a:pt x="1851818" y="1888861"/>
                  <a:pt x="1853689" y="1884610"/>
                  <a:pt x="1856826" y="1880497"/>
                </a:cubicBezTo>
                <a:cubicBezTo>
                  <a:pt x="1850334" y="1867666"/>
                  <a:pt x="1848866" y="1854584"/>
                  <a:pt x="1839187" y="1865950"/>
                </a:cubicBezTo>
                <a:cubicBezTo>
                  <a:pt x="1847288" y="1870324"/>
                  <a:pt x="1851803" y="1875134"/>
                  <a:pt x="1848387" y="1887655"/>
                </a:cubicBezTo>
                <a:cubicBezTo>
                  <a:pt x="1849437" y="1889527"/>
                  <a:pt x="1850458" y="1891335"/>
                  <a:pt x="1851479" y="1893128"/>
                </a:cubicBezTo>
                <a:close/>
                <a:moveTo>
                  <a:pt x="4718285" y="3552819"/>
                </a:moveTo>
                <a:cubicBezTo>
                  <a:pt x="4722798" y="3547038"/>
                  <a:pt x="4721161" y="3540793"/>
                  <a:pt x="4723789" y="3534886"/>
                </a:cubicBezTo>
                <a:cubicBezTo>
                  <a:pt x="4716091" y="3526475"/>
                  <a:pt x="4714637" y="3545182"/>
                  <a:pt x="4718285" y="3552819"/>
                </a:cubicBezTo>
                <a:close/>
                <a:moveTo>
                  <a:pt x="3502579" y="2860696"/>
                </a:moveTo>
                <a:cubicBezTo>
                  <a:pt x="3508682" y="2862317"/>
                  <a:pt x="3515546" y="2861459"/>
                  <a:pt x="3520399" y="2855763"/>
                </a:cubicBezTo>
                <a:cubicBezTo>
                  <a:pt x="3511898" y="2845992"/>
                  <a:pt x="3502869" y="2855314"/>
                  <a:pt x="3494489" y="2843240"/>
                </a:cubicBezTo>
                <a:cubicBezTo>
                  <a:pt x="3494150" y="2847152"/>
                  <a:pt x="3492217" y="2854340"/>
                  <a:pt x="3489326" y="2850754"/>
                </a:cubicBezTo>
                <a:cubicBezTo>
                  <a:pt x="3491135" y="2854975"/>
                  <a:pt x="3496477" y="2859075"/>
                  <a:pt x="3502579" y="2860696"/>
                </a:cubicBezTo>
                <a:close/>
                <a:moveTo>
                  <a:pt x="1548239" y="1734894"/>
                </a:moveTo>
                <a:cubicBezTo>
                  <a:pt x="1550171" y="1734370"/>
                  <a:pt x="1552165" y="1731923"/>
                  <a:pt x="1554205" y="1728236"/>
                </a:cubicBezTo>
                <a:cubicBezTo>
                  <a:pt x="1550620" y="1720289"/>
                  <a:pt x="1546708" y="1722701"/>
                  <a:pt x="1542643" y="1730015"/>
                </a:cubicBezTo>
                <a:cubicBezTo>
                  <a:pt x="1544436" y="1734019"/>
                  <a:pt x="1546306" y="1735417"/>
                  <a:pt x="1548239" y="1734894"/>
                </a:cubicBezTo>
                <a:close/>
                <a:moveTo>
                  <a:pt x="3382562" y="2795115"/>
                </a:moveTo>
                <a:cubicBezTo>
                  <a:pt x="3387478" y="2796027"/>
                  <a:pt x="3392472" y="2793555"/>
                  <a:pt x="3397559" y="2788390"/>
                </a:cubicBezTo>
                <a:cubicBezTo>
                  <a:pt x="3390556" y="2784833"/>
                  <a:pt x="3383429" y="2784138"/>
                  <a:pt x="3376487" y="2778882"/>
                </a:cubicBezTo>
                <a:cubicBezTo>
                  <a:pt x="3369315" y="2792331"/>
                  <a:pt x="3385717" y="2791266"/>
                  <a:pt x="3382562" y="2795115"/>
                </a:cubicBezTo>
                <a:close/>
                <a:moveTo>
                  <a:pt x="3445483" y="2834180"/>
                </a:moveTo>
                <a:cubicBezTo>
                  <a:pt x="3450491" y="2828446"/>
                  <a:pt x="3446643" y="2822014"/>
                  <a:pt x="3444400" y="2815707"/>
                </a:cubicBezTo>
                <a:cubicBezTo>
                  <a:pt x="3457418" y="2814037"/>
                  <a:pt x="3473712" y="2815305"/>
                  <a:pt x="3484039" y="2808287"/>
                </a:cubicBezTo>
                <a:cubicBezTo>
                  <a:pt x="3468612" y="2796064"/>
                  <a:pt x="3448698" y="2818721"/>
                  <a:pt x="3438649" y="2788947"/>
                </a:cubicBezTo>
                <a:cubicBezTo>
                  <a:pt x="3440768" y="2807576"/>
                  <a:pt x="3435913" y="2807312"/>
                  <a:pt x="3429575" y="2817190"/>
                </a:cubicBezTo>
                <a:cubicBezTo>
                  <a:pt x="3438681" y="2828259"/>
                  <a:pt x="3444075" y="2811857"/>
                  <a:pt x="3445483" y="2834180"/>
                </a:cubicBezTo>
                <a:close/>
                <a:moveTo>
                  <a:pt x="3416898" y="2819324"/>
                </a:moveTo>
                <a:cubicBezTo>
                  <a:pt x="3419793" y="2819881"/>
                  <a:pt x="3423939" y="2818165"/>
                  <a:pt x="3426282" y="2816882"/>
                </a:cubicBezTo>
                <a:cubicBezTo>
                  <a:pt x="3429219" y="2802072"/>
                  <a:pt x="3417593" y="2820794"/>
                  <a:pt x="3415027" y="2808133"/>
                </a:cubicBezTo>
                <a:cubicBezTo>
                  <a:pt x="3412361" y="2815939"/>
                  <a:pt x="3414004" y="2818767"/>
                  <a:pt x="3416898" y="2819324"/>
                </a:cubicBezTo>
                <a:close/>
                <a:moveTo>
                  <a:pt x="1844603" y="1917386"/>
                </a:moveTo>
                <a:cubicBezTo>
                  <a:pt x="1850705" y="1919007"/>
                  <a:pt x="1857569" y="1918149"/>
                  <a:pt x="1862423" y="1912452"/>
                </a:cubicBezTo>
                <a:cubicBezTo>
                  <a:pt x="1853921" y="1902681"/>
                  <a:pt x="1844892" y="1912004"/>
                  <a:pt x="1836512" y="1899930"/>
                </a:cubicBezTo>
                <a:cubicBezTo>
                  <a:pt x="1836173" y="1903842"/>
                  <a:pt x="1834240" y="1911030"/>
                  <a:pt x="1831349" y="1907443"/>
                </a:cubicBezTo>
                <a:cubicBezTo>
                  <a:pt x="1833158" y="1911664"/>
                  <a:pt x="1838499" y="1915765"/>
                  <a:pt x="1844603" y="1917386"/>
                </a:cubicBezTo>
                <a:close/>
                <a:moveTo>
                  <a:pt x="4686879" y="3559709"/>
                </a:moveTo>
                <a:cubicBezTo>
                  <a:pt x="4688529" y="3559373"/>
                  <a:pt x="4690194" y="3558554"/>
                  <a:pt x="4691756" y="3561276"/>
                </a:cubicBezTo>
                <a:cubicBezTo>
                  <a:pt x="4693365" y="3556143"/>
                  <a:pt x="4693519" y="3550903"/>
                  <a:pt x="4692237" y="3545490"/>
                </a:cubicBezTo>
                <a:cubicBezTo>
                  <a:pt x="4696734" y="3540544"/>
                  <a:pt x="4700475" y="3547145"/>
                  <a:pt x="4696920" y="3553793"/>
                </a:cubicBezTo>
                <a:cubicBezTo>
                  <a:pt x="4703397" y="3559745"/>
                  <a:pt x="4699702" y="3543977"/>
                  <a:pt x="4702238" y="3541039"/>
                </a:cubicBezTo>
                <a:cubicBezTo>
                  <a:pt x="4698620" y="3533851"/>
                  <a:pt x="4694694" y="3536493"/>
                  <a:pt x="4690998" y="3532335"/>
                </a:cubicBezTo>
                <a:cubicBezTo>
                  <a:pt x="4682589" y="3539509"/>
                  <a:pt x="4690489" y="3548010"/>
                  <a:pt x="4682095" y="3555245"/>
                </a:cubicBezTo>
                <a:cubicBezTo>
                  <a:pt x="4683594" y="3559899"/>
                  <a:pt x="4685229" y="3560045"/>
                  <a:pt x="4686879" y="3559709"/>
                </a:cubicBezTo>
                <a:close/>
                <a:moveTo>
                  <a:pt x="1724585" y="1851805"/>
                </a:moveTo>
                <a:cubicBezTo>
                  <a:pt x="1729502" y="1852718"/>
                  <a:pt x="1734496" y="1850243"/>
                  <a:pt x="1739582" y="1845080"/>
                </a:cubicBezTo>
                <a:cubicBezTo>
                  <a:pt x="1732579" y="1841523"/>
                  <a:pt x="1725452" y="1840828"/>
                  <a:pt x="1718510" y="1835571"/>
                </a:cubicBezTo>
                <a:cubicBezTo>
                  <a:pt x="1711338" y="1849022"/>
                  <a:pt x="1727740" y="1847955"/>
                  <a:pt x="1724585" y="1851805"/>
                </a:cubicBezTo>
                <a:close/>
                <a:moveTo>
                  <a:pt x="1469441" y="1705943"/>
                </a:moveTo>
                <a:cubicBezTo>
                  <a:pt x="1473971" y="1714849"/>
                  <a:pt x="1482504" y="1709514"/>
                  <a:pt x="1482721" y="1701707"/>
                </a:cubicBezTo>
                <a:cubicBezTo>
                  <a:pt x="1478393" y="1699141"/>
                  <a:pt x="1474095" y="1696807"/>
                  <a:pt x="1469441" y="1705943"/>
                </a:cubicBezTo>
                <a:close/>
                <a:moveTo>
                  <a:pt x="1787506" y="1890870"/>
                </a:moveTo>
                <a:cubicBezTo>
                  <a:pt x="1792515" y="1885136"/>
                  <a:pt x="1788666" y="1878704"/>
                  <a:pt x="1786424" y="1872397"/>
                </a:cubicBezTo>
                <a:cubicBezTo>
                  <a:pt x="1799442" y="1870727"/>
                  <a:pt x="1815736" y="1871994"/>
                  <a:pt x="1826063" y="1864976"/>
                </a:cubicBezTo>
                <a:cubicBezTo>
                  <a:pt x="1810665" y="1852701"/>
                  <a:pt x="1790722" y="1875411"/>
                  <a:pt x="1780673" y="1845636"/>
                </a:cubicBezTo>
                <a:cubicBezTo>
                  <a:pt x="1782791" y="1864265"/>
                  <a:pt x="1777936" y="1864002"/>
                  <a:pt x="1771598" y="1873880"/>
                </a:cubicBezTo>
                <a:cubicBezTo>
                  <a:pt x="1780704" y="1884949"/>
                  <a:pt x="1786099" y="1868547"/>
                  <a:pt x="1787506" y="1890870"/>
                </a:cubicBezTo>
                <a:close/>
                <a:moveTo>
                  <a:pt x="1758922" y="1876014"/>
                </a:moveTo>
                <a:cubicBezTo>
                  <a:pt x="1761816" y="1876571"/>
                  <a:pt x="1765964" y="1874855"/>
                  <a:pt x="1768305" y="1873571"/>
                </a:cubicBezTo>
                <a:cubicBezTo>
                  <a:pt x="1771243" y="1858762"/>
                  <a:pt x="1759617" y="1877484"/>
                  <a:pt x="1757051" y="1864822"/>
                </a:cubicBezTo>
                <a:cubicBezTo>
                  <a:pt x="1754384" y="1872629"/>
                  <a:pt x="1756027" y="1875458"/>
                  <a:pt x="1758922" y="1876014"/>
                </a:cubicBezTo>
                <a:close/>
                <a:moveTo>
                  <a:pt x="3309925" y="2780501"/>
                </a:moveTo>
                <a:cubicBezTo>
                  <a:pt x="3315592" y="2783489"/>
                  <a:pt x="3321562" y="2776241"/>
                  <a:pt x="3327186" y="2780336"/>
                </a:cubicBezTo>
                <a:cubicBezTo>
                  <a:pt x="3329011" y="2776083"/>
                  <a:pt x="3324666" y="2771368"/>
                  <a:pt x="3322673" y="2766869"/>
                </a:cubicBezTo>
                <a:cubicBezTo>
                  <a:pt x="3317416" y="2777599"/>
                  <a:pt x="3313042" y="2765709"/>
                  <a:pt x="3304384" y="2773301"/>
                </a:cubicBezTo>
                <a:cubicBezTo>
                  <a:pt x="3306182" y="2777370"/>
                  <a:pt x="3308036" y="2779505"/>
                  <a:pt x="3309925" y="2780501"/>
                </a:cubicBezTo>
                <a:close/>
                <a:moveTo>
                  <a:pt x="1446957" y="1706353"/>
                </a:moveTo>
                <a:cubicBezTo>
                  <a:pt x="1452289" y="1710812"/>
                  <a:pt x="1461969" y="1706697"/>
                  <a:pt x="1467894" y="1703206"/>
                </a:cubicBezTo>
                <a:cubicBezTo>
                  <a:pt x="1459825" y="1698214"/>
                  <a:pt x="1451679" y="1695803"/>
                  <a:pt x="1443377" y="1698692"/>
                </a:cubicBezTo>
                <a:cubicBezTo>
                  <a:pt x="1443887" y="1702427"/>
                  <a:pt x="1445181" y="1704866"/>
                  <a:pt x="1446957" y="1706353"/>
                </a:cubicBezTo>
                <a:close/>
                <a:moveTo>
                  <a:pt x="3489575" y="2892542"/>
                </a:moveTo>
                <a:cubicBezTo>
                  <a:pt x="3494502" y="2897737"/>
                  <a:pt x="3504345" y="2895840"/>
                  <a:pt x="3509285" y="2896885"/>
                </a:cubicBezTo>
                <a:cubicBezTo>
                  <a:pt x="3508650" y="2878440"/>
                  <a:pt x="3493053" y="2891628"/>
                  <a:pt x="3486651" y="2884611"/>
                </a:cubicBezTo>
                <a:cubicBezTo>
                  <a:pt x="3486837" y="2888289"/>
                  <a:pt x="3487933" y="2890810"/>
                  <a:pt x="3489575" y="2892542"/>
                </a:cubicBezTo>
                <a:close/>
                <a:moveTo>
                  <a:pt x="1426835" y="1702666"/>
                </a:moveTo>
                <a:cubicBezTo>
                  <a:pt x="1432014" y="1712205"/>
                  <a:pt x="1437811" y="1701538"/>
                  <a:pt x="1443531" y="1693405"/>
                </a:cubicBezTo>
                <a:cubicBezTo>
                  <a:pt x="1438321" y="1684655"/>
                  <a:pt x="1432431" y="1698878"/>
                  <a:pt x="1426835" y="1702666"/>
                </a:cubicBezTo>
                <a:close/>
                <a:moveTo>
                  <a:pt x="3351209" y="2814142"/>
                </a:moveTo>
                <a:cubicBezTo>
                  <a:pt x="3358372" y="2817009"/>
                  <a:pt x="3366338" y="2815853"/>
                  <a:pt x="3372267" y="2810063"/>
                </a:cubicBezTo>
                <a:cubicBezTo>
                  <a:pt x="3370860" y="2816974"/>
                  <a:pt x="3372096" y="2826065"/>
                  <a:pt x="3378341" y="2826312"/>
                </a:cubicBezTo>
                <a:cubicBezTo>
                  <a:pt x="3383026" y="2810853"/>
                  <a:pt x="3383600" y="2818582"/>
                  <a:pt x="3394868" y="2822385"/>
                </a:cubicBezTo>
                <a:cubicBezTo>
                  <a:pt x="3399784" y="2810853"/>
                  <a:pt x="3406788" y="2813944"/>
                  <a:pt x="3406927" y="2804915"/>
                </a:cubicBezTo>
                <a:cubicBezTo>
                  <a:pt x="3402721" y="2796552"/>
                  <a:pt x="3392519" y="2798175"/>
                  <a:pt x="3396940" y="2809369"/>
                </a:cubicBezTo>
                <a:cubicBezTo>
                  <a:pt x="3390633" y="2809584"/>
                  <a:pt x="3390679" y="2799968"/>
                  <a:pt x="3386907" y="2813851"/>
                </a:cubicBezTo>
                <a:cubicBezTo>
                  <a:pt x="3386459" y="2809445"/>
                  <a:pt x="3389257" y="2805256"/>
                  <a:pt x="3385701" y="2800650"/>
                </a:cubicBezTo>
                <a:cubicBezTo>
                  <a:pt x="3378605" y="2801005"/>
                  <a:pt x="3378003" y="2801854"/>
                  <a:pt x="3377090" y="2813125"/>
                </a:cubicBezTo>
                <a:cubicBezTo>
                  <a:pt x="3374044" y="2805844"/>
                  <a:pt x="3372143" y="2798717"/>
                  <a:pt x="3374447" y="2791853"/>
                </a:cubicBezTo>
                <a:cubicBezTo>
                  <a:pt x="3364815" y="2800989"/>
                  <a:pt x="3348536" y="2807003"/>
                  <a:pt x="3334963" y="2794094"/>
                </a:cubicBezTo>
                <a:cubicBezTo>
                  <a:pt x="3337683" y="2804391"/>
                  <a:pt x="3344045" y="2811277"/>
                  <a:pt x="3351209" y="2814142"/>
                </a:cubicBezTo>
                <a:close/>
                <a:moveTo>
                  <a:pt x="3276418" y="2773749"/>
                </a:moveTo>
                <a:cubicBezTo>
                  <a:pt x="3283496" y="2776178"/>
                  <a:pt x="3290439" y="2781556"/>
                  <a:pt x="3297798" y="2772790"/>
                </a:cubicBezTo>
                <a:cubicBezTo>
                  <a:pt x="3295650" y="2764272"/>
                  <a:pt x="3285075" y="2769637"/>
                  <a:pt x="3288305" y="2761552"/>
                </a:cubicBezTo>
                <a:cubicBezTo>
                  <a:pt x="3283776" y="2761273"/>
                  <a:pt x="3276432" y="2767907"/>
                  <a:pt x="3276418" y="2773749"/>
                </a:cubicBezTo>
                <a:close/>
                <a:moveTo>
                  <a:pt x="1651947" y="1837192"/>
                </a:moveTo>
                <a:cubicBezTo>
                  <a:pt x="1657615" y="1840179"/>
                  <a:pt x="1663587" y="1832932"/>
                  <a:pt x="1669210" y="1837026"/>
                </a:cubicBezTo>
                <a:cubicBezTo>
                  <a:pt x="1671034" y="1832773"/>
                  <a:pt x="1666689" y="1828058"/>
                  <a:pt x="1664696" y="1823559"/>
                </a:cubicBezTo>
                <a:cubicBezTo>
                  <a:pt x="1659439" y="1834290"/>
                  <a:pt x="1655064" y="1822401"/>
                  <a:pt x="1646407" y="1829991"/>
                </a:cubicBezTo>
                <a:cubicBezTo>
                  <a:pt x="1648204" y="1834061"/>
                  <a:pt x="1650059" y="1836195"/>
                  <a:pt x="1651947" y="1837192"/>
                </a:cubicBezTo>
                <a:close/>
                <a:moveTo>
                  <a:pt x="1395761" y="1697595"/>
                </a:moveTo>
                <a:cubicBezTo>
                  <a:pt x="1403938" y="1698106"/>
                  <a:pt x="1412085" y="1699807"/>
                  <a:pt x="1420573" y="1691644"/>
                </a:cubicBezTo>
                <a:cubicBezTo>
                  <a:pt x="1416045" y="1678843"/>
                  <a:pt x="1410540" y="1698045"/>
                  <a:pt x="1406056" y="1682645"/>
                </a:cubicBezTo>
                <a:cubicBezTo>
                  <a:pt x="1402639" y="1687623"/>
                  <a:pt x="1399192" y="1692589"/>
                  <a:pt x="1395761" y="1697595"/>
                </a:cubicBezTo>
                <a:close/>
                <a:moveTo>
                  <a:pt x="1831599" y="1949231"/>
                </a:moveTo>
                <a:cubicBezTo>
                  <a:pt x="1836525" y="1954427"/>
                  <a:pt x="1846368" y="1952531"/>
                  <a:pt x="1851308" y="1953576"/>
                </a:cubicBezTo>
                <a:cubicBezTo>
                  <a:pt x="1850673" y="1935131"/>
                  <a:pt x="1835076" y="1948318"/>
                  <a:pt x="1828675" y="1941300"/>
                </a:cubicBezTo>
                <a:cubicBezTo>
                  <a:pt x="1828861" y="1944979"/>
                  <a:pt x="1829956" y="1947500"/>
                  <a:pt x="1831599" y="1949231"/>
                </a:cubicBezTo>
                <a:close/>
                <a:moveTo>
                  <a:pt x="1693232" y="1870833"/>
                </a:moveTo>
                <a:cubicBezTo>
                  <a:pt x="1700396" y="1873699"/>
                  <a:pt x="1708361" y="1872542"/>
                  <a:pt x="1714290" y="1866753"/>
                </a:cubicBezTo>
                <a:cubicBezTo>
                  <a:pt x="1712883" y="1873664"/>
                  <a:pt x="1714120" y="1882756"/>
                  <a:pt x="1720365" y="1883002"/>
                </a:cubicBezTo>
                <a:cubicBezTo>
                  <a:pt x="1725049" y="1867542"/>
                  <a:pt x="1725622" y="1875272"/>
                  <a:pt x="1736892" y="1879076"/>
                </a:cubicBezTo>
                <a:cubicBezTo>
                  <a:pt x="1741807" y="1867542"/>
                  <a:pt x="1748810" y="1870634"/>
                  <a:pt x="1748950" y="1861605"/>
                </a:cubicBezTo>
                <a:cubicBezTo>
                  <a:pt x="1744745" y="1853241"/>
                  <a:pt x="1734543" y="1854864"/>
                  <a:pt x="1738964" y="1866058"/>
                </a:cubicBezTo>
                <a:cubicBezTo>
                  <a:pt x="1732657" y="1866275"/>
                  <a:pt x="1732702" y="1856658"/>
                  <a:pt x="1728930" y="1870542"/>
                </a:cubicBezTo>
                <a:cubicBezTo>
                  <a:pt x="1728482" y="1866135"/>
                  <a:pt x="1731281" y="1861946"/>
                  <a:pt x="1727724" y="1857340"/>
                </a:cubicBezTo>
                <a:cubicBezTo>
                  <a:pt x="1720628" y="1857695"/>
                  <a:pt x="1720026" y="1858544"/>
                  <a:pt x="1719113" y="1869815"/>
                </a:cubicBezTo>
                <a:cubicBezTo>
                  <a:pt x="1716068" y="1862533"/>
                  <a:pt x="1714167" y="1855407"/>
                  <a:pt x="1716470" y="1848543"/>
                </a:cubicBezTo>
                <a:cubicBezTo>
                  <a:pt x="1706839" y="1857679"/>
                  <a:pt x="1690559" y="1863692"/>
                  <a:pt x="1676985" y="1850784"/>
                </a:cubicBezTo>
                <a:cubicBezTo>
                  <a:pt x="1679707" y="1861080"/>
                  <a:pt x="1686068" y="1867967"/>
                  <a:pt x="1693232" y="1870833"/>
                </a:cubicBezTo>
                <a:close/>
                <a:moveTo>
                  <a:pt x="3227090" y="2758363"/>
                </a:moveTo>
                <a:cubicBezTo>
                  <a:pt x="3230001" y="2761856"/>
                  <a:pt x="3237819" y="2756609"/>
                  <a:pt x="3240844" y="2755277"/>
                </a:cubicBezTo>
                <a:cubicBezTo>
                  <a:pt x="3236161" y="2747330"/>
                  <a:pt x="3231011" y="2754798"/>
                  <a:pt x="3226173" y="2751489"/>
                </a:cubicBezTo>
                <a:cubicBezTo>
                  <a:pt x="3225695" y="2755062"/>
                  <a:pt x="3226120" y="2757198"/>
                  <a:pt x="3227090" y="2758363"/>
                </a:cubicBezTo>
                <a:close/>
                <a:moveTo>
                  <a:pt x="3306687" y="2804963"/>
                </a:moveTo>
                <a:cubicBezTo>
                  <a:pt x="3314309" y="2808966"/>
                  <a:pt x="3314695" y="2798981"/>
                  <a:pt x="3320292" y="2790306"/>
                </a:cubicBezTo>
                <a:cubicBezTo>
                  <a:pt x="3315933" y="2788869"/>
                  <a:pt x="3311525" y="2790724"/>
                  <a:pt x="3307197" y="2789302"/>
                </a:cubicBezTo>
                <a:cubicBezTo>
                  <a:pt x="3302728" y="2794189"/>
                  <a:pt x="3309778" y="2800001"/>
                  <a:pt x="3306687" y="2804963"/>
                </a:cubicBezTo>
                <a:close/>
                <a:moveTo>
                  <a:pt x="1618440" y="1830440"/>
                </a:moveTo>
                <a:cubicBezTo>
                  <a:pt x="1625521" y="1832866"/>
                  <a:pt x="1632462" y="1838246"/>
                  <a:pt x="1639821" y="1829480"/>
                </a:cubicBezTo>
                <a:cubicBezTo>
                  <a:pt x="1637672" y="1820963"/>
                  <a:pt x="1627098" y="1826326"/>
                  <a:pt x="1630328" y="1818242"/>
                </a:cubicBezTo>
                <a:cubicBezTo>
                  <a:pt x="1625799" y="1817963"/>
                  <a:pt x="1618455" y="1824596"/>
                  <a:pt x="1618440" y="1830440"/>
                </a:cubicBezTo>
                <a:close/>
                <a:moveTo>
                  <a:pt x="4617580" y="3568620"/>
                </a:moveTo>
                <a:cubicBezTo>
                  <a:pt x="4625450" y="3561199"/>
                  <a:pt x="4616761" y="3545895"/>
                  <a:pt x="4611352" y="3557658"/>
                </a:cubicBezTo>
                <a:cubicBezTo>
                  <a:pt x="4613423" y="3561337"/>
                  <a:pt x="4615509" y="3565036"/>
                  <a:pt x="4617580" y="3568620"/>
                </a:cubicBezTo>
                <a:close/>
                <a:moveTo>
                  <a:pt x="1569113" y="1815052"/>
                </a:moveTo>
                <a:cubicBezTo>
                  <a:pt x="1572025" y="1818545"/>
                  <a:pt x="1579843" y="1813299"/>
                  <a:pt x="1582868" y="1811966"/>
                </a:cubicBezTo>
                <a:cubicBezTo>
                  <a:pt x="1578184" y="1804020"/>
                  <a:pt x="1573036" y="1811486"/>
                  <a:pt x="1568197" y="1808177"/>
                </a:cubicBezTo>
                <a:cubicBezTo>
                  <a:pt x="1567718" y="1811753"/>
                  <a:pt x="1568143" y="1813888"/>
                  <a:pt x="1569113" y="1815052"/>
                </a:cubicBezTo>
                <a:close/>
                <a:moveTo>
                  <a:pt x="1648710" y="1861652"/>
                </a:moveTo>
                <a:cubicBezTo>
                  <a:pt x="1656333" y="1865656"/>
                  <a:pt x="1656719" y="1855669"/>
                  <a:pt x="1662315" y="1846996"/>
                </a:cubicBezTo>
                <a:cubicBezTo>
                  <a:pt x="1657955" y="1845559"/>
                  <a:pt x="1653549" y="1847413"/>
                  <a:pt x="1649220" y="1845991"/>
                </a:cubicBezTo>
                <a:cubicBezTo>
                  <a:pt x="1644752" y="1850876"/>
                  <a:pt x="1651802" y="1856689"/>
                  <a:pt x="1648710" y="1861652"/>
                </a:cubicBezTo>
                <a:close/>
                <a:moveTo>
                  <a:pt x="1324121" y="1676261"/>
                </a:moveTo>
                <a:cubicBezTo>
                  <a:pt x="1328388" y="1680019"/>
                  <a:pt x="1332857" y="1676926"/>
                  <a:pt x="1337432" y="1672024"/>
                </a:cubicBezTo>
                <a:cubicBezTo>
                  <a:pt x="1333876" y="1661744"/>
                  <a:pt x="1329687" y="1673617"/>
                  <a:pt x="1326178" y="1663321"/>
                </a:cubicBezTo>
                <a:cubicBezTo>
                  <a:pt x="1324477" y="1667527"/>
                  <a:pt x="1326208" y="1672025"/>
                  <a:pt x="1324121" y="1676261"/>
                </a:cubicBezTo>
                <a:close/>
                <a:moveTo>
                  <a:pt x="4583430" y="3558091"/>
                </a:moveTo>
                <a:cubicBezTo>
                  <a:pt x="4587652" y="3554088"/>
                  <a:pt x="4586909" y="3549636"/>
                  <a:pt x="4588734" y="3545384"/>
                </a:cubicBezTo>
                <a:cubicBezTo>
                  <a:pt x="4583539" y="3536386"/>
                  <a:pt x="4577880" y="3541967"/>
                  <a:pt x="4572176" y="3549357"/>
                </a:cubicBezTo>
                <a:cubicBezTo>
                  <a:pt x="4575887" y="3553560"/>
                  <a:pt x="4579921" y="3547224"/>
                  <a:pt x="4583430" y="3558091"/>
                </a:cubicBezTo>
                <a:close/>
                <a:moveTo>
                  <a:pt x="3160839" y="2739013"/>
                </a:moveTo>
                <a:cubicBezTo>
                  <a:pt x="3162491" y="2738673"/>
                  <a:pt x="3164173" y="2737296"/>
                  <a:pt x="3165758" y="2738904"/>
                </a:cubicBezTo>
                <a:cubicBezTo>
                  <a:pt x="3168925" y="2732303"/>
                  <a:pt x="3158924" y="2719441"/>
                  <a:pt x="3156096" y="2732905"/>
                </a:cubicBezTo>
                <a:cubicBezTo>
                  <a:pt x="3157563" y="2738657"/>
                  <a:pt x="3159187" y="2739353"/>
                  <a:pt x="3160839" y="2739013"/>
                </a:cubicBezTo>
                <a:close/>
                <a:moveTo>
                  <a:pt x="3182901" y="2752785"/>
                </a:moveTo>
                <a:cubicBezTo>
                  <a:pt x="3185788" y="2757401"/>
                  <a:pt x="3193542" y="2754434"/>
                  <a:pt x="3196659" y="2749171"/>
                </a:cubicBezTo>
                <a:cubicBezTo>
                  <a:pt x="3191899" y="2744501"/>
                  <a:pt x="3186797" y="2750098"/>
                  <a:pt x="3181990" y="2745443"/>
                </a:cubicBezTo>
                <a:cubicBezTo>
                  <a:pt x="3181518" y="2748864"/>
                  <a:pt x="3181939" y="2751246"/>
                  <a:pt x="3182901" y="2752785"/>
                </a:cubicBezTo>
                <a:close/>
                <a:moveTo>
                  <a:pt x="2917616" y="2602766"/>
                </a:moveTo>
                <a:lnTo>
                  <a:pt x="2922421" y="2602629"/>
                </a:lnTo>
                <a:cubicBezTo>
                  <a:pt x="2924998" y="2602540"/>
                  <a:pt x="2927560" y="2602808"/>
                  <a:pt x="2929940" y="2603984"/>
                </a:cubicBezTo>
                <a:lnTo>
                  <a:pt x="2929954" y="2604000"/>
                </a:lnTo>
                <a:lnTo>
                  <a:pt x="2930758" y="2602072"/>
                </a:lnTo>
                <a:cubicBezTo>
                  <a:pt x="2928160" y="2597574"/>
                  <a:pt x="2925447" y="2596720"/>
                  <a:pt x="2922670" y="2597914"/>
                </a:cubicBezTo>
                <a:close/>
                <a:moveTo>
                  <a:pt x="1222052" y="1628962"/>
                </a:moveTo>
                <a:cubicBezTo>
                  <a:pt x="1213658" y="1622207"/>
                  <a:pt x="1223782" y="1616843"/>
                  <a:pt x="1217676" y="1610242"/>
                </a:cubicBezTo>
                <a:cubicBezTo>
                  <a:pt x="1222206" y="1603207"/>
                  <a:pt x="1223737" y="1609840"/>
                  <a:pt x="1224570" y="1600270"/>
                </a:cubicBezTo>
                <a:cubicBezTo>
                  <a:pt x="1225763" y="1609917"/>
                  <a:pt x="1234851" y="1604182"/>
                  <a:pt x="1230802" y="1611261"/>
                </a:cubicBezTo>
                <a:cubicBezTo>
                  <a:pt x="1221650" y="1606563"/>
                  <a:pt x="1224294" y="1614370"/>
                  <a:pt x="1227215" y="1621527"/>
                </a:cubicBezTo>
                <a:cubicBezTo>
                  <a:pt x="1225483" y="1624016"/>
                  <a:pt x="1223751" y="1626489"/>
                  <a:pt x="1222052" y="1628962"/>
                </a:cubicBezTo>
                <a:close/>
                <a:moveTo>
                  <a:pt x="3332530" y="2847628"/>
                </a:moveTo>
                <a:cubicBezTo>
                  <a:pt x="3334437" y="2847929"/>
                  <a:pt x="3336370" y="2847391"/>
                  <a:pt x="3338225" y="2849471"/>
                </a:cubicBezTo>
                <a:cubicBezTo>
                  <a:pt x="3342661" y="2845404"/>
                  <a:pt x="3336492" y="2821629"/>
                  <a:pt x="3345242" y="2834261"/>
                </a:cubicBezTo>
                <a:cubicBezTo>
                  <a:pt x="3347019" y="2832683"/>
                  <a:pt x="3346264" y="2830825"/>
                  <a:pt x="3345413" y="2829049"/>
                </a:cubicBezTo>
                <a:cubicBezTo>
                  <a:pt x="3346527" y="2827395"/>
                  <a:pt x="3347686" y="2825694"/>
                  <a:pt x="3348844" y="2824024"/>
                </a:cubicBezTo>
                <a:cubicBezTo>
                  <a:pt x="3346124" y="2823562"/>
                  <a:pt x="3343479" y="2820501"/>
                  <a:pt x="3340868" y="2815538"/>
                </a:cubicBezTo>
                <a:cubicBezTo>
                  <a:pt x="3335272" y="2823870"/>
                  <a:pt x="3334962" y="2832575"/>
                  <a:pt x="3326985" y="2840767"/>
                </a:cubicBezTo>
                <a:cubicBezTo>
                  <a:pt x="3328740" y="2846193"/>
                  <a:pt x="3330622" y="2847329"/>
                  <a:pt x="3332530" y="2847628"/>
                </a:cubicBezTo>
                <a:close/>
                <a:moveTo>
                  <a:pt x="2925454" y="2614781"/>
                </a:moveTo>
                <a:lnTo>
                  <a:pt x="2926122" y="2613180"/>
                </a:lnTo>
                <a:lnTo>
                  <a:pt x="2926505" y="2610017"/>
                </a:lnTo>
                <a:lnTo>
                  <a:pt x="2921774" y="2610229"/>
                </a:lnTo>
                <a:close/>
                <a:moveTo>
                  <a:pt x="1502862" y="1795703"/>
                </a:moveTo>
                <a:cubicBezTo>
                  <a:pt x="1504515" y="1795363"/>
                  <a:pt x="1506196" y="1793987"/>
                  <a:pt x="1507780" y="1795594"/>
                </a:cubicBezTo>
                <a:cubicBezTo>
                  <a:pt x="1510949" y="1788992"/>
                  <a:pt x="1500948" y="1776130"/>
                  <a:pt x="1498119" y="1789595"/>
                </a:cubicBezTo>
                <a:cubicBezTo>
                  <a:pt x="1499587" y="1795347"/>
                  <a:pt x="1501211" y="1796043"/>
                  <a:pt x="1502862" y="1795703"/>
                </a:cubicBezTo>
                <a:close/>
                <a:moveTo>
                  <a:pt x="1524925" y="1809474"/>
                </a:moveTo>
                <a:cubicBezTo>
                  <a:pt x="1527811" y="1814091"/>
                  <a:pt x="1535565" y="1811123"/>
                  <a:pt x="1538684" y="1805858"/>
                </a:cubicBezTo>
                <a:cubicBezTo>
                  <a:pt x="1533924" y="1801190"/>
                  <a:pt x="1528821" y="1806787"/>
                  <a:pt x="1524014" y="1802133"/>
                </a:cubicBezTo>
                <a:cubicBezTo>
                  <a:pt x="1523542" y="1805554"/>
                  <a:pt x="1523963" y="1807936"/>
                  <a:pt x="1524925" y="1809474"/>
                </a:cubicBezTo>
                <a:close/>
                <a:moveTo>
                  <a:pt x="1674552" y="1904318"/>
                </a:moveTo>
                <a:cubicBezTo>
                  <a:pt x="1676460" y="1904618"/>
                  <a:pt x="1678392" y="1904081"/>
                  <a:pt x="1680248" y="1906162"/>
                </a:cubicBezTo>
                <a:cubicBezTo>
                  <a:pt x="1684684" y="1902094"/>
                  <a:pt x="1678517" y="1878318"/>
                  <a:pt x="1687266" y="1890949"/>
                </a:cubicBezTo>
                <a:cubicBezTo>
                  <a:pt x="1689043" y="1889371"/>
                  <a:pt x="1688287" y="1887516"/>
                  <a:pt x="1687437" y="1885738"/>
                </a:cubicBezTo>
                <a:cubicBezTo>
                  <a:pt x="1688550" y="1884084"/>
                  <a:pt x="1689709" y="1882383"/>
                  <a:pt x="1690868" y="1880713"/>
                </a:cubicBezTo>
                <a:cubicBezTo>
                  <a:pt x="1688148" y="1880251"/>
                  <a:pt x="1685504" y="1877190"/>
                  <a:pt x="1682892" y="1872226"/>
                </a:cubicBezTo>
                <a:cubicBezTo>
                  <a:pt x="1677295" y="1880559"/>
                  <a:pt x="1676986" y="1889263"/>
                  <a:pt x="1669008" y="1897457"/>
                </a:cubicBezTo>
                <a:cubicBezTo>
                  <a:pt x="1670763" y="1902882"/>
                  <a:pt x="1672645" y="1904019"/>
                  <a:pt x="1674552" y="1904318"/>
                </a:cubicBezTo>
                <a:close/>
                <a:moveTo>
                  <a:pt x="1250140" y="1659728"/>
                </a:moveTo>
                <a:cubicBezTo>
                  <a:pt x="1258014" y="1662477"/>
                  <a:pt x="1270994" y="1653300"/>
                  <a:pt x="1278392" y="1667481"/>
                </a:cubicBezTo>
                <a:cubicBezTo>
                  <a:pt x="1280448" y="1639189"/>
                  <a:pt x="1253934" y="1653613"/>
                  <a:pt x="1244365" y="1651695"/>
                </a:cubicBezTo>
                <a:cubicBezTo>
                  <a:pt x="1245458" y="1656570"/>
                  <a:pt x="1247516" y="1658812"/>
                  <a:pt x="1250140" y="1659728"/>
                </a:cubicBezTo>
                <a:close/>
                <a:moveTo>
                  <a:pt x="3121296" y="2743325"/>
                </a:moveTo>
                <a:cubicBezTo>
                  <a:pt x="3123568" y="2740016"/>
                  <a:pt x="3125857" y="2736693"/>
                  <a:pt x="3128143" y="2733385"/>
                </a:cubicBezTo>
                <a:cubicBezTo>
                  <a:pt x="3124356" y="2731547"/>
                  <a:pt x="3120739" y="2724682"/>
                  <a:pt x="3116596" y="2735068"/>
                </a:cubicBezTo>
                <a:cubicBezTo>
                  <a:pt x="3118157" y="2737821"/>
                  <a:pt x="3119734" y="2740573"/>
                  <a:pt x="3121296" y="2743325"/>
                </a:cubicBezTo>
                <a:close/>
                <a:moveTo>
                  <a:pt x="1101874" y="1582839"/>
                </a:moveTo>
                <a:cubicBezTo>
                  <a:pt x="1110021" y="1584493"/>
                  <a:pt x="1118030" y="1591434"/>
                  <a:pt x="1126393" y="1587369"/>
                </a:cubicBezTo>
                <a:cubicBezTo>
                  <a:pt x="1118539" y="1575542"/>
                  <a:pt x="1110223" y="1577798"/>
                  <a:pt x="1101874" y="1582839"/>
                </a:cubicBezTo>
                <a:close/>
                <a:moveTo>
                  <a:pt x="4510164" y="3553184"/>
                </a:moveTo>
                <a:cubicBezTo>
                  <a:pt x="4515530" y="3556797"/>
                  <a:pt x="4525388" y="3547246"/>
                  <a:pt x="4531117" y="3548800"/>
                </a:cubicBezTo>
                <a:cubicBezTo>
                  <a:pt x="4529988" y="3529213"/>
                  <a:pt x="4513569" y="3551552"/>
                  <a:pt x="4506613" y="3544285"/>
                </a:cubicBezTo>
                <a:cubicBezTo>
                  <a:pt x="4507085" y="3549314"/>
                  <a:pt x="4508374" y="3551981"/>
                  <a:pt x="4510164" y="3553184"/>
                </a:cubicBezTo>
                <a:close/>
                <a:moveTo>
                  <a:pt x="1226123" y="1658157"/>
                </a:moveTo>
                <a:cubicBezTo>
                  <a:pt x="1231735" y="1641122"/>
                  <a:pt x="1233110" y="1651958"/>
                  <a:pt x="1241273" y="1646193"/>
                </a:cubicBezTo>
                <a:cubicBezTo>
                  <a:pt x="1238521" y="1645728"/>
                  <a:pt x="1235908" y="1642698"/>
                  <a:pt x="1233297" y="1637706"/>
                </a:cubicBezTo>
                <a:cubicBezTo>
                  <a:pt x="1225844" y="1647831"/>
                  <a:pt x="1219150" y="1634628"/>
                  <a:pt x="1211777" y="1643935"/>
                </a:cubicBezTo>
                <a:cubicBezTo>
                  <a:pt x="1218115" y="1654479"/>
                  <a:pt x="1223989" y="1641491"/>
                  <a:pt x="1226123" y="1658157"/>
                </a:cubicBezTo>
                <a:close/>
                <a:moveTo>
                  <a:pt x="1264802" y="1682181"/>
                </a:moveTo>
                <a:cubicBezTo>
                  <a:pt x="1270599" y="1677358"/>
                  <a:pt x="1265174" y="1671731"/>
                  <a:pt x="1268528" y="1666707"/>
                </a:cubicBezTo>
                <a:cubicBezTo>
                  <a:pt x="1261464" y="1661343"/>
                  <a:pt x="1264183" y="1670433"/>
                  <a:pt x="1256827" y="1673679"/>
                </a:cubicBezTo>
                <a:cubicBezTo>
                  <a:pt x="1259361" y="1680513"/>
                  <a:pt x="1262144" y="1679276"/>
                  <a:pt x="1264802" y="1682181"/>
                </a:cubicBezTo>
                <a:close/>
                <a:moveTo>
                  <a:pt x="1463319" y="1800015"/>
                </a:moveTo>
                <a:cubicBezTo>
                  <a:pt x="1465591" y="1796706"/>
                  <a:pt x="1467880" y="1793383"/>
                  <a:pt x="1470167" y="1790074"/>
                </a:cubicBezTo>
                <a:cubicBezTo>
                  <a:pt x="1466380" y="1788235"/>
                  <a:pt x="1462763" y="1781371"/>
                  <a:pt x="1458619" y="1791758"/>
                </a:cubicBezTo>
                <a:cubicBezTo>
                  <a:pt x="1460181" y="1794511"/>
                  <a:pt x="1461758" y="1797262"/>
                  <a:pt x="1463319" y="1800015"/>
                </a:cubicBezTo>
                <a:close/>
                <a:moveTo>
                  <a:pt x="3170889" y="2786582"/>
                </a:moveTo>
                <a:cubicBezTo>
                  <a:pt x="3180722" y="2783149"/>
                  <a:pt x="3175204" y="2773920"/>
                  <a:pt x="3179810" y="2763640"/>
                </a:cubicBezTo>
                <a:cubicBezTo>
                  <a:pt x="3172420" y="2754826"/>
                  <a:pt x="3164397" y="2766515"/>
                  <a:pt x="3157177" y="2751364"/>
                </a:cubicBezTo>
                <a:cubicBezTo>
                  <a:pt x="3151952" y="2757950"/>
                  <a:pt x="3147592" y="2764629"/>
                  <a:pt x="3153267" y="2772109"/>
                </a:cubicBezTo>
                <a:cubicBezTo>
                  <a:pt x="3158446" y="2764382"/>
                  <a:pt x="3163253" y="2768184"/>
                  <a:pt x="3168261" y="2765386"/>
                </a:cubicBezTo>
                <a:cubicBezTo>
                  <a:pt x="3169483" y="2772481"/>
                  <a:pt x="3163285" y="2778990"/>
                  <a:pt x="3170889" y="2786582"/>
                </a:cubicBezTo>
                <a:close/>
                <a:moveTo>
                  <a:pt x="2860596" y="2609200"/>
                </a:moveTo>
                <a:lnTo>
                  <a:pt x="2860898" y="2609071"/>
                </a:lnTo>
                <a:lnTo>
                  <a:pt x="2861775" y="2599172"/>
                </a:lnTo>
                <a:lnTo>
                  <a:pt x="2858718" y="2600491"/>
                </a:lnTo>
                <a:close/>
                <a:moveTo>
                  <a:pt x="3188471" y="2801664"/>
                </a:moveTo>
                <a:cubicBezTo>
                  <a:pt x="3192978" y="2800452"/>
                  <a:pt x="3196422" y="2789086"/>
                  <a:pt x="3196629" y="2804392"/>
                </a:cubicBezTo>
                <a:cubicBezTo>
                  <a:pt x="3200465" y="2801453"/>
                  <a:pt x="3205488" y="2791683"/>
                  <a:pt x="3207267" y="2778944"/>
                </a:cubicBezTo>
                <a:cubicBezTo>
                  <a:pt x="3220005" y="2774955"/>
                  <a:pt x="3232621" y="2773054"/>
                  <a:pt x="3244740" y="2789704"/>
                </a:cubicBezTo>
                <a:cubicBezTo>
                  <a:pt x="3247616" y="2785546"/>
                  <a:pt x="3250490" y="2781387"/>
                  <a:pt x="3253318" y="2777231"/>
                </a:cubicBezTo>
                <a:cubicBezTo>
                  <a:pt x="3259627" y="2782023"/>
                  <a:pt x="3264993" y="2815506"/>
                  <a:pt x="3277190" y="2802721"/>
                </a:cubicBezTo>
                <a:cubicBezTo>
                  <a:pt x="3274593" y="2797915"/>
                  <a:pt x="3271903" y="2797450"/>
                  <a:pt x="3269075" y="2799490"/>
                </a:cubicBezTo>
                <a:cubicBezTo>
                  <a:pt x="3265518" y="2780382"/>
                  <a:pt x="3283003" y="2789457"/>
                  <a:pt x="3289047" y="2790494"/>
                </a:cubicBezTo>
                <a:cubicBezTo>
                  <a:pt x="3288707" y="2781989"/>
                  <a:pt x="3267480" y="2769762"/>
                  <a:pt x="3266120" y="2788747"/>
                </a:cubicBezTo>
                <a:cubicBezTo>
                  <a:pt x="3259318" y="2775017"/>
                  <a:pt x="3272166" y="2755877"/>
                  <a:pt x="3280019" y="2763530"/>
                </a:cubicBezTo>
                <a:cubicBezTo>
                  <a:pt x="3279865" y="2747221"/>
                  <a:pt x="3264808" y="2763376"/>
                  <a:pt x="3258963" y="2754038"/>
                </a:cubicBezTo>
                <a:cubicBezTo>
                  <a:pt x="3257046" y="2760501"/>
                  <a:pt x="3261545" y="2759418"/>
                  <a:pt x="3263663" y="2762280"/>
                </a:cubicBezTo>
                <a:cubicBezTo>
                  <a:pt x="3257370" y="2770318"/>
                  <a:pt x="3251433" y="2766933"/>
                  <a:pt x="3245204" y="2773982"/>
                </a:cubicBezTo>
                <a:cubicBezTo>
                  <a:pt x="3241540" y="2768447"/>
                  <a:pt x="3250584" y="2763918"/>
                  <a:pt x="3252238" y="2758769"/>
                </a:cubicBezTo>
                <a:cubicBezTo>
                  <a:pt x="3238897" y="2760378"/>
                  <a:pt x="3219434" y="2784726"/>
                  <a:pt x="3209477" y="2760703"/>
                </a:cubicBezTo>
                <a:cubicBezTo>
                  <a:pt x="3203031" y="2777367"/>
                  <a:pt x="3194512" y="2784928"/>
                  <a:pt x="3183691" y="2798130"/>
                </a:cubicBezTo>
                <a:cubicBezTo>
                  <a:pt x="3185348" y="2801346"/>
                  <a:pt x="3186968" y="2802071"/>
                  <a:pt x="3188471" y="2801664"/>
                </a:cubicBezTo>
                <a:close/>
                <a:moveTo>
                  <a:pt x="1148052" y="1631106"/>
                </a:moveTo>
                <a:cubicBezTo>
                  <a:pt x="1156710" y="1633470"/>
                  <a:pt x="1165336" y="1639408"/>
                  <a:pt x="1174442" y="1627889"/>
                </a:cubicBezTo>
                <a:cubicBezTo>
                  <a:pt x="1170406" y="1616711"/>
                  <a:pt x="1165522" y="1632574"/>
                  <a:pt x="1161333" y="1626883"/>
                </a:cubicBezTo>
                <a:cubicBezTo>
                  <a:pt x="1156649" y="1620390"/>
                  <a:pt x="1172417" y="1615489"/>
                  <a:pt x="1163526" y="1608642"/>
                </a:cubicBezTo>
                <a:cubicBezTo>
                  <a:pt x="1159338" y="1625461"/>
                  <a:pt x="1150527" y="1619834"/>
                  <a:pt x="1148052" y="1631106"/>
                </a:cubicBezTo>
                <a:close/>
                <a:moveTo>
                  <a:pt x="1512913" y="1843272"/>
                </a:moveTo>
                <a:cubicBezTo>
                  <a:pt x="1522745" y="1839839"/>
                  <a:pt x="1517227" y="1830610"/>
                  <a:pt x="1521833" y="1820330"/>
                </a:cubicBezTo>
                <a:cubicBezTo>
                  <a:pt x="1514444" y="1811517"/>
                  <a:pt x="1506421" y="1823203"/>
                  <a:pt x="1499199" y="1808055"/>
                </a:cubicBezTo>
                <a:cubicBezTo>
                  <a:pt x="1493976" y="1814640"/>
                  <a:pt x="1489615" y="1821319"/>
                  <a:pt x="1495289" y="1828802"/>
                </a:cubicBezTo>
                <a:cubicBezTo>
                  <a:pt x="1500470" y="1821071"/>
                  <a:pt x="1505277" y="1824874"/>
                  <a:pt x="1510286" y="1822075"/>
                </a:cubicBezTo>
                <a:cubicBezTo>
                  <a:pt x="1511506" y="1829172"/>
                  <a:pt x="1505307" y="1835681"/>
                  <a:pt x="1512913" y="1843272"/>
                </a:cubicBezTo>
                <a:close/>
                <a:moveTo>
                  <a:pt x="3122023" y="2772297"/>
                </a:moveTo>
                <a:cubicBezTo>
                  <a:pt x="3127804" y="2780522"/>
                  <a:pt x="3135673" y="2762340"/>
                  <a:pt x="3127527" y="2754347"/>
                </a:cubicBezTo>
                <a:cubicBezTo>
                  <a:pt x="3120692" y="2759930"/>
                  <a:pt x="3122347" y="2766206"/>
                  <a:pt x="3122023" y="2772297"/>
                </a:cubicBezTo>
                <a:close/>
                <a:moveTo>
                  <a:pt x="1202826" y="1666845"/>
                </a:moveTo>
                <a:cubicBezTo>
                  <a:pt x="1208298" y="1657648"/>
                  <a:pt x="1208746" y="1648095"/>
                  <a:pt x="1205360" y="1638215"/>
                </a:cubicBezTo>
                <a:cubicBezTo>
                  <a:pt x="1199192" y="1638987"/>
                  <a:pt x="1195388" y="1656859"/>
                  <a:pt x="1202826" y="1666845"/>
                </a:cubicBezTo>
                <a:close/>
                <a:moveTo>
                  <a:pt x="3162050" y="2799237"/>
                </a:moveTo>
                <a:cubicBezTo>
                  <a:pt x="3165343" y="2801400"/>
                  <a:pt x="3169321" y="2801793"/>
                  <a:pt x="3172142" y="2799816"/>
                </a:cubicBezTo>
                <a:cubicBezTo>
                  <a:pt x="3163113" y="2797357"/>
                  <a:pt x="3164891" y="2775420"/>
                  <a:pt x="3156064" y="2788051"/>
                </a:cubicBezTo>
                <a:cubicBezTo>
                  <a:pt x="3156149" y="2793144"/>
                  <a:pt x="3158757" y="2797075"/>
                  <a:pt x="3162050" y="2799237"/>
                </a:cubicBezTo>
                <a:close/>
                <a:moveTo>
                  <a:pt x="1530493" y="1858356"/>
                </a:moveTo>
                <a:cubicBezTo>
                  <a:pt x="1535000" y="1857142"/>
                  <a:pt x="1538444" y="1845777"/>
                  <a:pt x="1538653" y="1861081"/>
                </a:cubicBezTo>
                <a:cubicBezTo>
                  <a:pt x="1542488" y="1858145"/>
                  <a:pt x="1547512" y="1848373"/>
                  <a:pt x="1549290" y="1835633"/>
                </a:cubicBezTo>
                <a:cubicBezTo>
                  <a:pt x="1562028" y="1831646"/>
                  <a:pt x="1574644" y="1829742"/>
                  <a:pt x="1586763" y="1846394"/>
                </a:cubicBezTo>
                <a:cubicBezTo>
                  <a:pt x="1589640" y="1842236"/>
                  <a:pt x="1592514" y="1838076"/>
                  <a:pt x="1595342" y="1833918"/>
                </a:cubicBezTo>
                <a:cubicBezTo>
                  <a:pt x="1601651" y="1838711"/>
                  <a:pt x="1607016" y="1872195"/>
                  <a:pt x="1619213" y="1859411"/>
                </a:cubicBezTo>
                <a:cubicBezTo>
                  <a:pt x="1616616" y="1854603"/>
                  <a:pt x="1613927" y="1854139"/>
                  <a:pt x="1611097" y="1856180"/>
                </a:cubicBezTo>
                <a:cubicBezTo>
                  <a:pt x="1607541" y="1837071"/>
                  <a:pt x="1625027" y="1846146"/>
                  <a:pt x="1631071" y="1847182"/>
                </a:cubicBezTo>
                <a:cubicBezTo>
                  <a:pt x="1630731" y="1838680"/>
                  <a:pt x="1609504" y="1826451"/>
                  <a:pt x="1608144" y="1845435"/>
                </a:cubicBezTo>
                <a:cubicBezTo>
                  <a:pt x="1601342" y="1831707"/>
                  <a:pt x="1614188" y="1812568"/>
                  <a:pt x="1622042" y="1820221"/>
                </a:cubicBezTo>
                <a:cubicBezTo>
                  <a:pt x="1621888" y="1803910"/>
                  <a:pt x="1606831" y="1820066"/>
                  <a:pt x="1600986" y="1810729"/>
                </a:cubicBezTo>
                <a:cubicBezTo>
                  <a:pt x="1599070" y="1817190"/>
                  <a:pt x="1603569" y="1816107"/>
                  <a:pt x="1605687" y="1818969"/>
                </a:cubicBezTo>
                <a:cubicBezTo>
                  <a:pt x="1599394" y="1827007"/>
                  <a:pt x="1593457" y="1823621"/>
                  <a:pt x="1587227" y="1830672"/>
                </a:cubicBezTo>
                <a:cubicBezTo>
                  <a:pt x="1583563" y="1825137"/>
                  <a:pt x="1592608" y="1820606"/>
                  <a:pt x="1594262" y="1815459"/>
                </a:cubicBezTo>
                <a:cubicBezTo>
                  <a:pt x="1580921" y="1817067"/>
                  <a:pt x="1561457" y="1841416"/>
                  <a:pt x="1551501" y="1817391"/>
                </a:cubicBezTo>
                <a:cubicBezTo>
                  <a:pt x="1545054" y="1834057"/>
                  <a:pt x="1536535" y="1841617"/>
                  <a:pt x="1525714" y="1854820"/>
                </a:cubicBezTo>
                <a:cubicBezTo>
                  <a:pt x="1527372" y="1858037"/>
                  <a:pt x="1528992" y="1858760"/>
                  <a:pt x="1530493" y="1858356"/>
                </a:cubicBezTo>
                <a:close/>
                <a:moveTo>
                  <a:pt x="3116056" y="2780141"/>
                </a:moveTo>
                <a:cubicBezTo>
                  <a:pt x="3117932" y="2781419"/>
                  <a:pt x="3119850" y="2781240"/>
                  <a:pt x="3121867" y="2777523"/>
                </a:cubicBezTo>
                <a:cubicBezTo>
                  <a:pt x="3121542" y="2770505"/>
                  <a:pt x="3117632" y="2763207"/>
                  <a:pt x="3119256" y="2756325"/>
                </a:cubicBezTo>
                <a:cubicBezTo>
                  <a:pt x="3114989" y="2752014"/>
                  <a:pt x="3114988" y="2769654"/>
                  <a:pt x="3110489" y="2774029"/>
                </a:cubicBezTo>
                <a:cubicBezTo>
                  <a:pt x="3112344" y="2776132"/>
                  <a:pt x="3114180" y="2778863"/>
                  <a:pt x="3116056" y="2780141"/>
                </a:cubicBezTo>
                <a:close/>
                <a:moveTo>
                  <a:pt x="1464046" y="1828987"/>
                </a:moveTo>
                <a:cubicBezTo>
                  <a:pt x="1469827" y="1837212"/>
                  <a:pt x="1477695" y="1819033"/>
                  <a:pt x="1469549" y="1811038"/>
                </a:cubicBezTo>
                <a:cubicBezTo>
                  <a:pt x="1462715" y="1816619"/>
                  <a:pt x="1464370" y="1822897"/>
                  <a:pt x="1464046" y="1828987"/>
                </a:cubicBezTo>
                <a:close/>
                <a:moveTo>
                  <a:pt x="1504074" y="1855927"/>
                </a:moveTo>
                <a:cubicBezTo>
                  <a:pt x="1507367" y="1858090"/>
                  <a:pt x="1511344" y="1858484"/>
                  <a:pt x="1514165" y="1856505"/>
                </a:cubicBezTo>
                <a:cubicBezTo>
                  <a:pt x="1505137" y="1854047"/>
                  <a:pt x="1506914" y="1832110"/>
                  <a:pt x="1498088" y="1844740"/>
                </a:cubicBezTo>
                <a:cubicBezTo>
                  <a:pt x="1498172" y="1849835"/>
                  <a:pt x="1500781" y="1853765"/>
                  <a:pt x="1504074" y="1855927"/>
                </a:cubicBezTo>
                <a:close/>
                <a:moveTo>
                  <a:pt x="3170632" y="2819648"/>
                </a:moveTo>
                <a:cubicBezTo>
                  <a:pt x="3173120" y="2823864"/>
                  <a:pt x="3180439" y="2820687"/>
                  <a:pt x="3183211" y="2813823"/>
                </a:cubicBezTo>
                <a:cubicBezTo>
                  <a:pt x="3181139" y="2810142"/>
                  <a:pt x="3179052" y="2806462"/>
                  <a:pt x="3176980" y="2802831"/>
                </a:cubicBezTo>
                <a:cubicBezTo>
                  <a:pt x="3176379" y="2805195"/>
                  <a:pt x="3174244" y="2819233"/>
                  <a:pt x="3170100" y="2812832"/>
                </a:cubicBezTo>
                <a:cubicBezTo>
                  <a:pt x="3169509" y="2816017"/>
                  <a:pt x="3169802" y="2818243"/>
                  <a:pt x="3170632" y="2819648"/>
                </a:cubicBezTo>
                <a:close/>
                <a:moveTo>
                  <a:pt x="1458079" y="1836831"/>
                </a:moveTo>
                <a:cubicBezTo>
                  <a:pt x="1459955" y="1838109"/>
                  <a:pt x="1461872" y="1837931"/>
                  <a:pt x="1463890" y="1834212"/>
                </a:cubicBezTo>
                <a:cubicBezTo>
                  <a:pt x="1463565" y="1827195"/>
                  <a:pt x="1459655" y="1819897"/>
                  <a:pt x="1461279" y="1813017"/>
                </a:cubicBezTo>
                <a:cubicBezTo>
                  <a:pt x="1457011" y="1808705"/>
                  <a:pt x="1457012" y="1826344"/>
                  <a:pt x="1452512" y="1830718"/>
                </a:cubicBezTo>
                <a:cubicBezTo>
                  <a:pt x="1454367" y="1832821"/>
                  <a:pt x="1456203" y="1835553"/>
                  <a:pt x="1458079" y="1836831"/>
                </a:cubicBezTo>
                <a:close/>
                <a:moveTo>
                  <a:pt x="3108456" y="2792111"/>
                </a:moveTo>
                <a:cubicBezTo>
                  <a:pt x="3111410" y="2797824"/>
                  <a:pt x="3122095" y="2791652"/>
                  <a:pt x="3126397" y="2791004"/>
                </a:cubicBezTo>
                <a:cubicBezTo>
                  <a:pt x="3127171" y="2779842"/>
                  <a:pt x="3113256" y="2793385"/>
                  <a:pt x="3108603" y="2781789"/>
                </a:cubicBezTo>
                <a:cubicBezTo>
                  <a:pt x="3107345" y="2786982"/>
                  <a:pt x="3107472" y="2790205"/>
                  <a:pt x="3108456" y="2792111"/>
                </a:cubicBezTo>
                <a:close/>
                <a:moveTo>
                  <a:pt x="1512655" y="1876337"/>
                </a:moveTo>
                <a:cubicBezTo>
                  <a:pt x="1515144" y="1880552"/>
                  <a:pt x="1522462" y="1877376"/>
                  <a:pt x="1525235" y="1870513"/>
                </a:cubicBezTo>
                <a:cubicBezTo>
                  <a:pt x="1523162" y="1866832"/>
                  <a:pt x="1521075" y="1863153"/>
                  <a:pt x="1519004" y="1859520"/>
                </a:cubicBezTo>
                <a:cubicBezTo>
                  <a:pt x="1518402" y="1861885"/>
                  <a:pt x="1516268" y="1875923"/>
                  <a:pt x="1512123" y="1869522"/>
                </a:cubicBezTo>
                <a:cubicBezTo>
                  <a:pt x="1511533" y="1872706"/>
                  <a:pt x="1511825" y="1874932"/>
                  <a:pt x="1512655" y="1876337"/>
                </a:cubicBezTo>
                <a:close/>
                <a:moveTo>
                  <a:pt x="2776390" y="2610425"/>
                </a:moveTo>
                <a:lnTo>
                  <a:pt x="2777750" y="2610263"/>
                </a:lnTo>
                <a:lnTo>
                  <a:pt x="2784425" y="2609570"/>
                </a:lnTo>
                <a:lnTo>
                  <a:pt x="2780458" y="2605053"/>
                </a:lnTo>
                <a:cubicBezTo>
                  <a:pt x="2778332" y="2602721"/>
                  <a:pt x="2776167" y="2601763"/>
                  <a:pt x="2773857" y="2606045"/>
                </a:cubicBezTo>
                <a:close/>
                <a:moveTo>
                  <a:pt x="1103250" y="1646021"/>
                </a:moveTo>
                <a:cubicBezTo>
                  <a:pt x="1103806" y="1642544"/>
                  <a:pt x="1104410" y="1639097"/>
                  <a:pt x="1106852" y="1635759"/>
                </a:cubicBezTo>
                <a:cubicBezTo>
                  <a:pt x="1102677" y="1629127"/>
                  <a:pt x="1098288" y="1628786"/>
                  <a:pt x="1093727" y="1634754"/>
                </a:cubicBezTo>
                <a:cubicBezTo>
                  <a:pt x="1096803" y="1641910"/>
                  <a:pt x="1100003" y="1644941"/>
                  <a:pt x="1103250" y="1646021"/>
                </a:cubicBezTo>
                <a:close/>
                <a:moveTo>
                  <a:pt x="1229168" y="1718821"/>
                </a:moveTo>
                <a:cubicBezTo>
                  <a:pt x="1231811" y="1712916"/>
                  <a:pt x="1236000" y="1707105"/>
                  <a:pt x="1231363" y="1700581"/>
                </a:cubicBezTo>
                <a:cubicBezTo>
                  <a:pt x="1228534" y="1704739"/>
                  <a:pt x="1225658" y="1708913"/>
                  <a:pt x="1222768" y="1713086"/>
                </a:cubicBezTo>
                <a:cubicBezTo>
                  <a:pt x="1224825" y="1718249"/>
                  <a:pt x="1227097" y="1715467"/>
                  <a:pt x="1229168" y="1718821"/>
                </a:cubicBezTo>
                <a:close/>
                <a:moveTo>
                  <a:pt x="1164578" y="1682260"/>
                </a:moveTo>
                <a:cubicBezTo>
                  <a:pt x="1171412" y="1689958"/>
                  <a:pt x="1172385" y="1676710"/>
                  <a:pt x="1173173" y="1669815"/>
                </a:cubicBezTo>
                <a:cubicBezTo>
                  <a:pt x="1169077" y="1664048"/>
                  <a:pt x="1164718" y="1679181"/>
                  <a:pt x="1164578" y="1682260"/>
                </a:cubicBezTo>
                <a:close/>
                <a:moveTo>
                  <a:pt x="1450480" y="1848798"/>
                </a:moveTo>
                <a:cubicBezTo>
                  <a:pt x="1453434" y="1854512"/>
                  <a:pt x="1464119" y="1848342"/>
                  <a:pt x="1468420" y="1847693"/>
                </a:cubicBezTo>
                <a:cubicBezTo>
                  <a:pt x="1469194" y="1836531"/>
                  <a:pt x="1455280" y="1850074"/>
                  <a:pt x="1450627" y="1838479"/>
                </a:cubicBezTo>
                <a:cubicBezTo>
                  <a:pt x="1449371" y="1843668"/>
                  <a:pt x="1449496" y="1846894"/>
                  <a:pt x="1450480" y="1848798"/>
                </a:cubicBezTo>
                <a:close/>
                <a:moveTo>
                  <a:pt x="3211116" y="2868501"/>
                </a:moveTo>
                <a:cubicBezTo>
                  <a:pt x="3213403" y="2865178"/>
                  <a:pt x="3215707" y="2861838"/>
                  <a:pt x="3218009" y="2858516"/>
                </a:cubicBezTo>
                <a:cubicBezTo>
                  <a:pt x="3214408" y="2850523"/>
                  <a:pt x="3210482" y="2852981"/>
                  <a:pt x="3206431" y="2860262"/>
                </a:cubicBezTo>
                <a:cubicBezTo>
                  <a:pt x="3207977" y="2863031"/>
                  <a:pt x="3209554" y="2865751"/>
                  <a:pt x="3211116" y="2868501"/>
                </a:cubicBezTo>
                <a:close/>
                <a:moveTo>
                  <a:pt x="1018978" y="1607947"/>
                </a:moveTo>
                <a:cubicBezTo>
                  <a:pt x="1020557" y="1603602"/>
                  <a:pt x="1008839" y="1585266"/>
                  <a:pt x="1004462" y="1598950"/>
                </a:cubicBezTo>
                <a:cubicBezTo>
                  <a:pt x="1009192" y="1605692"/>
                  <a:pt x="1014016" y="1608675"/>
                  <a:pt x="1018978" y="1607947"/>
                </a:cubicBezTo>
                <a:close/>
                <a:moveTo>
                  <a:pt x="2996067" y="2754637"/>
                </a:moveTo>
                <a:cubicBezTo>
                  <a:pt x="2999050" y="2749611"/>
                  <a:pt x="3000752" y="2744508"/>
                  <a:pt x="2999809" y="2739158"/>
                </a:cubicBezTo>
                <a:cubicBezTo>
                  <a:pt x="2997274" y="2743271"/>
                  <a:pt x="2994090" y="2732897"/>
                  <a:pt x="2998264" y="2736407"/>
                </a:cubicBezTo>
                <a:cubicBezTo>
                  <a:pt x="2999856" y="2738015"/>
                  <a:pt x="3001525" y="2737504"/>
                  <a:pt x="3003242" y="2734181"/>
                </a:cubicBezTo>
                <a:cubicBezTo>
                  <a:pt x="3008776" y="2740119"/>
                  <a:pt x="3001324" y="2758191"/>
                  <a:pt x="2996067" y="2754637"/>
                </a:cubicBezTo>
                <a:close/>
                <a:moveTo>
                  <a:pt x="1122133" y="1673549"/>
                </a:moveTo>
                <a:cubicBezTo>
                  <a:pt x="1124256" y="1675872"/>
                  <a:pt x="1126455" y="1675636"/>
                  <a:pt x="1128851" y="1668994"/>
                </a:cubicBezTo>
                <a:cubicBezTo>
                  <a:pt x="1124537" y="1666569"/>
                  <a:pt x="1120503" y="1654170"/>
                  <a:pt x="1115880" y="1662735"/>
                </a:cubicBezTo>
                <a:cubicBezTo>
                  <a:pt x="1117967" y="1666339"/>
                  <a:pt x="1120011" y="1671224"/>
                  <a:pt x="1122133" y="1673549"/>
                </a:cubicBezTo>
                <a:close/>
                <a:moveTo>
                  <a:pt x="1553138" y="1925193"/>
                </a:moveTo>
                <a:cubicBezTo>
                  <a:pt x="1555426" y="1921870"/>
                  <a:pt x="1557730" y="1918530"/>
                  <a:pt x="1560034" y="1915204"/>
                </a:cubicBezTo>
                <a:cubicBezTo>
                  <a:pt x="1556432" y="1907211"/>
                  <a:pt x="1552505" y="1909670"/>
                  <a:pt x="1548453" y="1916956"/>
                </a:cubicBezTo>
                <a:cubicBezTo>
                  <a:pt x="1550001" y="1919720"/>
                  <a:pt x="1551577" y="1922441"/>
                  <a:pt x="1553138" y="1925193"/>
                </a:cubicBezTo>
                <a:close/>
                <a:moveTo>
                  <a:pt x="989620" y="1600372"/>
                </a:moveTo>
                <a:cubicBezTo>
                  <a:pt x="994043" y="1599878"/>
                  <a:pt x="998341" y="1602242"/>
                  <a:pt x="1002917" y="1596151"/>
                </a:cubicBezTo>
                <a:cubicBezTo>
                  <a:pt x="997136" y="1588730"/>
                  <a:pt x="1000475" y="1582003"/>
                  <a:pt x="993703" y="1574477"/>
                </a:cubicBezTo>
                <a:cubicBezTo>
                  <a:pt x="989283" y="1582855"/>
                  <a:pt x="993007" y="1591884"/>
                  <a:pt x="989620" y="1600372"/>
                </a:cubicBezTo>
                <a:close/>
                <a:moveTo>
                  <a:pt x="3018562" y="2772180"/>
                </a:moveTo>
                <a:cubicBezTo>
                  <a:pt x="3006628" y="2769706"/>
                  <a:pt x="3016368" y="2750598"/>
                  <a:pt x="3024036" y="2754184"/>
                </a:cubicBezTo>
                <a:cubicBezTo>
                  <a:pt x="3017202" y="2759781"/>
                  <a:pt x="3021174" y="2766216"/>
                  <a:pt x="3018562" y="2772180"/>
                </a:cubicBezTo>
                <a:close/>
                <a:moveTo>
                  <a:pt x="3611101" y="3114928"/>
                </a:moveTo>
                <a:cubicBezTo>
                  <a:pt x="3620068" y="3124496"/>
                  <a:pt x="3637583" y="3106734"/>
                  <a:pt x="3631569" y="3090240"/>
                </a:cubicBezTo>
                <a:cubicBezTo>
                  <a:pt x="3628013" y="3098402"/>
                  <a:pt x="3624768" y="3098123"/>
                  <a:pt x="3621706" y="3089498"/>
                </a:cubicBezTo>
                <a:cubicBezTo>
                  <a:pt x="3620577" y="3103766"/>
                  <a:pt x="3621073" y="3104585"/>
                  <a:pt x="3611101" y="3114928"/>
                </a:cubicBezTo>
                <a:close/>
                <a:moveTo>
                  <a:pt x="1252740" y="1754786"/>
                </a:moveTo>
                <a:cubicBezTo>
                  <a:pt x="1257888" y="1747089"/>
                  <a:pt x="1262897" y="1744614"/>
                  <a:pt x="1267721" y="1748078"/>
                </a:cubicBezTo>
                <a:cubicBezTo>
                  <a:pt x="1262464" y="1758358"/>
                  <a:pt x="1257548" y="1758591"/>
                  <a:pt x="1252740" y="1754786"/>
                </a:cubicBezTo>
                <a:close/>
                <a:moveTo>
                  <a:pt x="1057428" y="1646762"/>
                </a:moveTo>
                <a:cubicBezTo>
                  <a:pt x="1059487" y="1649483"/>
                  <a:pt x="1062056" y="1650800"/>
                  <a:pt x="1065296" y="1650939"/>
                </a:cubicBezTo>
                <a:cubicBezTo>
                  <a:pt x="1070474" y="1639410"/>
                  <a:pt x="1059962" y="1641184"/>
                  <a:pt x="1060920" y="1632218"/>
                </a:cubicBezTo>
                <a:cubicBezTo>
                  <a:pt x="1070290" y="1620330"/>
                  <a:pt x="1070274" y="1635820"/>
                  <a:pt x="1077170" y="1638695"/>
                </a:cubicBezTo>
                <a:cubicBezTo>
                  <a:pt x="1080462" y="1635061"/>
                  <a:pt x="1078993" y="1627626"/>
                  <a:pt x="1082349" y="1631227"/>
                </a:cubicBezTo>
                <a:cubicBezTo>
                  <a:pt x="1079504" y="1614749"/>
                  <a:pt x="1061910" y="1619988"/>
                  <a:pt x="1052633" y="1634168"/>
                </a:cubicBezTo>
                <a:cubicBezTo>
                  <a:pt x="1053825" y="1639917"/>
                  <a:pt x="1055371" y="1644041"/>
                  <a:pt x="1057428" y="1646762"/>
                </a:cubicBezTo>
                <a:close/>
                <a:moveTo>
                  <a:pt x="1338091" y="1811325"/>
                </a:moveTo>
                <a:cubicBezTo>
                  <a:pt x="1341074" y="1806300"/>
                  <a:pt x="1342776" y="1801198"/>
                  <a:pt x="1341832" y="1795849"/>
                </a:cubicBezTo>
                <a:cubicBezTo>
                  <a:pt x="1339297" y="1799962"/>
                  <a:pt x="1336113" y="1789588"/>
                  <a:pt x="1340288" y="1793098"/>
                </a:cubicBezTo>
                <a:cubicBezTo>
                  <a:pt x="1341879" y="1794705"/>
                  <a:pt x="1343548" y="1794195"/>
                  <a:pt x="1345265" y="1790871"/>
                </a:cubicBezTo>
                <a:cubicBezTo>
                  <a:pt x="1350799" y="1796808"/>
                  <a:pt x="1343348" y="1814879"/>
                  <a:pt x="1338091" y="1811325"/>
                </a:cubicBezTo>
                <a:close/>
                <a:moveTo>
                  <a:pt x="976357" y="1604670"/>
                </a:moveTo>
                <a:cubicBezTo>
                  <a:pt x="981150" y="1594003"/>
                  <a:pt x="980717" y="1582947"/>
                  <a:pt x="990256" y="1579485"/>
                </a:cubicBezTo>
                <a:cubicBezTo>
                  <a:pt x="984566" y="1558028"/>
                  <a:pt x="975027" y="1586133"/>
                  <a:pt x="963727" y="1587911"/>
                </a:cubicBezTo>
                <a:cubicBezTo>
                  <a:pt x="969941" y="1596863"/>
                  <a:pt x="974054" y="1591281"/>
                  <a:pt x="976357" y="1604670"/>
                </a:cubicBezTo>
                <a:close/>
                <a:moveTo>
                  <a:pt x="1360586" y="1828868"/>
                </a:moveTo>
                <a:cubicBezTo>
                  <a:pt x="1348651" y="1826395"/>
                  <a:pt x="1358391" y="1807289"/>
                  <a:pt x="1366058" y="1810876"/>
                </a:cubicBezTo>
                <a:cubicBezTo>
                  <a:pt x="1359226" y="1816470"/>
                  <a:pt x="1363199" y="1822902"/>
                  <a:pt x="1360586" y="1828868"/>
                </a:cubicBezTo>
                <a:close/>
                <a:moveTo>
                  <a:pt x="1244299" y="1762037"/>
                </a:moveTo>
                <a:cubicBezTo>
                  <a:pt x="1241687" y="1755868"/>
                  <a:pt x="1253838" y="1732507"/>
                  <a:pt x="1252894" y="1749561"/>
                </a:cubicBezTo>
                <a:cubicBezTo>
                  <a:pt x="1247871" y="1742001"/>
                  <a:pt x="1252741" y="1769860"/>
                  <a:pt x="1244299" y="1762037"/>
                </a:cubicBezTo>
                <a:close/>
                <a:moveTo>
                  <a:pt x="1953125" y="2171617"/>
                </a:moveTo>
                <a:cubicBezTo>
                  <a:pt x="1962091" y="2181186"/>
                  <a:pt x="1979605" y="2163427"/>
                  <a:pt x="1973594" y="2146928"/>
                </a:cubicBezTo>
                <a:cubicBezTo>
                  <a:pt x="1970037" y="2155091"/>
                  <a:pt x="1966791" y="2154814"/>
                  <a:pt x="1963730" y="2146187"/>
                </a:cubicBezTo>
                <a:cubicBezTo>
                  <a:pt x="1962600" y="2160456"/>
                  <a:pt x="1963095" y="2161275"/>
                  <a:pt x="1953125" y="2171617"/>
                </a:cubicBezTo>
                <a:close/>
                <a:moveTo>
                  <a:pt x="4384033" y="3576768"/>
                </a:moveTo>
                <a:cubicBezTo>
                  <a:pt x="4388269" y="3582473"/>
                  <a:pt x="4392860" y="3575207"/>
                  <a:pt x="4397158" y="3577804"/>
                </a:cubicBezTo>
                <a:cubicBezTo>
                  <a:pt x="4403511" y="3565345"/>
                  <a:pt x="4383476" y="3560334"/>
                  <a:pt x="4384033" y="3576768"/>
                </a:cubicBezTo>
                <a:close/>
                <a:moveTo>
                  <a:pt x="850198" y="1538913"/>
                </a:moveTo>
                <a:cubicBezTo>
                  <a:pt x="847437" y="1539667"/>
                  <a:pt x="844746" y="1538058"/>
                  <a:pt x="842135" y="1533837"/>
                </a:cubicBezTo>
                <a:cubicBezTo>
                  <a:pt x="847824" y="1526725"/>
                  <a:pt x="853142" y="1531767"/>
                  <a:pt x="858691" y="1529833"/>
                </a:cubicBezTo>
                <a:cubicBezTo>
                  <a:pt x="855793" y="1535051"/>
                  <a:pt x="852960" y="1538163"/>
                  <a:pt x="850198" y="1538913"/>
                </a:cubicBezTo>
                <a:close/>
                <a:moveTo>
                  <a:pt x="3004316" y="2783404"/>
                </a:moveTo>
                <a:lnTo>
                  <a:pt x="3010566" y="2777664"/>
                </a:lnTo>
                <a:cubicBezTo>
                  <a:pt x="3013089" y="2777856"/>
                  <a:pt x="3014870" y="2780354"/>
                  <a:pt x="3013248" y="2784944"/>
                </a:cubicBezTo>
                <a:close/>
                <a:moveTo>
                  <a:pt x="3003429" y="2784218"/>
                </a:moveTo>
                <a:lnTo>
                  <a:pt x="3002565" y="2783103"/>
                </a:lnTo>
                <a:lnTo>
                  <a:pt x="3004316" y="2783404"/>
                </a:lnTo>
                <a:close/>
                <a:moveTo>
                  <a:pt x="2952007" y="2761075"/>
                </a:moveTo>
                <a:cubicBezTo>
                  <a:pt x="2953055" y="2760941"/>
                  <a:pt x="2954469" y="2759680"/>
                  <a:pt x="2956572" y="2756793"/>
                </a:cubicBezTo>
                <a:cubicBezTo>
                  <a:pt x="2956835" y="2748831"/>
                  <a:pt x="2948951" y="2733557"/>
                  <a:pt x="2943773" y="2745321"/>
                </a:cubicBezTo>
                <a:cubicBezTo>
                  <a:pt x="2949013" y="2751745"/>
                  <a:pt x="2948862" y="2761481"/>
                  <a:pt x="2952007" y="2761075"/>
                </a:cubicBezTo>
                <a:close/>
                <a:moveTo>
                  <a:pt x="2927277" y="2749433"/>
                </a:moveTo>
                <a:lnTo>
                  <a:pt x="2939750" y="2739246"/>
                </a:lnTo>
                <a:lnTo>
                  <a:pt x="2930266" y="2740028"/>
                </a:lnTo>
                <a:lnTo>
                  <a:pt x="2929535" y="2741082"/>
                </a:lnTo>
                <a:lnTo>
                  <a:pt x="2929207" y="2740116"/>
                </a:lnTo>
                <a:lnTo>
                  <a:pt x="2926417" y="2740347"/>
                </a:lnTo>
                <a:close/>
                <a:moveTo>
                  <a:pt x="2726057" y="2633456"/>
                </a:moveTo>
                <a:cubicBezTo>
                  <a:pt x="2728175" y="2636309"/>
                  <a:pt x="2730382" y="2635919"/>
                  <a:pt x="2732596" y="2635140"/>
                </a:cubicBezTo>
                <a:lnTo>
                  <a:pt x="2736847" y="2634723"/>
                </a:lnTo>
                <a:lnTo>
                  <a:pt x="2736857" y="2634716"/>
                </a:lnTo>
                <a:lnTo>
                  <a:pt x="2736858" y="2634721"/>
                </a:lnTo>
                <a:lnTo>
                  <a:pt x="2739181" y="2634493"/>
                </a:lnTo>
                <a:lnTo>
                  <a:pt x="2735167" y="2624107"/>
                </a:lnTo>
                <a:lnTo>
                  <a:pt x="2733633" y="2623486"/>
                </a:lnTo>
                <a:lnTo>
                  <a:pt x="2728767" y="2624933"/>
                </a:lnTo>
                <a:cubicBezTo>
                  <a:pt x="2727064" y="2626582"/>
                  <a:pt x="2725917" y="2629349"/>
                  <a:pt x="2726057" y="2633456"/>
                </a:cubicBezTo>
                <a:close/>
                <a:moveTo>
                  <a:pt x="993518" y="1634908"/>
                </a:moveTo>
                <a:cubicBezTo>
                  <a:pt x="998882" y="1638432"/>
                  <a:pt x="1004386" y="1637258"/>
                  <a:pt x="1010058" y="1630918"/>
                </a:cubicBezTo>
                <a:cubicBezTo>
                  <a:pt x="1006347" y="1626190"/>
                  <a:pt x="1005544" y="1621783"/>
                  <a:pt x="1008807" y="1617670"/>
                </a:cubicBezTo>
                <a:cubicBezTo>
                  <a:pt x="1003163" y="1605351"/>
                  <a:pt x="997058" y="1608595"/>
                  <a:pt x="991027" y="1608395"/>
                </a:cubicBezTo>
                <a:cubicBezTo>
                  <a:pt x="988615" y="1622510"/>
                  <a:pt x="1000721" y="1608905"/>
                  <a:pt x="1003813" y="1619897"/>
                </a:cubicBezTo>
                <a:cubicBezTo>
                  <a:pt x="1006456" y="1630163"/>
                  <a:pt x="996084" y="1629744"/>
                  <a:pt x="993518" y="1634908"/>
                </a:cubicBezTo>
                <a:close/>
                <a:moveTo>
                  <a:pt x="1346341" y="1840091"/>
                </a:moveTo>
                <a:lnTo>
                  <a:pt x="1352589" y="1834354"/>
                </a:lnTo>
                <a:cubicBezTo>
                  <a:pt x="1355113" y="1834546"/>
                  <a:pt x="1356894" y="1837042"/>
                  <a:pt x="1355272" y="1841633"/>
                </a:cubicBezTo>
                <a:close/>
                <a:moveTo>
                  <a:pt x="1345454" y="1840905"/>
                </a:moveTo>
                <a:lnTo>
                  <a:pt x="1344589" y="1839789"/>
                </a:lnTo>
                <a:lnTo>
                  <a:pt x="1346341" y="1840091"/>
                </a:lnTo>
                <a:close/>
                <a:moveTo>
                  <a:pt x="2711627" y="2632832"/>
                </a:moveTo>
                <a:lnTo>
                  <a:pt x="2712327" y="2630036"/>
                </a:lnTo>
                <a:lnTo>
                  <a:pt x="2705296" y="2627645"/>
                </a:lnTo>
                <a:lnTo>
                  <a:pt x="2705083" y="2627715"/>
                </a:lnTo>
                <a:lnTo>
                  <a:pt x="2706980" y="2630013"/>
                </a:lnTo>
                <a:cubicBezTo>
                  <a:pt x="2708829" y="2632225"/>
                  <a:pt x="2710400" y="2633626"/>
                  <a:pt x="2711627" y="2632832"/>
                </a:cubicBezTo>
                <a:close/>
                <a:moveTo>
                  <a:pt x="1135353" y="1724673"/>
                </a:moveTo>
                <a:cubicBezTo>
                  <a:pt x="1141800" y="1719029"/>
                  <a:pt x="1134394" y="1712352"/>
                  <a:pt x="1140811" y="1706708"/>
                </a:cubicBezTo>
                <a:cubicBezTo>
                  <a:pt x="1143453" y="1710065"/>
                  <a:pt x="1146283" y="1707280"/>
                  <a:pt x="1148958" y="1709955"/>
                </a:cubicBezTo>
                <a:cubicBezTo>
                  <a:pt x="1140966" y="1717638"/>
                  <a:pt x="1140703" y="1724132"/>
                  <a:pt x="1135353" y="1724673"/>
                </a:cubicBezTo>
                <a:close/>
                <a:moveTo>
                  <a:pt x="1294031" y="1817764"/>
                </a:moveTo>
                <a:cubicBezTo>
                  <a:pt x="1295079" y="1817629"/>
                  <a:pt x="1296494" y="1816368"/>
                  <a:pt x="1298596" y="1813482"/>
                </a:cubicBezTo>
                <a:cubicBezTo>
                  <a:pt x="1298859" y="1805520"/>
                  <a:pt x="1290975" y="1790246"/>
                  <a:pt x="1285796" y="1802011"/>
                </a:cubicBezTo>
                <a:cubicBezTo>
                  <a:pt x="1291037" y="1808434"/>
                  <a:pt x="1290887" y="1818169"/>
                  <a:pt x="1294031" y="1817764"/>
                </a:cubicBezTo>
                <a:close/>
                <a:moveTo>
                  <a:pt x="1094944" y="1703166"/>
                </a:moveTo>
                <a:cubicBezTo>
                  <a:pt x="1103694" y="1684877"/>
                  <a:pt x="1111393" y="1701976"/>
                  <a:pt x="1119757" y="1697170"/>
                </a:cubicBezTo>
                <a:cubicBezTo>
                  <a:pt x="1115443" y="1716616"/>
                  <a:pt x="1103385" y="1708130"/>
                  <a:pt x="1094944" y="1703166"/>
                </a:cubicBezTo>
                <a:close/>
                <a:moveTo>
                  <a:pt x="2716954" y="2640482"/>
                </a:moveTo>
                <a:lnTo>
                  <a:pt x="2717632" y="2640660"/>
                </a:lnTo>
                <a:lnTo>
                  <a:pt x="2716629" y="2638345"/>
                </a:lnTo>
                <a:close/>
                <a:moveTo>
                  <a:pt x="1210649" y="1775370"/>
                </a:moveTo>
                <a:lnTo>
                  <a:pt x="1209690" y="1767348"/>
                </a:lnTo>
                <a:cubicBezTo>
                  <a:pt x="1208051" y="1769823"/>
                  <a:pt x="1210246" y="1772667"/>
                  <a:pt x="1211065" y="1775326"/>
                </a:cubicBezTo>
                <a:close/>
                <a:moveTo>
                  <a:pt x="946041" y="1628537"/>
                </a:moveTo>
                <a:cubicBezTo>
                  <a:pt x="951948" y="1632696"/>
                  <a:pt x="958193" y="1625492"/>
                  <a:pt x="964500" y="1616852"/>
                </a:cubicBezTo>
                <a:cubicBezTo>
                  <a:pt x="958779" y="1606464"/>
                  <a:pt x="952333" y="1620020"/>
                  <a:pt x="946041" y="1628537"/>
                </a:cubicBezTo>
                <a:close/>
                <a:moveTo>
                  <a:pt x="2685059" y="2632914"/>
                </a:moveTo>
                <a:lnTo>
                  <a:pt x="2686690" y="2623319"/>
                </a:lnTo>
                <a:lnTo>
                  <a:pt x="2686273" y="2622872"/>
                </a:lnTo>
                <a:lnTo>
                  <a:pt x="2686835" y="2622480"/>
                </a:lnTo>
                <a:lnTo>
                  <a:pt x="2688985" y="2612168"/>
                </a:lnTo>
                <a:cubicBezTo>
                  <a:pt x="2695091" y="2626391"/>
                  <a:pt x="2702281" y="2607067"/>
                  <a:pt x="2708664" y="2613698"/>
                </a:cubicBezTo>
                <a:cubicBezTo>
                  <a:pt x="2706299" y="2619110"/>
                  <a:pt x="2701939" y="2616049"/>
                  <a:pt x="2703486" y="2621198"/>
                </a:cubicBezTo>
                <a:cubicBezTo>
                  <a:pt x="2706717" y="2619714"/>
                  <a:pt x="2708869" y="2619335"/>
                  <a:pt x="2710620" y="2617993"/>
                </a:cubicBezTo>
                <a:lnTo>
                  <a:pt x="2712524" y="2614368"/>
                </a:lnTo>
                <a:lnTo>
                  <a:pt x="2704860" y="2606093"/>
                </a:lnTo>
                <a:cubicBezTo>
                  <a:pt x="2707210" y="2600698"/>
                  <a:pt x="2711584" y="2603744"/>
                  <a:pt x="2709992" y="2598626"/>
                </a:cubicBezTo>
                <a:lnTo>
                  <a:pt x="2709939" y="2598399"/>
                </a:lnTo>
                <a:lnTo>
                  <a:pt x="2701797" y="2598598"/>
                </a:lnTo>
                <a:lnTo>
                  <a:pt x="2701737" y="2600559"/>
                </a:lnTo>
                <a:cubicBezTo>
                  <a:pt x="2692045" y="2612059"/>
                  <a:pt x="2683015" y="2603310"/>
                  <a:pt x="2673647" y="2606279"/>
                </a:cubicBezTo>
                <a:cubicBezTo>
                  <a:pt x="2677713" y="2613621"/>
                  <a:pt x="2683774" y="2621057"/>
                  <a:pt x="2679538" y="2627750"/>
                </a:cubicBezTo>
                <a:lnTo>
                  <a:pt x="2679504" y="2627739"/>
                </a:lnTo>
                <a:close/>
                <a:moveTo>
                  <a:pt x="2883376" y="2747416"/>
                </a:moveTo>
                <a:cubicBezTo>
                  <a:pt x="2884849" y="2748542"/>
                  <a:pt x="2886356" y="2748613"/>
                  <a:pt x="2887932" y="2746388"/>
                </a:cubicBezTo>
                <a:lnTo>
                  <a:pt x="2886264" y="2743660"/>
                </a:lnTo>
                <a:lnTo>
                  <a:pt x="2880664" y="2744121"/>
                </a:lnTo>
                <a:close/>
                <a:moveTo>
                  <a:pt x="3511662" y="3110400"/>
                </a:moveTo>
                <a:cubicBezTo>
                  <a:pt x="3515992" y="3109396"/>
                  <a:pt x="3517496" y="3096508"/>
                  <a:pt x="3521497" y="3089621"/>
                </a:cubicBezTo>
                <a:cubicBezTo>
                  <a:pt x="3516286" y="3080827"/>
                  <a:pt x="3510905" y="3077999"/>
                  <a:pt x="3505262" y="3083099"/>
                </a:cubicBezTo>
                <a:cubicBezTo>
                  <a:pt x="3514988" y="3088030"/>
                  <a:pt x="3511340" y="3096516"/>
                  <a:pt x="3506192" y="3106781"/>
                </a:cubicBezTo>
                <a:cubicBezTo>
                  <a:pt x="3508462" y="3109748"/>
                  <a:pt x="3510219" y="3110734"/>
                  <a:pt x="3511662" y="3110400"/>
                </a:cubicBezTo>
                <a:close/>
                <a:moveTo>
                  <a:pt x="4365142" y="3604189"/>
                </a:moveTo>
                <a:cubicBezTo>
                  <a:pt x="4370258" y="3596911"/>
                  <a:pt x="4363997" y="3575285"/>
                  <a:pt x="4375607" y="3583973"/>
                </a:cubicBezTo>
                <a:cubicBezTo>
                  <a:pt x="4372885" y="3563721"/>
                  <a:pt x="4355215" y="3572005"/>
                  <a:pt x="4346264" y="3576505"/>
                </a:cubicBezTo>
                <a:cubicBezTo>
                  <a:pt x="4346034" y="3591346"/>
                  <a:pt x="4355604" y="3587311"/>
                  <a:pt x="4361106" y="3574973"/>
                </a:cubicBezTo>
                <a:cubicBezTo>
                  <a:pt x="4361818" y="3584667"/>
                  <a:pt x="4359236" y="3594160"/>
                  <a:pt x="4365142" y="3604189"/>
                </a:cubicBezTo>
                <a:close/>
                <a:moveTo>
                  <a:pt x="2950652" y="2790601"/>
                </a:moveTo>
                <a:cubicBezTo>
                  <a:pt x="2971661" y="2790123"/>
                  <a:pt x="3006741" y="2820329"/>
                  <a:pt x="3018241" y="2782702"/>
                </a:cubicBezTo>
                <a:cubicBezTo>
                  <a:pt x="3026110" y="2783106"/>
                  <a:pt x="3018550" y="2791563"/>
                  <a:pt x="3024316" y="2798936"/>
                </a:cubicBezTo>
                <a:cubicBezTo>
                  <a:pt x="3031089" y="2791732"/>
                  <a:pt x="3037502" y="2796571"/>
                  <a:pt x="3044120" y="2795225"/>
                </a:cubicBezTo>
                <a:cubicBezTo>
                  <a:pt x="3045835" y="2784155"/>
                  <a:pt x="3051912" y="2789660"/>
                  <a:pt x="3051140" y="2780045"/>
                </a:cubicBezTo>
                <a:cubicBezTo>
                  <a:pt x="3045742" y="2777556"/>
                  <a:pt x="3040489" y="2770055"/>
                  <a:pt x="3034751" y="2778778"/>
                </a:cubicBezTo>
                <a:cubicBezTo>
                  <a:pt x="3036330" y="2782361"/>
                  <a:pt x="3039467" y="2786150"/>
                  <a:pt x="3037735" y="2789489"/>
                </a:cubicBezTo>
                <a:cubicBezTo>
                  <a:pt x="3033562" y="2782176"/>
                  <a:pt x="3028923" y="2791375"/>
                  <a:pt x="3024779" y="2783291"/>
                </a:cubicBezTo>
                <a:cubicBezTo>
                  <a:pt x="3029989" y="2773135"/>
                  <a:pt x="3024008" y="2762201"/>
                  <a:pt x="3028986" y="2752060"/>
                </a:cubicBezTo>
                <a:cubicBezTo>
                  <a:pt x="3036885" y="2752417"/>
                  <a:pt x="3029358" y="2760873"/>
                  <a:pt x="3035094" y="2768262"/>
                </a:cubicBezTo>
                <a:cubicBezTo>
                  <a:pt x="3044274" y="2748429"/>
                  <a:pt x="3058590" y="2789677"/>
                  <a:pt x="3060059" y="2757054"/>
                </a:cubicBezTo>
                <a:cubicBezTo>
                  <a:pt x="3062719" y="2759497"/>
                  <a:pt x="3065455" y="2759481"/>
                  <a:pt x="3068330" y="2755076"/>
                </a:cubicBezTo>
                <a:cubicBezTo>
                  <a:pt x="3074453" y="2758677"/>
                  <a:pt x="3069768" y="2773860"/>
                  <a:pt x="3076153" y="2768804"/>
                </a:cubicBezTo>
                <a:cubicBezTo>
                  <a:pt x="3078395" y="2765495"/>
                  <a:pt x="3074963" y="2761738"/>
                  <a:pt x="3076463" y="2758322"/>
                </a:cubicBezTo>
                <a:cubicBezTo>
                  <a:pt x="3084006" y="2761709"/>
                  <a:pt x="3091753" y="2759729"/>
                  <a:pt x="3099235" y="2765370"/>
                </a:cubicBezTo>
                <a:cubicBezTo>
                  <a:pt x="3093916" y="2755353"/>
                  <a:pt x="3108230" y="2762945"/>
                  <a:pt x="3102867" y="2755106"/>
                </a:cubicBezTo>
                <a:cubicBezTo>
                  <a:pt x="3095571" y="2760192"/>
                  <a:pt x="3088753" y="2750406"/>
                  <a:pt x="3081764" y="2745629"/>
                </a:cubicBezTo>
                <a:cubicBezTo>
                  <a:pt x="3093389" y="2750732"/>
                  <a:pt x="3096669" y="2741594"/>
                  <a:pt x="3106609" y="2739660"/>
                </a:cubicBezTo>
                <a:cubicBezTo>
                  <a:pt x="3106670" y="2744918"/>
                  <a:pt x="3100750" y="2749710"/>
                  <a:pt x="3106129" y="2755385"/>
                </a:cubicBezTo>
                <a:cubicBezTo>
                  <a:pt x="3108418" y="2752353"/>
                  <a:pt x="3110488" y="2755493"/>
                  <a:pt x="3112840" y="2750653"/>
                </a:cubicBezTo>
                <a:cubicBezTo>
                  <a:pt x="3111819" y="2743572"/>
                  <a:pt x="3115420" y="2736862"/>
                  <a:pt x="3113489" y="2729721"/>
                </a:cubicBezTo>
                <a:cubicBezTo>
                  <a:pt x="3106160" y="2736370"/>
                  <a:pt x="3099436" y="2724265"/>
                  <a:pt x="3091954" y="2735888"/>
                </a:cubicBezTo>
                <a:cubicBezTo>
                  <a:pt x="3088955" y="2732588"/>
                  <a:pt x="3087965" y="2729450"/>
                  <a:pt x="3087265" y="2726335"/>
                </a:cubicBezTo>
                <a:lnTo>
                  <a:pt x="3086951" y="2725333"/>
                </a:lnTo>
                <a:lnTo>
                  <a:pt x="3072071" y="2726853"/>
                </a:lnTo>
                <a:lnTo>
                  <a:pt x="3067597" y="2730483"/>
                </a:lnTo>
                <a:cubicBezTo>
                  <a:pt x="3065218" y="2732327"/>
                  <a:pt x="3062852" y="2733372"/>
                  <a:pt x="3060215" y="2732732"/>
                </a:cubicBezTo>
                <a:lnTo>
                  <a:pt x="3055427" y="2728555"/>
                </a:lnTo>
                <a:lnTo>
                  <a:pt x="2997237" y="2734501"/>
                </a:lnTo>
                <a:lnTo>
                  <a:pt x="2960825" y="2737508"/>
                </a:lnTo>
                <a:lnTo>
                  <a:pt x="2962697" y="2745584"/>
                </a:lnTo>
                <a:cubicBezTo>
                  <a:pt x="2962266" y="2748611"/>
                  <a:pt x="2961837" y="2751636"/>
                  <a:pt x="2964875" y="2754937"/>
                </a:cubicBezTo>
                <a:cubicBezTo>
                  <a:pt x="2972743" y="2757875"/>
                  <a:pt x="2974321" y="2762944"/>
                  <a:pt x="2979870" y="2748258"/>
                </a:cubicBezTo>
                <a:cubicBezTo>
                  <a:pt x="2987508" y="2755818"/>
                  <a:pt x="2981308" y="2762358"/>
                  <a:pt x="2982512" y="2769410"/>
                </a:cubicBezTo>
                <a:cubicBezTo>
                  <a:pt x="2988002" y="2769252"/>
                  <a:pt x="2993521" y="2767196"/>
                  <a:pt x="2999056" y="2765497"/>
                </a:cubicBezTo>
                <a:cubicBezTo>
                  <a:pt x="2995462" y="2771170"/>
                  <a:pt x="2995358" y="2773500"/>
                  <a:pt x="2996751" y="2775587"/>
                </a:cubicBezTo>
                <a:lnTo>
                  <a:pt x="3002565" y="2783103"/>
                </a:lnTo>
                <a:lnTo>
                  <a:pt x="2983824" y="2779866"/>
                </a:lnTo>
                <a:cubicBezTo>
                  <a:pt x="2974064" y="2776647"/>
                  <a:pt x="2964332" y="2772610"/>
                  <a:pt x="2954563" y="2769870"/>
                </a:cubicBezTo>
                <a:cubicBezTo>
                  <a:pt x="2957484" y="2777122"/>
                  <a:pt x="2949740" y="2783553"/>
                  <a:pt x="2950652" y="2790601"/>
                </a:cubicBezTo>
                <a:close/>
                <a:moveTo>
                  <a:pt x="1118644" y="1733868"/>
                </a:moveTo>
                <a:cubicBezTo>
                  <a:pt x="1120916" y="1730544"/>
                  <a:pt x="1117469" y="1726774"/>
                  <a:pt x="1118969" y="1723387"/>
                </a:cubicBezTo>
                <a:cubicBezTo>
                  <a:pt x="1124270" y="1729093"/>
                  <a:pt x="1129806" y="1726726"/>
                  <a:pt x="1135185" y="1729895"/>
                </a:cubicBezTo>
                <a:cubicBezTo>
                  <a:pt x="1129482" y="1736991"/>
                  <a:pt x="1124179" y="1731951"/>
                  <a:pt x="1118644" y="1733868"/>
                </a:cubicBezTo>
                <a:close/>
                <a:moveTo>
                  <a:pt x="2689737" y="2640949"/>
                </a:moveTo>
                <a:cubicBezTo>
                  <a:pt x="2690687" y="2642465"/>
                  <a:pt x="2692034" y="2642966"/>
                  <a:pt x="2693560" y="2642618"/>
                </a:cubicBezTo>
                <a:lnTo>
                  <a:pt x="2701485" y="2633545"/>
                </a:lnTo>
                <a:lnTo>
                  <a:pt x="2694443" y="2631185"/>
                </a:lnTo>
                <a:lnTo>
                  <a:pt x="2688289" y="2633193"/>
                </a:lnTo>
                <a:cubicBezTo>
                  <a:pt x="2688232" y="2636902"/>
                  <a:pt x="2688786" y="2639433"/>
                  <a:pt x="2689737" y="2640949"/>
                </a:cubicBezTo>
                <a:close/>
                <a:moveTo>
                  <a:pt x="2942521" y="2787263"/>
                </a:moveTo>
                <a:cubicBezTo>
                  <a:pt x="2945365" y="2783073"/>
                  <a:pt x="2948240" y="2778961"/>
                  <a:pt x="2951100" y="2774804"/>
                </a:cubicBezTo>
                <a:cubicBezTo>
                  <a:pt x="2947730" y="2759977"/>
                  <a:pt x="2943124" y="2784586"/>
                  <a:pt x="2939537" y="2776534"/>
                </a:cubicBezTo>
                <a:cubicBezTo>
                  <a:pt x="2937760" y="2779902"/>
                  <a:pt x="2940960" y="2783613"/>
                  <a:pt x="2942521" y="2787263"/>
                </a:cubicBezTo>
                <a:close/>
                <a:moveTo>
                  <a:pt x="1070115" y="1709089"/>
                </a:moveTo>
                <a:cubicBezTo>
                  <a:pt x="1071646" y="1704868"/>
                  <a:pt x="1071599" y="1700463"/>
                  <a:pt x="1068862" y="1695857"/>
                </a:cubicBezTo>
                <a:cubicBezTo>
                  <a:pt x="1066221" y="1699658"/>
                  <a:pt x="1058954" y="1696583"/>
                  <a:pt x="1065740" y="1690353"/>
                </a:cubicBezTo>
                <a:cubicBezTo>
                  <a:pt x="1069914" y="1697062"/>
                  <a:pt x="1074305" y="1697434"/>
                  <a:pt x="1078882" y="1691405"/>
                </a:cubicBezTo>
                <a:cubicBezTo>
                  <a:pt x="1080905" y="1695934"/>
                  <a:pt x="1085251" y="1700633"/>
                  <a:pt x="1083379" y="1704885"/>
                </a:cubicBezTo>
                <a:cubicBezTo>
                  <a:pt x="1073546" y="1690120"/>
                  <a:pt x="1075326" y="1707684"/>
                  <a:pt x="1078232" y="1712382"/>
                </a:cubicBezTo>
                <a:cubicBezTo>
                  <a:pt x="1075588" y="1709043"/>
                  <a:pt x="1072759" y="1711811"/>
                  <a:pt x="1070115" y="1709089"/>
                </a:cubicBezTo>
                <a:close/>
                <a:moveTo>
                  <a:pt x="1107111" y="1735646"/>
                </a:moveTo>
                <a:cubicBezTo>
                  <a:pt x="1108566" y="1728040"/>
                  <a:pt x="1102752" y="1714234"/>
                  <a:pt x="1111023" y="1714930"/>
                </a:cubicBezTo>
                <a:cubicBezTo>
                  <a:pt x="1113962" y="1720680"/>
                  <a:pt x="1114101" y="1739325"/>
                  <a:pt x="1107111" y="1735646"/>
                </a:cubicBezTo>
                <a:close/>
                <a:moveTo>
                  <a:pt x="4324406" y="3593154"/>
                </a:moveTo>
                <a:cubicBezTo>
                  <a:pt x="4324484" y="3586257"/>
                  <a:pt x="4330404" y="3576705"/>
                  <a:pt x="4334562" y="3583429"/>
                </a:cubicBezTo>
                <a:cubicBezTo>
                  <a:pt x="4336447" y="3570151"/>
                  <a:pt x="4323989" y="3574633"/>
                  <a:pt x="4319907" y="3579704"/>
                </a:cubicBezTo>
                <a:cubicBezTo>
                  <a:pt x="4319937" y="3584078"/>
                  <a:pt x="4321560" y="3588577"/>
                  <a:pt x="4324406" y="3593154"/>
                </a:cubicBezTo>
                <a:close/>
                <a:moveTo>
                  <a:pt x="1853686" y="2167089"/>
                </a:moveTo>
                <a:cubicBezTo>
                  <a:pt x="1858016" y="2166084"/>
                  <a:pt x="1859520" y="2153198"/>
                  <a:pt x="1863521" y="2146310"/>
                </a:cubicBezTo>
                <a:cubicBezTo>
                  <a:pt x="1858311" y="2137514"/>
                  <a:pt x="1852931" y="2134684"/>
                  <a:pt x="1847288" y="2139784"/>
                </a:cubicBezTo>
                <a:cubicBezTo>
                  <a:pt x="1857013" y="2144718"/>
                  <a:pt x="1853365" y="2153203"/>
                  <a:pt x="1848216" y="2163470"/>
                </a:cubicBezTo>
                <a:cubicBezTo>
                  <a:pt x="1850484" y="2166439"/>
                  <a:pt x="1852242" y="2167424"/>
                  <a:pt x="1853686" y="2167089"/>
                </a:cubicBezTo>
                <a:close/>
                <a:moveTo>
                  <a:pt x="2898662" y="2770705"/>
                </a:moveTo>
                <a:cubicBezTo>
                  <a:pt x="2900115" y="2756437"/>
                  <a:pt x="2903733" y="2756004"/>
                  <a:pt x="2912574" y="2745522"/>
                </a:cubicBezTo>
                <a:cubicBezTo>
                  <a:pt x="2914801" y="2751833"/>
                  <a:pt x="2910488" y="2757611"/>
                  <a:pt x="2916966" y="2764228"/>
                </a:cubicBezTo>
                <a:cubicBezTo>
                  <a:pt x="2921216" y="2760208"/>
                  <a:pt x="2920412" y="2755741"/>
                  <a:pt x="2922268" y="2751537"/>
                </a:cubicBezTo>
                <a:lnTo>
                  <a:pt x="2915004" y="2741288"/>
                </a:lnTo>
                <a:lnTo>
                  <a:pt x="2902301" y="2742337"/>
                </a:lnTo>
                <a:lnTo>
                  <a:pt x="2906035" y="2745044"/>
                </a:lnTo>
                <a:cubicBezTo>
                  <a:pt x="2901522" y="2748661"/>
                  <a:pt x="2897239" y="2745306"/>
                  <a:pt x="2892603" y="2754456"/>
                </a:cubicBezTo>
                <a:cubicBezTo>
                  <a:pt x="2894858" y="2761599"/>
                  <a:pt x="2892709" y="2770474"/>
                  <a:pt x="2898662" y="2770705"/>
                </a:cubicBezTo>
                <a:close/>
                <a:moveTo>
                  <a:pt x="847099" y="1586750"/>
                </a:moveTo>
                <a:cubicBezTo>
                  <a:pt x="849374" y="1577644"/>
                  <a:pt x="838041" y="1565818"/>
                  <a:pt x="834471" y="1569976"/>
                </a:cubicBezTo>
                <a:cubicBezTo>
                  <a:pt x="832181" y="1580320"/>
                  <a:pt x="843792" y="1582406"/>
                  <a:pt x="847099" y="1586750"/>
                </a:cubicBezTo>
                <a:close/>
                <a:moveTo>
                  <a:pt x="2707164" y="2660881"/>
                </a:moveTo>
                <a:lnTo>
                  <a:pt x="2709212" y="2649105"/>
                </a:lnTo>
                <a:lnTo>
                  <a:pt x="2705614" y="2634930"/>
                </a:lnTo>
                <a:lnTo>
                  <a:pt x="2703142" y="2634101"/>
                </a:lnTo>
                <a:lnTo>
                  <a:pt x="2703201" y="2646143"/>
                </a:lnTo>
                <a:cubicBezTo>
                  <a:pt x="2703382" y="2650982"/>
                  <a:pt x="2704213" y="2655864"/>
                  <a:pt x="2707164" y="2660881"/>
                </a:cubicBezTo>
                <a:close/>
                <a:moveTo>
                  <a:pt x="812257" y="1570533"/>
                </a:moveTo>
                <a:cubicBezTo>
                  <a:pt x="815780" y="1571694"/>
                  <a:pt x="819343" y="1571670"/>
                  <a:pt x="822907" y="1571740"/>
                </a:cubicBezTo>
                <a:cubicBezTo>
                  <a:pt x="822659" y="1558722"/>
                  <a:pt x="807894" y="1563654"/>
                  <a:pt x="801851" y="1562216"/>
                </a:cubicBezTo>
                <a:cubicBezTo>
                  <a:pt x="805252" y="1567026"/>
                  <a:pt x="808733" y="1569371"/>
                  <a:pt x="812257" y="1570533"/>
                </a:cubicBezTo>
                <a:close/>
                <a:moveTo>
                  <a:pt x="1284544" y="1843952"/>
                </a:moveTo>
                <a:cubicBezTo>
                  <a:pt x="1287389" y="1839762"/>
                  <a:pt x="1290264" y="1835649"/>
                  <a:pt x="1293125" y="1831490"/>
                </a:cubicBezTo>
                <a:cubicBezTo>
                  <a:pt x="1289754" y="1816664"/>
                  <a:pt x="1285147" y="1841277"/>
                  <a:pt x="1281561" y="1833223"/>
                </a:cubicBezTo>
                <a:cubicBezTo>
                  <a:pt x="1279782" y="1836592"/>
                  <a:pt x="1282983" y="1840303"/>
                  <a:pt x="1284544" y="1843952"/>
                </a:cubicBezTo>
                <a:close/>
                <a:moveTo>
                  <a:pt x="2903330" y="2778962"/>
                </a:moveTo>
                <a:cubicBezTo>
                  <a:pt x="2914151" y="2783505"/>
                  <a:pt x="2925036" y="2785746"/>
                  <a:pt x="2936290" y="2776255"/>
                </a:cubicBezTo>
                <a:cubicBezTo>
                  <a:pt x="2925299" y="2767041"/>
                  <a:pt x="2905510" y="2754318"/>
                  <a:pt x="2903330" y="2778962"/>
                </a:cubicBezTo>
                <a:close/>
                <a:moveTo>
                  <a:pt x="2878981" y="2769160"/>
                </a:moveTo>
                <a:cubicBezTo>
                  <a:pt x="2883403" y="2767489"/>
                  <a:pt x="2887560" y="2775266"/>
                  <a:pt x="2892247" y="2765000"/>
                </a:cubicBezTo>
                <a:cubicBezTo>
                  <a:pt x="2887748" y="2755276"/>
                  <a:pt x="2879306" y="2757053"/>
                  <a:pt x="2878981" y="2769160"/>
                </a:cubicBezTo>
                <a:close/>
                <a:moveTo>
                  <a:pt x="1024416" y="1699218"/>
                </a:moveTo>
                <a:cubicBezTo>
                  <a:pt x="1022216" y="1699590"/>
                  <a:pt x="1020029" y="1699455"/>
                  <a:pt x="1017986" y="1694570"/>
                </a:cubicBezTo>
                <a:cubicBezTo>
                  <a:pt x="1021806" y="1682062"/>
                  <a:pt x="1033092" y="1695143"/>
                  <a:pt x="1030926" y="1700816"/>
                </a:cubicBezTo>
                <a:cubicBezTo>
                  <a:pt x="1028831" y="1697965"/>
                  <a:pt x="1026617" y="1698846"/>
                  <a:pt x="1024416" y="1699218"/>
                </a:cubicBezTo>
                <a:close/>
                <a:moveTo>
                  <a:pt x="2666429" y="2649843"/>
                </a:moveTo>
                <a:cubicBezTo>
                  <a:pt x="2666507" y="2642948"/>
                  <a:pt x="2672428" y="2633394"/>
                  <a:pt x="2676586" y="2640118"/>
                </a:cubicBezTo>
                <a:lnTo>
                  <a:pt x="2676322" y="2638138"/>
                </a:lnTo>
                <a:lnTo>
                  <a:pt x="2675964" y="2637879"/>
                </a:lnTo>
                <a:lnTo>
                  <a:pt x="2676271" y="2637750"/>
                </a:lnTo>
                <a:lnTo>
                  <a:pt x="2675666" y="2633220"/>
                </a:lnTo>
                <a:cubicBezTo>
                  <a:pt x="2672766" y="2629116"/>
                  <a:pt x="2664992" y="2632590"/>
                  <a:pt x="2661930" y="2636394"/>
                </a:cubicBezTo>
                <a:cubicBezTo>
                  <a:pt x="2661960" y="2640768"/>
                  <a:pt x="2663584" y="2645267"/>
                  <a:pt x="2666429" y="2649843"/>
                </a:cubicBezTo>
                <a:close/>
                <a:moveTo>
                  <a:pt x="1063081" y="1724287"/>
                </a:moveTo>
                <a:cubicBezTo>
                  <a:pt x="1058427" y="1719061"/>
                  <a:pt x="1045349" y="1707080"/>
                  <a:pt x="1047638" y="1691618"/>
                </a:cubicBezTo>
                <a:cubicBezTo>
                  <a:pt x="1042212" y="1687460"/>
                  <a:pt x="1028112" y="1689270"/>
                  <a:pt x="1028298" y="1679561"/>
                </a:cubicBezTo>
                <a:cubicBezTo>
                  <a:pt x="1032486" y="1683889"/>
                  <a:pt x="1034249" y="1681524"/>
                  <a:pt x="1035023" y="1674861"/>
                </a:cubicBezTo>
                <a:cubicBezTo>
                  <a:pt x="1045937" y="1674383"/>
                  <a:pt x="1054316" y="1705487"/>
                  <a:pt x="1056247" y="1679145"/>
                </a:cubicBezTo>
                <a:cubicBezTo>
                  <a:pt x="1058892" y="1694248"/>
                  <a:pt x="1063080" y="1709459"/>
                  <a:pt x="1063081" y="1724287"/>
                </a:cubicBezTo>
                <a:close/>
                <a:moveTo>
                  <a:pt x="1240685" y="1827396"/>
                </a:moveTo>
                <a:cubicBezTo>
                  <a:pt x="1242139" y="1813124"/>
                  <a:pt x="1245757" y="1812691"/>
                  <a:pt x="1254600" y="1802210"/>
                </a:cubicBezTo>
                <a:cubicBezTo>
                  <a:pt x="1256826" y="1808518"/>
                  <a:pt x="1252512" y="1814300"/>
                  <a:pt x="1258989" y="1820917"/>
                </a:cubicBezTo>
                <a:cubicBezTo>
                  <a:pt x="1263241" y="1816896"/>
                  <a:pt x="1262438" y="1812428"/>
                  <a:pt x="1264292" y="1808225"/>
                </a:cubicBezTo>
                <a:cubicBezTo>
                  <a:pt x="1257753" y="1798732"/>
                  <a:pt x="1253455" y="1788267"/>
                  <a:pt x="1243360" y="1793490"/>
                </a:cubicBezTo>
                <a:cubicBezTo>
                  <a:pt x="1241474" y="1799954"/>
                  <a:pt x="1245942" y="1798810"/>
                  <a:pt x="1248060" y="1801732"/>
                </a:cubicBezTo>
                <a:cubicBezTo>
                  <a:pt x="1243547" y="1805348"/>
                  <a:pt x="1239263" y="1801993"/>
                  <a:pt x="1234626" y="1811147"/>
                </a:cubicBezTo>
                <a:cubicBezTo>
                  <a:pt x="1236881" y="1818289"/>
                  <a:pt x="1234734" y="1827162"/>
                  <a:pt x="1240685" y="1827396"/>
                </a:cubicBezTo>
                <a:close/>
                <a:moveTo>
                  <a:pt x="1091718" y="1742010"/>
                </a:moveTo>
                <a:cubicBezTo>
                  <a:pt x="1086429" y="1740884"/>
                  <a:pt x="1081841" y="1739040"/>
                  <a:pt x="1080874" y="1733593"/>
                </a:cubicBezTo>
                <a:cubicBezTo>
                  <a:pt x="1088079" y="1742279"/>
                  <a:pt x="1097679" y="1733020"/>
                  <a:pt x="1100693" y="1729881"/>
                </a:cubicBezTo>
                <a:cubicBezTo>
                  <a:pt x="1095452" y="1740690"/>
                  <a:pt x="1111979" y="1736931"/>
                  <a:pt x="1106768" y="1746114"/>
                </a:cubicBezTo>
                <a:cubicBezTo>
                  <a:pt x="1102996" y="1743541"/>
                  <a:pt x="1097006" y="1743134"/>
                  <a:pt x="1091718" y="1742010"/>
                </a:cubicBezTo>
                <a:close/>
                <a:moveTo>
                  <a:pt x="2858238" y="2762715"/>
                </a:moveTo>
                <a:cubicBezTo>
                  <a:pt x="2861948" y="2762375"/>
                  <a:pt x="2865920" y="2753060"/>
                  <a:pt x="2869629" y="2752677"/>
                </a:cubicBezTo>
                <a:cubicBezTo>
                  <a:pt x="2864806" y="2749216"/>
                  <a:pt x="2859797" y="2751690"/>
                  <a:pt x="2854634" y="2759402"/>
                </a:cubicBezTo>
                <a:cubicBezTo>
                  <a:pt x="2855793" y="2761946"/>
                  <a:pt x="2857002" y="2762828"/>
                  <a:pt x="2858238" y="2762715"/>
                </a:cubicBezTo>
                <a:close/>
                <a:moveTo>
                  <a:pt x="1245354" y="1835650"/>
                </a:moveTo>
                <a:cubicBezTo>
                  <a:pt x="1256176" y="1840194"/>
                  <a:pt x="1267059" y="1842435"/>
                  <a:pt x="1278314" y="1832944"/>
                </a:cubicBezTo>
                <a:cubicBezTo>
                  <a:pt x="1267323" y="1823729"/>
                  <a:pt x="1247535" y="1811007"/>
                  <a:pt x="1245354" y="1835650"/>
                </a:cubicBezTo>
                <a:close/>
                <a:moveTo>
                  <a:pt x="2842294" y="2760447"/>
                </a:moveTo>
                <a:cubicBezTo>
                  <a:pt x="2843799" y="2760347"/>
                  <a:pt x="2845303" y="2759094"/>
                  <a:pt x="2846502" y="2756141"/>
                </a:cubicBezTo>
                <a:lnTo>
                  <a:pt x="2839257" y="2747538"/>
                </a:lnTo>
                <a:lnTo>
                  <a:pt x="2836892" y="2747734"/>
                </a:lnTo>
                <a:lnTo>
                  <a:pt x="2836558" y="2754939"/>
                </a:lnTo>
                <a:cubicBezTo>
                  <a:pt x="2837781" y="2758145"/>
                  <a:pt x="2840038" y="2760595"/>
                  <a:pt x="2842294" y="2760447"/>
                </a:cubicBezTo>
                <a:close/>
                <a:moveTo>
                  <a:pt x="1145156" y="1780635"/>
                </a:moveTo>
                <a:cubicBezTo>
                  <a:pt x="1147552" y="1772919"/>
                  <a:pt x="1146981" y="1764944"/>
                  <a:pt x="1154077" y="1757660"/>
                </a:cubicBezTo>
                <a:cubicBezTo>
                  <a:pt x="1162875" y="1785580"/>
                  <a:pt x="1159657" y="1776554"/>
                  <a:pt x="1145156" y="1780635"/>
                </a:cubicBezTo>
                <a:close/>
                <a:moveTo>
                  <a:pt x="1221005" y="1825849"/>
                </a:moveTo>
                <a:cubicBezTo>
                  <a:pt x="1225426" y="1824178"/>
                  <a:pt x="1229585" y="1831955"/>
                  <a:pt x="1234270" y="1821690"/>
                </a:cubicBezTo>
                <a:cubicBezTo>
                  <a:pt x="1229771" y="1811967"/>
                  <a:pt x="1221329" y="1813744"/>
                  <a:pt x="1221005" y="1825849"/>
                </a:cubicBezTo>
                <a:close/>
                <a:moveTo>
                  <a:pt x="2965757" y="2833702"/>
                </a:moveTo>
                <a:cubicBezTo>
                  <a:pt x="2970410" y="2818322"/>
                  <a:pt x="2959588" y="2793291"/>
                  <a:pt x="2948442" y="2808720"/>
                </a:cubicBezTo>
                <a:cubicBezTo>
                  <a:pt x="2962169" y="2817780"/>
                  <a:pt x="2961012" y="2822926"/>
                  <a:pt x="2965757" y="2833702"/>
                </a:cubicBezTo>
                <a:close/>
                <a:moveTo>
                  <a:pt x="2600829" y="2623096"/>
                </a:moveTo>
                <a:cubicBezTo>
                  <a:pt x="2598125" y="2621995"/>
                  <a:pt x="2595459" y="2619499"/>
                  <a:pt x="2592746" y="2618261"/>
                </a:cubicBezTo>
                <a:cubicBezTo>
                  <a:pt x="2598420" y="2611783"/>
                  <a:pt x="2603784" y="2615756"/>
                  <a:pt x="2609135" y="2619558"/>
                </a:cubicBezTo>
                <a:cubicBezTo>
                  <a:pt x="2606273" y="2623904"/>
                  <a:pt x="2603532" y="2624198"/>
                  <a:pt x="2600829" y="2623096"/>
                </a:cubicBezTo>
                <a:close/>
                <a:moveTo>
                  <a:pt x="2826433" y="2754842"/>
                </a:moveTo>
                <a:cubicBezTo>
                  <a:pt x="2827960" y="2754175"/>
                  <a:pt x="2829530" y="2752102"/>
                  <a:pt x="2831118" y="2749509"/>
                </a:cubicBezTo>
                <a:lnTo>
                  <a:pt x="2832009" y="2748136"/>
                </a:lnTo>
                <a:lnTo>
                  <a:pt x="2823022" y="2748879"/>
                </a:lnTo>
                <a:lnTo>
                  <a:pt x="2822015" y="2751735"/>
                </a:lnTo>
                <a:cubicBezTo>
                  <a:pt x="2823425" y="2754770"/>
                  <a:pt x="2824907" y="2755509"/>
                  <a:pt x="2826433" y="2754842"/>
                </a:cubicBezTo>
                <a:close/>
                <a:moveTo>
                  <a:pt x="1200260" y="1819407"/>
                </a:moveTo>
                <a:cubicBezTo>
                  <a:pt x="1203971" y="1819065"/>
                  <a:pt x="1207943" y="1809751"/>
                  <a:pt x="1211652" y="1809368"/>
                </a:cubicBezTo>
                <a:cubicBezTo>
                  <a:pt x="1206830" y="1805906"/>
                  <a:pt x="1201822" y="1808378"/>
                  <a:pt x="1196656" y="1816094"/>
                </a:cubicBezTo>
                <a:cubicBezTo>
                  <a:pt x="1197815" y="1818638"/>
                  <a:pt x="1199023" y="1819519"/>
                  <a:pt x="1200260" y="1819407"/>
                </a:cubicBezTo>
                <a:close/>
                <a:moveTo>
                  <a:pt x="993158" y="1700494"/>
                </a:moveTo>
                <a:cubicBezTo>
                  <a:pt x="995431" y="1697200"/>
                  <a:pt x="997734" y="1693875"/>
                  <a:pt x="1000023" y="1690520"/>
                </a:cubicBezTo>
                <a:cubicBezTo>
                  <a:pt x="1002079" y="1695095"/>
                  <a:pt x="1006391" y="1699813"/>
                  <a:pt x="1004536" y="1704001"/>
                </a:cubicBezTo>
                <a:cubicBezTo>
                  <a:pt x="1000873" y="1699100"/>
                  <a:pt x="996838" y="1705378"/>
                  <a:pt x="993158" y="1700494"/>
                </a:cubicBezTo>
                <a:close/>
                <a:moveTo>
                  <a:pt x="2808904" y="2750776"/>
                </a:moveTo>
                <a:lnTo>
                  <a:pt x="2809653" y="2749982"/>
                </a:lnTo>
                <a:lnTo>
                  <a:pt x="2808927" y="2750041"/>
                </a:lnTo>
                <a:close/>
                <a:moveTo>
                  <a:pt x="3417501" y="3105172"/>
                </a:moveTo>
                <a:cubicBezTo>
                  <a:pt x="3422711" y="3092681"/>
                  <a:pt x="3430952" y="3096791"/>
                  <a:pt x="3431259" y="3085231"/>
                </a:cubicBezTo>
                <a:cubicBezTo>
                  <a:pt x="3425493" y="3076788"/>
                  <a:pt x="3419141" y="3088799"/>
                  <a:pt x="3412847" y="3096902"/>
                </a:cubicBezTo>
                <a:cubicBezTo>
                  <a:pt x="3414379" y="3099668"/>
                  <a:pt x="3415954" y="3102406"/>
                  <a:pt x="3417501" y="3105172"/>
                </a:cubicBezTo>
                <a:close/>
                <a:moveTo>
                  <a:pt x="1184317" y="1817138"/>
                </a:moveTo>
                <a:cubicBezTo>
                  <a:pt x="1185821" y="1817038"/>
                  <a:pt x="1187326" y="1815785"/>
                  <a:pt x="1188524" y="1812833"/>
                </a:cubicBezTo>
                <a:cubicBezTo>
                  <a:pt x="1185464" y="1805673"/>
                  <a:pt x="1182295" y="1802675"/>
                  <a:pt x="1179048" y="1801577"/>
                </a:cubicBezTo>
                <a:cubicBezTo>
                  <a:pt x="1175291" y="1807341"/>
                  <a:pt x="1179804" y="1817433"/>
                  <a:pt x="1184317" y="1817138"/>
                </a:cubicBezTo>
                <a:close/>
                <a:moveTo>
                  <a:pt x="1307780" y="1890393"/>
                </a:moveTo>
                <a:cubicBezTo>
                  <a:pt x="1312433" y="1875011"/>
                  <a:pt x="1301611" y="1849982"/>
                  <a:pt x="1290465" y="1865411"/>
                </a:cubicBezTo>
                <a:cubicBezTo>
                  <a:pt x="1304193" y="1874468"/>
                  <a:pt x="1303034" y="1879617"/>
                  <a:pt x="1307780" y="1890393"/>
                </a:cubicBezTo>
                <a:close/>
                <a:moveTo>
                  <a:pt x="942852" y="1679787"/>
                </a:moveTo>
                <a:cubicBezTo>
                  <a:pt x="940148" y="1678686"/>
                  <a:pt x="937482" y="1676190"/>
                  <a:pt x="934769" y="1674952"/>
                </a:cubicBezTo>
                <a:cubicBezTo>
                  <a:pt x="940443" y="1668475"/>
                  <a:pt x="945807" y="1672448"/>
                  <a:pt x="951156" y="1676251"/>
                </a:cubicBezTo>
                <a:cubicBezTo>
                  <a:pt x="948296" y="1680594"/>
                  <a:pt x="945555" y="1680888"/>
                  <a:pt x="942852" y="1679787"/>
                </a:cubicBezTo>
                <a:close/>
                <a:moveTo>
                  <a:pt x="2903949" y="2813157"/>
                </a:moveTo>
                <a:cubicBezTo>
                  <a:pt x="2907335" y="2797789"/>
                  <a:pt x="2909066" y="2813174"/>
                  <a:pt x="2915822" y="2800928"/>
                </a:cubicBezTo>
                <a:cubicBezTo>
                  <a:pt x="2910628" y="2790570"/>
                  <a:pt x="2905186" y="2790168"/>
                  <a:pt x="2899404" y="2799644"/>
                </a:cubicBezTo>
                <a:cubicBezTo>
                  <a:pt x="2899466" y="2804066"/>
                  <a:pt x="2901089" y="2808551"/>
                  <a:pt x="2903949" y="2813157"/>
                </a:cubicBezTo>
                <a:close/>
                <a:moveTo>
                  <a:pt x="3404422" y="3104152"/>
                </a:moveTo>
                <a:cubicBezTo>
                  <a:pt x="3403292" y="3087642"/>
                  <a:pt x="3411564" y="3098138"/>
                  <a:pt x="3413172" y="3086466"/>
                </a:cubicBezTo>
                <a:cubicBezTo>
                  <a:pt x="3408410" y="3078272"/>
                  <a:pt x="3396428" y="3096175"/>
                  <a:pt x="3404422" y="3104152"/>
                </a:cubicBezTo>
                <a:close/>
                <a:moveTo>
                  <a:pt x="865165" y="1638746"/>
                </a:moveTo>
                <a:cubicBezTo>
                  <a:pt x="859616" y="1637860"/>
                  <a:pt x="854201" y="1633250"/>
                  <a:pt x="854084" y="1626657"/>
                </a:cubicBezTo>
                <a:cubicBezTo>
                  <a:pt x="861475" y="1636861"/>
                  <a:pt x="869344" y="1629871"/>
                  <a:pt x="877058" y="1628480"/>
                </a:cubicBezTo>
                <a:cubicBezTo>
                  <a:pt x="876400" y="1636790"/>
                  <a:pt x="870715" y="1639631"/>
                  <a:pt x="865165" y="1638746"/>
                </a:cubicBezTo>
                <a:close/>
                <a:moveTo>
                  <a:pt x="2887305" y="2806764"/>
                </a:moveTo>
                <a:cubicBezTo>
                  <a:pt x="2891461" y="2808627"/>
                  <a:pt x="2896396" y="2806997"/>
                  <a:pt x="2899374" y="2799661"/>
                </a:cubicBezTo>
                <a:cubicBezTo>
                  <a:pt x="2893345" y="2783490"/>
                  <a:pt x="2886124" y="2804423"/>
                  <a:pt x="2879910" y="2792903"/>
                </a:cubicBezTo>
                <a:cubicBezTo>
                  <a:pt x="2879770" y="2799545"/>
                  <a:pt x="2883148" y="2804900"/>
                  <a:pt x="2887305" y="2806764"/>
                </a:cubicBezTo>
                <a:close/>
                <a:moveTo>
                  <a:pt x="1107409" y="1779196"/>
                </a:moveTo>
                <a:cubicBezTo>
                  <a:pt x="1109615" y="1778813"/>
                  <a:pt x="1111844" y="1777917"/>
                  <a:pt x="1113962" y="1780785"/>
                </a:cubicBezTo>
                <a:cubicBezTo>
                  <a:pt x="1116159" y="1773132"/>
                  <a:pt x="1104670" y="1766283"/>
                  <a:pt x="1100993" y="1774523"/>
                </a:cubicBezTo>
                <a:cubicBezTo>
                  <a:pt x="1103018" y="1779448"/>
                  <a:pt x="1105202" y="1779577"/>
                  <a:pt x="1107409" y="1779196"/>
                </a:cubicBezTo>
                <a:close/>
                <a:moveTo>
                  <a:pt x="1759524" y="2161863"/>
                </a:moveTo>
                <a:cubicBezTo>
                  <a:pt x="1764734" y="2149372"/>
                  <a:pt x="1772974" y="2153483"/>
                  <a:pt x="1773282" y="2141920"/>
                </a:cubicBezTo>
                <a:cubicBezTo>
                  <a:pt x="1767517" y="2133478"/>
                  <a:pt x="1761163" y="2145492"/>
                  <a:pt x="1754871" y="2153590"/>
                </a:cubicBezTo>
                <a:cubicBezTo>
                  <a:pt x="1756402" y="2156358"/>
                  <a:pt x="1757977" y="2159095"/>
                  <a:pt x="1759524" y="2161863"/>
                </a:cubicBezTo>
                <a:close/>
                <a:moveTo>
                  <a:pt x="692273" y="1545831"/>
                </a:moveTo>
                <a:cubicBezTo>
                  <a:pt x="702691" y="1551241"/>
                  <a:pt x="701331" y="1543773"/>
                  <a:pt x="708644" y="1547098"/>
                </a:cubicBezTo>
                <a:cubicBezTo>
                  <a:pt x="709804" y="1541068"/>
                  <a:pt x="711767" y="1535069"/>
                  <a:pt x="707593" y="1528639"/>
                </a:cubicBezTo>
                <a:cubicBezTo>
                  <a:pt x="709168" y="1536371"/>
                  <a:pt x="699260" y="1541996"/>
                  <a:pt x="702584" y="1530849"/>
                </a:cubicBezTo>
                <a:cubicBezTo>
                  <a:pt x="697900" y="1531421"/>
                  <a:pt x="694761" y="1537729"/>
                  <a:pt x="692273" y="1545831"/>
                </a:cubicBezTo>
                <a:close/>
                <a:moveTo>
                  <a:pt x="1094267" y="1779300"/>
                </a:moveTo>
                <a:cubicBezTo>
                  <a:pt x="1100435" y="1783754"/>
                  <a:pt x="1103528" y="1766283"/>
                  <a:pt x="1096478" y="1761058"/>
                </a:cubicBezTo>
                <a:cubicBezTo>
                  <a:pt x="1089583" y="1766686"/>
                  <a:pt x="1099262" y="1773533"/>
                  <a:pt x="1094267" y="1779300"/>
                </a:cubicBezTo>
                <a:close/>
                <a:moveTo>
                  <a:pt x="1245972" y="1869847"/>
                </a:moveTo>
                <a:cubicBezTo>
                  <a:pt x="1249358" y="1854479"/>
                  <a:pt x="1251089" y="1869864"/>
                  <a:pt x="1257845" y="1857619"/>
                </a:cubicBezTo>
                <a:cubicBezTo>
                  <a:pt x="1252651" y="1847261"/>
                  <a:pt x="1247208" y="1846860"/>
                  <a:pt x="1241427" y="1856335"/>
                </a:cubicBezTo>
                <a:cubicBezTo>
                  <a:pt x="1241489" y="1860756"/>
                  <a:pt x="1243112" y="1865241"/>
                  <a:pt x="1245972" y="1869847"/>
                </a:cubicBezTo>
                <a:close/>
                <a:moveTo>
                  <a:pt x="1746445" y="2160843"/>
                </a:moveTo>
                <a:cubicBezTo>
                  <a:pt x="1745315" y="2144332"/>
                  <a:pt x="1753587" y="2154827"/>
                  <a:pt x="1755195" y="2143157"/>
                </a:cubicBezTo>
                <a:cubicBezTo>
                  <a:pt x="1750433" y="2134962"/>
                  <a:pt x="1738452" y="2152865"/>
                  <a:pt x="1746445" y="2160843"/>
                </a:cubicBezTo>
                <a:close/>
                <a:moveTo>
                  <a:pt x="1229327" y="1863455"/>
                </a:moveTo>
                <a:cubicBezTo>
                  <a:pt x="1233484" y="1865317"/>
                  <a:pt x="1238421" y="1863687"/>
                  <a:pt x="1241398" y="1856350"/>
                </a:cubicBezTo>
                <a:cubicBezTo>
                  <a:pt x="1235366" y="1840181"/>
                  <a:pt x="1228148" y="1861114"/>
                  <a:pt x="1221933" y="1849594"/>
                </a:cubicBezTo>
                <a:cubicBezTo>
                  <a:pt x="1221793" y="1856235"/>
                  <a:pt x="1225171" y="1861592"/>
                  <a:pt x="1229327" y="1863455"/>
                </a:cubicBezTo>
                <a:close/>
                <a:moveTo>
                  <a:pt x="771784" y="1607393"/>
                </a:moveTo>
                <a:cubicBezTo>
                  <a:pt x="765148" y="1604541"/>
                  <a:pt x="759935" y="1599095"/>
                  <a:pt x="761388" y="1595817"/>
                </a:cubicBezTo>
                <a:cubicBezTo>
                  <a:pt x="767525" y="1610010"/>
                  <a:pt x="774713" y="1590668"/>
                  <a:pt x="781052" y="1597364"/>
                </a:cubicBezTo>
                <a:cubicBezTo>
                  <a:pt x="777729" y="1609654"/>
                  <a:pt x="788364" y="1600887"/>
                  <a:pt x="790715" y="1603408"/>
                </a:cubicBezTo>
                <a:cubicBezTo>
                  <a:pt x="786479" y="1610505"/>
                  <a:pt x="778420" y="1610246"/>
                  <a:pt x="771784" y="1607393"/>
                </a:cubicBezTo>
                <a:close/>
                <a:moveTo>
                  <a:pt x="856802" y="1657970"/>
                </a:moveTo>
                <a:cubicBezTo>
                  <a:pt x="851519" y="1657632"/>
                  <a:pt x="848780" y="1645609"/>
                  <a:pt x="843771" y="1641654"/>
                </a:cubicBezTo>
                <a:cubicBezTo>
                  <a:pt x="851283" y="1636970"/>
                  <a:pt x="840044" y="1630832"/>
                  <a:pt x="847542" y="1626195"/>
                </a:cubicBezTo>
                <a:cubicBezTo>
                  <a:pt x="845131" y="1649059"/>
                  <a:pt x="861782" y="1632812"/>
                  <a:pt x="863111" y="1653682"/>
                </a:cubicBezTo>
                <a:cubicBezTo>
                  <a:pt x="860607" y="1656898"/>
                  <a:pt x="858563" y="1658083"/>
                  <a:pt x="856802" y="1657970"/>
                </a:cubicBezTo>
                <a:close/>
                <a:moveTo>
                  <a:pt x="636708" y="1536264"/>
                </a:moveTo>
                <a:cubicBezTo>
                  <a:pt x="638238" y="1525087"/>
                  <a:pt x="650266" y="1529415"/>
                  <a:pt x="656698" y="1527282"/>
                </a:cubicBezTo>
                <a:cubicBezTo>
                  <a:pt x="649772" y="1537732"/>
                  <a:pt x="643046" y="1543268"/>
                  <a:pt x="636708" y="1536264"/>
                </a:cubicBezTo>
                <a:close/>
                <a:moveTo>
                  <a:pt x="1042707" y="1773007"/>
                </a:moveTo>
                <a:cubicBezTo>
                  <a:pt x="1045739" y="1772309"/>
                  <a:pt x="1048839" y="1769306"/>
                  <a:pt x="1051969" y="1765466"/>
                </a:cubicBezTo>
                <a:cubicBezTo>
                  <a:pt x="1045972" y="1764120"/>
                  <a:pt x="1040112" y="1759435"/>
                  <a:pt x="1033850" y="1766717"/>
                </a:cubicBezTo>
                <a:cubicBezTo>
                  <a:pt x="1036711" y="1772097"/>
                  <a:pt x="1039675" y="1773704"/>
                  <a:pt x="1042707" y="1773007"/>
                </a:cubicBezTo>
                <a:close/>
                <a:moveTo>
                  <a:pt x="609065" y="1526235"/>
                </a:moveTo>
                <a:cubicBezTo>
                  <a:pt x="610812" y="1522880"/>
                  <a:pt x="608477" y="1519216"/>
                  <a:pt x="606113" y="1515536"/>
                </a:cubicBezTo>
                <a:cubicBezTo>
                  <a:pt x="605153" y="1516913"/>
                  <a:pt x="602897" y="1516124"/>
                  <a:pt x="604565" y="1512754"/>
                </a:cubicBezTo>
                <a:cubicBezTo>
                  <a:pt x="608849" y="1515382"/>
                  <a:pt x="613254" y="1514733"/>
                  <a:pt x="617506" y="1519031"/>
                </a:cubicBezTo>
                <a:cubicBezTo>
                  <a:pt x="614661" y="1522277"/>
                  <a:pt x="611709" y="1529203"/>
                  <a:pt x="609065" y="1526235"/>
                </a:cubicBezTo>
                <a:close/>
                <a:moveTo>
                  <a:pt x="3341980" y="3104586"/>
                </a:moveTo>
                <a:cubicBezTo>
                  <a:pt x="3348891" y="3098958"/>
                  <a:pt x="3339198" y="3092064"/>
                  <a:pt x="3344160" y="3086327"/>
                </a:cubicBezTo>
                <a:cubicBezTo>
                  <a:pt x="3352184" y="3082231"/>
                  <a:pt x="3344422" y="3098263"/>
                  <a:pt x="3350251" y="3102607"/>
                </a:cubicBezTo>
                <a:cubicBezTo>
                  <a:pt x="3353807" y="3093222"/>
                  <a:pt x="3356898" y="3100011"/>
                  <a:pt x="3360408" y="3092837"/>
                </a:cubicBezTo>
                <a:cubicBezTo>
                  <a:pt x="3356358" y="3081398"/>
                  <a:pt x="3351921" y="3084040"/>
                  <a:pt x="3347607" y="3081397"/>
                </a:cubicBezTo>
                <a:cubicBezTo>
                  <a:pt x="3355167" y="3067219"/>
                  <a:pt x="3361661" y="3087858"/>
                  <a:pt x="3369158" y="3075166"/>
                </a:cubicBezTo>
                <a:cubicBezTo>
                  <a:pt x="3376178" y="3082958"/>
                  <a:pt x="3372822" y="3094043"/>
                  <a:pt x="3380073" y="3094396"/>
                </a:cubicBezTo>
                <a:cubicBezTo>
                  <a:pt x="3383705" y="3084736"/>
                  <a:pt x="3379671" y="3087485"/>
                  <a:pt x="3375543" y="3080902"/>
                </a:cubicBezTo>
                <a:cubicBezTo>
                  <a:pt x="3382531" y="3066955"/>
                  <a:pt x="3388221" y="3095974"/>
                  <a:pt x="3395379" y="3077222"/>
                </a:cubicBezTo>
                <a:cubicBezTo>
                  <a:pt x="3372762" y="3063802"/>
                  <a:pt x="3349756" y="3064899"/>
                  <a:pt x="3326690" y="3066618"/>
                </a:cubicBezTo>
                <a:cubicBezTo>
                  <a:pt x="3330417" y="3070079"/>
                  <a:pt x="3334035" y="3076758"/>
                  <a:pt x="3337930" y="3075367"/>
                </a:cubicBezTo>
                <a:cubicBezTo>
                  <a:pt x="3339816" y="3083377"/>
                  <a:pt x="3332891" y="3090703"/>
                  <a:pt x="3332286" y="3098557"/>
                </a:cubicBezTo>
                <a:cubicBezTo>
                  <a:pt x="3335439" y="3103335"/>
                  <a:pt x="3338640" y="3106102"/>
                  <a:pt x="3341980" y="3104586"/>
                </a:cubicBezTo>
                <a:close/>
                <a:moveTo>
                  <a:pt x="2792933" y="2788779"/>
                </a:moveTo>
                <a:cubicBezTo>
                  <a:pt x="2799658" y="2777724"/>
                  <a:pt x="2801731" y="2781991"/>
                  <a:pt x="2804358" y="2792319"/>
                </a:cubicBezTo>
                <a:cubicBezTo>
                  <a:pt x="2810635" y="2782716"/>
                  <a:pt x="2807481" y="2782100"/>
                  <a:pt x="2814669" y="2777369"/>
                </a:cubicBezTo>
                <a:cubicBezTo>
                  <a:pt x="2810357" y="2774678"/>
                  <a:pt x="2805889" y="2777338"/>
                  <a:pt x="2801853" y="2765836"/>
                </a:cubicBezTo>
                <a:cubicBezTo>
                  <a:pt x="2797385" y="2769470"/>
                  <a:pt x="2793087" y="2766084"/>
                  <a:pt x="2788450" y="2775283"/>
                </a:cubicBezTo>
                <a:cubicBezTo>
                  <a:pt x="2788481" y="2779658"/>
                  <a:pt x="2790105" y="2784140"/>
                  <a:pt x="2792933" y="2788779"/>
                </a:cubicBezTo>
                <a:close/>
                <a:moveTo>
                  <a:pt x="1684002" y="2161277"/>
                </a:moveTo>
                <a:cubicBezTo>
                  <a:pt x="1690914" y="2155648"/>
                  <a:pt x="1681221" y="2148754"/>
                  <a:pt x="1686183" y="2143018"/>
                </a:cubicBezTo>
                <a:cubicBezTo>
                  <a:pt x="1694207" y="2138922"/>
                  <a:pt x="1686446" y="2154953"/>
                  <a:pt x="1692274" y="2159298"/>
                </a:cubicBezTo>
                <a:cubicBezTo>
                  <a:pt x="1695830" y="2149913"/>
                  <a:pt x="1698922" y="2156701"/>
                  <a:pt x="1702431" y="2149527"/>
                </a:cubicBezTo>
                <a:cubicBezTo>
                  <a:pt x="1698382" y="2138087"/>
                  <a:pt x="1693944" y="2140730"/>
                  <a:pt x="1689630" y="2138087"/>
                </a:cubicBezTo>
                <a:cubicBezTo>
                  <a:pt x="1697190" y="2123910"/>
                  <a:pt x="1703684" y="2144548"/>
                  <a:pt x="1711181" y="2131856"/>
                </a:cubicBezTo>
                <a:cubicBezTo>
                  <a:pt x="1718201" y="2139648"/>
                  <a:pt x="1714846" y="2150733"/>
                  <a:pt x="1722096" y="2151088"/>
                </a:cubicBezTo>
                <a:cubicBezTo>
                  <a:pt x="1725728" y="2141426"/>
                  <a:pt x="1721693" y="2144177"/>
                  <a:pt x="1717566" y="2137592"/>
                </a:cubicBezTo>
                <a:cubicBezTo>
                  <a:pt x="1724553" y="2123647"/>
                  <a:pt x="1730243" y="2152666"/>
                  <a:pt x="1737401" y="2133913"/>
                </a:cubicBezTo>
                <a:cubicBezTo>
                  <a:pt x="1714784" y="2120493"/>
                  <a:pt x="1691779" y="2121590"/>
                  <a:pt x="1668714" y="2123307"/>
                </a:cubicBezTo>
                <a:cubicBezTo>
                  <a:pt x="1672440" y="2126770"/>
                  <a:pt x="1676058" y="2133449"/>
                  <a:pt x="1679954" y="2132057"/>
                </a:cubicBezTo>
                <a:cubicBezTo>
                  <a:pt x="1681839" y="2140066"/>
                  <a:pt x="1674913" y="2147394"/>
                  <a:pt x="1674310" y="2155246"/>
                </a:cubicBezTo>
                <a:cubicBezTo>
                  <a:pt x="1677463" y="2160023"/>
                  <a:pt x="1680664" y="2162790"/>
                  <a:pt x="1684002" y="2161277"/>
                </a:cubicBezTo>
                <a:close/>
                <a:moveTo>
                  <a:pt x="1134956" y="1845468"/>
                </a:moveTo>
                <a:cubicBezTo>
                  <a:pt x="1141681" y="1834414"/>
                  <a:pt x="1143753" y="1838682"/>
                  <a:pt x="1146382" y="1849009"/>
                </a:cubicBezTo>
                <a:cubicBezTo>
                  <a:pt x="1152657" y="1839407"/>
                  <a:pt x="1149505" y="1838790"/>
                  <a:pt x="1156693" y="1834059"/>
                </a:cubicBezTo>
                <a:cubicBezTo>
                  <a:pt x="1152380" y="1831368"/>
                  <a:pt x="1147912" y="1834028"/>
                  <a:pt x="1143877" y="1822525"/>
                </a:cubicBezTo>
                <a:cubicBezTo>
                  <a:pt x="1139409" y="1826160"/>
                  <a:pt x="1135111" y="1822774"/>
                  <a:pt x="1130474" y="1831972"/>
                </a:cubicBezTo>
                <a:cubicBezTo>
                  <a:pt x="1130504" y="1836348"/>
                  <a:pt x="1132127" y="1840831"/>
                  <a:pt x="1134956" y="1845468"/>
                </a:cubicBezTo>
                <a:close/>
                <a:moveTo>
                  <a:pt x="2747380" y="2777433"/>
                </a:moveTo>
                <a:cubicBezTo>
                  <a:pt x="2747913" y="2776445"/>
                  <a:pt x="2748185" y="2774093"/>
                  <a:pt x="2749089" y="2772222"/>
                </a:cubicBezTo>
                <a:cubicBezTo>
                  <a:pt x="2761379" y="2771433"/>
                  <a:pt x="2771413" y="2779905"/>
                  <a:pt x="2777365" y="2761337"/>
                </a:cubicBezTo>
                <a:cubicBezTo>
                  <a:pt x="2768738" y="2756561"/>
                  <a:pt x="2759555" y="2770398"/>
                  <a:pt x="2751130" y="2759312"/>
                </a:cubicBezTo>
                <a:cubicBezTo>
                  <a:pt x="2746632" y="2764153"/>
                  <a:pt x="2744776" y="2769270"/>
                  <a:pt x="2744094" y="2774481"/>
                </a:cubicBezTo>
                <a:cubicBezTo>
                  <a:pt x="2746049" y="2778053"/>
                  <a:pt x="2746845" y="2778425"/>
                  <a:pt x="2747380" y="2777433"/>
                </a:cubicBezTo>
                <a:close/>
                <a:moveTo>
                  <a:pt x="779600" y="1644528"/>
                </a:moveTo>
                <a:cubicBezTo>
                  <a:pt x="772968" y="1629331"/>
                  <a:pt x="765548" y="1638899"/>
                  <a:pt x="758698" y="1629780"/>
                </a:cubicBezTo>
                <a:cubicBezTo>
                  <a:pt x="766551" y="1618277"/>
                  <a:pt x="775394" y="1633907"/>
                  <a:pt x="778827" y="1615586"/>
                </a:cubicBezTo>
                <a:cubicBezTo>
                  <a:pt x="782336" y="1626626"/>
                  <a:pt x="786542" y="1614845"/>
                  <a:pt x="790235" y="1619096"/>
                </a:cubicBezTo>
                <a:cubicBezTo>
                  <a:pt x="790020" y="1631541"/>
                  <a:pt x="783218" y="1621477"/>
                  <a:pt x="778533" y="1626069"/>
                </a:cubicBezTo>
                <a:cubicBezTo>
                  <a:pt x="778872" y="1632237"/>
                  <a:pt x="782706" y="1638652"/>
                  <a:pt x="779600" y="1644528"/>
                </a:cubicBezTo>
                <a:close/>
                <a:moveTo>
                  <a:pt x="2461356" y="2618740"/>
                </a:moveTo>
                <a:cubicBezTo>
                  <a:pt x="2464879" y="2609944"/>
                  <a:pt x="2467909" y="2619159"/>
                  <a:pt x="2471342" y="2614243"/>
                </a:cubicBezTo>
                <a:cubicBezTo>
                  <a:pt x="2473955" y="2618820"/>
                  <a:pt x="2476565" y="2623427"/>
                  <a:pt x="2479148" y="2628002"/>
                </a:cubicBezTo>
                <a:lnTo>
                  <a:pt x="2485935" y="2626775"/>
                </a:lnTo>
                <a:lnTo>
                  <a:pt x="2487708" y="2625916"/>
                </a:lnTo>
                <a:lnTo>
                  <a:pt x="2491120" y="2625837"/>
                </a:lnTo>
                <a:lnTo>
                  <a:pt x="2493209" y="2625460"/>
                </a:lnTo>
                <a:lnTo>
                  <a:pt x="2493800" y="2625775"/>
                </a:lnTo>
                <a:lnTo>
                  <a:pt x="2510566" y="2625392"/>
                </a:lnTo>
                <a:cubicBezTo>
                  <a:pt x="2526774" y="2626188"/>
                  <a:pt x="2544243" y="2627699"/>
                  <a:pt x="2558923" y="2620470"/>
                </a:cubicBezTo>
                <a:cubicBezTo>
                  <a:pt x="2557948" y="2623068"/>
                  <a:pt x="2558242" y="2625666"/>
                  <a:pt x="2560346" y="2628448"/>
                </a:cubicBezTo>
                <a:cubicBezTo>
                  <a:pt x="2579391" y="2614379"/>
                  <a:pt x="2597757" y="2622897"/>
                  <a:pt x="2616231" y="2627565"/>
                </a:cubicBezTo>
                <a:cubicBezTo>
                  <a:pt x="2627949" y="2620903"/>
                  <a:pt x="2640852" y="2615715"/>
                  <a:pt x="2652976" y="2615456"/>
                </a:cubicBezTo>
                <a:lnTo>
                  <a:pt x="2662183" y="2617440"/>
                </a:lnTo>
                <a:lnTo>
                  <a:pt x="2662331" y="2615867"/>
                </a:lnTo>
                <a:cubicBezTo>
                  <a:pt x="2661512" y="2613179"/>
                  <a:pt x="2660522" y="2610489"/>
                  <a:pt x="2662052" y="2607994"/>
                </a:cubicBezTo>
                <a:cubicBezTo>
                  <a:pt x="2667217" y="2618290"/>
                  <a:pt x="2672596" y="2622803"/>
                  <a:pt x="2678146" y="2619743"/>
                </a:cubicBezTo>
                <a:cubicBezTo>
                  <a:pt x="2670292" y="2611981"/>
                  <a:pt x="2668700" y="2617765"/>
                  <a:pt x="2672054" y="2603527"/>
                </a:cubicBezTo>
                <a:lnTo>
                  <a:pt x="2660673" y="2599592"/>
                </a:lnTo>
                <a:lnTo>
                  <a:pt x="2446640" y="2604778"/>
                </a:lnTo>
                <a:lnTo>
                  <a:pt x="2451062" y="2605774"/>
                </a:lnTo>
                <a:cubicBezTo>
                  <a:pt x="2454564" y="2607762"/>
                  <a:pt x="2458011" y="2611515"/>
                  <a:pt x="2461356" y="2618740"/>
                </a:cubicBezTo>
                <a:close/>
                <a:moveTo>
                  <a:pt x="3278284" y="3091695"/>
                </a:moveTo>
                <a:cubicBezTo>
                  <a:pt x="3283093" y="3099689"/>
                  <a:pt x="3292726" y="3084197"/>
                  <a:pt x="3285306" y="3076512"/>
                </a:cubicBezTo>
                <a:cubicBezTo>
                  <a:pt x="3279151" y="3081307"/>
                  <a:pt x="3283046" y="3086872"/>
                  <a:pt x="3278284" y="3091695"/>
                </a:cubicBezTo>
                <a:close/>
                <a:moveTo>
                  <a:pt x="1089406" y="1834119"/>
                </a:moveTo>
                <a:cubicBezTo>
                  <a:pt x="1089939" y="1833131"/>
                  <a:pt x="1090210" y="1830781"/>
                  <a:pt x="1091114" y="1828909"/>
                </a:cubicBezTo>
                <a:cubicBezTo>
                  <a:pt x="1103402" y="1828124"/>
                  <a:pt x="1113437" y="1836593"/>
                  <a:pt x="1119389" y="1818026"/>
                </a:cubicBezTo>
                <a:cubicBezTo>
                  <a:pt x="1110762" y="1813250"/>
                  <a:pt x="1101578" y="1827087"/>
                  <a:pt x="1093154" y="1816002"/>
                </a:cubicBezTo>
                <a:cubicBezTo>
                  <a:pt x="1088656" y="1820841"/>
                  <a:pt x="1086802" y="1825957"/>
                  <a:pt x="1086120" y="1831167"/>
                </a:cubicBezTo>
                <a:cubicBezTo>
                  <a:pt x="1088075" y="1834738"/>
                  <a:pt x="1088872" y="1835109"/>
                  <a:pt x="1089406" y="1834119"/>
                </a:cubicBezTo>
                <a:close/>
                <a:moveTo>
                  <a:pt x="977826" y="1772869"/>
                </a:moveTo>
                <a:cubicBezTo>
                  <a:pt x="984396" y="1754907"/>
                  <a:pt x="989962" y="1770286"/>
                  <a:pt x="996238" y="1761136"/>
                </a:cubicBezTo>
                <a:cubicBezTo>
                  <a:pt x="991044" y="1752262"/>
                  <a:pt x="985401" y="1757766"/>
                  <a:pt x="980330" y="1744115"/>
                </a:cubicBezTo>
                <a:cubicBezTo>
                  <a:pt x="974362" y="1755634"/>
                  <a:pt x="976015" y="1753160"/>
                  <a:pt x="968318" y="1761598"/>
                </a:cubicBezTo>
                <a:cubicBezTo>
                  <a:pt x="971287" y="1771448"/>
                  <a:pt x="974735" y="1765216"/>
                  <a:pt x="977826" y="1772869"/>
                </a:cubicBezTo>
                <a:close/>
                <a:moveTo>
                  <a:pt x="1620309" y="2148382"/>
                </a:moveTo>
                <a:cubicBezTo>
                  <a:pt x="1625118" y="2156376"/>
                  <a:pt x="1634750" y="2140885"/>
                  <a:pt x="1627328" y="2133203"/>
                </a:cubicBezTo>
                <a:cubicBezTo>
                  <a:pt x="1621176" y="2137992"/>
                  <a:pt x="1625072" y="2143558"/>
                  <a:pt x="1620309" y="2148382"/>
                </a:cubicBezTo>
                <a:close/>
                <a:moveTo>
                  <a:pt x="942518" y="1758507"/>
                </a:moveTo>
                <a:cubicBezTo>
                  <a:pt x="949187" y="1760366"/>
                  <a:pt x="956647" y="1758715"/>
                  <a:pt x="957065" y="1752879"/>
                </a:cubicBezTo>
                <a:cubicBezTo>
                  <a:pt x="949287" y="1737931"/>
                  <a:pt x="940508" y="1756931"/>
                  <a:pt x="932715" y="1743078"/>
                </a:cubicBezTo>
                <a:cubicBezTo>
                  <a:pt x="929971" y="1751279"/>
                  <a:pt x="935849" y="1756648"/>
                  <a:pt x="942518" y="1758507"/>
                </a:cubicBezTo>
                <a:close/>
                <a:moveTo>
                  <a:pt x="2750218" y="2816175"/>
                </a:moveTo>
                <a:cubicBezTo>
                  <a:pt x="2752109" y="2816995"/>
                  <a:pt x="2754061" y="2815902"/>
                  <a:pt x="2756092" y="2812201"/>
                </a:cubicBezTo>
                <a:cubicBezTo>
                  <a:pt x="2752505" y="2804334"/>
                  <a:pt x="2748765" y="2801286"/>
                  <a:pt x="2744699" y="2808676"/>
                </a:cubicBezTo>
                <a:cubicBezTo>
                  <a:pt x="2746493" y="2812623"/>
                  <a:pt x="2748325" y="2815356"/>
                  <a:pt x="2750218" y="2816175"/>
                </a:cubicBezTo>
                <a:close/>
                <a:moveTo>
                  <a:pt x="3178521" y="3076102"/>
                </a:moveTo>
                <a:cubicBezTo>
                  <a:pt x="3180793" y="3072761"/>
                  <a:pt x="3177362" y="3069020"/>
                  <a:pt x="3178862" y="3065604"/>
                </a:cubicBezTo>
                <a:cubicBezTo>
                  <a:pt x="3184240" y="3068031"/>
                  <a:pt x="3190022" y="3058556"/>
                  <a:pt x="3195078" y="3072142"/>
                </a:cubicBezTo>
                <a:cubicBezTo>
                  <a:pt x="3189698" y="3087897"/>
                  <a:pt x="3185415" y="3065341"/>
                  <a:pt x="3180252" y="3073643"/>
                </a:cubicBezTo>
                <a:cubicBezTo>
                  <a:pt x="3181134" y="3075128"/>
                  <a:pt x="3180639" y="3078807"/>
                  <a:pt x="3178521" y="3076102"/>
                </a:cubicBezTo>
                <a:close/>
                <a:moveTo>
                  <a:pt x="1092241" y="1872865"/>
                </a:moveTo>
                <a:cubicBezTo>
                  <a:pt x="1094133" y="1873685"/>
                  <a:pt x="1096084" y="1872591"/>
                  <a:pt x="1098117" y="1868889"/>
                </a:cubicBezTo>
                <a:cubicBezTo>
                  <a:pt x="1094530" y="1861021"/>
                  <a:pt x="1090789" y="1857974"/>
                  <a:pt x="1086723" y="1865364"/>
                </a:cubicBezTo>
                <a:cubicBezTo>
                  <a:pt x="1088517" y="1869313"/>
                  <a:pt x="1090349" y="1872046"/>
                  <a:pt x="1092241" y="1872865"/>
                </a:cubicBezTo>
                <a:close/>
                <a:moveTo>
                  <a:pt x="3170252" y="3078095"/>
                </a:moveTo>
                <a:cubicBezTo>
                  <a:pt x="3168196" y="3074445"/>
                  <a:pt x="3166092" y="3070797"/>
                  <a:pt x="3164021" y="3067149"/>
                </a:cubicBezTo>
                <a:cubicBezTo>
                  <a:pt x="3168056" y="3060377"/>
                  <a:pt x="3171688" y="3067227"/>
                  <a:pt x="3175587" y="3065385"/>
                </a:cubicBezTo>
                <a:cubicBezTo>
                  <a:pt x="3171984" y="3069513"/>
                  <a:pt x="3173546" y="3073967"/>
                  <a:pt x="3170252" y="3078095"/>
                </a:cubicBezTo>
                <a:close/>
                <a:moveTo>
                  <a:pt x="697707" y="1654907"/>
                </a:moveTo>
                <a:cubicBezTo>
                  <a:pt x="698628" y="1656636"/>
                  <a:pt x="700060" y="1657590"/>
                  <a:pt x="702027" y="1656921"/>
                </a:cubicBezTo>
                <a:cubicBezTo>
                  <a:pt x="706479" y="1651990"/>
                  <a:pt x="699431" y="1646178"/>
                  <a:pt x="702506" y="1641184"/>
                </a:cubicBezTo>
                <a:cubicBezTo>
                  <a:pt x="696767" y="1637544"/>
                  <a:pt x="694941" y="1649721"/>
                  <a:pt x="697707" y="1654907"/>
                </a:cubicBezTo>
                <a:close/>
                <a:moveTo>
                  <a:pt x="1520544" y="2132791"/>
                </a:moveTo>
                <a:cubicBezTo>
                  <a:pt x="1522817" y="2129450"/>
                  <a:pt x="1519386" y="2125709"/>
                  <a:pt x="1520885" y="2122292"/>
                </a:cubicBezTo>
                <a:cubicBezTo>
                  <a:pt x="1526264" y="2124722"/>
                  <a:pt x="1532046" y="2115244"/>
                  <a:pt x="1537101" y="2128832"/>
                </a:cubicBezTo>
                <a:cubicBezTo>
                  <a:pt x="1531722" y="2144586"/>
                  <a:pt x="1527439" y="2122030"/>
                  <a:pt x="1522277" y="2130332"/>
                </a:cubicBezTo>
                <a:cubicBezTo>
                  <a:pt x="1523157" y="2131816"/>
                  <a:pt x="1522662" y="2135496"/>
                  <a:pt x="1520544" y="2132791"/>
                </a:cubicBezTo>
                <a:close/>
                <a:moveTo>
                  <a:pt x="2343322" y="2609572"/>
                </a:moveTo>
                <a:lnTo>
                  <a:pt x="2343735" y="2605000"/>
                </a:lnTo>
                <a:lnTo>
                  <a:pt x="2335912" y="2604976"/>
                </a:lnTo>
                <a:close/>
                <a:moveTo>
                  <a:pt x="1512276" y="2134783"/>
                </a:moveTo>
                <a:cubicBezTo>
                  <a:pt x="1510219" y="2131136"/>
                  <a:pt x="1508116" y="2127486"/>
                  <a:pt x="1506045" y="2123837"/>
                </a:cubicBezTo>
                <a:cubicBezTo>
                  <a:pt x="1510080" y="2117067"/>
                  <a:pt x="1513712" y="2123915"/>
                  <a:pt x="1517609" y="2122076"/>
                </a:cubicBezTo>
                <a:cubicBezTo>
                  <a:pt x="1514008" y="2126202"/>
                  <a:pt x="1515569" y="2130656"/>
                  <a:pt x="1512276" y="2134783"/>
                </a:cubicBezTo>
                <a:close/>
                <a:moveTo>
                  <a:pt x="723204" y="1689884"/>
                </a:moveTo>
                <a:cubicBezTo>
                  <a:pt x="721311" y="1689120"/>
                  <a:pt x="719424" y="1687969"/>
                  <a:pt x="717608" y="1684350"/>
                </a:cubicBezTo>
                <a:cubicBezTo>
                  <a:pt x="720484" y="1681089"/>
                  <a:pt x="723389" y="1674210"/>
                  <a:pt x="726080" y="1677177"/>
                </a:cubicBezTo>
                <a:cubicBezTo>
                  <a:pt x="720298" y="1681924"/>
                  <a:pt x="734659" y="1688293"/>
                  <a:pt x="728847" y="1693100"/>
                </a:cubicBezTo>
                <a:cubicBezTo>
                  <a:pt x="726999" y="1691028"/>
                  <a:pt x="725098" y="1690650"/>
                  <a:pt x="723204" y="1689884"/>
                </a:cubicBezTo>
                <a:close/>
                <a:moveTo>
                  <a:pt x="2354481" y="2633341"/>
                </a:moveTo>
                <a:lnTo>
                  <a:pt x="2356435" y="2633501"/>
                </a:lnTo>
                <a:cubicBezTo>
                  <a:pt x="2358830" y="2632661"/>
                  <a:pt x="2360682" y="2630492"/>
                  <a:pt x="2361613" y="2626206"/>
                </a:cubicBezTo>
                <a:lnTo>
                  <a:pt x="2379492" y="2631529"/>
                </a:lnTo>
                <a:lnTo>
                  <a:pt x="2375584" y="2627662"/>
                </a:lnTo>
                <a:cubicBezTo>
                  <a:pt x="2378460" y="2624400"/>
                  <a:pt x="2381365" y="2617522"/>
                  <a:pt x="2384055" y="2620490"/>
                </a:cubicBezTo>
                <a:cubicBezTo>
                  <a:pt x="2381165" y="2622862"/>
                  <a:pt x="2383309" y="2625641"/>
                  <a:pt x="2385451" y="2628427"/>
                </a:cubicBezTo>
                <a:lnTo>
                  <a:pt x="2386334" y="2633564"/>
                </a:lnTo>
                <a:lnTo>
                  <a:pt x="2388872" y="2634320"/>
                </a:lnTo>
                <a:lnTo>
                  <a:pt x="2392401" y="2633971"/>
                </a:lnTo>
                <a:lnTo>
                  <a:pt x="2388711" y="2628696"/>
                </a:lnTo>
                <a:cubicBezTo>
                  <a:pt x="2392778" y="2621367"/>
                  <a:pt x="2396116" y="2637383"/>
                  <a:pt x="2400274" y="2626963"/>
                </a:cubicBezTo>
                <a:cubicBezTo>
                  <a:pt x="2397957" y="2619357"/>
                  <a:pt x="2390444" y="2625340"/>
                  <a:pt x="2397308" y="2616248"/>
                </a:cubicBezTo>
                <a:cubicBezTo>
                  <a:pt x="2391944" y="2612677"/>
                  <a:pt x="2386563" y="2609849"/>
                  <a:pt x="2381059" y="2609695"/>
                </a:cubicBezTo>
                <a:cubicBezTo>
                  <a:pt x="2380286" y="2607097"/>
                  <a:pt x="2380989" y="2606587"/>
                  <a:pt x="2382181" y="2606042"/>
                </a:cubicBezTo>
                <a:lnTo>
                  <a:pt x="2383142" y="2605128"/>
                </a:lnTo>
                <a:lnTo>
                  <a:pt x="2368038" y="2605079"/>
                </a:lnTo>
                <a:lnTo>
                  <a:pt x="2366403" y="2605969"/>
                </a:lnTo>
                <a:cubicBezTo>
                  <a:pt x="2366450" y="2610360"/>
                  <a:pt x="2368073" y="2614858"/>
                  <a:pt x="2370917" y="2619449"/>
                </a:cubicBezTo>
                <a:cubicBezTo>
                  <a:pt x="2368104" y="2622357"/>
                  <a:pt x="2365678" y="2612107"/>
                  <a:pt x="2362816" y="2616204"/>
                </a:cubicBezTo>
                <a:lnTo>
                  <a:pt x="2361762" y="2605059"/>
                </a:lnTo>
                <a:lnTo>
                  <a:pt x="2360865" y="2605057"/>
                </a:lnTo>
                <a:lnTo>
                  <a:pt x="2352927" y="2628736"/>
                </a:lnTo>
                <a:close/>
                <a:moveTo>
                  <a:pt x="756167" y="1713627"/>
                </a:moveTo>
                <a:cubicBezTo>
                  <a:pt x="761437" y="1706780"/>
                  <a:pt x="755085" y="1694923"/>
                  <a:pt x="751822" y="1694922"/>
                </a:cubicBezTo>
                <a:cubicBezTo>
                  <a:pt x="748283" y="1700764"/>
                  <a:pt x="752070" y="1707196"/>
                  <a:pt x="756167" y="1713627"/>
                </a:cubicBezTo>
                <a:close/>
                <a:moveTo>
                  <a:pt x="2962185" y="3004145"/>
                </a:moveTo>
                <a:cubicBezTo>
                  <a:pt x="2968431" y="2997575"/>
                  <a:pt x="2974321" y="3002367"/>
                  <a:pt x="2980628" y="2992474"/>
                </a:cubicBezTo>
                <a:cubicBezTo>
                  <a:pt x="2973979" y="2977634"/>
                  <a:pt x="2966390" y="2992441"/>
                  <a:pt x="2959402" y="2988190"/>
                </a:cubicBezTo>
                <a:cubicBezTo>
                  <a:pt x="2956758" y="2993215"/>
                  <a:pt x="2958150" y="2998596"/>
                  <a:pt x="2962185" y="3004145"/>
                </a:cubicBezTo>
                <a:close/>
                <a:moveTo>
                  <a:pt x="3087975" y="3082236"/>
                </a:moveTo>
                <a:cubicBezTo>
                  <a:pt x="3081823" y="3069868"/>
                  <a:pt x="3082734" y="3048891"/>
                  <a:pt x="3093619" y="3059017"/>
                </a:cubicBezTo>
                <a:cubicBezTo>
                  <a:pt x="3091826" y="3062401"/>
                  <a:pt x="3088471" y="3065617"/>
                  <a:pt x="3090017" y="3069251"/>
                </a:cubicBezTo>
                <a:cubicBezTo>
                  <a:pt x="3102291" y="3061968"/>
                  <a:pt x="3114350" y="3061428"/>
                  <a:pt x="3126393" y="3061536"/>
                </a:cubicBezTo>
                <a:cubicBezTo>
                  <a:pt x="3116964" y="3081601"/>
                  <a:pt x="3103807" y="3068507"/>
                  <a:pt x="3087975" y="3082236"/>
                </a:cubicBezTo>
                <a:close/>
                <a:moveTo>
                  <a:pt x="702151" y="1706763"/>
                </a:moveTo>
                <a:cubicBezTo>
                  <a:pt x="704253" y="1702605"/>
                  <a:pt x="698101" y="1697735"/>
                  <a:pt x="700900" y="1693576"/>
                </a:cubicBezTo>
                <a:cubicBezTo>
                  <a:pt x="709062" y="1694163"/>
                  <a:pt x="712278" y="1697471"/>
                  <a:pt x="716807" y="1710566"/>
                </a:cubicBezTo>
                <a:cubicBezTo>
                  <a:pt x="723609" y="1703330"/>
                  <a:pt x="729623" y="1722100"/>
                  <a:pt x="736641" y="1706886"/>
                </a:cubicBezTo>
                <a:cubicBezTo>
                  <a:pt x="738294" y="1716905"/>
                  <a:pt x="748158" y="1710968"/>
                  <a:pt x="744464" y="1720647"/>
                </a:cubicBezTo>
                <a:cubicBezTo>
                  <a:pt x="753508" y="1725268"/>
                  <a:pt x="747928" y="1707197"/>
                  <a:pt x="746660" y="1702404"/>
                </a:cubicBezTo>
                <a:cubicBezTo>
                  <a:pt x="741403" y="1694875"/>
                  <a:pt x="735776" y="1700269"/>
                  <a:pt x="730736" y="1685383"/>
                </a:cubicBezTo>
                <a:cubicBezTo>
                  <a:pt x="734802" y="1678055"/>
                  <a:pt x="738140" y="1694072"/>
                  <a:pt x="742299" y="1683651"/>
                </a:cubicBezTo>
                <a:cubicBezTo>
                  <a:pt x="739981" y="1676045"/>
                  <a:pt x="732468" y="1682029"/>
                  <a:pt x="739332" y="1672937"/>
                </a:cubicBezTo>
                <a:cubicBezTo>
                  <a:pt x="733968" y="1669367"/>
                  <a:pt x="728587" y="1666538"/>
                  <a:pt x="723083" y="1666383"/>
                </a:cubicBezTo>
                <a:cubicBezTo>
                  <a:pt x="721536" y="1661189"/>
                  <a:pt x="725896" y="1664342"/>
                  <a:pt x="728262" y="1658871"/>
                </a:cubicBezTo>
                <a:cubicBezTo>
                  <a:pt x="724753" y="1648017"/>
                  <a:pt x="720856" y="1650645"/>
                  <a:pt x="717008" y="1650198"/>
                </a:cubicBezTo>
                <a:cubicBezTo>
                  <a:pt x="718739" y="1664218"/>
                  <a:pt x="714628" y="1654711"/>
                  <a:pt x="708427" y="1662657"/>
                </a:cubicBezTo>
                <a:cubicBezTo>
                  <a:pt x="708474" y="1667047"/>
                  <a:pt x="710097" y="1671548"/>
                  <a:pt x="712941" y="1676138"/>
                </a:cubicBezTo>
                <a:cubicBezTo>
                  <a:pt x="710129" y="1679045"/>
                  <a:pt x="707701" y="1668796"/>
                  <a:pt x="704841" y="1672892"/>
                </a:cubicBezTo>
                <a:cubicBezTo>
                  <a:pt x="704347" y="1668440"/>
                  <a:pt x="707160" y="1664311"/>
                  <a:pt x="703590" y="1659657"/>
                </a:cubicBezTo>
                <a:cubicBezTo>
                  <a:pt x="696602" y="1681007"/>
                  <a:pt x="688020" y="1691321"/>
                  <a:pt x="702151" y="1706763"/>
                </a:cubicBezTo>
                <a:close/>
                <a:moveTo>
                  <a:pt x="2285411" y="2623485"/>
                </a:moveTo>
                <a:cubicBezTo>
                  <a:pt x="2285736" y="2615832"/>
                  <a:pt x="2288155" y="2615469"/>
                  <a:pt x="2291098" y="2618325"/>
                </a:cubicBezTo>
                <a:lnTo>
                  <a:pt x="2298313" y="2629892"/>
                </a:lnTo>
                <a:lnTo>
                  <a:pt x="2300460" y="2631923"/>
                </a:lnTo>
                <a:lnTo>
                  <a:pt x="2308883" y="2623061"/>
                </a:lnTo>
                <a:cubicBezTo>
                  <a:pt x="2311059" y="2619924"/>
                  <a:pt x="2312280" y="2616140"/>
                  <a:pt x="2312110" y="2609755"/>
                </a:cubicBezTo>
                <a:cubicBezTo>
                  <a:pt x="2316161" y="2614463"/>
                  <a:pt x="2317919" y="2618985"/>
                  <a:pt x="2318506" y="2623411"/>
                </a:cubicBezTo>
                <a:lnTo>
                  <a:pt x="2318167" y="2630442"/>
                </a:lnTo>
                <a:lnTo>
                  <a:pt x="2330370" y="2626390"/>
                </a:lnTo>
                <a:lnTo>
                  <a:pt x="2335569" y="2628285"/>
                </a:lnTo>
                <a:lnTo>
                  <a:pt x="2338005" y="2622310"/>
                </a:lnTo>
                <a:lnTo>
                  <a:pt x="2342526" y="2630820"/>
                </a:lnTo>
                <a:lnTo>
                  <a:pt x="2347268" y="2632548"/>
                </a:lnTo>
                <a:lnTo>
                  <a:pt x="2343701" y="2618833"/>
                </a:lnTo>
                <a:cubicBezTo>
                  <a:pt x="2338533" y="2612532"/>
                  <a:pt x="2329394" y="2611648"/>
                  <a:pt x="2323840" y="2606561"/>
                </a:cubicBezTo>
                <a:lnTo>
                  <a:pt x="2323202" y="2604935"/>
                </a:lnTo>
                <a:lnTo>
                  <a:pt x="2276006" y="2604782"/>
                </a:lnTo>
                <a:lnTo>
                  <a:pt x="2276058" y="2607003"/>
                </a:lnTo>
                <a:cubicBezTo>
                  <a:pt x="2283045" y="2607266"/>
                  <a:pt x="2279644" y="2616049"/>
                  <a:pt x="2285411" y="2623485"/>
                </a:cubicBezTo>
                <a:close/>
                <a:moveTo>
                  <a:pt x="1304209" y="2060834"/>
                </a:moveTo>
                <a:cubicBezTo>
                  <a:pt x="1310455" y="2054263"/>
                  <a:pt x="1316345" y="2059056"/>
                  <a:pt x="1322652" y="2049162"/>
                </a:cubicBezTo>
                <a:cubicBezTo>
                  <a:pt x="1316004" y="2034321"/>
                  <a:pt x="1308413" y="2049132"/>
                  <a:pt x="1301426" y="2044879"/>
                </a:cubicBezTo>
                <a:cubicBezTo>
                  <a:pt x="1298782" y="2049904"/>
                  <a:pt x="1300174" y="2055285"/>
                  <a:pt x="1304209" y="2060834"/>
                </a:cubicBezTo>
                <a:close/>
                <a:moveTo>
                  <a:pt x="2861543" y="2964862"/>
                </a:moveTo>
                <a:cubicBezTo>
                  <a:pt x="2869675" y="2967428"/>
                  <a:pt x="2877822" y="2969393"/>
                  <a:pt x="2886355" y="2958927"/>
                </a:cubicBezTo>
                <a:cubicBezTo>
                  <a:pt x="2878239" y="2956608"/>
                  <a:pt x="2870092" y="2953546"/>
                  <a:pt x="2861543" y="2964862"/>
                </a:cubicBezTo>
                <a:close/>
                <a:moveTo>
                  <a:pt x="1429999" y="2138925"/>
                </a:moveTo>
                <a:cubicBezTo>
                  <a:pt x="1423846" y="2126557"/>
                  <a:pt x="1424759" y="2105580"/>
                  <a:pt x="1435642" y="2115705"/>
                </a:cubicBezTo>
                <a:cubicBezTo>
                  <a:pt x="1433849" y="2119091"/>
                  <a:pt x="1430494" y="2122306"/>
                  <a:pt x="1432041" y="2125939"/>
                </a:cubicBezTo>
                <a:cubicBezTo>
                  <a:pt x="1444315" y="2118657"/>
                  <a:pt x="1456374" y="2118116"/>
                  <a:pt x="1468417" y="2118224"/>
                </a:cubicBezTo>
                <a:cubicBezTo>
                  <a:pt x="1458986" y="2138292"/>
                  <a:pt x="1445830" y="2125196"/>
                  <a:pt x="1429999" y="2138925"/>
                </a:cubicBezTo>
                <a:close/>
                <a:moveTo>
                  <a:pt x="3016398" y="3058851"/>
                </a:moveTo>
                <a:cubicBezTo>
                  <a:pt x="3013666" y="3058637"/>
                  <a:pt x="3010996" y="3056495"/>
                  <a:pt x="3008390" y="3052432"/>
                </a:cubicBezTo>
                <a:cubicBezTo>
                  <a:pt x="3014141" y="3043712"/>
                  <a:pt x="3019382" y="3051224"/>
                  <a:pt x="3024778" y="3053697"/>
                </a:cubicBezTo>
                <a:cubicBezTo>
                  <a:pt x="3021925" y="3057347"/>
                  <a:pt x="3019130" y="3059063"/>
                  <a:pt x="3016398" y="3058851"/>
                </a:cubicBezTo>
                <a:close/>
                <a:moveTo>
                  <a:pt x="2932391" y="3012344"/>
                </a:moveTo>
                <a:cubicBezTo>
                  <a:pt x="2934137" y="3008990"/>
                  <a:pt x="2931788" y="3005324"/>
                  <a:pt x="2929454" y="3001630"/>
                </a:cubicBezTo>
                <a:cubicBezTo>
                  <a:pt x="2927151" y="3004335"/>
                  <a:pt x="2924924" y="3006700"/>
                  <a:pt x="2922883" y="3001121"/>
                </a:cubicBezTo>
                <a:cubicBezTo>
                  <a:pt x="2926393" y="2994008"/>
                  <a:pt x="2929454" y="3000734"/>
                  <a:pt x="2933041" y="2991381"/>
                </a:cubicBezTo>
                <a:cubicBezTo>
                  <a:pt x="2935606" y="2996003"/>
                  <a:pt x="2938203" y="3000533"/>
                  <a:pt x="2940817" y="3005108"/>
                </a:cubicBezTo>
                <a:cubicBezTo>
                  <a:pt x="2937988" y="3008385"/>
                  <a:pt x="2935050" y="3015295"/>
                  <a:pt x="2932391" y="3012344"/>
                </a:cubicBezTo>
                <a:close/>
                <a:moveTo>
                  <a:pt x="2261833" y="2628158"/>
                </a:moveTo>
                <a:lnTo>
                  <a:pt x="2274625" y="2635350"/>
                </a:lnTo>
                <a:lnTo>
                  <a:pt x="2275378" y="2627765"/>
                </a:lnTo>
                <a:cubicBezTo>
                  <a:pt x="2271080" y="2625185"/>
                  <a:pt x="2266737" y="2624830"/>
                  <a:pt x="2262253" y="2626776"/>
                </a:cubicBezTo>
                <a:close/>
                <a:moveTo>
                  <a:pt x="1203567" y="2021551"/>
                </a:moveTo>
                <a:cubicBezTo>
                  <a:pt x="1211699" y="2024117"/>
                  <a:pt x="1219846" y="2026081"/>
                  <a:pt x="1228379" y="2015615"/>
                </a:cubicBezTo>
                <a:cubicBezTo>
                  <a:pt x="1220263" y="2013296"/>
                  <a:pt x="1212115" y="2010235"/>
                  <a:pt x="1203567" y="2021551"/>
                </a:cubicBezTo>
                <a:close/>
                <a:moveTo>
                  <a:pt x="1358423" y="2115538"/>
                </a:moveTo>
                <a:cubicBezTo>
                  <a:pt x="1355690" y="2115326"/>
                  <a:pt x="1353020" y="2113185"/>
                  <a:pt x="1350415" y="2109119"/>
                </a:cubicBezTo>
                <a:cubicBezTo>
                  <a:pt x="1356164" y="2100401"/>
                  <a:pt x="1361405" y="2107913"/>
                  <a:pt x="1366800" y="2110387"/>
                </a:cubicBezTo>
                <a:cubicBezTo>
                  <a:pt x="1363949" y="2114035"/>
                  <a:pt x="1361155" y="2115751"/>
                  <a:pt x="1358423" y="2115538"/>
                </a:cubicBezTo>
                <a:close/>
                <a:moveTo>
                  <a:pt x="1274415" y="2069032"/>
                </a:moveTo>
                <a:cubicBezTo>
                  <a:pt x="1276161" y="2065678"/>
                  <a:pt x="1273811" y="2062012"/>
                  <a:pt x="1271477" y="2058319"/>
                </a:cubicBezTo>
                <a:cubicBezTo>
                  <a:pt x="1269174" y="2061024"/>
                  <a:pt x="1266948" y="2063389"/>
                  <a:pt x="1264907" y="2057809"/>
                </a:cubicBezTo>
                <a:cubicBezTo>
                  <a:pt x="1268416" y="2050697"/>
                  <a:pt x="1271478" y="2057423"/>
                  <a:pt x="1275065" y="2048070"/>
                </a:cubicBezTo>
                <a:cubicBezTo>
                  <a:pt x="1277630" y="2052692"/>
                  <a:pt x="1280227" y="2057221"/>
                  <a:pt x="1282841" y="2061797"/>
                </a:cubicBezTo>
                <a:cubicBezTo>
                  <a:pt x="1280011" y="2065074"/>
                  <a:pt x="1277074" y="2071984"/>
                  <a:pt x="1274415" y="2069032"/>
                </a:cubicBezTo>
                <a:close/>
                <a:moveTo>
                  <a:pt x="2910842" y="3018556"/>
                </a:moveTo>
                <a:cubicBezTo>
                  <a:pt x="2909774" y="3017143"/>
                  <a:pt x="2908738" y="3015084"/>
                  <a:pt x="2907686" y="3013687"/>
                </a:cubicBezTo>
                <a:lnTo>
                  <a:pt x="2904591" y="3012832"/>
                </a:lnTo>
                <a:lnTo>
                  <a:pt x="2905233" y="3002290"/>
                </a:lnTo>
                <a:cubicBezTo>
                  <a:pt x="2908707" y="2998348"/>
                  <a:pt x="2913894" y="2995879"/>
                  <a:pt x="2916468" y="2995353"/>
                </a:cubicBezTo>
                <a:cubicBezTo>
                  <a:pt x="2910624" y="3002325"/>
                  <a:pt x="2925327" y="2996976"/>
                  <a:pt x="2919437" y="3006081"/>
                </a:cubicBezTo>
                <a:cubicBezTo>
                  <a:pt x="2913391" y="3000191"/>
                  <a:pt x="2914829" y="3015760"/>
                  <a:pt x="2910842" y="3018556"/>
                </a:cubicBezTo>
                <a:close/>
                <a:moveTo>
                  <a:pt x="2904271" y="3018063"/>
                </a:moveTo>
                <a:cubicBezTo>
                  <a:pt x="2906032" y="3016456"/>
                  <a:pt x="2905276" y="3014615"/>
                  <a:pt x="2904440" y="3012791"/>
                </a:cubicBezTo>
                <a:lnTo>
                  <a:pt x="2904591" y="3012832"/>
                </a:lnTo>
                <a:close/>
                <a:moveTo>
                  <a:pt x="2221254" y="2626360"/>
                </a:moveTo>
                <a:cubicBezTo>
                  <a:pt x="2225783" y="2621398"/>
                  <a:pt x="2229942" y="2629312"/>
                  <a:pt x="2234363" y="2627395"/>
                </a:cubicBezTo>
                <a:cubicBezTo>
                  <a:pt x="2232138" y="2621892"/>
                  <a:pt x="2220513" y="2620607"/>
                  <a:pt x="2228289" y="2611163"/>
                </a:cubicBezTo>
                <a:cubicBezTo>
                  <a:pt x="2231844" y="2602413"/>
                  <a:pt x="2234425" y="2625911"/>
                  <a:pt x="2237981" y="2617177"/>
                </a:cubicBezTo>
                <a:cubicBezTo>
                  <a:pt x="2240044" y="2609973"/>
                  <a:pt x="2240694" y="2606919"/>
                  <a:pt x="2242006" y="2605015"/>
                </a:cubicBezTo>
                <a:lnTo>
                  <a:pt x="2242526" y="2604674"/>
                </a:lnTo>
                <a:lnTo>
                  <a:pt x="2214300" y="2604582"/>
                </a:lnTo>
                <a:lnTo>
                  <a:pt x="2215620" y="2610750"/>
                </a:lnTo>
                <a:cubicBezTo>
                  <a:pt x="2217815" y="2612051"/>
                  <a:pt x="2220752" y="2611038"/>
                  <a:pt x="2221903" y="2605442"/>
                </a:cubicBezTo>
                <a:cubicBezTo>
                  <a:pt x="2228474" y="2612909"/>
                  <a:pt x="2218115" y="2619155"/>
                  <a:pt x="2221254" y="2626360"/>
                </a:cubicBezTo>
                <a:close/>
                <a:moveTo>
                  <a:pt x="2194717" y="2611473"/>
                </a:moveTo>
                <a:cubicBezTo>
                  <a:pt x="2198300" y="2612849"/>
                  <a:pt x="2201774" y="2612990"/>
                  <a:pt x="2205000" y="2611554"/>
                </a:cubicBezTo>
                <a:lnTo>
                  <a:pt x="2211544" y="2604574"/>
                </a:lnTo>
                <a:lnTo>
                  <a:pt x="2187286" y="2604495"/>
                </a:lnTo>
                <a:close/>
                <a:moveTo>
                  <a:pt x="2959058" y="3053837"/>
                </a:moveTo>
                <a:cubicBezTo>
                  <a:pt x="2963664" y="3046154"/>
                  <a:pt x="2968241" y="3039877"/>
                  <a:pt x="2972337" y="3049617"/>
                </a:cubicBezTo>
                <a:cubicBezTo>
                  <a:pt x="2967776" y="3054532"/>
                  <a:pt x="2963325" y="3057531"/>
                  <a:pt x="2959058" y="3053837"/>
                </a:cubicBezTo>
                <a:close/>
                <a:moveTo>
                  <a:pt x="1252865" y="2075246"/>
                </a:moveTo>
                <a:cubicBezTo>
                  <a:pt x="1251798" y="2073831"/>
                  <a:pt x="1250762" y="2071771"/>
                  <a:pt x="1249711" y="2070374"/>
                </a:cubicBezTo>
                <a:lnTo>
                  <a:pt x="1246614" y="2069521"/>
                </a:lnTo>
                <a:lnTo>
                  <a:pt x="1247257" y="2058979"/>
                </a:lnTo>
                <a:cubicBezTo>
                  <a:pt x="1250731" y="2055037"/>
                  <a:pt x="1255918" y="2052567"/>
                  <a:pt x="1258492" y="2052042"/>
                </a:cubicBezTo>
                <a:cubicBezTo>
                  <a:pt x="1252648" y="2059014"/>
                  <a:pt x="1267351" y="2053664"/>
                  <a:pt x="1261461" y="2062770"/>
                </a:cubicBezTo>
                <a:cubicBezTo>
                  <a:pt x="1255415" y="2056879"/>
                  <a:pt x="1256854" y="2072448"/>
                  <a:pt x="1252865" y="2075246"/>
                </a:cubicBezTo>
                <a:close/>
                <a:moveTo>
                  <a:pt x="1246295" y="2074751"/>
                </a:moveTo>
                <a:cubicBezTo>
                  <a:pt x="1248057" y="2073145"/>
                  <a:pt x="1247300" y="2071304"/>
                  <a:pt x="1246464" y="2069479"/>
                </a:cubicBezTo>
                <a:lnTo>
                  <a:pt x="1246614" y="2069521"/>
                </a:lnTo>
                <a:close/>
                <a:moveTo>
                  <a:pt x="3883126" y="3597510"/>
                </a:moveTo>
                <a:cubicBezTo>
                  <a:pt x="3887200" y="3598519"/>
                  <a:pt x="3891557" y="3590659"/>
                  <a:pt x="3895557" y="3594068"/>
                </a:cubicBezTo>
                <a:cubicBezTo>
                  <a:pt x="3896886" y="3581654"/>
                  <a:pt x="3883777" y="3588934"/>
                  <a:pt x="3879169" y="3592798"/>
                </a:cubicBezTo>
                <a:cubicBezTo>
                  <a:pt x="3880440" y="3595852"/>
                  <a:pt x="3881767" y="3597174"/>
                  <a:pt x="3883126" y="3597510"/>
                </a:cubicBezTo>
                <a:close/>
                <a:moveTo>
                  <a:pt x="669825" y="1743712"/>
                </a:moveTo>
                <a:cubicBezTo>
                  <a:pt x="672716" y="1739569"/>
                  <a:pt x="675546" y="1735410"/>
                  <a:pt x="678420" y="1731266"/>
                </a:cubicBezTo>
                <a:cubicBezTo>
                  <a:pt x="670474" y="1723367"/>
                  <a:pt x="678962" y="1712653"/>
                  <a:pt x="670784" y="1712267"/>
                </a:cubicBezTo>
                <a:cubicBezTo>
                  <a:pt x="663069" y="1718667"/>
                  <a:pt x="675762" y="1726661"/>
                  <a:pt x="673428" y="1733508"/>
                </a:cubicBezTo>
                <a:cubicBezTo>
                  <a:pt x="669578" y="1734157"/>
                  <a:pt x="665944" y="1727433"/>
                  <a:pt x="662049" y="1729984"/>
                </a:cubicBezTo>
                <a:cubicBezTo>
                  <a:pt x="658324" y="1739599"/>
                  <a:pt x="668093" y="1737357"/>
                  <a:pt x="669825" y="1743712"/>
                </a:cubicBezTo>
                <a:close/>
                <a:moveTo>
                  <a:pt x="802144" y="1822277"/>
                </a:moveTo>
                <a:cubicBezTo>
                  <a:pt x="806736" y="1815613"/>
                  <a:pt x="811328" y="1808982"/>
                  <a:pt x="815889" y="1802288"/>
                </a:cubicBezTo>
                <a:cubicBezTo>
                  <a:pt x="808404" y="1794496"/>
                  <a:pt x="794522" y="1804761"/>
                  <a:pt x="795743" y="1816511"/>
                </a:cubicBezTo>
                <a:cubicBezTo>
                  <a:pt x="797799" y="1821659"/>
                  <a:pt x="800072" y="1818861"/>
                  <a:pt x="802144" y="1822277"/>
                </a:cubicBezTo>
                <a:close/>
                <a:moveTo>
                  <a:pt x="1301082" y="2110525"/>
                </a:moveTo>
                <a:cubicBezTo>
                  <a:pt x="1305688" y="2102842"/>
                  <a:pt x="1310265" y="2096565"/>
                  <a:pt x="1314362" y="2106305"/>
                </a:cubicBezTo>
                <a:cubicBezTo>
                  <a:pt x="1309801" y="2111220"/>
                  <a:pt x="1305349" y="2114219"/>
                  <a:pt x="1301082" y="2110525"/>
                </a:cubicBezTo>
                <a:close/>
                <a:moveTo>
                  <a:pt x="2986023" y="3084845"/>
                </a:moveTo>
                <a:cubicBezTo>
                  <a:pt x="2992408" y="3091802"/>
                  <a:pt x="2998963" y="3092312"/>
                  <a:pt x="3005719" y="3086329"/>
                </a:cubicBezTo>
                <a:cubicBezTo>
                  <a:pt x="2999364" y="3079387"/>
                  <a:pt x="2992794" y="3078846"/>
                  <a:pt x="2986023" y="3084845"/>
                </a:cubicBezTo>
                <a:close/>
                <a:moveTo>
                  <a:pt x="779388" y="1815257"/>
                </a:moveTo>
                <a:cubicBezTo>
                  <a:pt x="792945" y="1825090"/>
                  <a:pt x="790255" y="1794697"/>
                  <a:pt x="803443" y="1780321"/>
                </a:cubicBezTo>
                <a:cubicBezTo>
                  <a:pt x="810662" y="1777600"/>
                  <a:pt x="817386" y="1789812"/>
                  <a:pt x="824669" y="1784602"/>
                </a:cubicBezTo>
                <a:cubicBezTo>
                  <a:pt x="822380" y="1768756"/>
                  <a:pt x="807369" y="1783197"/>
                  <a:pt x="815301" y="1768154"/>
                </a:cubicBezTo>
                <a:cubicBezTo>
                  <a:pt x="808003" y="1761676"/>
                  <a:pt x="798418" y="1771940"/>
                  <a:pt x="795960" y="1756141"/>
                </a:cubicBezTo>
                <a:cubicBezTo>
                  <a:pt x="791509" y="1759743"/>
                  <a:pt x="785942" y="1756296"/>
                  <a:pt x="785804" y="1765835"/>
                </a:cubicBezTo>
                <a:cubicBezTo>
                  <a:pt x="801154" y="1775944"/>
                  <a:pt x="789096" y="1806585"/>
                  <a:pt x="779388" y="1815257"/>
                </a:cubicBezTo>
                <a:close/>
                <a:moveTo>
                  <a:pt x="592980" y="1714253"/>
                </a:moveTo>
                <a:cubicBezTo>
                  <a:pt x="602516" y="1723025"/>
                  <a:pt x="617271" y="1718303"/>
                  <a:pt x="622998" y="1716425"/>
                </a:cubicBezTo>
                <a:cubicBezTo>
                  <a:pt x="618298" y="1724712"/>
                  <a:pt x="621004" y="1729473"/>
                  <a:pt x="630822" y="1730169"/>
                </a:cubicBezTo>
                <a:cubicBezTo>
                  <a:pt x="632227" y="1725917"/>
                  <a:pt x="632352" y="1721543"/>
                  <a:pt x="629568" y="1716934"/>
                </a:cubicBezTo>
                <a:cubicBezTo>
                  <a:pt x="639694" y="1720893"/>
                  <a:pt x="657026" y="1732782"/>
                  <a:pt x="662359" y="1719486"/>
                </a:cubicBezTo>
                <a:cubicBezTo>
                  <a:pt x="651475" y="1710505"/>
                  <a:pt x="644935" y="1712962"/>
                  <a:pt x="638489" y="1694009"/>
                </a:cubicBezTo>
                <a:cubicBezTo>
                  <a:pt x="630744" y="1696158"/>
                  <a:pt x="623261" y="1689773"/>
                  <a:pt x="615068" y="1707953"/>
                </a:cubicBezTo>
                <a:cubicBezTo>
                  <a:pt x="616182" y="1700162"/>
                  <a:pt x="618963" y="1692479"/>
                  <a:pt x="617402" y="1684454"/>
                </a:cubicBezTo>
                <a:cubicBezTo>
                  <a:pt x="613104" y="1681874"/>
                  <a:pt x="608761" y="1681518"/>
                  <a:pt x="604276" y="1683466"/>
                </a:cubicBezTo>
                <a:cubicBezTo>
                  <a:pt x="602113" y="1689418"/>
                  <a:pt x="597955" y="1695246"/>
                  <a:pt x="598820" y="1701430"/>
                </a:cubicBezTo>
                <a:cubicBezTo>
                  <a:pt x="591677" y="1698400"/>
                  <a:pt x="593532" y="1708277"/>
                  <a:pt x="585710" y="1700378"/>
                </a:cubicBezTo>
                <a:cubicBezTo>
                  <a:pt x="587202" y="1706906"/>
                  <a:pt x="589801" y="1711329"/>
                  <a:pt x="592980" y="1714253"/>
                </a:cubicBezTo>
                <a:close/>
                <a:moveTo>
                  <a:pt x="1328047" y="2141533"/>
                </a:moveTo>
                <a:cubicBezTo>
                  <a:pt x="1334433" y="2148489"/>
                  <a:pt x="1340988" y="2148999"/>
                  <a:pt x="1347743" y="2143016"/>
                </a:cubicBezTo>
                <a:cubicBezTo>
                  <a:pt x="1341389" y="2136075"/>
                  <a:pt x="1334819" y="2135534"/>
                  <a:pt x="1328047" y="2141533"/>
                </a:cubicBezTo>
                <a:close/>
                <a:moveTo>
                  <a:pt x="2187059" y="2638929"/>
                </a:moveTo>
                <a:lnTo>
                  <a:pt x="2193195" y="2637936"/>
                </a:lnTo>
                <a:lnTo>
                  <a:pt x="2186625" y="2632537"/>
                </a:lnTo>
                <a:close/>
                <a:moveTo>
                  <a:pt x="652248" y="1754645"/>
                </a:moveTo>
                <a:cubicBezTo>
                  <a:pt x="654138" y="1755464"/>
                  <a:pt x="656082" y="1754370"/>
                  <a:pt x="658092" y="1750668"/>
                </a:cubicBezTo>
                <a:cubicBezTo>
                  <a:pt x="655107" y="1746031"/>
                  <a:pt x="656917" y="1741809"/>
                  <a:pt x="653592" y="1737187"/>
                </a:cubicBezTo>
                <a:cubicBezTo>
                  <a:pt x="651290" y="1740527"/>
                  <a:pt x="649001" y="1743865"/>
                  <a:pt x="646729" y="1747143"/>
                </a:cubicBezTo>
                <a:cubicBezTo>
                  <a:pt x="648522" y="1751093"/>
                  <a:pt x="650358" y="1753825"/>
                  <a:pt x="652248" y="1754645"/>
                </a:cubicBezTo>
                <a:close/>
                <a:moveTo>
                  <a:pt x="686860" y="1777759"/>
                </a:moveTo>
                <a:cubicBezTo>
                  <a:pt x="693423" y="1777892"/>
                  <a:pt x="700305" y="1767979"/>
                  <a:pt x="706821" y="1770240"/>
                </a:cubicBezTo>
                <a:cubicBezTo>
                  <a:pt x="698363" y="1760006"/>
                  <a:pt x="689182" y="1773641"/>
                  <a:pt x="680755" y="1762912"/>
                </a:cubicBezTo>
                <a:cubicBezTo>
                  <a:pt x="679240" y="1766344"/>
                  <a:pt x="682673" y="1770115"/>
                  <a:pt x="680430" y="1773455"/>
                </a:cubicBezTo>
                <a:cubicBezTo>
                  <a:pt x="682521" y="1776555"/>
                  <a:pt x="684673" y="1777716"/>
                  <a:pt x="686860" y="1777759"/>
                </a:cubicBezTo>
                <a:close/>
                <a:moveTo>
                  <a:pt x="2814705" y="3007105"/>
                </a:moveTo>
                <a:cubicBezTo>
                  <a:pt x="2812474" y="3006776"/>
                  <a:pt x="2810940" y="3005651"/>
                  <a:pt x="2812810" y="3000473"/>
                </a:cubicBezTo>
                <a:cubicBezTo>
                  <a:pt x="2816149" y="3005003"/>
                  <a:pt x="2814742" y="2994815"/>
                  <a:pt x="2817850" y="2998247"/>
                </a:cubicBezTo>
                <a:cubicBezTo>
                  <a:pt x="2814481" y="3009517"/>
                  <a:pt x="2824683" y="2994721"/>
                  <a:pt x="2822982" y="2990765"/>
                </a:cubicBezTo>
                <a:cubicBezTo>
                  <a:pt x="2824003" y="2992588"/>
                  <a:pt x="2825055" y="2994443"/>
                  <a:pt x="2826105" y="2996237"/>
                </a:cubicBezTo>
                <a:cubicBezTo>
                  <a:pt x="2826956" y="2998045"/>
                  <a:pt x="2827713" y="2999901"/>
                  <a:pt x="2825951" y="3001492"/>
                </a:cubicBezTo>
                <a:cubicBezTo>
                  <a:pt x="2822565" y="2997813"/>
                  <a:pt x="2824048" y="3005328"/>
                  <a:pt x="2820788" y="3008960"/>
                </a:cubicBezTo>
                <a:cubicBezTo>
                  <a:pt x="2819867" y="3006966"/>
                  <a:pt x="2816938" y="3007433"/>
                  <a:pt x="2814705" y="3007105"/>
                </a:cubicBezTo>
                <a:close/>
                <a:moveTo>
                  <a:pt x="2666472" y="2922620"/>
                </a:moveTo>
                <a:cubicBezTo>
                  <a:pt x="2668363" y="2923435"/>
                  <a:pt x="2670316" y="2922340"/>
                  <a:pt x="2672349" y="2918638"/>
                </a:cubicBezTo>
                <a:cubicBezTo>
                  <a:pt x="2668762" y="2910785"/>
                  <a:pt x="2665020" y="2907709"/>
                  <a:pt x="2660955" y="2915146"/>
                </a:cubicBezTo>
                <a:cubicBezTo>
                  <a:pt x="2662748" y="2919080"/>
                  <a:pt x="2664580" y="2921805"/>
                  <a:pt x="2666472" y="2922620"/>
                </a:cubicBezTo>
                <a:close/>
                <a:moveTo>
                  <a:pt x="2702789" y="2944642"/>
                </a:moveTo>
                <a:cubicBezTo>
                  <a:pt x="2709916" y="2944858"/>
                  <a:pt x="2717521" y="2928332"/>
                  <a:pt x="2724153" y="2943698"/>
                </a:cubicBezTo>
                <a:cubicBezTo>
                  <a:pt x="2722917" y="2928455"/>
                  <a:pt x="2707318" y="2923493"/>
                  <a:pt x="2699835" y="2933899"/>
                </a:cubicBezTo>
                <a:cubicBezTo>
                  <a:pt x="2698290" y="2943359"/>
                  <a:pt x="2705803" y="2937470"/>
                  <a:pt x="2702789" y="2944642"/>
                </a:cubicBezTo>
                <a:close/>
                <a:moveTo>
                  <a:pt x="622639" y="1746654"/>
                </a:moveTo>
                <a:cubicBezTo>
                  <a:pt x="625492" y="1748565"/>
                  <a:pt x="629608" y="1747940"/>
                  <a:pt x="632058" y="1743417"/>
                </a:cubicBezTo>
                <a:cubicBezTo>
                  <a:pt x="628440" y="1736182"/>
                  <a:pt x="624529" y="1738779"/>
                  <a:pt x="620804" y="1734668"/>
                </a:cubicBezTo>
                <a:cubicBezTo>
                  <a:pt x="618199" y="1740295"/>
                  <a:pt x="619787" y="1744743"/>
                  <a:pt x="622639" y="1746654"/>
                </a:cubicBezTo>
                <a:close/>
                <a:moveTo>
                  <a:pt x="2402224" y="2779487"/>
                </a:moveTo>
                <a:cubicBezTo>
                  <a:pt x="2408098" y="2783785"/>
                  <a:pt x="2414251" y="2779409"/>
                  <a:pt x="2420311" y="2778251"/>
                </a:cubicBezTo>
                <a:cubicBezTo>
                  <a:pt x="2414391" y="2775329"/>
                  <a:pt x="2408592" y="2767291"/>
                  <a:pt x="2402224" y="2779487"/>
                </a:cubicBezTo>
                <a:close/>
                <a:moveTo>
                  <a:pt x="2145111" y="2632276"/>
                </a:moveTo>
                <a:lnTo>
                  <a:pt x="2147515" y="2632537"/>
                </a:lnTo>
                <a:lnTo>
                  <a:pt x="2150904" y="2633043"/>
                </a:lnTo>
                <a:lnTo>
                  <a:pt x="2153567" y="2629015"/>
                </a:lnTo>
                <a:cubicBezTo>
                  <a:pt x="2156598" y="2627759"/>
                  <a:pt x="2159725" y="2626507"/>
                  <a:pt x="2160745" y="2619064"/>
                </a:cubicBezTo>
                <a:cubicBezTo>
                  <a:pt x="2163713" y="2628385"/>
                  <a:pt x="2167284" y="2619634"/>
                  <a:pt x="2170376" y="2625077"/>
                </a:cubicBezTo>
                <a:cubicBezTo>
                  <a:pt x="2167841" y="2629235"/>
                  <a:pt x="2164222" y="2633379"/>
                  <a:pt x="2168351" y="2638032"/>
                </a:cubicBezTo>
                <a:cubicBezTo>
                  <a:pt x="2169804" y="2635373"/>
                  <a:pt x="2171195" y="2634770"/>
                  <a:pt x="2172582" y="2634235"/>
                </a:cubicBezTo>
                <a:lnTo>
                  <a:pt x="2176458" y="2631113"/>
                </a:lnTo>
                <a:lnTo>
                  <a:pt x="2177537" y="2627674"/>
                </a:lnTo>
                <a:lnTo>
                  <a:pt x="2181813" y="2628581"/>
                </a:lnTo>
                <a:lnTo>
                  <a:pt x="2181800" y="2628571"/>
                </a:lnTo>
                <a:cubicBezTo>
                  <a:pt x="2190589" y="2622460"/>
                  <a:pt x="2198891" y="2633255"/>
                  <a:pt x="2207463" y="2635460"/>
                </a:cubicBezTo>
                <a:lnTo>
                  <a:pt x="2213780" y="2634295"/>
                </a:lnTo>
                <a:lnTo>
                  <a:pt x="2215283" y="2633220"/>
                </a:lnTo>
                <a:lnTo>
                  <a:pt x="2196030" y="2619099"/>
                </a:lnTo>
                <a:cubicBezTo>
                  <a:pt x="2189326" y="2614321"/>
                  <a:pt x="2182589" y="2610878"/>
                  <a:pt x="2175709" y="2612353"/>
                </a:cubicBezTo>
                <a:cubicBezTo>
                  <a:pt x="2177967" y="2616866"/>
                  <a:pt x="2181336" y="2621568"/>
                  <a:pt x="2176931" y="2625572"/>
                </a:cubicBezTo>
                <a:cubicBezTo>
                  <a:pt x="2171257" y="2615074"/>
                  <a:pt x="2174411" y="2614950"/>
                  <a:pt x="2167578" y="2609076"/>
                </a:cubicBezTo>
                <a:lnTo>
                  <a:pt x="2168993" y="2604436"/>
                </a:lnTo>
                <a:lnTo>
                  <a:pt x="2121699" y="2604283"/>
                </a:lnTo>
                <a:lnTo>
                  <a:pt x="2127650" y="2612366"/>
                </a:lnTo>
                <a:cubicBezTo>
                  <a:pt x="2132334" y="2615268"/>
                  <a:pt x="2137765" y="2616103"/>
                  <a:pt x="2141204" y="2612293"/>
                </a:cubicBezTo>
                <a:cubicBezTo>
                  <a:pt x="2144435" y="2616938"/>
                  <a:pt x="2143712" y="2621266"/>
                  <a:pt x="2143264" y="2625606"/>
                </a:cubicBezTo>
                <a:close/>
                <a:moveTo>
                  <a:pt x="1156730" y="2063792"/>
                </a:moveTo>
                <a:cubicBezTo>
                  <a:pt x="1154499" y="2063464"/>
                  <a:pt x="1152965" y="2062339"/>
                  <a:pt x="1154835" y="2057161"/>
                </a:cubicBezTo>
                <a:cubicBezTo>
                  <a:pt x="1158174" y="2061691"/>
                  <a:pt x="1156766" y="2051503"/>
                  <a:pt x="1159875" y="2054934"/>
                </a:cubicBezTo>
                <a:cubicBezTo>
                  <a:pt x="1156505" y="2066204"/>
                  <a:pt x="1166708" y="2051409"/>
                  <a:pt x="1165006" y="2047452"/>
                </a:cubicBezTo>
                <a:cubicBezTo>
                  <a:pt x="1166028" y="2049277"/>
                  <a:pt x="1167079" y="2051132"/>
                  <a:pt x="1168129" y="2052925"/>
                </a:cubicBezTo>
                <a:cubicBezTo>
                  <a:pt x="1168980" y="2054733"/>
                  <a:pt x="1169738" y="2056588"/>
                  <a:pt x="1167975" y="2058180"/>
                </a:cubicBezTo>
                <a:cubicBezTo>
                  <a:pt x="1164589" y="2054501"/>
                  <a:pt x="1166073" y="2062015"/>
                  <a:pt x="1162813" y="2065648"/>
                </a:cubicBezTo>
                <a:cubicBezTo>
                  <a:pt x="1161892" y="2063654"/>
                  <a:pt x="1158963" y="2064121"/>
                  <a:pt x="1156730" y="2063792"/>
                </a:cubicBezTo>
                <a:close/>
                <a:moveTo>
                  <a:pt x="1008498" y="1979307"/>
                </a:moveTo>
                <a:cubicBezTo>
                  <a:pt x="1010389" y="1980123"/>
                  <a:pt x="1012341" y="1979028"/>
                  <a:pt x="1014374" y="1975326"/>
                </a:cubicBezTo>
                <a:cubicBezTo>
                  <a:pt x="1010786" y="1967473"/>
                  <a:pt x="1007046" y="1964396"/>
                  <a:pt x="1002980" y="1971832"/>
                </a:cubicBezTo>
                <a:cubicBezTo>
                  <a:pt x="1004774" y="1975767"/>
                  <a:pt x="1006606" y="1978492"/>
                  <a:pt x="1008498" y="1979307"/>
                </a:cubicBezTo>
                <a:close/>
                <a:moveTo>
                  <a:pt x="2387537" y="2775746"/>
                </a:moveTo>
                <a:lnTo>
                  <a:pt x="2385635" y="2767538"/>
                </a:lnTo>
                <a:lnTo>
                  <a:pt x="2377520" y="2767919"/>
                </a:lnTo>
                <a:lnTo>
                  <a:pt x="2381919" y="2771340"/>
                </a:lnTo>
                <a:cubicBezTo>
                  <a:pt x="2383845" y="2770950"/>
                  <a:pt x="2385774" y="2770567"/>
                  <a:pt x="2387537" y="2775746"/>
                </a:cubicBezTo>
                <a:close/>
                <a:moveTo>
                  <a:pt x="1044813" y="2001328"/>
                </a:moveTo>
                <a:cubicBezTo>
                  <a:pt x="1051941" y="2001546"/>
                  <a:pt x="1059546" y="1985021"/>
                  <a:pt x="1066178" y="2000386"/>
                </a:cubicBezTo>
                <a:cubicBezTo>
                  <a:pt x="1064941" y="1985144"/>
                  <a:pt x="1049343" y="1980180"/>
                  <a:pt x="1041860" y="1990585"/>
                </a:cubicBezTo>
                <a:cubicBezTo>
                  <a:pt x="1040315" y="2000046"/>
                  <a:pt x="1047827" y="1994156"/>
                  <a:pt x="1044813" y="2001328"/>
                </a:cubicBezTo>
                <a:close/>
                <a:moveTo>
                  <a:pt x="658881" y="1779149"/>
                </a:moveTo>
                <a:cubicBezTo>
                  <a:pt x="661068" y="1779318"/>
                  <a:pt x="663302" y="1777900"/>
                  <a:pt x="665575" y="1774877"/>
                </a:cubicBezTo>
                <a:cubicBezTo>
                  <a:pt x="658417" y="1769079"/>
                  <a:pt x="669949" y="1764736"/>
                  <a:pt x="662776" y="1758923"/>
                </a:cubicBezTo>
                <a:cubicBezTo>
                  <a:pt x="658462" y="1758335"/>
                  <a:pt x="652558" y="1766961"/>
                  <a:pt x="652466" y="1773889"/>
                </a:cubicBezTo>
                <a:cubicBezTo>
                  <a:pt x="654552" y="1777220"/>
                  <a:pt x="656693" y="1778978"/>
                  <a:pt x="658881" y="1779149"/>
                </a:cubicBezTo>
                <a:close/>
                <a:moveTo>
                  <a:pt x="744249" y="1836175"/>
                </a:moveTo>
                <a:cubicBezTo>
                  <a:pt x="750122" y="1840472"/>
                  <a:pt x="756276" y="1836096"/>
                  <a:pt x="762336" y="1834938"/>
                </a:cubicBezTo>
                <a:cubicBezTo>
                  <a:pt x="756415" y="1832016"/>
                  <a:pt x="750618" y="1823978"/>
                  <a:pt x="744249" y="1836175"/>
                </a:cubicBezTo>
                <a:close/>
                <a:moveTo>
                  <a:pt x="729562" y="1832433"/>
                </a:moveTo>
                <a:cubicBezTo>
                  <a:pt x="730813" y="1826342"/>
                  <a:pt x="727027" y="1819957"/>
                  <a:pt x="725217" y="1813681"/>
                </a:cubicBezTo>
                <a:cubicBezTo>
                  <a:pt x="722914" y="1817005"/>
                  <a:pt x="720641" y="1820329"/>
                  <a:pt x="718339" y="1823667"/>
                </a:cubicBezTo>
                <a:cubicBezTo>
                  <a:pt x="721848" y="1833964"/>
                  <a:pt x="726037" y="1822075"/>
                  <a:pt x="729562" y="1832433"/>
                </a:cubicBezTo>
                <a:close/>
                <a:moveTo>
                  <a:pt x="2458944" y="2832089"/>
                </a:moveTo>
                <a:cubicBezTo>
                  <a:pt x="2461941" y="2832659"/>
                  <a:pt x="2464959" y="2832482"/>
                  <a:pt x="2467911" y="2834476"/>
                </a:cubicBezTo>
                <a:cubicBezTo>
                  <a:pt x="2468576" y="2825804"/>
                  <a:pt x="2455451" y="2815507"/>
                  <a:pt x="2450103" y="2825216"/>
                </a:cubicBezTo>
                <a:cubicBezTo>
                  <a:pt x="2452970" y="2830201"/>
                  <a:pt x="2455946" y="2831519"/>
                  <a:pt x="2458944" y="2832089"/>
                </a:cubicBezTo>
                <a:close/>
                <a:moveTo>
                  <a:pt x="2124634" y="2639299"/>
                </a:moveTo>
                <a:lnTo>
                  <a:pt x="2128708" y="2636568"/>
                </a:lnTo>
                <a:lnTo>
                  <a:pt x="2127880" y="2634716"/>
                </a:lnTo>
                <a:lnTo>
                  <a:pt x="2123689" y="2629466"/>
                </a:lnTo>
                <a:close/>
                <a:moveTo>
                  <a:pt x="625358" y="1773851"/>
                </a:moveTo>
                <a:cubicBezTo>
                  <a:pt x="627814" y="1774304"/>
                  <a:pt x="630280" y="1774506"/>
                  <a:pt x="632661" y="1777566"/>
                </a:cubicBezTo>
                <a:cubicBezTo>
                  <a:pt x="634485" y="1766018"/>
                  <a:pt x="622380" y="1759464"/>
                  <a:pt x="618113" y="1768616"/>
                </a:cubicBezTo>
                <a:cubicBezTo>
                  <a:pt x="620456" y="1772690"/>
                  <a:pt x="622902" y="1773397"/>
                  <a:pt x="625358" y="1773851"/>
                </a:cubicBezTo>
                <a:close/>
                <a:moveTo>
                  <a:pt x="600197" y="1764581"/>
                </a:moveTo>
                <a:cubicBezTo>
                  <a:pt x="610075" y="1766158"/>
                  <a:pt x="614605" y="1769110"/>
                  <a:pt x="621762" y="1758351"/>
                </a:cubicBezTo>
                <a:cubicBezTo>
                  <a:pt x="613337" y="1765153"/>
                  <a:pt x="605622" y="1748116"/>
                  <a:pt x="597243" y="1753837"/>
                </a:cubicBezTo>
                <a:cubicBezTo>
                  <a:pt x="599578" y="1757530"/>
                  <a:pt x="601927" y="1761180"/>
                  <a:pt x="600197" y="1764581"/>
                </a:cubicBezTo>
                <a:close/>
                <a:moveTo>
                  <a:pt x="2068699" y="2617005"/>
                </a:moveTo>
                <a:cubicBezTo>
                  <a:pt x="2074961" y="2624132"/>
                  <a:pt x="2079505" y="2604840"/>
                  <a:pt x="2081654" y="2623237"/>
                </a:cubicBezTo>
                <a:cubicBezTo>
                  <a:pt x="2092770" y="2609060"/>
                  <a:pt x="2068128" y="2599907"/>
                  <a:pt x="2068699" y="2617005"/>
                </a:cubicBezTo>
                <a:close/>
                <a:moveTo>
                  <a:pt x="3785053" y="3609123"/>
                </a:moveTo>
                <a:cubicBezTo>
                  <a:pt x="3790262" y="3602537"/>
                  <a:pt x="3794636" y="3595859"/>
                  <a:pt x="3788947" y="3588393"/>
                </a:cubicBezTo>
                <a:cubicBezTo>
                  <a:pt x="3784604" y="3587853"/>
                  <a:pt x="3778698" y="3596415"/>
                  <a:pt x="3778653" y="3603388"/>
                </a:cubicBezTo>
                <a:cubicBezTo>
                  <a:pt x="3780816" y="3604253"/>
                  <a:pt x="3782980" y="3605212"/>
                  <a:pt x="3785053" y="3609123"/>
                </a:cubicBezTo>
                <a:close/>
                <a:moveTo>
                  <a:pt x="800967" y="1888777"/>
                </a:moveTo>
                <a:cubicBezTo>
                  <a:pt x="803965" y="1889347"/>
                  <a:pt x="806983" y="1889169"/>
                  <a:pt x="809935" y="1891163"/>
                </a:cubicBezTo>
                <a:cubicBezTo>
                  <a:pt x="810602" y="1882491"/>
                  <a:pt x="797475" y="1872195"/>
                  <a:pt x="792127" y="1881904"/>
                </a:cubicBezTo>
                <a:cubicBezTo>
                  <a:pt x="794995" y="1886889"/>
                  <a:pt x="797971" y="1888207"/>
                  <a:pt x="800967" y="1888777"/>
                </a:cubicBezTo>
                <a:close/>
                <a:moveTo>
                  <a:pt x="2123488" y="2652780"/>
                </a:moveTo>
                <a:cubicBezTo>
                  <a:pt x="2126163" y="2645622"/>
                  <a:pt x="2128544" y="2648118"/>
                  <a:pt x="2130919" y="2650970"/>
                </a:cubicBezTo>
                <a:lnTo>
                  <a:pt x="2132436" y="2652398"/>
                </a:lnTo>
                <a:lnTo>
                  <a:pt x="2130972" y="2645081"/>
                </a:lnTo>
                <a:cubicBezTo>
                  <a:pt x="2128801" y="2644811"/>
                  <a:pt x="2126238" y="2646816"/>
                  <a:pt x="2124213" y="2649761"/>
                </a:cubicBezTo>
                <a:lnTo>
                  <a:pt x="2123374" y="2652209"/>
                </a:lnTo>
                <a:close/>
                <a:moveTo>
                  <a:pt x="572331" y="1758278"/>
                </a:moveTo>
                <a:cubicBezTo>
                  <a:pt x="577287" y="1762619"/>
                  <a:pt x="587277" y="1755115"/>
                  <a:pt x="592065" y="1761272"/>
                </a:cubicBezTo>
                <a:cubicBezTo>
                  <a:pt x="596176" y="1746988"/>
                  <a:pt x="570870" y="1754624"/>
                  <a:pt x="584581" y="1737078"/>
                </a:cubicBezTo>
                <a:cubicBezTo>
                  <a:pt x="581598" y="1727773"/>
                  <a:pt x="578058" y="1736492"/>
                  <a:pt x="574919" y="1731064"/>
                </a:cubicBezTo>
                <a:cubicBezTo>
                  <a:pt x="574888" y="1738965"/>
                  <a:pt x="576018" y="1746926"/>
                  <a:pt x="572570" y="1754501"/>
                </a:cubicBezTo>
                <a:cubicBezTo>
                  <a:pt x="571520" y="1752723"/>
                  <a:pt x="570498" y="1750852"/>
                  <a:pt x="569432" y="1749044"/>
                </a:cubicBezTo>
                <a:cubicBezTo>
                  <a:pt x="569586" y="1754068"/>
                  <a:pt x="570679" y="1756831"/>
                  <a:pt x="572331" y="1758278"/>
                </a:cubicBezTo>
                <a:close/>
                <a:moveTo>
                  <a:pt x="2055668" y="2616155"/>
                </a:moveTo>
                <a:lnTo>
                  <a:pt x="2061756" y="2604088"/>
                </a:lnTo>
                <a:lnTo>
                  <a:pt x="2053544" y="2604061"/>
                </a:lnTo>
                <a:lnTo>
                  <a:pt x="2054262" y="2608178"/>
                </a:lnTo>
                <a:cubicBezTo>
                  <a:pt x="2053171" y="2610713"/>
                  <a:pt x="2052081" y="2613248"/>
                  <a:pt x="2055668" y="2616155"/>
                </a:cubicBezTo>
                <a:close/>
                <a:moveTo>
                  <a:pt x="2674637" y="2978981"/>
                </a:moveTo>
                <a:cubicBezTo>
                  <a:pt x="2673306" y="2977815"/>
                  <a:pt x="2671984" y="2976296"/>
                  <a:pt x="2670615" y="2976257"/>
                </a:cubicBezTo>
                <a:cubicBezTo>
                  <a:pt x="2678114" y="2971590"/>
                  <a:pt x="2666890" y="2965484"/>
                  <a:pt x="2674372" y="2960783"/>
                </a:cubicBezTo>
                <a:cubicBezTo>
                  <a:pt x="2679226" y="2960954"/>
                  <a:pt x="2684158" y="2972687"/>
                  <a:pt x="2678716" y="2979581"/>
                </a:cubicBezTo>
                <a:cubicBezTo>
                  <a:pt x="2677310" y="2980957"/>
                  <a:pt x="2675969" y="2980146"/>
                  <a:pt x="2674637" y="2978981"/>
                </a:cubicBezTo>
                <a:close/>
                <a:moveTo>
                  <a:pt x="410723" y="1673693"/>
                </a:moveTo>
                <a:cubicBezTo>
                  <a:pt x="416985" y="1680820"/>
                  <a:pt x="421530" y="1661527"/>
                  <a:pt x="423678" y="1679924"/>
                </a:cubicBezTo>
                <a:cubicBezTo>
                  <a:pt x="434795" y="1665747"/>
                  <a:pt x="410152" y="1656595"/>
                  <a:pt x="410723" y="1673693"/>
                </a:cubicBezTo>
                <a:close/>
                <a:moveTo>
                  <a:pt x="2029603" y="2608888"/>
                </a:moveTo>
                <a:cubicBezTo>
                  <a:pt x="2032703" y="2609097"/>
                  <a:pt x="2033251" y="2607563"/>
                  <a:pt x="2033823" y="2605182"/>
                </a:cubicBezTo>
                <a:lnTo>
                  <a:pt x="2034410" y="2604000"/>
                </a:lnTo>
                <a:lnTo>
                  <a:pt x="2030374" y="2603987"/>
                </a:lnTo>
                <a:close/>
                <a:moveTo>
                  <a:pt x="2045628" y="2619138"/>
                </a:moveTo>
                <a:cubicBezTo>
                  <a:pt x="2047864" y="2617831"/>
                  <a:pt x="2050171" y="2614346"/>
                  <a:pt x="2052497" y="2610497"/>
                </a:cubicBezTo>
                <a:cubicBezTo>
                  <a:pt x="2051191" y="2607885"/>
                  <a:pt x="2049834" y="2607193"/>
                  <a:pt x="2048486" y="2606433"/>
                </a:cubicBezTo>
                <a:lnTo>
                  <a:pt x="2046361" y="2604039"/>
                </a:lnTo>
                <a:lnTo>
                  <a:pt x="2043655" y="2604030"/>
                </a:lnTo>
                <a:lnTo>
                  <a:pt x="2039188" y="2614702"/>
                </a:lnTo>
                <a:cubicBezTo>
                  <a:pt x="2041229" y="2619571"/>
                  <a:pt x="2043393" y="2620445"/>
                  <a:pt x="2045628" y="2619138"/>
                </a:cubicBezTo>
                <a:close/>
                <a:moveTo>
                  <a:pt x="2865842" y="3093902"/>
                </a:moveTo>
                <a:cubicBezTo>
                  <a:pt x="2873277" y="3086542"/>
                  <a:pt x="2870973" y="3078489"/>
                  <a:pt x="2864914" y="3070125"/>
                </a:cubicBezTo>
                <a:cubicBezTo>
                  <a:pt x="2860277" y="3079354"/>
                  <a:pt x="2856225" y="3067389"/>
                  <a:pt x="2851465" y="3079617"/>
                </a:cubicBezTo>
                <a:cubicBezTo>
                  <a:pt x="2859535" y="3077639"/>
                  <a:pt x="2860817" y="3091475"/>
                  <a:pt x="2865842" y="3093902"/>
                </a:cubicBezTo>
                <a:close/>
                <a:moveTo>
                  <a:pt x="2559032" y="2917740"/>
                </a:moveTo>
                <a:cubicBezTo>
                  <a:pt x="2563932" y="2925207"/>
                  <a:pt x="2579453" y="2918482"/>
                  <a:pt x="2570904" y="2905496"/>
                </a:cubicBezTo>
                <a:cubicBezTo>
                  <a:pt x="2566760" y="2915144"/>
                  <a:pt x="2563128" y="2908093"/>
                  <a:pt x="2559032" y="2917740"/>
                </a:cubicBezTo>
                <a:close/>
                <a:moveTo>
                  <a:pt x="465513" y="1709467"/>
                </a:moveTo>
                <a:cubicBezTo>
                  <a:pt x="470862" y="1695152"/>
                  <a:pt x="475035" y="1719453"/>
                  <a:pt x="480338" y="1707983"/>
                </a:cubicBezTo>
                <a:cubicBezTo>
                  <a:pt x="470645" y="1704953"/>
                  <a:pt x="469701" y="1672628"/>
                  <a:pt x="457860" y="1690499"/>
                </a:cubicBezTo>
                <a:cubicBezTo>
                  <a:pt x="466548" y="1690900"/>
                  <a:pt x="460473" y="1701783"/>
                  <a:pt x="465513" y="1709467"/>
                </a:cubicBezTo>
                <a:close/>
                <a:moveTo>
                  <a:pt x="2324788" y="2786612"/>
                </a:moveTo>
                <a:cubicBezTo>
                  <a:pt x="2333910" y="2794805"/>
                  <a:pt x="2337032" y="2787710"/>
                  <a:pt x="2339937" y="2774677"/>
                </a:cubicBezTo>
                <a:cubicBezTo>
                  <a:pt x="2329007" y="2771710"/>
                  <a:pt x="2335764" y="2787895"/>
                  <a:pt x="2324788" y="2786612"/>
                </a:cubicBezTo>
                <a:close/>
                <a:moveTo>
                  <a:pt x="562274" y="1769526"/>
                </a:moveTo>
                <a:cubicBezTo>
                  <a:pt x="564532" y="1766188"/>
                  <a:pt x="566835" y="1762880"/>
                  <a:pt x="569122" y="1759509"/>
                </a:cubicBezTo>
                <a:cubicBezTo>
                  <a:pt x="563248" y="1746570"/>
                  <a:pt x="562507" y="1762726"/>
                  <a:pt x="559291" y="1758783"/>
                </a:cubicBezTo>
                <a:cubicBezTo>
                  <a:pt x="557559" y="1762169"/>
                  <a:pt x="560683" y="1765879"/>
                  <a:pt x="562274" y="1769526"/>
                </a:cubicBezTo>
                <a:close/>
                <a:moveTo>
                  <a:pt x="3027055" y="3195703"/>
                </a:moveTo>
                <a:cubicBezTo>
                  <a:pt x="3027240" y="3184092"/>
                  <a:pt x="3034196" y="3189488"/>
                  <a:pt x="3039066" y="3178235"/>
                </a:cubicBezTo>
                <a:cubicBezTo>
                  <a:pt x="3032125" y="3170598"/>
                  <a:pt x="3023776" y="3177878"/>
                  <a:pt x="3020623" y="3189937"/>
                </a:cubicBezTo>
                <a:cubicBezTo>
                  <a:pt x="3021643" y="3192750"/>
                  <a:pt x="3022788" y="3191575"/>
                  <a:pt x="3023916" y="3190214"/>
                </a:cubicBezTo>
                <a:cubicBezTo>
                  <a:pt x="3024951" y="3192039"/>
                  <a:pt x="3026003" y="3193894"/>
                  <a:pt x="3027055" y="3195703"/>
                </a:cubicBezTo>
                <a:close/>
                <a:moveTo>
                  <a:pt x="1016661" y="2035669"/>
                </a:moveTo>
                <a:cubicBezTo>
                  <a:pt x="1015330" y="2034504"/>
                  <a:pt x="1014008" y="2032985"/>
                  <a:pt x="1012639" y="2032946"/>
                </a:cubicBezTo>
                <a:cubicBezTo>
                  <a:pt x="1020138" y="2028278"/>
                  <a:pt x="1008914" y="2022172"/>
                  <a:pt x="1016397" y="2017472"/>
                </a:cubicBezTo>
                <a:cubicBezTo>
                  <a:pt x="1021250" y="2017642"/>
                  <a:pt x="1026182" y="2029375"/>
                  <a:pt x="1020741" y="2036269"/>
                </a:cubicBezTo>
                <a:cubicBezTo>
                  <a:pt x="1019334" y="2037646"/>
                  <a:pt x="1017993" y="2036834"/>
                  <a:pt x="1016661" y="2035669"/>
                </a:cubicBezTo>
                <a:close/>
                <a:moveTo>
                  <a:pt x="387653" y="1675827"/>
                </a:moveTo>
                <a:cubicBezTo>
                  <a:pt x="389889" y="1674520"/>
                  <a:pt x="392196" y="1671034"/>
                  <a:pt x="394522" y="1667185"/>
                </a:cubicBezTo>
                <a:cubicBezTo>
                  <a:pt x="391909" y="1661960"/>
                  <a:pt x="389096" y="1664417"/>
                  <a:pt x="386545" y="1658651"/>
                </a:cubicBezTo>
                <a:cubicBezTo>
                  <a:pt x="382294" y="1662702"/>
                  <a:pt x="383052" y="1667185"/>
                  <a:pt x="381212" y="1671390"/>
                </a:cubicBezTo>
                <a:cubicBezTo>
                  <a:pt x="383253" y="1676260"/>
                  <a:pt x="385418" y="1677133"/>
                  <a:pt x="387653" y="1675827"/>
                </a:cubicBezTo>
                <a:close/>
                <a:moveTo>
                  <a:pt x="1207866" y="2150589"/>
                </a:moveTo>
                <a:cubicBezTo>
                  <a:pt x="1215301" y="2143231"/>
                  <a:pt x="1212998" y="2135177"/>
                  <a:pt x="1206937" y="2126814"/>
                </a:cubicBezTo>
                <a:cubicBezTo>
                  <a:pt x="1202301" y="2136042"/>
                  <a:pt x="1198249" y="2124077"/>
                  <a:pt x="1193489" y="2136305"/>
                </a:cubicBezTo>
                <a:cubicBezTo>
                  <a:pt x="1201559" y="2134327"/>
                  <a:pt x="1202841" y="2148163"/>
                  <a:pt x="1207866" y="2150589"/>
                </a:cubicBezTo>
                <a:close/>
                <a:moveTo>
                  <a:pt x="901056" y="1974428"/>
                </a:moveTo>
                <a:cubicBezTo>
                  <a:pt x="905956" y="1981896"/>
                  <a:pt x="921477" y="1975170"/>
                  <a:pt x="912928" y="1962184"/>
                </a:cubicBezTo>
                <a:cubicBezTo>
                  <a:pt x="908785" y="1971831"/>
                  <a:pt x="905152" y="1964781"/>
                  <a:pt x="901056" y="1974428"/>
                </a:cubicBezTo>
                <a:close/>
                <a:moveTo>
                  <a:pt x="666812" y="1843300"/>
                </a:moveTo>
                <a:cubicBezTo>
                  <a:pt x="675933" y="1851493"/>
                  <a:pt x="679057" y="1844398"/>
                  <a:pt x="681961" y="1831365"/>
                </a:cubicBezTo>
                <a:cubicBezTo>
                  <a:pt x="671032" y="1828397"/>
                  <a:pt x="677788" y="1844582"/>
                  <a:pt x="666812" y="1843300"/>
                </a:cubicBezTo>
                <a:close/>
                <a:moveTo>
                  <a:pt x="1369079" y="2252390"/>
                </a:moveTo>
                <a:cubicBezTo>
                  <a:pt x="1369264" y="2240781"/>
                  <a:pt x="1376221" y="2246176"/>
                  <a:pt x="1381091" y="2234922"/>
                </a:cubicBezTo>
                <a:cubicBezTo>
                  <a:pt x="1374150" y="2227285"/>
                  <a:pt x="1365801" y="2234566"/>
                  <a:pt x="1362648" y="2246625"/>
                </a:cubicBezTo>
                <a:cubicBezTo>
                  <a:pt x="1363668" y="2249438"/>
                  <a:pt x="1364812" y="2248263"/>
                  <a:pt x="1365940" y="2246903"/>
                </a:cubicBezTo>
                <a:cubicBezTo>
                  <a:pt x="1366976" y="2248727"/>
                  <a:pt x="1368028" y="2250582"/>
                  <a:pt x="1369079" y="2252390"/>
                </a:cubicBezTo>
                <a:close/>
                <a:moveTo>
                  <a:pt x="509944" y="1760205"/>
                </a:moveTo>
                <a:cubicBezTo>
                  <a:pt x="513546" y="1750294"/>
                  <a:pt x="520085" y="1742163"/>
                  <a:pt x="519945" y="1755691"/>
                </a:cubicBezTo>
                <a:cubicBezTo>
                  <a:pt x="523656" y="1754654"/>
                  <a:pt x="528479" y="1747977"/>
                  <a:pt x="528711" y="1737974"/>
                </a:cubicBezTo>
                <a:cubicBezTo>
                  <a:pt x="521461" y="1727462"/>
                  <a:pt x="504517" y="1744899"/>
                  <a:pt x="509944" y="1760205"/>
                </a:cubicBezTo>
                <a:close/>
                <a:moveTo>
                  <a:pt x="2298229" y="2795020"/>
                </a:moveTo>
                <a:cubicBezTo>
                  <a:pt x="2305185" y="2802627"/>
                  <a:pt x="2313873" y="2785205"/>
                  <a:pt x="2316022" y="2804265"/>
                </a:cubicBezTo>
                <a:cubicBezTo>
                  <a:pt x="2321248" y="2784447"/>
                  <a:pt x="2303113" y="2771724"/>
                  <a:pt x="2298229" y="2795020"/>
                </a:cubicBezTo>
                <a:close/>
                <a:moveTo>
                  <a:pt x="2021773" y="2637282"/>
                </a:moveTo>
                <a:lnTo>
                  <a:pt x="2022383" y="2629372"/>
                </a:lnTo>
                <a:cubicBezTo>
                  <a:pt x="2018011" y="2629372"/>
                  <a:pt x="2011197" y="2618546"/>
                  <a:pt x="2009289" y="2620815"/>
                </a:cubicBezTo>
                <a:lnTo>
                  <a:pt x="2009290" y="2626947"/>
                </a:lnTo>
                <a:close/>
                <a:moveTo>
                  <a:pt x="2280296" y="2791016"/>
                </a:moveTo>
                <a:cubicBezTo>
                  <a:pt x="2283172" y="2786858"/>
                  <a:pt x="2286015" y="2782714"/>
                  <a:pt x="2288875" y="2778573"/>
                </a:cubicBezTo>
                <a:lnTo>
                  <a:pt x="2288020" y="2769521"/>
                </a:lnTo>
                <a:lnTo>
                  <a:pt x="2281148" y="2769188"/>
                </a:lnTo>
                <a:lnTo>
                  <a:pt x="2276761" y="2771805"/>
                </a:lnTo>
                <a:cubicBezTo>
                  <a:pt x="2273130" y="2774154"/>
                  <a:pt x="2269504" y="2776253"/>
                  <a:pt x="2265933" y="2776779"/>
                </a:cubicBezTo>
                <a:cubicBezTo>
                  <a:pt x="2270742" y="2781247"/>
                  <a:pt x="2275426" y="2788573"/>
                  <a:pt x="2280296" y="2791016"/>
                </a:cubicBezTo>
                <a:close/>
                <a:moveTo>
                  <a:pt x="2758152" y="3069768"/>
                </a:moveTo>
                <a:cubicBezTo>
                  <a:pt x="2770875" y="3073849"/>
                  <a:pt x="2777506" y="3074948"/>
                  <a:pt x="2792487" y="3075055"/>
                </a:cubicBezTo>
                <a:cubicBezTo>
                  <a:pt x="2781294" y="3065130"/>
                  <a:pt x="2769884" y="3061745"/>
                  <a:pt x="2758152" y="3069768"/>
                </a:cubicBezTo>
                <a:close/>
                <a:moveTo>
                  <a:pt x="1993270" y="2631779"/>
                </a:moveTo>
                <a:lnTo>
                  <a:pt x="1995052" y="2631892"/>
                </a:lnTo>
                <a:lnTo>
                  <a:pt x="2007839" y="2626000"/>
                </a:lnTo>
                <a:lnTo>
                  <a:pt x="2004626" y="2620825"/>
                </a:lnTo>
                <a:cubicBezTo>
                  <a:pt x="2005011" y="2618117"/>
                  <a:pt x="2006221" y="2614793"/>
                  <a:pt x="2004914" y="2609614"/>
                </a:cubicBezTo>
                <a:cubicBezTo>
                  <a:pt x="2000864" y="2617684"/>
                  <a:pt x="1997493" y="2601699"/>
                  <a:pt x="1993551" y="2606120"/>
                </a:cubicBezTo>
                <a:cubicBezTo>
                  <a:pt x="1991371" y="2620158"/>
                  <a:pt x="1996071" y="2613541"/>
                  <a:pt x="2001357" y="2619819"/>
                </a:cubicBezTo>
                <a:cubicBezTo>
                  <a:pt x="2001180" y="2624773"/>
                  <a:pt x="2000171" y="2625499"/>
                  <a:pt x="1998635" y="2626186"/>
                </a:cubicBezTo>
                <a:close/>
                <a:moveTo>
                  <a:pt x="640252" y="1851709"/>
                </a:moveTo>
                <a:cubicBezTo>
                  <a:pt x="647209" y="1859316"/>
                  <a:pt x="655897" y="1841893"/>
                  <a:pt x="658047" y="1860954"/>
                </a:cubicBezTo>
                <a:cubicBezTo>
                  <a:pt x="663272" y="1841135"/>
                  <a:pt x="645138" y="1828412"/>
                  <a:pt x="640252" y="1851709"/>
                </a:cubicBezTo>
                <a:close/>
                <a:moveTo>
                  <a:pt x="280072" y="1647801"/>
                </a:moveTo>
                <a:cubicBezTo>
                  <a:pt x="287617" y="1634087"/>
                  <a:pt x="294682" y="1636113"/>
                  <a:pt x="301917" y="1631135"/>
                </a:cubicBezTo>
                <a:cubicBezTo>
                  <a:pt x="292564" y="1644322"/>
                  <a:pt x="284942" y="1651248"/>
                  <a:pt x="280072" y="1647801"/>
                </a:cubicBezTo>
                <a:close/>
                <a:moveTo>
                  <a:pt x="1983244" y="2631145"/>
                </a:moveTo>
                <a:lnTo>
                  <a:pt x="1992322" y="2631720"/>
                </a:lnTo>
                <a:lnTo>
                  <a:pt x="1988030" y="2625625"/>
                </a:lnTo>
                <a:close/>
                <a:moveTo>
                  <a:pt x="622320" y="1847705"/>
                </a:moveTo>
                <a:cubicBezTo>
                  <a:pt x="625195" y="1843546"/>
                  <a:pt x="628039" y="1839403"/>
                  <a:pt x="630899" y="1835261"/>
                </a:cubicBezTo>
                <a:cubicBezTo>
                  <a:pt x="627189" y="1830608"/>
                  <a:pt x="626386" y="1826171"/>
                  <a:pt x="629648" y="1822012"/>
                </a:cubicBezTo>
                <a:cubicBezTo>
                  <a:pt x="622459" y="1825073"/>
                  <a:pt x="615100" y="1832415"/>
                  <a:pt x="607957" y="1833467"/>
                </a:cubicBezTo>
                <a:cubicBezTo>
                  <a:pt x="612767" y="1837936"/>
                  <a:pt x="617451" y="1845262"/>
                  <a:pt x="622320" y="1847705"/>
                </a:cubicBezTo>
                <a:close/>
                <a:moveTo>
                  <a:pt x="1100175" y="2126457"/>
                </a:moveTo>
                <a:cubicBezTo>
                  <a:pt x="1112898" y="2130538"/>
                  <a:pt x="1119530" y="2131637"/>
                  <a:pt x="1134511" y="2131743"/>
                </a:cubicBezTo>
                <a:cubicBezTo>
                  <a:pt x="1123319" y="2121819"/>
                  <a:pt x="1111908" y="2118433"/>
                  <a:pt x="1100175" y="2126457"/>
                </a:cubicBezTo>
                <a:close/>
                <a:moveTo>
                  <a:pt x="2445211" y="2905377"/>
                </a:moveTo>
                <a:cubicBezTo>
                  <a:pt x="2448774" y="2905124"/>
                  <a:pt x="2452399" y="2902983"/>
                  <a:pt x="2456009" y="2901832"/>
                </a:cubicBezTo>
                <a:cubicBezTo>
                  <a:pt x="2455931" y="2897487"/>
                  <a:pt x="2454324" y="2892942"/>
                  <a:pt x="2451479" y="2888381"/>
                </a:cubicBezTo>
                <a:cubicBezTo>
                  <a:pt x="2445605" y="2900841"/>
                  <a:pt x="2440596" y="2885938"/>
                  <a:pt x="2434783" y="2897595"/>
                </a:cubicBezTo>
                <a:cubicBezTo>
                  <a:pt x="2438145" y="2903995"/>
                  <a:pt x="2441648" y="2905630"/>
                  <a:pt x="2445211" y="2905377"/>
                </a:cubicBezTo>
                <a:close/>
                <a:moveTo>
                  <a:pt x="2323196" y="2838987"/>
                </a:moveTo>
                <a:cubicBezTo>
                  <a:pt x="2327973" y="2834087"/>
                  <a:pt x="2324092" y="2828583"/>
                  <a:pt x="2330245" y="2823776"/>
                </a:cubicBezTo>
                <a:cubicBezTo>
                  <a:pt x="2333524" y="2827531"/>
                  <a:pt x="2331854" y="2830902"/>
                  <a:pt x="2329920" y="2834241"/>
                </a:cubicBezTo>
                <a:cubicBezTo>
                  <a:pt x="2333585" y="2839885"/>
                  <a:pt x="2337604" y="2833855"/>
                  <a:pt x="2341608" y="2827316"/>
                </a:cubicBezTo>
                <a:cubicBezTo>
                  <a:pt x="2337481" y="2822600"/>
                  <a:pt x="2341112" y="2818536"/>
                  <a:pt x="2343679" y="2814330"/>
                </a:cubicBezTo>
                <a:cubicBezTo>
                  <a:pt x="2341562" y="2810651"/>
                  <a:pt x="2339475" y="2806987"/>
                  <a:pt x="2337402" y="2803322"/>
                </a:cubicBezTo>
                <a:cubicBezTo>
                  <a:pt x="2334341" y="2809213"/>
                  <a:pt x="2338253" y="2815644"/>
                  <a:pt x="2335208" y="2821580"/>
                </a:cubicBezTo>
                <a:cubicBezTo>
                  <a:pt x="2330416" y="2827315"/>
                  <a:pt x="2334915" y="2813417"/>
                  <a:pt x="2328977" y="2810574"/>
                </a:cubicBezTo>
                <a:cubicBezTo>
                  <a:pt x="2327091" y="2820035"/>
                  <a:pt x="2315915" y="2828832"/>
                  <a:pt x="2323196" y="2838987"/>
                </a:cubicBezTo>
                <a:close/>
                <a:moveTo>
                  <a:pt x="258675" y="1648777"/>
                </a:moveTo>
                <a:cubicBezTo>
                  <a:pt x="263359" y="1637940"/>
                  <a:pt x="268833" y="1643382"/>
                  <a:pt x="268986" y="1633796"/>
                </a:cubicBezTo>
                <a:cubicBezTo>
                  <a:pt x="270996" y="1639516"/>
                  <a:pt x="275542" y="1637151"/>
                  <a:pt x="273671" y="1642052"/>
                </a:cubicBezTo>
                <a:cubicBezTo>
                  <a:pt x="268911" y="1645532"/>
                  <a:pt x="269095" y="1654838"/>
                  <a:pt x="258675" y="1648777"/>
                </a:cubicBezTo>
                <a:close/>
                <a:moveTo>
                  <a:pt x="787235" y="1962066"/>
                </a:moveTo>
                <a:cubicBezTo>
                  <a:pt x="790799" y="1961813"/>
                  <a:pt x="794423" y="1959672"/>
                  <a:pt x="798033" y="1958520"/>
                </a:cubicBezTo>
                <a:cubicBezTo>
                  <a:pt x="797955" y="1954175"/>
                  <a:pt x="796348" y="1949630"/>
                  <a:pt x="793503" y="1945070"/>
                </a:cubicBezTo>
                <a:cubicBezTo>
                  <a:pt x="787629" y="1957530"/>
                  <a:pt x="782621" y="1942627"/>
                  <a:pt x="776806" y="1954284"/>
                </a:cubicBezTo>
                <a:cubicBezTo>
                  <a:pt x="780170" y="1960684"/>
                  <a:pt x="783672" y="1962319"/>
                  <a:pt x="787235" y="1962066"/>
                </a:cubicBezTo>
                <a:close/>
                <a:moveTo>
                  <a:pt x="2213093" y="2788589"/>
                </a:moveTo>
                <a:cubicBezTo>
                  <a:pt x="2218874" y="2774568"/>
                  <a:pt x="2218766" y="2780411"/>
                  <a:pt x="2226712" y="2773903"/>
                </a:cubicBezTo>
                <a:lnTo>
                  <a:pt x="2224961" y="2773434"/>
                </a:lnTo>
                <a:lnTo>
                  <a:pt x="2217508" y="2774414"/>
                </a:lnTo>
                <a:lnTo>
                  <a:pt x="2203277" y="2771934"/>
                </a:lnTo>
                <a:lnTo>
                  <a:pt x="2203404" y="2772467"/>
                </a:lnTo>
                <a:cubicBezTo>
                  <a:pt x="2206455" y="2778058"/>
                  <a:pt x="2210531" y="2771268"/>
                  <a:pt x="2213093" y="2788589"/>
                </a:cubicBezTo>
                <a:close/>
                <a:moveTo>
                  <a:pt x="665220" y="1895676"/>
                </a:moveTo>
                <a:cubicBezTo>
                  <a:pt x="669997" y="1890776"/>
                  <a:pt x="666116" y="1885272"/>
                  <a:pt x="672269" y="1880465"/>
                </a:cubicBezTo>
                <a:cubicBezTo>
                  <a:pt x="675547" y="1884220"/>
                  <a:pt x="673878" y="1887592"/>
                  <a:pt x="671945" y="1890930"/>
                </a:cubicBezTo>
                <a:cubicBezTo>
                  <a:pt x="675609" y="1896573"/>
                  <a:pt x="679628" y="1890543"/>
                  <a:pt x="683632" y="1884004"/>
                </a:cubicBezTo>
                <a:cubicBezTo>
                  <a:pt x="679505" y="1879289"/>
                  <a:pt x="683137" y="1875224"/>
                  <a:pt x="685703" y="1871018"/>
                </a:cubicBezTo>
                <a:cubicBezTo>
                  <a:pt x="683587" y="1867339"/>
                  <a:pt x="681499" y="1863675"/>
                  <a:pt x="679427" y="1860011"/>
                </a:cubicBezTo>
                <a:cubicBezTo>
                  <a:pt x="676365" y="1865901"/>
                  <a:pt x="680278" y="1872333"/>
                  <a:pt x="677232" y="1878268"/>
                </a:cubicBezTo>
                <a:cubicBezTo>
                  <a:pt x="672440" y="1884004"/>
                  <a:pt x="676939" y="1870106"/>
                  <a:pt x="671001" y="1867262"/>
                </a:cubicBezTo>
                <a:cubicBezTo>
                  <a:pt x="669116" y="1876723"/>
                  <a:pt x="657939" y="1885520"/>
                  <a:pt x="665220" y="1895676"/>
                </a:cubicBezTo>
                <a:close/>
                <a:moveTo>
                  <a:pt x="513358" y="1810388"/>
                </a:moveTo>
                <a:cubicBezTo>
                  <a:pt x="516498" y="1798238"/>
                  <a:pt x="518940" y="1800712"/>
                  <a:pt x="525385" y="1792950"/>
                </a:cubicBezTo>
                <a:cubicBezTo>
                  <a:pt x="531879" y="1806679"/>
                  <a:pt x="520918" y="1813914"/>
                  <a:pt x="513358" y="1810388"/>
                </a:cubicBezTo>
                <a:close/>
                <a:moveTo>
                  <a:pt x="2469550" y="2942308"/>
                </a:moveTo>
                <a:cubicBezTo>
                  <a:pt x="2471575" y="2928905"/>
                  <a:pt x="2484189" y="2940406"/>
                  <a:pt x="2491101" y="2936078"/>
                </a:cubicBezTo>
                <a:cubicBezTo>
                  <a:pt x="2483649" y="2947238"/>
                  <a:pt x="2476599" y="2945151"/>
                  <a:pt x="2469550" y="2942308"/>
                </a:cubicBezTo>
                <a:close/>
                <a:moveTo>
                  <a:pt x="2643858" y="3045097"/>
                </a:moveTo>
                <a:cubicBezTo>
                  <a:pt x="2641816" y="3041496"/>
                  <a:pt x="2639714" y="3037800"/>
                  <a:pt x="2637657" y="3034137"/>
                </a:cubicBezTo>
                <a:cubicBezTo>
                  <a:pt x="2640347" y="3024954"/>
                  <a:pt x="2650504" y="3032358"/>
                  <a:pt x="2647289" y="3040165"/>
                </a:cubicBezTo>
                <a:cubicBezTo>
                  <a:pt x="2645063" y="3037353"/>
                  <a:pt x="2644460" y="3041217"/>
                  <a:pt x="2643858" y="3045097"/>
                </a:cubicBezTo>
                <a:close/>
                <a:moveTo>
                  <a:pt x="2672086" y="3063181"/>
                </a:moveTo>
                <a:cubicBezTo>
                  <a:pt x="2676209" y="3062700"/>
                  <a:pt x="2680575" y="3054296"/>
                  <a:pt x="2684472" y="3061450"/>
                </a:cubicBezTo>
                <a:cubicBezTo>
                  <a:pt x="2685815" y="3048078"/>
                  <a:pt x="2672829" y="3051573"/>
                  <a:pt x="2668069" y="3060152"/>
                </a:cubicBezTo>
                <a:cubicBezTo>
                  <a:pt x="2669363" y="3062621"/>
                  <a:pt x="2670711" y="3063341"/>
                  <a:pt x="2672086" y="3063181"/>
                </a:cubicBezTo>
                <a:close/>
                <a:moveTo>
                  <a:pt x="2241724" y="2816942"/>
                </a:moveTo>
                <a:cubicBezTo>
                  <a:pt x="2248310" y="2808672"/>
                  <a:pt x="2247135" y="2799844"/>
                  <a:pt x="2252345" y="2791496"/>
                </a:cubicBezTo>
                <a:cubicBezTo>
                  <a:pt x="2249438" y="2779484"/>
                  <a:pt x="2245588" y="2797432"/>
                  <a:pt x="2242683" y="2785467"/>
                </a:cubicBezTo>
                <a:cubicBezTo>
                  <a:pt x="2238245" y="2790352"/>
                  <a:pt x="2245280" y="2796195"/>
                  <a:pt x="2242188" y="2801204"/>
                </a:cubicBezTo>
                <a:cubicBezTo>
                  <a:pt x="2240487" y="2803678"/>
                  <a:pt x="2238741" y="2806182"/>
                  <a:pt x="2237026" y="2808687"/>
                </a:cubicBezTo>
                <a:cubicBezTo>
                  <a:pt x="2238586" y="2811424"/>
                  <a:pt x="2240148" y="2814144"/>
                  <a:pt x="2241724" y="2816942"/>
                </a:cubicBezTo>
                <a:close/>
                <a:moveTo>
                  <a:pt x="2361938" y="2889066"/>
                </a:moveTo>
                <a:cubicBezTo>
                  <a:pt x="2365478" y="2889741"/>
                  <a:pt x="2369104" y="2887437"/>
                  <a:pt x="2372806" y="2882275"/>
                </a:cubicBezTo>
                <a:cubicBezTo>
                  <a:pt x="2365910" y="2874298"/>
                  <a:pt x="2358923" y="2870588"/>
                  <a:pt x="2351580" y="2877992"/>
                </a:cubicBezTo>
                <a:cubicBezTo>
                  <a:pt x="2354943" y="2884739"/>
                  <a:pt x="2358398" y="2888391"/>
                  <a:pt x="2361938" y="2889066"/>
                </a:cubicBezTo>
                <a:close/>
                <a:moveTo>
                  <a:pt x="2177057" y="2785805"/>
                </a:moveTo>
                <a:cubicBezTo>
                  <a:pt x="2181170" y="2776222"/>
                  <a:pt x="2184911" y="2779529"/>
                  <a:pt x="2188915" y="2773625"/>
                </a:cubicBezTo>
                <a:cubicBezTo>
                  <a:pt x="2192130" y="2777737"/>
                  <a:pt x="2191867" y="2794309"/>
                  <a:pt x="2198283" y="2790058"/>
                </a:cubicBezTo>
                <a:cubicBezTo>
                  <a:pt x="2197054" y="2785149"/>
                  <a:pt x="2195562" y="2780225"/>
                  <a:pt x="2195436" y="2775408"/>
                </a:cubicBezTo>
                <a:lnTo>
                  <a:pt x="2197170" y="2770869"/>
                </a:lnTo>
                <a:lnTo>
                  <a:pt x="2171740" y="2766436"/>
                </a:lnTo>
                <a:cubicBezTo>
                  <a:pt x="2168908" y="2769559"/>
                  <a:pt x="2166136" y="2770699"/>
                  <a:pt x="2163395" y="2770883"/>
                </a:cubicBezTo>
                <a:lnTo>
                  <a:pt x="2162949" y="2770812"/>
                </a:lnTo>
                <a:lnTo>
                  <a:pt x="2165097" y="2773850"/>
                </a:lnTo>
                <a:cubicBezTo>
                  <a:pt x="2166100" y="2775808"/>
                  <a:pt x="2167163" y="2775750"/>
                  <a:pt x="2170982" y="2769573"/>
                </a:cubicBezTo>
                <a:cubicBezTo>
                  <a:pt x="2175434" y="2775186"/>
                  <a:pt x="2171198" y="2780116"/>
                  <a:pt x="2177057" y="2785805"/>
                </a:cubicBezTo>
                <a:close/>
                <a:moveTo>
                  <a:pt x="811574" y="1998998"/>
                </a:moveTo>
                <a:cubicBezTo>
                  <a:pt x="813599" y="1985595"/>
                  <a:pt x="826213" y="1997095"/>
                  <a:pt x="833124" y="1992767"/>
                </a:cubicBezTo>
                <a:cubicBezTo>
                  <a:pt x="825672" y="2003928"/>
                  <a:pt x="818622" y="2001841"/>
                  <a:pt x="811574" y="1998998"/>
                </a:cubicBezTo>
                <a:close/>
                <a:moveTo>
                  <a:pt x="375568" y="1749301"/>
                </a:moveTo>
                <a:cubicBezTo>
                  <a:pt x="372304" y="1748451"/>
                  <a:pt x="369111" y="1745135"/>
                  <a:pt x="366028" y="1738517"/>
                </a:cubicBezTo>
                <a:cubicBezTo>
                  <a:pt x="372908" y="1729320"/>
                  <a:pt x="378891" y="1747732"/>
                  <a:pt x="385537" y="1745289"/>
                </a:cubicBezTo>
                <a:cubicBezTo>
                  <a:pt x="382167" y="1748535"/>
                  <a:pt x="378832" y="1750151"/>
                  <a:pt x="375568" y="1749301"/>
                </a:cubicBezTo>
                <a:close/>
                <a:moveTo>
                  <a:pt x="985881" y="2101787"/>
                </a:moveTo>
                <a:cubicBezTo>
                  <a:pt x="983839" y="2098185"/>
                  <a:pt x="981737" y="2094490"/>
                  <a:pt x="979681" y="2090827"/>
                </a:cubicBezTo>
                <a:cubicBezTo>
                  <a:pt x="982370" y="2081643"/>
                  <a:pt x="992528" y="2089048"/>
                  <a:pt x="989312" y="2096855"/>
                </a:cubicBezTo>
                <a:cubicBezTo>
                  <a:pt x="987087" y="2094042"/>
                  <a:pt x="986483" y="2097906"/>
                  <a:pt x="985881" y="2101787"/>
                </a:cubicBezTo>
                <a:close/>
                <a:moveTo>
                  <a:pt x="1014109" y="2119870"/>
                </a:moveTo>
                <a:cubicBezTo>
                  <a:pt x="1018233" y="2119389"/>
                  <a:pt x="1022599" y="2110985"/>
                  <a:pt x="1026496" y="2118139"/>
                </a:cubicBezTo>
                <a:cubicBezTo>
                  <a:pt x="1027839" y="2104767"/>
                  <a:pt x="1014853" y="2108261"/>
                  <a:pt x="1010093" y="2116841"/>
                </a:cubicBezTo>
                <a:cubicBezTo>
                  <a:pt x="1011387" y="2119311"/>
                  <a:pt x="1012735" y="2120030"/>
                  <a:pt x="1014109" y="2119870"/>
                </a:cubicBezTo>
                <a:close/>
                <a:moveTo>
                  <a:pt x="433600" y="1785780"/>
                </a:moveTo>
                <a:cubicBezTo>
                  <a:pt x="431110" y="1771372"/>
                  <a:pt x="428698" y="1778112"/>
                  <a:pt x="422530" y="1771788"/>
                </a:cubicBezTo>
                <a:cubicBezTo>
                  <a:pt x="429518" y="1758262"/>
                  <a:pt x="435903" y="1763842"/>
                  <a:pt x="442350" y="1768078"/>
                </a:cubicBezTo>
                <a:cubicBezTo>
                  <a:pt x="438779" y="1777370"/>
                  <a:pt x="435718" y="1770675"/>
                  <a:pt x="432209" y="1777802"/>
                </a:cubicBezTo>
                <a:cubicBezTo>
                  <a:pt x="433027" y="1780508"/>
                  <a:pt x="435223" y="1783306"/>
                  <a:pt x="433600" y="1785780"/>
                </a:cubicBezTo>
                <a:close/>
                <a:moveTo>
                  <a:pt x="2215475" y="2814916"/>
                </a:moveTo>
                <a:cubicBezTo>
                  <a:pt x="2220081" y="2826217"/>
                  <a:pt x="2225338" y="2815876"/>
                  <a:pt x="2230470" y="2808223"/>
                </a:cubicBezTo>
                <a:cubicBezTo>
                  <a:pt x="2225862" y="2798020"/>
                  <a:pt x="2220421" y="2814390"/>
                  <a:pt x="2215475" y="2814916"/>
                </a:cubicBezTo>
                <a:close/>
                <a:moveTo>
                  <a:pt x="583748" y="1873631"/>
                </a:moveTo>
                <a:cubicBezTo>
                  <a:pt x="590334" y="1865360"/>
                  <a:pt x="589159" y="1856532"/>
                  <a:pt x="594369" y="1848185"/>
                </a:cubicBezTo>
                <a:cubicBezTo>
                  <a:pt x="591463" y="1836173"/>
                  <a:pt x="587612" y="1854120"/>
                  <a:pt x="584707" y="1842156"/>
                </a:cubicBezTo>
                <a:cubicBezTo>
                  <a:pt x="580270" y="1847041"/>
                  <a:pt x="587304" y="1852884"/>
                  <a:pt x="584212" y="1857893"/>
                </a:cubicBezTo>
                <a:cubicBezTo>
                  <a:pt x="582511" y="1860366"/>
                  <a:pt x="580765" y="1862870"/>
                  <a:pt x="579049" y="1865376"/>
                </a:cubicBezTo>
                <a:cubicBezTo>
                  <a:pt x="580611" y="1868113"/>
                  <a:pt x="582172" y="1870833"/>
                  <a:pt x="583748" y="1873631"/>
                </a:cubicBezTo>
                <a:close/>
                <a:moveTo>
                  <a:pt x="2140872" y="2772908"/>
                </a:moveTo>
                <a:lnTo>
                  <a:pt x="2147956" y="2770072"/>
                </a:lnTo>
                <a:lnTo>
                  <a:pt x="2150727" y="2769108"/>
                </a:lnTo>
                <a:lnTo>
                  <a:pt x="2147046" y="2768715"/>
                </a:lnTo>
                <a:close/>
                <a:moveTo>
                  <a:pt x="703961" y="1945755"/>
                </a:moveTo>
                <a:cubicBezTo>
                  <a:pt x="707502" y="1946429"/>
                  <a:pt x="711127" y="1944127"/>
                  <a:pt x="714830" y="1938964"/>
                </a:cubicBezTo>
                <a:cubicBezTo>
                  <a:pt x="707934" y="1930986"/>
                  <a:pt x="700947" y="1927277"/>
                  <a:pt x="693604" y="1934681"/>
                </a:cubicBezTo>
                <a:cubicBezTo>
                  <a:pt x="696967" y="1941429"/>
                  <a:pt x="700421" y="1945081"/>
                  <a:pt x="703961" y="1945755"/>
                </a:cubicBezTo>
                <a:close/>
                <a:moveTo>
                  <a:pt x="2136306" y="2774737"/>
                </a:moveTo>
                <a:lnTo>
                  <a:pt x="2137932" y="2774086"/>
                </a:lnTo>
                <a:lnTo>
                  <a:pt x="2135955" y="2773193"/>
                </a:lnTo>
                <a:close/>
                <a:moveTo>
                  <a:pt x="2169883" y="2800847"/>
                </a:moveTo>
                <a:cubicBezTo>
                  <a:pt x="2172188" y="2797525"/>
                  <a:pt x="2174491" y="2794138"/>
                  <a:pt x="2176780" y="2790877"/>
                </a:cubicBezTo>
                <a:cubicBezTo>
                  <a:pt x="2173006" y="2789037"/>
                  <a:pt x="2169373" y="2782234"/>
                  <a:pt x="2165230" y="2792640"/>
                </a:cubicBezTo>
                <a:cubicBezTo>
                  <a:pt x="2166791" y="2795390"/>
                  <a:pt x="2168353" y="2798127"/>
                  <a:pt x="2169883" y="2800847"/>
                </a:cubicBezTo>
                <a:close/>
                <a:moveTo>
                  <a:pt x="557498" y="1871605"/>
                </a:moveTo>
                <a:cubicBezTo>
                  <a:pt x="562104" y="1882907"/>
                  <a:pt x="567362" y="1872565"/>
                  <a:pt x="572494" y="1864912"/>
                </a:cubicBezTo>
                <a:cubicBezTo>
                  <a:pt x="567885" y="1854708"/>
                  <a:pt x="562446" y="1871080"/>
                  <a:pt x="557498" y="1871605"/>
                </a:cubicBezTo>
                <a:close/>
                <a:moveTo>
                  <a:pt x="2808512" y="3172863"/>
                </a:moveTo>
                <a:cubicBezTo>
                  <a:pt x="2812826" y="3173836"/>
                  <a:pt x="2816844" y="3164418"/>
                  <a:pt x="2811348" y="3157948"/>
                </a:cubicBezTo>
                <a:cubicBezTo>
                  <a:pt x="2805303" y="3158304"/>
                  <a:pt x="2809260" y="3161350"/>
                  <a:pt x="2804439" y="3167934"/>
                </a:cubicBezTo>
                <a:cubicBezTo>
                  <a:pt x="2805602" y="3171061"/>
                  <a:pt x="2807073" y="3172540"/>
                  <a:pt x="2808512" y="3172863"/>
                </a:cubicBezTo>
                <a:close/>
                <a:moveTo>
                  <a:pt x="2111632" y="2775494"/>
                </a:moveTo>
                <a:cubicBezTo>
                  <a:pt x="2113364" y="2772958"/>
                  <a:pt x="2114956" y="2774752"/>
                  <a:pt x="2116657" y="2773238"/>
                </a:cubicBezTo>
                <a:lnTo>
                  <a:pt x="2118027" y="2768968"/>
                </a:lnTo>
                <a:lnTo>
                  <a:pt x="2110870" y="2769782"/>
                </a:lnTo>
                <a:lnTo>
                  <a:pt x="2110523" y="2769819"/>
                </a:lnTo>
                <a:close/>
                <a:moveTo>
                  <a:pt x="511907" y="1857537"/>
                </a:moveTo>
                <a:cubicBezTo>
                  <a:pt x="514211" y="1854215"/>
                  <a:pt x="516514" y="1850827"/>
                  <a:pt x="518803" y="1847566"/>
                </a:cubicBezTo>
                <a:cubicBezTo>
                  <a:pt x="515030" y="1845726"/>
                  <a:pt x="511397" y="1838924"/>
                  <a:pt x="507254" y="1849329"/>
                </a:cubicBezTo>
                <a:cubicBezTo>
                  <a:pt x="508815" y="1852080"/>
                  <a:pt x="510376" y="1854817"/>
                  <a:pt x="511907" y="1857537"/>
                </a:cubicBezTo>
                <a:close/>
                <a:moveTo>
                  <a:pt x="2083914" y="2765274"/>
                </a:moveTo>
                <a:lnTo>
                  <a:pt x="2083919" y="2765246"/>
                </a:lnTo>
                <a:lnTo>
                  <a:pt x="2083783" y="2765182"/>
                </a:lnTo>
                <a:close/>
                <a:moveTo>
                  <a:pt x="1150535" y="2229553"/>
                </a:moveTo>
                <a:cubicBezTo>
                  <a:pt x="1154850" y="2230525"/>
                  <a:pt x="1158867" y="2221107"/>
                  <a:pt x="1153371" y="2214637"/>
                </a:cubicBezTo>
                <a:cubicBezTo>
                  <a:pt x="1147327" y="2214993"/>
                  <a:pt x="1151284" y="2218040"/>
                  <a:pt x="1146462" y="2224624"/>
                </a:cubicBezTo>
                <a:cubicBezTo>
                  <a:pt x="1147625" y="2227751"/>
                  <a:pt x="1149096" y="2229229"/>
                  <a:pt x="1150535" y="2229553"/>
                </a:cubicBezTo>
                <a:close/>
                <a:moveTo>
                  <a:pt x="2325962" y="2910120"/>
                </a:moveTo>
                <a:cubicBezTo>
                  <a:pt x="2321556" y="2902870"/>
                  <a:pt x="2325700" y="2900473"/>
                  <a:pt x="2319732" y="2899159"/>
                </a:cubicBezTo>
                <a:cubicBezTo>
                  <a:pt x="2322561" y="2895881"/>
                  <a:pt x="2325513" y="2888972"/>
                  <a:pt x="2328157" y="2891955"/>
                </a:cubicBezTo>
                <a:cubicBezTo>
                  <a:pt x="2327399" y="2897985"/>
                  <a:pt x="2328976" y="2904230"/>
                  <a:pt x="2325962" y="2910120"/>
                </a:cubicBezTo>
                <a:close/>
                <a:moveTo>
                  <a:pt x="2095014" y="2779265"/>
                </a:moveTo>
                <a:cubicBezTo>
                  <a:pt x="2102574" y="2768677"/>
                  <a:pt x="2100131" y="2778229"/>
                  <a:pt x="2108107" y="2780286"/>
                </a:cubicBezTo>
                <a:cubicBezTo>
                  <a:pt x="2109174" y="2778176"/>
                  <a:pt x="2108162" y="2775915"/>
                  <a:pt x="2107232" y="2773658"/>
                </a:cubicBezTo>
                <a:lnTo>
                  <a:pt x="2107035" y="2770198"/>
                </a:lnTo>
                <a:lnTo>
                  <a:pt x="2096857" y="2771303"/>
                </a:lnTo>
                <a:lnTo>
                  <a:pt x="2091269" y="2768687"/>
                </a:lnTo>
                <a:lnTo>
                  <a:pt x="2090299" y="2770996"/>
                </a:lnTo>
                <a:cubicBezTo>
                  <a:pt x="2091875" y="2773747"/>
                  <a:pt x="2093453" y="2776483"/>
                  <a:pt x="2095014" y="2779265"/>
                </a:cubicBezTo>
                <a:close/>
                <a:moveTo>
                  <a:pt x="2679431" y="3118788"/>
                </a:moveTo>
                <a:cubicBezTo>
                  <a:pt x="2684719" y="3124772"/>
                  <a:pt x="2690268" y="3122747"/>
                  <a:pt x="2695973" y="3114831"/>
                </a:cubicBezTo>
                <a:cubicBezTo>
                  <a:pt x="2693298" y="3112590"/>
                  <a:pt x="2690578" y="3112374"/>
                  <a:pt x="2687688" y="3116857"/>
                </a:cubicBezTo>
                <a:cubicBezTo>
                  <a:pt x="2686064" y="3114954"/>
                  <a:pt x="2686899" y="3113253"/>
                  <a:pt x="2687858" y="3111599"/>
                </a:cubicBezTo>
                <a:cubicBezTo>
                  <a:pt x="2685214" y="3108648"/>
                  <a:pt x="2682276" y="3115527"/>
                  <a:pt x="2679431" y="3118788"/>
                </a:cubicBezTo>
                <a:close/>
                <a:moveTo>
                  <a:pt x="2117384" y="2798853"/>
                </a:moveTo>
                <a:cubicBezTo>
                  <a:pt x="2120151" y="2797856"/>
                  <a:pt x="2122965" y="2795298"/>
                  <a:pt x="2125716" y="2794802"/>
                </a:cubicBezTo>
                <a:cubicBezTo>
                  <a:pt x="2120552" y="2784925"/>
                  <a:pt x="2115203" y="2780996"/>
                  <a:pt x="2109329" y="2793535"/>
                </a:cubicBezTo>
                <a:cubicBezTo>
                  <a:pt x="2111896" y="2799286"/>
                  <a:pt x="2114616" y="2799850"/>
                  <a:pt x="2117384" y="2798853"/>
                </a:cubicBezTo>
                <a:close/>
                <a:moveTo>
                  <a:pt x="416170" y="1817258"/>
                </a:moveTo>
                <a:cubicBezTo>
                  <a:pt x="417861" y="1820501"/>
                  <a:pt x="424290" y="1815924"/>
                  <a:pt x="425937" y="1821964"/>
                </a:cubicBezTo>
                <a:cubicBezTo>
                  <a:pt x="431131" y="1806938"/>
                  <a:pt x="420804" y="1813632"/>
                  <a:pt x="416413" y="1810726"/>
                </a:cubicBezTo>
                <a:cubicBezTo>
                  <a:pt x="415570" y="1814228"/>
                  <a:pt x="415607" y="1816177"/>
                  <a:pt x="416170" y="1817258"/>
                </a:cubicBezTo>
                <a:close/>
                <a:moveTo>
                  <a:pt x="667986" y="1966811"/>
                </a:moveTo>
                <a:cubicBezTo>
                  <a:pt x="663579" y="1959560"/>
                  <a:pt x="667722" y="1957163"/>
                  <a:pt x="661754" y="1955850"/>
                </a:cubicBezTo>
                <a:cubicBezTo>
                  <a:pt x="664584" y="1952571"/>
                  <a:pt x="667536" y="1945662"/>
                  <a:pt x="670180" y="1948645"/>
                </a:cubicBezTo>
                <a:cubicBezTo>
                  <a:pt x="669422" y="1954675"/>
                  <a:pt x="671000" y="1960921"/>
                  <a:pt x="667986" y="1966811"/>
                </a:cubicBezTo>
                <a:close/>
                <a:moveTo>
                  <a:pt x="437037" y="1835955"/>
                </a:moveTo>
                <a:cubicBezTo>
                  <a:pt x="444597" y="1825367"/>
                  <a:pt x="442155" y="1834920"/>
                  <a:pt x="450130" y="1836976"/>
                </a:cubicBezTo>
                <a:cubicBezTo>
                  <a:pt x="452264" y="1832756"/>
                  <a:pt x="446080" y="1827933"/>
                  <a:pt x="448879" y="1823743"/>
                </a:cubicBezTo>
                <a:cubicBezTo>
                  <a:pt x="442679" y="1818626"/>
                  <a:pt x="440129" y="1830205"/>
                  <a:pt x="437655" y="1814993"/>
                </a:cubicBezTo>
                <a:cubicBezTo>
                  <a:pt x="433388" y="1819012"/>
                  <a:pt x="434177" y="1823464"/>
                  <a:pt x="432322" y="1827686"/>
                </a:cubicBezTo>
                <a:cubicBezTo>
                  <a:pt x="433898" y="1830437"/>
                  <a:pt x="435475" y="1833173"/>
                  <a:pt x="437037" y="1835955"/>
                </a:cubicBezTo>
                <a:close/>
                <a:moveTo>
                  <a:pt x="2270553" y="2895358"/>
                </a:moveTo>
                <a:cubicBezTo>
                  <a:pt x="2272887" y="2885712"/>
                  <a:pt x="2286507" y="2887906"/>
                  <a:pt x="2293959" y="2881414"/>
                </a:cubicBezTo>
                <a:cubicBezTo>
                  <a:pt x="2290140" y="2889654"/>
                  <a:pt x="2290928" y="2889825"/>
                  <a:pt x="2286771" y="2901836"/>
                </a:cubicBezTo>
                <a:cubicBezTo>
                  <a:pt x="2277680" y="2901557"/>
                  <a:pt x="2279179" y="2888804"/>
                  <a:pt x="2270553" y="2895358"/>
                </a:cubicBezTo>
                <a:close/>
                <a:moveTo>
                  <a:pt x="1021454" y="2175478"/>
                </a:moveTo>
                <a:cubicBezTo>
                  <a:pt x="1026742" y="2181463"/>
                  <a:pt x="1032292" y="2179437"/>
                  <a:pt x="1037997" y="2171521"/>
                </a:cubicBezTo>
                <a:cubicBezTo>
                  <a:pt x="1035322" y="2169280"/>
                  <a:pt x="1032601" y="2169064"/>
                  <a:pt x="1029711" y="2173547"/>
                </a:cubicBezTo>
                <a:cubicBezTo>
                  <a:pt x="1028088" y="2171644"/>
                  <a:pt x="1028922" y="2169944"/>
                  <a:pt x="1029881" y="2168290"/>
                </a:cubicBezTo>
                <a:cubicBezTo>
                  <a:pt x="1027237" y="2165337"/>
                  <a:pt x="1024299" y="2172218"/>
                  <a:pt x="1021454" y="2175478"/>
                </a:cubicBezTo>
                <a:close/>
                <a:moveTo>
                  <a:pt x="459407" y="1855544"/>
                </a:moveTo>
                <a:cubicBezTo>
                  <a:pt x="462174" y="1854547"/>
                  <a:pt x="464988" y="1851988"/>
                  <a:pt x="467739" y="1851493"/>
                </a:cubicBezTo>
                <a:cubicBezTo>
                  <a:pt x="462576" y="1841615"/>
                  <a:pt x="457226" y="1837687"/>
                  <a:pt x="451352" y="1850225"/>
                </a:cubicBezTo>
                <a:cubicBezTo>
                  <a:pt x="453918" y="1855977"/>
                  <a:pt x="456640" y="1856541"/>
                  <a:pt x="459407" y="1855544"/>
                </a:cubicBezTo>
                <a:close/>
                <a:moveTo>
                  <a:pt x="2677189" y="3138489"/>
                </a:moveTo>
                <a:cubicBezTo>
                  <a:pt x="2678837" y="3138143"/>
                  <a:pt x="2680499" y="3137308"/>
                  <a:pt x="2682061" y="3140030"/>
                </a:cubicBezTo>
                <a:cubicBezTo>
                  <a:pt x="2685724" y="3130383"/>
                  <a:pt x="2681658" y="3133104"/>
                  <a:pt x="2677545" y="3126504"/>
                </a:cubicBezTo>
                <a:cubicBezTo>
                  <a:pt x="2675815" y="3129038"/>
                  <a:pt x="2674114" y="3131526"/>
                  <a:pt x="2672399" y="3134017"/>
                </a:cubicBezTo>
                <a:cubicBezTo>
                  <a:pt x="2673906" y="3138692"/>
                  <a:pt x="2675540" y="3138835"/>
                  <a:pt x="2677189" y="3138489"/>
                </a:cubicBezTo>
                <a:close/>
                <a:moveTo>
                  <a:pt x="2649595" y="3126997"/>
                </a:moveTo>
                <a:cubicBezTo>
                  <a:pt x="2656089" y="3133289"/>
                  <a:pt x="2661685" y="3130831"/>
                  <a:pt x="2664590" y="3120287"/>
                </a:cubicBezTo>
                <a:cubicBezTo>
                  <a:pt x="2659643" y="3121988"/>
                  <a:pt x="2654696" y="3122175"/>
                  <a:pt x="2649595" y="3126997"/>
                </a:cubicBezTo>
                <a:close/>
                <a:moveTo>
                  <a:pt x="612575" y="1952051"/>
                </a:moveTo>
                <a:cubicBezTo>
                  <a:pt x="614910" y="1942403"/>
                  <a:pt x="628529" y="1944597"/>
                  <a:pt x="635981" y="1938105"/>
                </a:cubicBezTo>
                <a:cubicBezTo>
                  <a:pt x="632162" y="1946345"/>
                  <a:pt x="632951" y="1946515"/>
                  <a:pt x="628792" y="1958528"/>
                </a:cubicBezTo>
                <a:cubicBezTo>
                  <a:pt x="619702" y="1958249"/>
                  <a:pt x="621202" y="1945495"/>
                  <a:pt x="612575" y="1952051"/>
                </a:cubicBezTo>
                <a:close/>
                <a:moveTo>
                  <a:pt x="1019211" y="2195180"/>
                </a:moveTo>
                <a:cubicBezTo>
                  <a:pt x="1020860" y="2194835"/>
                  <a:pt x="1022522" y="2194000"/>
                  <a:pt x="1024084" y="2196721"/>
                </a:cubicBezTo>
                <a:cubicBezTo>
                  <a:pt x="1027746" y="2187073"/>
                  <a:pt x="1023681" y="2189795"/>
                  <a:pt x="1019568" y="2183194"/>
                </a:cubicBezTo>
                <a:cubicBezTo>
                  <a:pt x="1017838" y="2185729"/>
                  <a:pt x="1016137" y="2188217"/>
                  <a:pt x="1014421" y="2190707"/>
                </a:cubicBezTo>
                <a:cubicBezTo>
                  <a:pt x="1015929" y="2195384"/>
                  <a:pt x="1017564" y="2195526"/>
                  <a:pt x="1019211" y="2195180"/>
                </a:cubicBezTo>
                <a:close/>
                <a:moveTo>
                  <a:pt x="991618" y="2183688"/>
                </a:moveTo>
                <a:cubicBezTo>
                  <a:pt x="998112" y="2189980"/>
                  <a:pt x="1003708" y="2187522"/>
                  <a:pt x="1006613" y="2176978"/>
                </a:cubicBezTo>
                <a:cubicBezTo>
                  <a:pt x="1001666" y="2178678"/>
                  <a:pt x="996719" y="2178866"/>
                  <a:pt x="991618" y="2183688"/>
                </a:cubicBezTo>
                <a:close/>
                <a:moveTo>
                  <a:pt x="2096608" y="2822293"/>
                </a:moveTo>
                <a:cubicBezTo>
                  <a:pt x="2102898" y="2823274"/>
                  <a:pt x="2109940" y="2821391"/>
                  <a:pt x="2115250" y="2814976"/>
                </a:cubicBezTo>
                <a:cubicBezTo>
                  <a:pt x="2104536" y="2807648"/>
                  <a:pt x="2093360" y="2814977"/>
                  <a:pt x="2082477" y="2812426"/>
                </a:cubicBezTo>
                <a:cubicBezTo>
                  <a:pt x="2084779" y="2817466"/>
                  <a:pt x="2090318" y="2821311"/>
                  <a:pt x="2096608" y="2822293"/>
                </a:cubicBezTo>
                <a:close/>
                <a:moveTo>
                  <a:pt x="2632423" y="3132048"/>
                </a:moveTo>
                <a:cubicBezTo>
                  <a:pt x="2637722" y="3132694"/>
                  <a:pt x="2644431" y="3129564"/>
                  <a:pt x="2648033" y="3124246"/>
                </a:cubicBezTo>
                <a:cubicBezTo>
                  <a:pt x="2640474" y="3121154"/>
                  <a:pt x="2632960" y="3115805"/>
                  <a:pt x="2625277" y="3117195"/>
                </a:cubicBezTo>
                <a:cubicBezTo>
                  <a:pt x="2623237" y="3126981"/>
                  <a:pt x="2627125" y="3131402"/>
                  <a:pt x="2632423" y="3132048"/>
                </a:cubicBezTo>
                <a:close/>
                <a:moveTo>
                  <a:pt x="2165760" y="2870356"/>
                </a:moveTo>
                <a:cubicBezTo>
                  <a:pt x="2164808" y="2870182"/>
                  <a:pt x="2163888" y="2868921"/>
                  <a:pt x="2163018" y="2865965"/>
                </a:cubicBezTo>
                <a:cubicBezTo>
                  <a:pt x="2166110" y="2861836"/>
                  <a:pt x="2167996" y="2857602"/>
                  <a:pt x="2168320" y="2853225"/>
                </a:cubicBezTo>
                <a:cubicBezTo>
                  <a:pt x="2170377" y="2857168"/>
                  <a:pt x="2172557" y="2858142"/>
                  <a:pt x="2174720" y="2858993"/>
                </a:cubicBezTo>
                <a:cubicBezTo>
                  <a:pt x="2171764" y="2861612"/>
                  <a:pt x="2168617" y="2870876"/>
                  <a:pt x="2165760" y="2870356"/>
                </a:cubicBezTo>
                <a:close/>
                <a:moveTo>
                  <a:pt x="316738" y="1807714"/>
                </a:moveTo>
                <a:cubicBezTo>
                  <a:pt x="313938" y="1807130"/>
                  <a:pt x="311874" y="1804592"/>
                  <a:pt x="313250" y="1800077"/>
                </a:cubicBezTo>
                <a:cubicBezTo>
                  <a:pt x="316944" y="1804405"/>
                  <a:pt x="321226" y="1788915"/>
                  <a:pt x="324642" y="1803617"/>
                </a:cubicBezTo>
                <a:cubicBezTo>
                  <a:pt x="323073" y="1806925"/>
                  <a:pt x="319537" y="1808297"/>
                  <a:pt x="316738" y="1807714"/>
                </a:cubicBezTo>
                <a:close/>
                <a:moveTo>
                  <a:pt x="438630" y="1878984"/>
                </a:moveTo>
                <a:cubicBezTo>
                  <a:pt x="444920" y="1879965"/>
                  <a:pt x="451962" y="1878083"/>
                  <a:pt x="457273" y="1871668"/>
                </a:cubicBezTo>
                <a:cubicBezTo>
                  <a:pt x="446559" y="1864339"/>
                  <a:pt x="435383" y="1871667"/>
                  <a:pt x="424499" y="1869117"/>
                </a:cubicBezTo>
                <a:cubicBezTo>
                  <a:pt x="426802" y="1874157"/>
                  <a:pt x="432340" y="1878003"/>
                  <a:pt x="438630" y="1878984"/>
                </a:cubicBezTo>
                <a:close/>
                <a:moveTo>
                  <a:pt x="974445" y="2188739"/>
                </a:moveTo>
                <a:cubicBezTo>
                  <a:pt x="979744" y="2189385"/>
                  <a:pt x="986454" y="2186254"/>
                  <a:pt x="990056" y="2180937"/>
                </a:cubicBezTo>
                <a:cubicBezTo>
                  <a:pt x="982496" y="2177845"/>
                  <a:pt x="974982" y="2172495"/>
                  <a:pt x="967300" y="2173886"/>
                </a:cubicBezTo>
                <a:cubicBezTo>
                  <a:pt x="965259" y="2183672"/>
                  <a:pt x="969147" y="2188094"/>
                  <a:pt x="974445" y="2188739"/>
                </a:cubicBezTo>
                <a:close/>
                <a:moveTo>
                  <a:pt x="2465047" y="3051546"/>
                </a:moveTo>
                <a:cubicBezTo>
                  <a:pt x="2468966" y="3052361"/>
                  <a:pt x="2473596" y="3052149"/>
                  <a:pt x="2476078" y="3053116"/>
                </a:cubicBezTo>
                <a:cubicBezTo>
                  <a:pt x="2476881" y="3039991"/>
                  <a:pt x="2463292" y="3043901"/>
                  <a:pt x="2458283" y="3043809"/>
                </a:cubicBezTo>
                <a:cubicBezTo>
                  <a:pt x="2457920" y="3048886"/>
                  <a:pt x="2461128" y="3050730"/>
                  <a:pt x="2465047" y="3051546"/>
                </a:cubicBezTo>
                <a:close/>
                <a:moveTo>
                  <a:pt x="335542" y="1822818"/>
                </a:moveTo>
                <a:cubicBezTo>
                  <a:pt x="332481" y="1815614"/>
                  <a:pt x="330579" y="1808441"/>
                  <a:pt x="332898" y="1801592"/>
                </a:cubicBezTo>
                <a:cubicBezTo>
                  <a:pt x="335542" y="1804961"/>
                  <a:pt x="338326" y="1802133"/>
                  <a:pt x="341015" y="1804869"/>
                </a:cubicBezTo>
                <a:cubicBezTo>
                  <a:pt x="338418" y="1810807"/>
                  <a:pt x="340055" y="1817037"/>
                  <a:pt x="335542" y="1822818"/>
                </a:cubicBezTo>
                <a:close/>
                <a:moveTo>
                  <a:pt x="2574354" y="3115927"/>
                </a:moveTo>
                <a:cubicBezTo>
                  <a:pt x="2582703" y="3124847"/>
                  <a:pt x="2582284" y="3107950"/>
                  <a:pt x="2589195" y="3114413"/>
                </a:cubicBezTo>
                <a:cubicBezTo>
                  <a:pt x="2591128" y="3100081"/>
                  <a:pt x="2578652" y="3105430"/>
                  <a:pt x="2574354" y="3115927"/>
                </a:cubicBezTo>
                <a:close/>
                <a:moveTo>
                  <a:pt x="507782" y="1927048"/>
                </a:moveTo>
                <a:cubicBezTo>
                  <a:pt x="506829" y="1926874"/>
                  <a:pt x="505910" y="1925613"/>
                  <a:pt x="505040" y="1922657"/>
                </a:cubicBezTo>
                <a:cubicBezTo>
                  <a:pt x="508132" y="1918528"/>
                  <a:pt x="510018" y="1914293"/>
                  <a:pt x="510343" y="1909917"/>
                </a:cubicBezTo>
                <a:cubicBezTo>
                  <a:pt x="512399" y="1913859"/>
                  <a:pt x="514579" y="1914834"/>
                  <a:pt x="516742" y="1915684"/>
                </a:cubicBezTo>
                <a:cubicBezTo>
                  <a:pt x="513787" y="1918304"/>
                  <a:pt x="510639" y="1927568"/>
                  <a:pt x="507782" y="1927048"/>
                </a:cubicBezTo>
                <a:close/>
                <a:moveTo>
                  <a:pt x="807070" y="2108238"/>
                </a:moveTo>
                <a:cubicBezTo>
                  <a:pt x="810989" y="2109054"/>
                  <a:pt x="815619" y="2108840"/>
                  <a:pt x="818101" y="2109806"/>
                </a:cubicBezTo>
                <a:cubicBezTo>
                  <a:pt x="818904" y="2096683"/>
                  <a:pt x="805314" y="2100592"/>
                  <a:pt x="800305" y="2100500"/>
                </a:cubicBezTo>
                <a:cubicBezTo>
                  <a:pt x="799943" y="2105578"/>
                  <a:pt x="803151" y="2107422"/>
                  <a:pt x="807070" y="2108238"/>
                </a:cubicBezTo>
                <a:close/>
                <a:moveTo>
                  <a:pt x="322226" y="1828799"/>
                </a:moveTo>
                <a:cubicBezTo>
                  <a:pt x="319557" y="1826419"/>
                  <a:pt x="316959" y="1821719"/>
                  <a:pt x="314315" y="1818597"/>
                </a:cubicBezTo>
                <a:cubicBezTo>
                  <a:pt x="319989" y="1812785"/>
                  <a:pt x="325169" y="1821845"/>
                  <a:pt x="330564" y="1825074"/>
                </a:cubicBezTo>
                <a:cubicBezTo>
                  <a:pt x="327634" y="1831235"/>
                  <a:pt x="324894" y="1831177"/>
                  <a:pt x="322226" y="1828799"/>
                </a:cubicBezTo>
                <a:close/>
                <a:moveTo>
                  <a:pt x="916376" y="2172618"/>
                </a:moveTo>
                <a:cubicBezTo>
                  <a:pt x="924725" y="2181539"/>
                  <a:pt x="924307" y="2164642"/>
                  <a:pt x="931217" y="2171104"/>
                </a:cubicBezTo>
                <a:cubicBezTo>
                  <a:pt x="933150" y="2156773"/>
                  <a:pt x="920674" y="2162123"/>
                  <a:pt x="916376" y="2172618"/>
                </a:cubicBezTo>
                <a:close/>
                <a:moveTo>
                  <a:pt x="2096954" y="2854680"/>
                </a:moveTo>
                <a:cubicBezTo>
                  <a:pt x="2094614" y="2854094"/>
                  <a:pt x="2092484" y="2852545"/>
                  <a:pt x="2091209" y="2849886"/>
                </a:cubicBezTo>
                <a:cubicBezTo>
                  <a:pt x="2096310" y="2844445"/>
                  <a:pt x="2101010" y="2851742"/>
                  <a:pt x="2106360" y="2837920"/>
                </a:cubicBezTo>
                <a:cubicBezTo>
                  <a:pt x="2112899" y="2849528"/>
                  <a:pt x="2103976" y="2856438"/>
                  <a:pt x="2096954" y="2854680"/>
                </a:cubicBezTo>
                <a:close/>
                <a:moveTo>
                  <a:pt x="2525134" y="3113904"/>
                </a:moveTo>
                <a:cubicBezTo>
                  <a:pt x="2527832" y="3115081"/>
                  <a:pt x="2530603" y="3113902"/>
                  <a:pt x="2533463" y="3110115"/>
                </a:cubicBezTo>
                <a:cubicBezTo>
                  <a:pt x="2528085" y="3106882"/>
                  <a:pt x="2522889" y="3097825"/>
                  <a:pt x="2517247" y="3103559"/>
                </a:cubicBezTo>
                <a:cubicBezTo>
                  <a:pt x="2519813" y="3109194"/>
                  <a:pt x="2522437" y="3112727"/>
                  <a:pt x="2525134" y="3113904"/>
                </a:cubicBezTo>
                <a:close/>
                <a:moveTo>
                  <a:pt x="438976" y="1911372"/>
                </a:moveTo>
                <a:cubicBezTo>
                  <a:pt x="436635" y="1910786"/>
                  <a:pt x="434505" y="1909237"/>
                  <a:pt x="433230" y="1906578"/>
                </a:cubicBezTo>
                <a:cubicBezTo>
                  <a:pt x="438331" y="1901138"/>
                  <a:pt x="443032" y="1908433"/>
                  <a:pt x="448381" y="1894613"/>
                </a:cubicBezTo>
                <a:cubicBezTo>
                  <a:pt x="454921" y="1906220"/>
                  <a:pt x="445998" y="1913130"/>
                  <a:pt x="438976" y="1911372"/>
                </a:cubicBezTo>
                <a:close/>
                <a:moveTo>
                  <a:pt x="2486004" y="3103776"/>
                </a:moveTo>
                <a:cubicBezTo>
                  <a:pt x="2490733" y="3093078"/>
                  <a:pt x="2495108" y="3093433"/>
                  <a:pt x="2499113" y="3104812"/>
                </a:cubicBezTo>
                <a:cubicBezTo>
                  <a:pt x="2501416" y="3101504"/>
                  <a:pt x="2503705" y="3098133"/>
                  <a:pt x="2506022" y="3094871"/>
                </a:cubicBezTo>
                <a:cubicBezTo>
                  <a:pt x="2497845" y="3093062"/>
                  <a:pt x="2489821" y="3086893"/>
                  <a:pt x="2481334" y="3095597"/>
                </a:cubicBezTo>
                <a:cubicBezTo>
                  <a:pt x="2482911" y="3098303"/>
                  <a:pt x="2484473" y="3101054"/>
                  <a:pt x="2486004" y="3103776"/>
                </a:cubicBezTo>
                <a:close/>
                <a:moveTo>
                  <a:pt x="867156" y="2170595"/>
                </a:moveTo>
                <a:cubicBezTo>
                  <a:pt x="869854" y="2171772"/>
                  <a:pt x="872625" y="2170593"/>
                  <a:pt x="875485" y="2166806"/>
                </a:cubicBezTo>
                <a:cubicBezTo>
                  <a:pt x="870106" y="2163575"/>
                  <a:pt x="864911" y="2154517"/>
                  <a:pt x="859269" y="2160251"/>
                </a:cubicBezTo>
                <a:cubicBezTo>
                  <a:pt x="861835" y="2165886"/>
                  <a:pt x="864459" y="2169419"/>
                  <a:pt x="867156" y="2170595"/>
                </a:cubicBezTo>
                <a:close/>
                <a:moveTo>
                  <a:pt x="2544037" y="3139827"/>
                </a:moveTo>
                <a:cubicBezTo>
                  <a:pt x="2550870" y="3131619"/>
                  <a:pt x="2550469" y="3122776"/>
                  <a:pt x="2548135" y="3113856"/>
                </a:cubicBezTo>
                <a:cubicBezTo>
                  <a:pt x="2554797" y="3109944"/>
                  <a:pt x="2561553" y="3104751"/>
                  <a:pt x="2567798" y="3115370"/>
                </a:cubicBezTo>
                <a:cubicBezTo>
                  <a:pt x="2573612" y="3110579"/>
                  <a:pt x="2568123" y="3104921"/>
                  <a:pt x="2571539" y="3099928"/>
                </a:cubicBezTo>
                <a:cubicBezTo>
                  <a:pt x="2558894" y="3107951"/>
                  <a:pt x="2556421" y="3096619"/>
                  <a:pt x="2545013" y="3108337"/>
                </a:cubicBezTo>
                <a:cubicBezTo>
                  <a:pt x="2542430" y="3103839"/>
                  <a:pt x="2539817" y="3099215"/>
                  <a:pt x="2537234" y="3094655"/>
                </a:cubicBezTo>
                <a:cubicBezTo>
                  <a:pt x="2534344" y="3099030"/>
                  <a:pt x="2531638" y="3099062"/>
                  <a:pt x="2528949" y="3096619"/>
                </a:cubicBezTo>
                <a:cubicBezTo>
                  <a:pt x="2529753" y="3107594"/>
                  <a:pt x="2542399" y="3102833"/>
                  <a:pt x="2544842" y="3113593"/>
                </a:cubicBezTo>
                <a:cubicBezTo>
                  <a:pt x="2539585" y="3124553"/>
                  <a:pt x="2534870" y="3117194"/>
                  <a:pt x="2529691" y="3125574"/>
                </a:cubicBezTo>
                <a:cubicBezTo>
                  <a:pt x="2534375" y="3134339"/>
                  <a:pt x="2539261" y="3135638"/>
                  <a:pt x="2544037" y="3139827"/>
                </a:cubicBezTo>
                <a:close/>
                <a:moveTo>
                  <a:pt x="828025" y="2160468"/>
                </a:moveTo>
                <a:cubicBezTo>
                  <a:pt x="832754" y="2149769"/>
                  <a:pt x="837131" y="2150125"/>
                  <a:pt x="841135" y="2161504"/>
                </a:cubicBezTo>
                <a:cubicBezTo>
                  <a:pt x="843438" y="2158196"/>
                  <a:pt x="845726" y="2154825"/>
                  <a:pt x="848044" y="2151563"/>
                </a:cubicBezTo>
                <a:cubicBezTo>
                  <a:pt x="839867" y="2149754"/>
                  <a:pt x="831842" y="2143585"/>
                  <a:pt x="823356" y="2152290"/>
                </a:cubicBezTo>
                <a:cubicBezTo>
                  <a:pt x="824934" y="2154995"/>
                  <a:pt x="826495" y="2157747"/>
                  <a:pt x="828025" y="2160468"/>
                </a:cubicBezTo>
                <a:close/>
                <a:moveTo>
                  <a:pt x="886059" y="2196519"/>
                </a:moveTo>
                <a:cubicBezTo>
                  <a:pt x="892892" y="2188310"/>
                  <a:pt x="892491" y="2179468"/>
                  <a:pt x="890158" y="2170548"/>
                </a:cubicBezTo>
                <a:cubicBezTo>
                  <a:pt x="896820" y="2166636"/>
                  <a:pt x="903575" y="2161442"/>
                  <a:pt x="909821" y="2172062"/>
                </a:cubicBezTo>
                <a:cubicBezTo>
                  <a:pt x="915634" y="2167271"/>
                  <a:pt x="910145" y="2161613"/>
                  <a:pt x="913562" y="2156619"/>
                </a:cubicBezTo>
                <a:cubicBezTo>
                  <a:pt x="900917" y="2164643"/>
                  <a:pt x="898443" y="2153311"/>
                  <a:pt x="887035" y="2165029"/>
                </a:cubicBezTo>
                <a:cubicBezTo>
                  <a:pt x="884452" y="2160530"/>
                  <a:pt x="881839" y="2155908"/>
                  <a:pt x="879257" y="2151347"/>
                </a:cubicBezTo>
                <a:cubicBezTo>
                  <a:pt x="876366" y="2155721"/>
                  <a:pt x="873661" y="2155753"/>
                  <a:pt x="870971" y="2153310"/>
                </a:cubicBezTo>
                <a:cubicBezTo>
                  <a:pt x="871775" y="2164286"/>
                  <a:pt x="884422" y="2159525"/>
                  <a:pt x="886864" y="2170285"/>
                </a:cubicBezTo>
                <a:cubicBezTo>
                  <a:pt x="881608" y="2181245"/>
                  <a:pt x="876892" y="2173886"/>
                  <a:pt x="871713" y="2182266"/>
                </a:cubicBezTo>
                <a:cubicBezTo>
                  <a:pt x="876397" y="2191032"/>
                  <a:pt x="881282" y="2192331"/>
                  <a:pt x="886059" y="2196519"/>
                </a:cubicBezTo>
                <a:close/>
                <a:moveTo>
                  <a:pt x="2420621" y="3093484"/>
                </a:moveTo>
                <a:cubicBezTo>
                  <a:pt x="2423791" y="3079385"/>
                  <a:pt x="2431922" y="3079801"/>
                  <a:pt x="2439049" y="3081749"/>
                </a:cubicBezTo>
                <a:cubicBezTo>
                  <a:pt x="2436019" y="3090747"/>
                  <a:pt x="2427532" y="3101585"/>
                  <a:pt x="2420621" y="3093484"/>
                </a:cubicBezTo>
                <a:close/>
                <a:moveTo>
                  <a:pt x="2307470" y="3036101"/>
                </a:moveTo>
                <a:cubicBezTo>
                  <a:pt x="2310882" y="3035982"/>
                  <a:pt x="2314363" y="3025051"/>
                  <a:pt x="2314340" y="3022164"/>
                </a:cubicBezTo>
                <a:cubicBezTo>
                  <a:pt x="2312144" y="3015624"/>
                  <a:pt x="2301416" y="3024791"/>
                  <a:pt x="2304213" y="3031920"/>
                </a:cubicBezTo>
                <a:cubicBezTo>
                  <a:pt x="2305203" y="3034981"/>
                  <a:pt x="2306333" y="3036142"/>
                  <a:pt x="2307470" y="3036101"/>
                </a:cubicBezTo>
                <a:close/>
                <a:moveTo>
                  <a:pt x="2325099" y="3046653"/>
                </a:moveTo>
                <a:cubicBezTo>
                  <a:pt x="2328253" y="3050903"/>
                  <a:pt x="2331623" y="3048631"/>
                  <a:pt x="2335087" y="3042184"/>
                </a:cubicBezTo>
                <a:cubicBezTo>
                  <a:pt x="2333001" y="3038504"/>
                  <a:pt x="2330944" y="3034872"/>
                  <a:pt x="2328840" y="3031224"/>
                </a:cubicBezTo>
                <a:cubicBezTo>
                  <a:pt x="2321375" y="3035877"/>
                  <a:pt x="2332566" y="3042000"/>
                  <a:pt x="2325099" y="3046653"/>
                </a:cubicBezTo>
                <a:close/>
                <a:moveTo>
                  <a:pt x="3241317" y="3577989"/>
                </a:moveTo>
                <a:cubicBezTo>
                  <a:pt x="3243314" y="3580476"/>
                  <a:pt x="3246483" y="3580674"/>
                  <a:pt x="3248825" y="3575386"/>
                </a:cubicBezTo>
                <a:cubicBezTo>
                  <a:pt x="3249072" y="3564779"/>
                  <a:pt x="3244990" y="3571087"/>
                  <a:pt x="3240848" y="3566852"/>
                </a:cubicBezTo>
                <a:cubicBezTo>
                  <a:pt x="3238498" y="3570725"/>
                  <a:pt x="3239321" y="3575502"/>
                  <a:pt x="3241317" y="3577989"/>
                </a:cubicBezTo>
                <a:close/>
                <a:moveTo>
                  <a:pt x="762642" y="2150177"/>
                </a:moveTo>
                <a:cubicBezTo>
                  <a:pt x="765812" y="2136077"/>
                  <a:pt x="773944" y="2136494"/>
                  <a:pt x="781071" y="2138442"/>
                </a:cubicBezTo>
                <a:cubicBezTo>
                  <a:pt x="778040" y="2147441"/>
                  <a:pt x="769553" y="2158278"/>
                  <a:pt x="762642" y="2150177"/>
                </a:cubicBezTo>
                <a:close/>
                <a:moveTo>
                  <a:pt x="649492" y="2092795"/>
                </a:moveTo>
                <a:cubicBezTo>
                  <a:pt x="652904" y="2092675"/>
                  <a:pt x="656385" y="2081745"/>
                  <a:pt x="656361" y="2078857"/>
                </a:cubicBezTo>
                <a:cubicBezTo>
                  <a:pt x="654165" y="2072317"/>
                  <a:pt x="643437" y="2081484"/>
                  <a:pt x="646235" y="2088612"/>
                </a:cubicBezTo>
                <a:cubicBezTo>
                  <a:pt x="647225" y="2091673"/>
                  <a:pt x="648355" y="2092834"/>
                  <a:pt x="649492" y="2092795"/>
                </a:cubicBezTo>
                <a:close/>
                <a:moveTo>
                  <a:pt x="667121" y="2103345"/>
                </a:moveTo>
                <a:cubicBezTo>
                  <a:pt x="670274" y="2107596"/>
                  <a:pt x="673646" y="2105324"/>
                  <a:pt x="677109" y="2098877"/>
                </a:cubicBezTo>
                <a:cubicBezTo>
                  <a:pt x="675022" y="2095198"/>
                  <a:pt x="672965" y="2091565"/>
                  <a:pt x="670861" y="2087917"/>
                </a:cubicBezTo>
                <a:cubicBezTo>
                  <a:pt x="663396" y="2092569"/>
                  <a:pt x="674588" y="2098692"/>
                  <a:pt x="667121" y="2103345"/>
                </a:cubicBezTo>
                <a:close/>
                <a:moveTo>
                  <a:pt x="1583339" y="2634682"/>
                </a:moveTo>
                <a:cubicBezTo>
                  <a:pt x="1585335" y="2637169"/>
                  <a:pt x="1588505" y="2637367"/>
                  <a:pt x="1590847" y="2632079"/>
                </a:cubicBezTo>
                <a:cubicBezTo>
                  <a:pt x="1591093" y="2621473"/>
                  <a:pt x="1587011" y="2627780"/>
                  <a:pt x="1582869" y="2623545"/>
                </a:cubicBezTo>
                <a:cubicBezTo>
                  <a:pt x="1580519" y="2627417"/>
                  <a:pt x="1581343" y="2632194"/>
                  <a:pt x="1583339" y="2634682"/>
                </a:cubicBezTo>
                <a:close/>
                <a:moveTo>
                  <a:pt x="2413297" y="3119174"/>
                </a:moveTo>
                <a:cubicBezTo>
                  <a:pt x="2425170" y="3106280"/>
                  <a:pt x="2436069" y="3125882"/>
                  <a:pt x="2447926" y="3114009"/>
                </a:cubicBezTo>
                <a:cubicBezTo>
                  <a:pt x="2448235" y="3120920"/>
                  <a:pt x="2449858" y="3123750"/>
                  <a:pt x="2454172" y="3124939"/>
                </a:cubicBezTo>
                <a:cubicBezTo>
                  <a:pt x="2457790" y="3115061"/>
                  <a:pt x="2464282" y="3106899"/>
                  <a:pt x="2464159" y="3120456"/>
                </a:cubicBezTo>
                <a:cubicBezTo>
                  <a:pt x="2469400" y="3113978"/>
                  <a:pt x="2466246" y="3102013"/>
                  <a:pt x="2479479" y="3103312"/>
                </a:cubicBezTo>
                <a:cubicBezTo>
                  <a:pt x="2471656" y="3089383"/>
                  <a:pt x="2463138" y="3100111"/>
                  <a:pt x="2454466" y="3114457"/>
                </a:cubicBezTo>
                <a:cubicBezTo>
                  <a:pt x="2448993" y="3115494"/>
                  <a:pt x="2443829" y="3103992"/>
                  <a:pt x="2438403" y="3102724"/>
                </a:cubicBezTo>
                <a:cubicBezTo>
                  <a:pt x="2440907" y="3102214"/>
                  <a:pt x="2443366" y="3101596"/>
                  <a:pt x="2441835" y="3097761"/>
                </a:cubicBezTo>
                <a:cubicBezTo>
                  <a:pt x="2449936" y="3102337"/>
                  <a:pt x="2465086" y="3100404"/>
                  <a:pt x="2468564" y="3084081"/>
                </a:cubicBezTo>
                <a:cubicBezTo>
                  <a:pt x="2462334" y="3072052"/>
                  <a:pt x="2455315" y="3086987"/>
                  <a:pt x="2448730" y="3087790"/>
                </a:cubicBezTo>
                <a:cubicBezTo>
                  <a:pt x="2446133" y="3083182"/>
                  <a:pt x="2443535" y="3078607"/>
                  <a:pt x="2440954" y="3074032"/>
                </a:cubicBezTo>
                <a:cubicBezTo>
                  <a:pt x="2429854" y="3081359"/>
                  <a:pt x="2410962" y="3070769"/>
                  <a:pt x="2408905" y="3100421"/>
                </a:cubicBezTo>
                <a:cubicBezTo>
                  <a:pt x="2405644" y="3096664"/>
                  <a:pt x="2407330" y="3093294"/>
                  <a:pt x="2409230" y="3089954"/>
                </a:cubicBezTo>
                <a:cubicBezTo>
                  <a:pt x="2400202" y="3081422"/>
                  <a:pt x="2399862" y="3102523"/>
                  <a:pt x="2405320" y="3110640"/>
                </a:cubicBezTo>
                <a:cubicBezTo>
                  <a:pt x="2414456" y="3096107"/>
                  <a:pt x="2408210" y="3112403"/>
                  <a:pt x="2413297" y="3119174"/>
                </a:cubicBezTo>
                <a:close/>
                <a:moveTo>
                  <a:pt x="755319" y="2175866"/>
                </a:moveTo>
                <a:cubicBezTo>
                  <a:pt x="767192" y="2162973"/>
                  <a:pt x="778090" y="2182574"/>
                  <a:pt x="789948" y="2170702"/>
                </a:cubicBezTo>
                <a:cubicBezTo>
                  <a:pt x="790257" y="2177613"/>
                  <a:pt x="791880" y="2180442"/>
                  <a:pt x="796194" y="2181631"/>
                </a:cubicBezTo>
                <a:cubicBezTo>
                  <a:pt x="799812" y="2171754"/>
                  <a:pt x="806304" y="2163591"/>
                  <a:pt x="806180" y="2177149"/>
                </a:cubicBezTo>
                <a:cubicBezTo>
                  <a:pt x="811421" y="2170671"/>
                  <a:pt x="808268" y="2158706"/>
                  <a:pt x="821500" y="2160004"/>
                </a:cubicBezTo>
                <a:cubicBezTo>
                  <a:pt x="813678" y="2146075"/>
                  <a:pt x="805160" y="2156803"/>
                  <a:pt x="796487" y="2171150"/>
                </a:cubicBezTo>
                <a:cubicBezTo>
                  <a:pt x="791014" y="2172187"/>
                  <a:pt x="785850" y="2160685"/>
                  <a:pt x="780424" y="2159417"/>
                </a:cubicBezTo>
                <a:cubicBezTo>
                  <a:pt x="782929" y="2158908"/>
                  <a:pt x="785387" y="2158289"/>
                  <a:pt x="783857" y="2154454"/>
                </a:cubicBezTo>
                <a:cubicBezTo>
                  <a:pt x="791958" y="2159031"/>
                  <a:pt x="807107" y="2157097"/>
                  <a:pt x="810586" y="2140773"/>
                </a:cubicBezTo>
                <a:cubicBezTo>
                  <a:pt x="804356" y="2128744"/>
                  <a:pt x="797336" y="2143679"/>
                  <a:pt x="790752" y="2144483"/>
                </a:cubicBezTo>
                <a:cubicBezTo>
                  <a:pt x="788155" y="2139876"/>
                  <a:pt x="785557" y="2135300"/>
                  <a:pt x="782976" y="2130724"/>
                </a:cubicBezTo>
                <a:cubicBezTo>
                  <a:pt x="771876" y="2138052"/>
                  <a:pt x="752984" y="2127462"/>
                  <a:pt x="750927" y="2157115"/>
                </a:cubicBezTo>
                <a:cubicBezTo>
                  <a:pt x="747666" y="2153357"/>
                  <a:pt x="749351" y="2149987"/>
                  <a:pt x="751251" y="2146647"/>
                </a:cubicBezTo>
                <a:cubicBezTo>
                  <a:pt x="742224" y="2138114"/>
                  <a:pt x="741883" y="2159216"/>
                  <a:pt x="747342" y="2167332"/>
                </a:cubicBezTo>
                <a:cubicBezTo>
                  <a:pt x="756478" y="2152800"/>
                  <a:pt x="750233" y="2169095"/>
                  <a:pt x="755319" y="2175866"/>
                </a:cubicBezTo>
                <a:close/>
                <a:moveTo>
                  <a:pt x="2349267" y="3098850"/>
                </a:moveTo>
                <a:cubicBezTo>
                  <a:pt x="2355499" y="3101359"/>
                  <a:pt x="2366739" y="3094913"/>
                  <a:pt x="2373024" y="3092397"/>
                </a:cubicBezTo>
                <a:cubicBezTo>
                  <a:pt x="2376379" y="3110840"/>
                  <a:pt x="2376595" y="3087049"/>
                  <a:pt x="2382361" y="3108862"/>
                </a:cubicBezTo>
                <a:cubicBezTo>
                  <a:pt x="2397698" y="3098102"/>
                  <a:pt x="2395395" y="3079318"/>
                  <a:pt x="2411256" y="3076983"/>
                </a:cubicBezTo>
                <a:cubicBezTo>
                  <a:pt x="2405583" y="3068990"/>
                  <a:pt x="2394297" y="3067708"/>
                  <a:pt x="2392968" y="3083445"/>
                </a:cubicBezTo>
                <a:cubicBezTo>
                  <a:pt x="2387619" y="3058494"/>
                  <a:pt x="2374138" y="3082658"/>
                  <a:pt x="2363810" y="3070661"/>
                </a:cubicBezTo>
                <a:cubicBezTo>
                  <a:pt x="2363493" y="3077811"/>
                  <a:pt x="2361000" y="3080242"/>
                  <a:pt x="2357920" y="3081818"/>
                </a:cubicBezTo>
                <a:lnTo>
                  <a:pt x="2349509" y="3087208"/>
                </a:lnTo>
                <a:lnTo>
                  <a:pt x="2347580" y="3086435"/>
                </a:lnTo>
                <a:lnTo>
                  <a:pt x="2342211" y="3078194"/>
                </a:lnTo>
                <a:cubicBezTo>
                  <a:pt x="2340072" y="3076543"/>
                  <a:pt x="2337869" y="3077069"/>
                  <a:pt x="2335535" y="3081590"/>
                </a:cubicBezTo>
                <a:lnTo>
                  <a:pt x="2347580" y="3086435"/>
                </a:lnTo>
                <a:lnTo>
                  <a:pt x="2348505" y="3087852"/>
                </a:lnTo>
                <a:lnTo>
                  <a:pt x="2349509" y="3087208"/>
                </a:lnTo>
                <a:lnTo>
                  <a:pt x="2351798" y="3088129"/>
                </a:lnTo>
                <a:cubicBezTo>
                  <a:pt x="2355461" y="3092985"/>
                  <a:pt x="2346465" y="3094732"/>
                  <a:pt x="2345074" y="3092877"/>
                </a:cubicBezTo>
                <a:cubicBezTo>
                  <a:pt x="2345669" y="3096181"/>
                  <a:pt x="2347190" y="3098012"/>
                  <a:pt x="2349267" y="3098850"/>
                </a:cubicBezTo>
                <a:close/>
                <a:moveTo>
                  <a:pt x="2323663" y="3093803"/>
                </a:moveTo>
                <a:cubicBezTo>
                  <a:pt x="2334190" y="3102058"/>
                  <a:pt x="2329984" y="3076644"/>
                  <a:pt x="2337560" y="3068621"/>
                </a:cubicBezTo>
                <a:cubicBezTo>
                  <a:pt x="2334344" y="3066611"/>
                  <a:pt x="2330989" y="3068853"/>
                  <a:pt x="2327588" y="3073121"/>
                </a:cubicBezTo>
                <a:cubicBezTo>
                  <a:pt x="2333216" y="3082054"/>
                  <a:pt x="2321173" y="3081297"/>
                  <a:pt x="2323663" y="3093803"/>
                </a:cubicBezTo>
                <a:close/>
                <a:moveTo>
                  <a:pt x="691289" y="2155542"/>
                </a:moveTo>
                <a:cubicBezTo>
                  <a:pt x="697520" y="2158052"/>
                  <a:pt x="708762" y="2151605"/>
                  <a:pt x="715046" y="2149090"/>
                </a:cubicBezTo>
                <a:cubicBezTo>
                  <a:pt x="718401" y="2167534"/>
                  <a:pt x="718617" y="2143741"/>
                  <a:pt x="724383" y="2165554"/>
                </a:cubicBezTo>
                <a:cubicBezTo>
                  <a:pt x="739719" y="2154795"/>
                  <a:pt x="737417" y="2136011"/>
                  <a:pt x="753277" y="2133676"/>
                </a:cubicBezTo>
                <a:cubicBezTo>
                  <a:pt x="747604" y="2125683"/>
                  <a:pt x="736318" y="2124401"/>
                  <a:pt x="734989" y="2140138"/>
                </a:cubicBezTo>
                <a:cubicBezTo>
                  <a:pt x="729641" y="2115187"/>
                  <a:pt x="716160" y="2139352"/>
                  <a:pt x="705832" y="2127354"/>
                </a:cubicBezTo>
                <a:cubicBezTo>
                  <a:pt x="705514" y="2134504"/>
                  <a:pt x="703022" y="2136934"/>
                  <a:pt x="699942" y="2138512"/>
                </a:cubicBezTo>
                <a:lnTo>
                  <a:pt x="691530" y="2143902"/>
                </a:lnTo>
                <a:lnTo>
                  <a:pt x="689603" y="2143127"/>
                </a:lnTo>
                <a:lnTo>
                  <a:pt x="684233" y="2134886"/>
                </a:lnTo>
                <a:cubicBezTo>
                  <a:pt x="682095" y="2133236"/>
                  <a:pt x="679891" y="2133762"/>
                  <a:pt x="677557" y="2138283"/>
                </a:cubicBezTo>
                <a:lnTo>
                  <a:pt x="689603" y="2143127"/>
                </a:lnTo>
                <a:lnTo>
                  <a:pt x="690526" y="2144545"/>
                </a:lnTo>
                <a:lnTo>
                  <a:pt x="691530" y="2143902"/>
                </a:lnTo>
                <a:lnTo>
                  <a:pt x="693820" y="2144822"/>
                </a:lnTo>
                <a:cubicBezTo>
                  <a:pt x="697483" y="2149676"/>
                  <a:pt x="688486" y="2151425"/>
                  <a:pt x="687096" y="2149570"/>
                </a:cubicBezTo>
                <a:cubicBezTo>
                  <a:pt x="687691" y="2152874"/>
                  <a:pt x="689211" y="2154706"/>
                  <a:pt x="691289" y="2155542"/>
                </a:cubicBezTo>
                <a:close/>
                <a:moveTo>
                  <a:pt x="2209956" y="3037814"/>
                </a:moveTo>
                <a:cubicBezTo>
                  <a:pt x="2205196" y="3037437"/>
                  <a:pt x="2201219" y="3033592"/>
                  <a:pt x="2200833" y="3026495"/>
                </a:cubicBezTo>
                <a:cubicBezTo>
                  <a:pt x="2208270" y="3035030"/>
                  <a:pt x="2216833" y="3004805"/>
                  <a:pt x="2224115" y="3017809"/>
                </a:cubicBezTo>
                <a:cubicBezTo>
                  <a:pt x="2222182" y="3021147"/>
                  <a:pt x="2220512" y="3024517"/>
                  <a:pt x="2223775" y="3028320"/>
                </a:cubicBezTo>
                <a:cubicBezTo>
                  <a:pt x="2220258" y="3035098"/>
                  <a:pt x="2214716" y="3038190"/>
                  <a:pt x="2209956" y="3037814"/>
                </a:cubicBezTo>
                <a:close/>
                <a:moveTo>
                  <a:pt x="665684" y="2150497"/>
                </a:moveTo>
                <a:cubicBezTo>
                  <a:pt x="676211" y="2158752"/>
                  <a:pt x="672006" y="2133336"/>
                  <a:pt x="679582" y="2125313"/>
                </a:cubicBezTo>
                <a:cubicBezTo>
                  <a:pt x="676366" y="2123305"/>
                  <a:pt x="673011" y="2125545"/>
                  <a:pt x="669611" y="2129812"/>
                </a:cubicBezTo>
                <a:cubicBezTo>
                  <a:pt x="675237" y="2138747"/>
                  <a:pt x="663195" y="2137989"/>
                  <a:pt x="665684" y="2150497"/>
                </a:cubicBezTo>
                <a:close/>
                <a:moveTo>
                  <a:pt x="551977" y="2094508"/>
                </a:moveTo>
                <a:cubicBezTo>
                  <a:pt x="547217" y="2094130"/>
                  <a:pt x="543240" y="2090285"/>
                  <a:pt x="542854" y="2083189"/>
                </a:cubicBezTo>
                <a:cubicBezTo>
                  <a:pt x="550291" y="2091724"/>
                  <a:pt x="558855" y="2061498"/>
                  <a:pt x="566136" y="2074501"/>
                </a:cubicBezTo>
                <a:cubicBezTo>
                  <a:pt x="564203" y="2077839"/>
                  <a:pt x="562534" y="2081211"/>
                  <a:pt x="565796" y="2085013"/>
                </a:cubicBezTo>
                <a:cubicBezTo>
                  <a:pt x="562279" y="2091792"/>
                  <a:pt x="556737" y="2094884"/>
                  <a:pt x="551977" y="2094508"/>
                </a:cubicBezTo>
                <a:close/>
                <a:moveTo>
                  <a:pt x="2177596" y="3035233"/>
                </a:moveTo>
                <a:cubicBezTo>
                  <a:pt x="2183670" y="3033100"/>
                  <a:pt x="2190210" y="3016203"/>
                  <a:pt x="2195853" y="3028756"/>
                </a:cubicBezTo>
                <a:cubicBezTo>
                  <a:pt x="2189500" y="3039886"/>
                  <a:pt x="2183671" y="3032745"/>
                  <a:pt x="2177596" y="3035233"/>
                </a:cubicBezTo>
                <a:close/>
                <a:moveTo>
                  <a:pt x="3095194" y="3574976"/>
                </a:moveTo>
                <a:cubicBezTo>
                  <a:pt x="3098748" y="3575113"/>
                  <a:pt x="3102354" y="3573613"/>
                  <a:pt x="3105963" y="3572198"/>
                </a:cubicBezTo>
                <a:cubicBezTo>
                  <a:pt x="3104788" y="3557682"/>
                  <a:pt x="3091726" y="3561655"/>
                  <a:pt x="3084737" y="3567931"/>
                </a:cubicBezTo>
                <a:cubicBezTo>
                  <a:pt x="3088138" y="3573064"/>
                  <a:pt x="3091640" y="3574839"/>
                  <a:pt x="3095194" y="3574976"/>
                </a:cubicBezTo>
                <a:close/>
                <a:moveTo>
                  <a:pt x="519616" y="2091927"/>
                </a:moveTo>
                <a:cubicBezTo>
                  <a:pt x="525691" y="2089794"/>
                  <a:pt x="532231" y="2072898"/>
                  <a:pt x="537873" y="2085450"/>
                </a:cubicBezTo>
                <a:cubicBezTo>
                  <a:pt x="531520" y="2096581"/>
                  <a:pt x="525692" y="2089439"/>
                  <a:pt x="519616" y="2091927"/>
                </a:cubicBezTo>
                <a:close/>
                <a:moveTo>
                  <a:pt x="2134989" y="3031893"/>
                </a:moveTo>
                <a:cubicBezTo>
                  <a:pt x="2138498" y="3019140"/>
                  <a:pt x="2149983" y="2994235"/>
                  <a:pt x="2153881" y="3004454"/>
                </a:cubicBezTo>
                <a:cubicBezTo>
                  <a:pt x="2146892" y="3014532"/>
                  <a:pt x="2173143" y="3005768"/>
                  <a:pt x="2171504" y="3018953"/>
                </a:cubicBezTo>
                <a:cubicBezTo>
                  <a:pt x="2178846" y="3015769"/>
                  <a:pt x="2176127" y="3006616"/>
                  <a:pt x="2183208" y="3012014"/>
                </a:cubicBezTo>
                <a:cubicBezTo>
                  <a:pt x="2180919" y="3017393"/>
                  <a:pt x="2185587" y="3015044"/>
                  <a:pt x="2187892" y="3020268"/>
                </a:cubicBezTo>
                <a:cubicBezTo>
                  <a:pt x="2168210" y="3034676"/>
                  <a:pt x="2155040" y="3029636"/>
                  <a:pt x="2134989" y="3031893"/>
                </a:cubicBezTo>
                <a:close/>
                <a:moveTo>
                  <a:pt x="1437215" y="2631669"/>
                </a:moveTo>
                <a:cubicBezTo>
                  <a:pt x="1440769" y="2631807"/>
                  <a:pt x="1444375" y="2630307"/>
                  <a:pt x="1447984" y="2628892"/>
                </a:cubicBezTo>
                <a:cubicBezTo>
                  <a:pt x="1446809" y="2614376"/>
                  <a:pt x="1433747" y="2618349"/>
                  <a:pt x="1426758" y="2624625"/>
                </a:cubicBezTo>
                <a:cubicBezTo>
                  <a:pt x="1430159" y="2629758"/>
                  <a:pt x="1433661" y="2631532"/>
                  <a:pt x="1437215" y="2631669"/>
                </a:cubicBezTo>
                <a:close/>
                <a:moveTo>
                  <a:pt x="2079880" y="3006613"/>
                </a:moveTo>
                <a:cubicBezTo>
                  <a:pt x="2087378" y="3001929"/>
                  <a:pt x="2076139" y="2995807"/>
                  <a:pt x="2083652" y="2991138"/>
                </a:cubicBezTo>
                <a:cubicBezTo>
                  <a:pt x="2087301" y="2997676"/>
                  <a:pt x="2091181" y="2994925"/>
                  <a:pt x="2094737" y="3005113"/>
                </a:cubicBezTo>
                <a:cubicBezTo>
                  <a:pt x="2100101" y="2997677"/>
                  <a:pt x="2109422" y="3002238"/>
                  <a:pt x="2110040" y="2987954"/>
                </a:cubicBezTo>
                <a:cubicBezTo>
                  <a:pt x="2116224" y="2988495"/>
                  <a:pt x="2111850" y="2994385"/>
                  <a:pt x="2117816" y="3001667"/>
                </a:cubicBezTo>
                <a:cubicBezTo>
                  <a:pt x="2123444" y="3003259"/>
                  <a:pt x="2122346" y="2986377"/>
                  <a:pt x="2129520" y="2994725"/>
                </a:cubicBezTo>
                <a:cubicBezTo>
                  <a:pt x="2125284" y="3003151"/>
                  <a:pt x="2129691" y="3012241"/>
                  <a:pt x="2122193" y="3020419"/>
                </a:cubicBezTo>
                <a:cubicBezTo>
                  <a:pt x="2109391" y="3009118"/>
                  <a:pt x="2095880" y="3021160"/>
                  <a:pt x="2083173" y="3006890"/>
                </a:cubicBezTo>
                <a:cubicBezTo>
                  <a:pt x="2082012" y="3008236"/>
                  <a:pt x="2080901" y="3009425"/>
                  <a:pt x="2079880" y="3006613"/>
                </a:cubicBezTo>
                <a:close/>
                <a:moveTo>
                  <a:pt x="477009" y="2088589"/>
                </a:moveTo>
                <a:cubicBezTo>
                  <a:pt x="480518" y="2075835"/>
                  <a:pt x="492004" y="2050930"/>
                  <a:pt x="495901" y="2061148"/>
                </a:cubicBezTo>
                <a:cubicBezTo>
                  <a:pt x="488912" y="2071227"/>
                  <a:pt x="515164" y="2062463"/>
                  <a:pt x="513524" y="2075648"/>
                </a:cubicBezTo>
                <a:cubicBezTo>
                  <a:pt x="520867" y="2072464"/>
                  <a:pt x="518147" y="2063311"/>
                  <a:pt x="525228" y="2068708"/>
                </a:cubicBezTo>
                <a:cubicBezTo>
                  <a:pt x="522939" y="2074087"/>
                  <a:pt x="527608" y="2071738"/>
                  <a:pt x="529912" y="2076963"/>
                </a:cubicBezTo>
                <a:cubicBezTo>
                  <a:pt x="510231" y="2091370"/>
                  <a:pt x="497060" y="2086331"/>
                  <a:pt x="477009" y="2088589"/>
                </a:cubicBezTo>
                <a:close/>
                <a:moveTo>
                  <a:pt x="2073136" y="3011346"/>
                </a:moveTo>
                <a:cubicBezTo>
                  <a:pt x="2074095" y="2997401"/>
                  <a:pt x="2057012" y="2997524"/>
                  <a:pt x="2063814" y="2994834"/>
                </a:cubicBezTo>
                <a:cubicBezTo>
                  <a:pt x="2070802" y="3003445"/>
                  <a:pt x="2068359" y="2984569"/>
                  <a:pt x="2075331" y="2993103"/>
                </a:cubicBezTo>
                <a:cubicBezTo>
                  <a:pt x="2074590" y="2999179"/>
                  <a:pt x="2076182" y="3005456"/>
                  <a:pt x="2073136" y="3011346"/>
                </a:cubicBezTo>
                <a:close/>
                <a:moveTo>
                  <a:pt x="3016120" y="3555919"/>
                </a:moveTo>
                <a:cubicBezTo>
                  <a:pt x="3018277" y="3557164"/>
                  <a:pt x="3020473" y="3557133"/>
                  <a:pt x="3022792" y="3552579"/>
                </a:cubicBezTo>
                <a:cubicBezTo>
                  <a:pt x="3018695" y="3542826"/>
                  <a:pt x="3014334" y="3542515"/>
                  <a:pt x="3009681" y="3551606"/>
                </a:cubicBezTo>
                <a:cubicBezTo>
                  <a:pt x="3011845" y="3552155"/>
                  <a:pt x="3013964" y="3554674"/>
                  <a:pt x="3016120" y="3555919"/>
                </a:cubicBezTo>
                <a:close/>
                <a:moveTo>
                  <a:pt x="421900" y="2063308"/>
                </a:moveTo>
                <a:cubicBezTo>
                  <a:pt x="429399" y="2058624"/>
                  <a:pt x="418159" y="2052502"/>
                  <a:pt x="425672" y="2047832"/>
                </a:cubicBezTo>
                <a:cubicBezTo>
                  <a:pt x="429321" y="2054371"/>
                  <a:pt x="433202" y="2051620"/>
                  <a:pt x="436757" y="2061808"/>
                </a:cubicBezTo>
                <a:cubicBezTo>
                  <a:pt x="442122" y="2054371"/>
                  <a:pt x="451443" y="2058932"/>
                  <a:pt x="452061" y="2044648"/>
                </a:cubicBezTo>
                <a:cubicBezTo>
                  <a:pt x="458245" y="2045188"/>
                  <a:pt x="453871" y="2051078"/>
                  <a:pt x="459837" y="2058361"/>
                </a:cubicBezTo>
                <a:cubicBezTo>
                  <a:pt x="465464" y="2059953"/>
                  <a:pt x="464367" y="2043070"/>
                  <a:pt x="471541" y="2051419"/>
                </a:cubicBezTo>
                <a:cubicBezTo>
                  <a:pt x="467305" y="2059844"/>
                  <a:pt x="471711" y="2068935"/>
                  <a:pt x="464213" y="2077114"/>
                </a:cubicBezTo>
                <a:cubicBezTo>
                  <a:pt x="451412" y="2065812"/>
                  <a:pt x="437900" y="2077855"/>
                  <a:pt x="425193" y="2063586"/>
                </a:cubicBezTo>
                <a:cubicBezTo>
                  <a:pt x="424033" y="2064931"/>
                  <a:pt x="422921" y="2066121"/>
                  <a:pt x="421900" y="2063308"/>
                </a:cubicBezTo>
                <a:close/>
                <a:moveTo>
                  <a:pt x="2055221" y="3007307"/>
                </a:moveTo>
                <a:cubicBezTo>
                  <a:pt x="2052160" y="2999639"/>
                  <a:pt x="2048681" y="3005885"/>
                  <a:pt x="2045698" y="2996069"/>
                </a:cubicBezTo>
                <a:cubicBezTo>
                  <a:pt x="2048001" y="2992744"/>
                  <a:pt x="2050304" y="2989468"/>
                  <a:pt x="2052578" y="2986065"/>
                </a:cubicBezTo>
                <a:cubicBezTo>
                  <a:pt x="2057370" y="2993487"/>
                  <a:pt x="2061298" y="3000767"/>
                  <a:pt x="2055221" y="3007307"/>
                </a:cubicBezTo>
                <a:close/>
                <a:moveTo>
                  <a:pt x="415155" y="2068042"/>
                </a:moveTo>
                <a:cubicBezTo>
                  <a:pt x="416115" y="2054096"/>
                  <a:pt x="399031" y="2054220"/>
                  <a:pt x="405834" y="2051531"/>
                </a:cubicBezTo>
                <a:cubicBezTo>
                  <a:pt x="412821" y="2060141"/>
                  <a:pt x="410378" y="2041264"/>
                  <a:pt x="417351" y="2049798"/>
                </a:cubicBezTo>
                <a:cubicBezTo>
                  <a:pt x="416609" y="2055876"/>
                  <a:pt x="418202" y="2062152"/>
                  <a:pt x="415155" y="2068042"/>
                </a:cubicBezTo>
                <a:close/>
                <a:moveTo>
                  <a:pt x="1358140" y="2612614"/>
                </a:moveTo>
                <a:cubicBezTo>
                  <a:pt x="1360297" y="2613859"/>
                  <a:pt x="1362493" y="2613828"/>
                  <a:pt x="1364812" y="2609275"/>
                </a:cubicBezTo>
                <a:cubicBezTo>
                  <a:pt x="1360716" y="2599520"/>
                  <a:pt x="1356355" y="2599210"/>
                  <a:pt x="1351701" y="2608301"/>
                </a:cubicBezTo>
                <a:cubicBezTo>
                  <a:pt x="1353866" y="2608850"/>
                  <a:pt x="1355984" y="2611370"/>
                  <a:pt x="1358140" y="2612614"/>
                </a:cubicBezTo>
                <a:close/>
                <a:moveTo>
                  <a:pt x="397240" y="2064002"/>
                </a:moveTo>
                <a:cubicBezTo>
                  <a:pt x="394180" y="2056334"/>
                  <a:pt x="390701" y="2062580"/>
                  <a:pt x="387718" y="2052764"/>
                </a:cubicBezTo>
                <a:cubicBezTo>
                  <a:pt x="390021" y="2049440"/>
                  <a:pt x="392324" y="2046163"/>
                  <a:pt x="394599" y="2042761"/>
                </a:cubicBezTo>
                <a:cubicBezTo>
                  <a:pt x="399389" y="2050182"/>
                  <a:pt x="403317" y="2057462"/>
                  <a:pt x="397240" y="2064002"/>
                </a:cubicBezTo>
                <a:close/>
                <a:moveTo>
                  <a:pt x="2930838" y="3550664"/>
                </a:moveTo>
                <a:cubicBezTo>
                  <a:pt x="2939959" y="3557528"/>
                  <a:pt x="2949095" y="3561995"/>
                  <a:pt x="2958618" y="3555487"/>
                </a:cubicBezTo>
                <a:cubicBezTo>
                  <a:pt x="2950903" y="3538481"/>
                  <a:pt x="2962020" y="3549194"/>
                  <a:pt x="2967384" y="3537739"/>
                </a:cubicBezTo>
                <a:cubicBezTo>
                  <a:pt x="2961866" y="3520192"/>
                  <a:pt x="2955449" y="3533643"/>
                  <a:pt x="2949574" y="3528495"/>
                </a:cubicBezTo>
                <a:cubicBezTo>
                  <a:pt x="2948122" y="3531880"/>
                  <a:pt x="2951522" y="3535621"/>
                  <a:pt x="2949249" y="3538992"/>
                </a:cubicBezTo>
                <a:cubicBezTo>
                  <a:pt x="2946452" y="3541511"/>
                  <a:pt x="2943932" y="3534138"/>
                  <a:pt x="2941320" y="3530472"/>
                </a:cubicBezTo>
                <a:cubicBezTo>
                  <a:pt x="2936512" y="3547247"/>
                  <a:pt x="2935692" y="3540166"/>
                  <a:pt x="2930838" y="3550664"/>
                </a:cubicBezTo>
                <a:close/>
                <a:moveTo>
                  <a:pt x="2317217" y="3198371"/>
                </a:moveTo>
                <a:cubicBezTo>
                  <a:pt x="2322411" y="3207043"/>
                  <a:pt x="2328161" y="3198681"/>
                  <a:pt x="2333603" y="3199638"/>
                </a:cubicBezTo>
                <a:cubicBezTo>
                  <a:pt x="2334949" y="3186389"/>
                  <a:pt x="2321932" y="3191089"/>
                  <a:pt x="2317217" y="3198371"/>
                </a:cubicBezTo>
                <a:close/>
                <a:moveTo>
                  <a:pt x="2141174" y="3098060"/>
                </a:moveTo>
                <a:cubicBezTo>
                  <a:pt x="2141854" y="3092834"/>
                  <a:pt x="2143694" y="3087763"/>
                  <a:pt x="2148191" y="3082847"/>
                </a:cubicBezTo>
                <a:cubicBezTo>
                  <a:pt x="2151779" y="3087486"/>
                  <a:pt x="2148949" y="3091690"/>
                  <a:pt x="2149444" y="3096049"/>
                </a:cubicBezTo>
                <a:cubicBezTo>
                  <a:pt x="2150387" y="3094689"/>
                  <a:pt x="2152659" y="3095494"/>
                  <a:pt x="2151006" y="3098802"/>
                </a:cubicBezTo>
                <a:cubicBezTo>
                  <a:pt x="2147929" y="3091706"/>
                  <a:pt x="2144296" y="3102945"/>
                  <a:pt x="2141174" y="3098060"/>
                </a:cubicBezTo>
                <a:close/>
                <a:moveTo>
                  <a:pt x="2094266" y="3074055"/>
                </a:moveTo>
                <a:cubicBezTo>
                  <a:pt x="2092107" y="3072952"/>
                  <a:pt x="2089982" y="3070753"/>
                  <a:pt x="2087964" y="3065033"/>
                </a:cubicBezTo>
                <a:cubicBezTo>
                  <a:pt x="2091767" y="3053113"/>
                  <a:pt x="2102960" y="3068651"/>
                  <a:pt x="2100766" y="3076505"/>
                </a:cubicBezTo>
                <a:cubicBezTo>
                  <a:pt x="2098616" y="3075168"/>
                  <a:pt x="2096425" y="3075159"/>
                  <a:pt x="2094266" y="3074055"/>
                </a:cubicBezTo>
                <a:close/>
                <a:moveTo>
                  <a:pt x="1272859" y="2607358"/>
                </a:moveTo>
                <a:cubicBezTo>
                  <a:pt x="1281980" y="2614222"/>
                  <a:pt x="1291115" y="2618691"/>
                  <a:pt x="1300639" y="2612182"/>
                </a:cubicBezTo>
                <a:cubicBezTo>
                  <a:pt x="1292924" y="2595176"/>
                  <a:pt x="1304040" y="2605890"/>
                  <a:pt x="1309404" y="2594434"/>
                </a:cubicBezTo>
                <a:cubicBezTo>
                  <a:pt x="1303886" y="2576887"/>
                  <a:pt x="1297470" y="2590338"/>
                  <a:pt x="1291594" y="2585189"/>
                </a:cubicBezTo>
                <a:cubicBezTo>
                  <a:pt x="1290142" y="2588575"/>
                  <a:pt x="1293542" y="2592316"/>
                  <a:pt x="1291270" y="2595687"/>
                </a:cubicBezTo>
                <a:cubicBezTo>
                  <a:pt x="1288472" y="2598206"/>
                  <a:pt x="1285953" y="2590833"/>
                  <a:pt x="1283340" y="2587168"/>
                </a:cubicBezTo>
                <a:cubicBezTo>
                  <a:pt x="1278532" y="2603942"/>
                  <a:pt x="1277713" y="2596861"/>
                  <a:pt x="1272859" y="2607358"/>
                </a:cubicBezTo>
                <a:close/>
                <a:moveTo>
                  <a:pt x="659237" y="2255065"/>
                </a:moveTo>
                <a:cubicBezTo>
                  <a:pt x="664431" y="2263739"/>
                  <a:pt x="670182" y="2255375"/>
                  <a:pt x="675623" y="2256333"/>
                </a:cubicBezTo>
                <a:cubicBezTo>
                  <a:pt x="676969" y="2243084"/>
                  <a:pt x="663952" y="2247784"/>
                  <a:pt x="659237" y="2255065"/>
                </a:cubicBezTo>
                <a:close/>
                <a:moveTo>
                  <a:pt x="483194" y="2154756"/>
                </a:moveTo>
                <a:cubicBezTo>
                  <a:pt x="483873" y="2149529"/>
                  <a:pt x="485714" y="2144459"/>
                  <a:pt x="490211" y="2139543"/>
                </a:cubicBezTo>
                <a:cubicBezTo>
                  <a:pt x="493798" y="2144181"/>
                  <a:pt x="490969" y="2148385"/>
                  <a:pt x="491465" y="2152745"/>
                </a:cubicBezTo>
                <a:cubicBezTo>
                  <a:pt x="492407" y="2151384"/>
                  <a:pt x="494680" y="2152190"/>
                  <a:pt x="493025" y="2155498"/>
                </a:cubicBezTo>
                <a:cubicBezTo>
                  <a:pt x="489948" y="2148401"/>
                  <a:pt x="486316" y="2159642"/>
                  <a:pt x="483194" y="2154756"/>
                </a:cubicBezTo>
                <a:close/>
                <a:moveTo>
                  <a:pt x="436287" y="2130752"/>
                </a:moveTo>
                <a:cubicBezTo>
                  <a:pt x="434128" y="2129647"/>
                  <a:pt x="432002" y="2127448"/>
                  <a:pt x="429984" y="2121728"/>
                </a:cubicBezTo>
                <a:cubicBezTo>
                  <a:pt x="433787" y="2109808"/>
                  <a:pt x="444980" y="2125347"/>
                  <a:pt x="442786" y="2133200"/>
                </a:cubicBezTo>
                <a:cubicBezTo>
                  <a:pt x="440637" y="2131863"/>
                  <a:pt x="438445" y="2131855"/>
                  <a:pt x="436287" y="2130752"/>
                </a:cubicBezTo>
                <a:close/>
                <a:moveTo>
                  <a:pt x="2690936" y="3442785"/>
                </a:moveTo>
                <a:cubicBezTo>
                  <a:pt x="2699841" y="3438906"/>
                  <a:pt x="2708220" y="3451397"/>
                  <a:pt x="2717171" y="3444797"/>
                </a:cubicBezTo>
                <a:cubicBezTo>
                  <a:pt x="2709163" y="3438241"/>
                  <a:pt x="2694445" y="3425796"/>
                  <a:pt x="2690936" y="3442785"/>
                </a:cubicBezTo>
                <a:close/>
                <a:moveTo>
                  <a:pt x="2908839" y="3572631"/>
                </a:moveTo>
                <a:cubicBezTo>
                  <a:pt x="2914311" y="3555426"/>
                  <a:pt x="2920960" y="3551436"/>
                  <a:pt x="2926478" y="3531989"/>
                </a:cubicBezTo>
                <a:cubicBezTo>
                  <a:pt x="2923896" y="3526748"/>
                  <a:pt x="2921067" y="3529221"/>
                  <a:pt x="2918501" y="3523486"/>
                </a:cubicBezTo>
                <a:cubicBezTo>
                  <a:pt x="2914620" y="3531046"/>
                  <a:pt x="2918702" y="3539223"/>
                  <a:pt x="2909612" y="3546443"/>
                </a:cubicBezTo>
                <a:cubicBezTo>
                  <a:pt x="2903041" y="3539795"/>
                  <a:pt x="2913028" y="3534401"/>
                  <a:pt x="2911822" y="3528217"/>
                </a:cubicBezTo>
                <a:cubicBezTo>
                  <a:pt x="2900413" y="3525047"/>
                  <a:pt x="2890596" y="3535497"/>
                  <a:pt x="2883377" y="3544387"/>
                </a:cubicBezTo>
                <a:cubicBezTo>
                  <a:pt x="2895436" y="3553106"/>
                  <a:pt x="2897585" y="3551528"/>
                  <a:pt x="2908839" y="3572631"/>
                </a:cubicBezTo>
                <a:close/>
                <a:moveTo>
                  <a:pt x="2849697" y="3544835"/>
                </a:moveTo>
                <a:cubicBezTo>
                  <a:pt x="2851639" y="3543852"/>
                  <a:pt x="2853626" y="3541417"/>
                  <a:pt x="2855597" y="3539608"/>
                </a:cubicBezTo>
                <a:cubicBezTo>
                  <a:pt x="2851438" y="3527736"/>
                  <a:pt x="2844203" y="3531261"/>
                  <a:pt x="2844063" y="3541356"/>
                </a:cubicBezTo>
                <a:cubicBezTo>
                  <a:pt x="2845857" y="3545351"/>
                  <a:pt x="2847755" y="3545819"/>
                  <a:pt x="2849697" y="3544835"/>
                </a:cubicBezTo>
                <a:close/>
                <a:moveTo>
                  <a:pt x="1032957" y="2499481"/>
                </a:moveTo>
                <a:cubicBezTo>
                  <a:pt x="1041860" y="2495601"/>
                  <a:pt x="1050240" y="2508093"/>
                  <a:pt x="1059191" y="2501491"/>
                </a:cubicBezTo>
                <a:cubicBezTo>
                  <a:pt x="1051183" y="2494936"/>
                  <a:pt x="1036466" y="2482491"/>
                  <a:pt x="1032957" y="2499481"/>
                </a:cubicBezTo>
                <a:close/>
                <a:moveTo>
                  <a:pt x="1250859" y="2629327"/>
                </a:moveTo>
                <a:cubicBezTo>
                  <a:pt x="1256333" y="2612120"/>
                  <a:pt x="1262980" y="2608131"/>
                  <a:pt x="1268499" y="2588684"/>
                </a:cubicBezTo>
                <a:cubicBezTo>
                  <a:pt x="1265916" y="2583443"/>
                  <a:pt x="1263087" y="2585917"/>
                  <a:pt x="1260522" y="2580181"/>
                </a:cubicBezTo>
                <a:cubicBezTo>
                  <a:pt x="1256641" y="2587740"/>
                  <a:pt x="1260722" y="2595917"/>
                  <a:pt x="1251632" y="2603138"/>
                </a:cubicBezTo>
                <a:cubicBezTo>
                  <a:pt x="1245062" y="2596490"/>
                  <a:pt x="1255048" y="2591095"/>
                  <a:pt x="1253842" y="2584912"/>
                </a:cubicBezTo>
                <a:cubicBezTo>
                  <a:pt x="1242434" y="2581742"/>
                  <a:pt x="1232616" y="2592192"/>
                  <a:pt x="1225397" y="2601082"/>
                </a:cubicBezTo>
                <a:cubicBezTo>
                  <a:pt x="1237456" y="2609801"/>
                  <a:pt x="1239605" y="2608223"/>
                  <a:pt x="1250859" y="2629327"/>
                </a:cubicBezTo>
                <a:close/>
                <a:moveTo>
                  <a:pt x="2624248" y="3426232"/>
                </a:moveTo>
                <a:cubicBezTo>
                  <a:pt x="2628202" y="3429783"/>
                  <a:pt x="2633527" y="3431538"/>
                  <a:pt x="2635699" y="3422733"/>
                </a:cubicBezTo>
                <a:cubicBezTo>
                  <a:pt x="2631093" y="3412254"/>
                  <a:pt x="2625867" y="3421930"/>
                  <a:pt x="2621028" y="3418947"/>
                </a:cubicBezTo>
                <a:cubicBezTo>
                  <a:pt x="2617712" y="3417332"/>
                  <a:pt x="2620294" y="3422680"/>
                  <a:pt x="2624248" y="3426232"/>
                </a:cubicBezTo>
                <a:close/>
                <a:moveTo>
                  <a:pt x="1191716" y="2601531"/>
                </a:moveTo>
                <a:cubicBezTo>
                  <a:pt x="1193659" y="2600548"/>
                  <a:pt x="1195645" y="2598113"/>
                  <a:pt x="1197616" y="2596304"/>
                </a:cubicBezTo>
                <a:cubicBezTo>
                  <a:pt x="1193459" y="2584431"/>
                  <a:pt x="1186222" y="2587957"/>
                  <a:pt x="1186083" y="2598052"/>
                </a:cubicBezTo>
                <a:cubicBezTo>
                  <a:pt x="1187876" y="2602048"/>
                  <a:pt x="1189774" y="2602515"/>
                  <a:pt x="1191716" y="2601531"/>
                </a:cubicBezTo>
                <a:close/>
                <a:moveTo>
                  <a:pt x="2772239" y="3525247"/>
                </a:moveTo>
                <a:cubicBezTo>
                  <a:pt x="2776366" y="3533317"/>
                  <a:pt x="2780927" y="3527085"/>
                  <a:pt x="2785504" y="3521041"/>
                </a:cubicBezTo>
                <a:cubicBezTo>
                  <a:pt x="2781220" y="3518490"/>
                  <a:pt x="2776892" y="3516111"/>
                  <a:pt x="2772239" y="3525247"/>
                </a:cubicBezTo>
                <a:close/>
                <a:moveTo>
                  <a:pt x="966268" y="2482928"/>
                </a:moveTo>
                <a:cubicBezTo>
                  <a:pt x="970222" y="2486479"/>
                  <a:pt x="975547" y="2488234"/>
                  <a:pt x="977719" y="2479430"/>
                </a:cubicBezTo>
                <a:cubicBezTo>
                  <a:pt x="973113" y="2468950"/>
                  <a:pt x="967886" y="2478626"/>
                  <a:pt x="963049" y="2475643"/>
                </a:cubicBezTo>
                <a:cubicBezTo>
                  <a:pt x="959733" y="2474028"/>
                  <a:pt x="962315" y="2479377"/>
                  <a:pt x="966268" y="2482928"/>
                </a:cubicBezTo>
                <a:close/>
                <a:moveTo>
                  <a:pt x="2166759" y="3176192"/>
                </a:moveTo>
                <a:cubicBezTo>
                  <a:pt x="2163018" y="3170674"/>
                  <a:pt x="2163188" y="3165432"/>
                  <a:pt x="2167207" y="3160517"/>
                </a:cubicBezTo>
                <a:cubicBezTo>
                  <a:pt x="2169015" y="3164505"/>
                  <a:pt x="2178786" y="3162294"/>
                  <a:pt x="2175184" y="3169020"/>
                </a:cubicBezTo>
                <a:cubicBezTo>
                  <a:pt x="2170948" y="3166978"/>
                  <a:pt x="2166991" y="3169328"/>
                  <a:pt x="2166759" y="3176192"/>
                </a:cubicBezTo>
                <a:close/>
                <a:moveTo>
                  <a:pt x="1114257" y="2581944"/>
                </a:moveTo>
                <a:cubicBezTo>
                  <a:pt x="1118386" y="2590013"/>
                  <a:pt x="1122946" y="2583783"/>
                  <a:pt x="1127524" y="2577738"/>
                </a:cubicBezTo>
                <a:cubicBezTo>
                  <a:pt x="1123240" y="2575187"/>
                  <a:pt x="1118911" y="2572808"/>
                  <a:pt x="1114257" y="2581944"/>
                </a:cubicBezTo>
                <a:close/>
                <a:moveTo>
                  <a:pt x="508778" y="2232889"/>
                </a:moveTo>
                <a:cubicBezTo>
                  <a:pt x="505037" y="2227371"/>
                  <a:pt x="505207" y="2222130"/>
                  <a:pt x="509225" y="2217214"/>
                </a:cubicBezTo>
                <a:cubicBezTo>
                  <a:pt x="511034" y="2221202"/>
                  <a:pt x="520805" y="2218991"/>
                  <a:pt x="517204" y="2225717"/>
                </a:cubicBezTo>
                <a:cubicBezTo>
                  <a:pt x="512967" y="2223675"/>
                  <a:pt x="509010" y="2226025"/>
                  <a:pt x="508778" y="2232889"/>
                </a:cubicBezTo>
                <a:close/>
                <a:moveTo>
                  <a:pt x="2082136" y="3148623"/>
                </a:moveTo>
                <a:cubicBezTo>
                  <a:pt x="2087918" y="3143814"/>
                  <a:pt x="2073524" y="3137446"/>
                  <a:pt x="2079338" y="3132653"/>
                </a:cubicBezTo>
                <a:cubicBezTo>
                  <a:pt x="2085661" y="3139966"/>
                  <a:pt x="2092232" y="3140121"/>
                  <a:pt x="2098679" y="3144648"/>
                </a:cubicBezTo>
                <a:cubicBezTo>
                  <a:pt x="2092943" y="3153029"/>
                  <a:pt x="2087640" y="3147989"/>
                  <a:pt x="2082136" y="3148623"/>
                </a:cubicBezTo>
                <a:close/>
                <a:moveTo>
                  <a:pt x="2682646" y="3499916"/>
                </a:moveTo>
                <a:cubicBezTo>
                  <a:pt x="2676076" y="3480175"/>
                  <a:pt x="2659812" y="3496515"/>
                  <a:pt x="2658776" y="3474439"/>
                </a:cubicBezTo>
                <a:cubicBezTo>
                  <a:pt x="2667851" y="3482463"/>
                  <a:pt x="2677065" y="3485399"/>
                  <a:pt x="2686573" y="3479246"/>
                </a:cubicBezTo>
                <a:cubicBezTo>
                  <a:pt x="2689896" y="3483854"/>
                  <a:pt x="2688087" y="3488074"/>
                  <a:pt x="2691071" y="3492697"/>
                </a:cubicBezTo>
                <a:cubicBezTo>
                  <a:pt x="2691813" y="3485849"/>
                  <a:pt x="2693607" y="3483250"/>
                  <a:pt x="2697936" y="3482695"/>
                </a:cubicBezTo>
                <a:cubicBezTo>
                  <a:pt x="2704830" y="3488477"/>
                  <a:pt x="2699032" y="3493270"/>
                  <a:pt x="2700748" y="3498710"/>
                </a:cubicBezTo>
                <a:cubicBezTo>
                  <a:pt x="2702449" y="3496205"/>
                  <a:pt x="2704057" y="3497937"/>
                  <a:pt x="2705757" y="3496438"/>
                </a:cubicBezTo>
                <a:cubicBezTo>
                  <a:pt x="2708324" y="3492280"/>
                  <a:pt x="2703115" y="3487486"/>
                  <a:pt x="2707799" y="3483482"/>
                </a:cubicBezTo>
                <a:cubicBezTo>
                  <a:pt x="2710984" y="3486249"/>
                  <a:pt x="2714246" y="3486667"/>
                  <a:pt x="2717461" y="3489465"/>
                </a:cubicBezTo>
                <a:cubicBezTo>
                  <a:pt x="2708773" y="3496840"/>
                  <a:pt x="2708664" y="3503085"/>
                  <a:pt x="2698862" y="3506455"/>
                </a:cubicBezTo>
                <a:cubicBezTo>
                  <a:pt x="2693730" y="3495850"/>
                  <a:pt x="2688536" y="3486807"/>
                  <a:pt x="2682646" y="3499916"/>
                </a:cubicBezTo>
                <a:close/>
                <a:moveTo>
                  <a:pt x="2519552" y="3405837"/>
                </a:moveTo>
                <a:cubicBezTo>
                  <a:pt x="2524639" y="3408141"/>
                  <a:pt x="2533976" y="3412300"/>
                  <a:pt x="2534547" y="3399111"/>
                </a:cubicBezTo>
                <a:cubicBezTo>
                  <a:pt x="2529600" y="3392944"/>
                  <a:pt x="2520078" y="3395124"/>
                  <a:pt x="2519552" y="3405837"/>
                </a:cubicBezTo>
                <a:close/>
                <a:moveTo>
                  <a:pt x="2025306" y="3125851"/>
                </a:moveTo>
                <a:cubicBezTo>
                  <a:pt x="2020670" y="3120625"/>
                  <a:pt x="2007623" y="3115213"/>
                  <a:pt x="2012847" y="3103836"/>
                </a:cubicBezTo>
                <a:cubicBezTo>
                  <a:pt x="2015908" y="3116466"/>
                  <a:pt x="2027548" y="3117471"/>
                  <a:pt x="2025306" y="3125851"/>
                </a:cubicBezTo>
                <a:close/>
                <a:moveTo>
                  <a:pt x="424156" y="2205319"/>
                </a:moveTo>
                <a:cubicBezTo>
                  <a:pt x="429937" y="2200512"/>
                  <a:pt x="415544" y="2194143"/>
                  <a:pt x="421357" y="2189350"/>
                </a:cubicBezTo>
                <a:cubicBezTo>
                  <a:pt x="427681" y="2196662"/>
                  <a:pt x="434251" y="2196817"/>
                  <a:pt x="440699" y="2201346"/>
                </a:cubicBezTo>
                <a:cubicBezTo>
                  <a:pt x="434962" y="2209726"/>
                  <a:pt x="429660" y="2204686"/>
                  <a:pt x="424156" y="2205319"/>
                </a:cubicBezTo>
                <a:close/>
                <a:moveTo>
                  <a:pt x="1024666" y="2556614"/>
                </a:moveTo>
                <a:cubicBezTo>
                  <a:pt x="1018095" y="2536872"/>
                  <a:pt x="1001831" y="2553212"/>
                  <a:pt x="1000795" y="2531136"/>
                </a:cubicBezTo>
                <a:cubicBezTo>
                  <a:pt x="1009870" y="2539160"/>
                  <a:pt x="1019084" y="2542097"/>
                  <a:pt x="1028592" y="2535943"/>
                </a:cubicBezTo>
                <a:cubicBezTo>
                  <a:pt x="1031916" y="2540551"/>
                  <a:pt x="1030106" y="2544771"/>
                  <a:pt x="1033090" y="2549393"/>
                </a:cubicBezTo>
                <a:cubicBezTo>
                  <a:pt x="1033832" y="2542546"/>
                  <a:pt x="1035626" y="2539948"/>
                  <a:pt x="1039954" y="2539392"/>
                </a:cubicBezTo>
                <a:cubicBezTo>
                  <a:pt x="1046849" y="2545174"/>
                  <a:pt x="1041052" y="2549966"/>
                  <a:pt x="1042767" y="2555407"/>
                </a:cubicBezTo>
                <a:cubicBezTo>
                  <a:pt x="1044468" y="2552902"/>
                  <a:pt x="1046077" y="2554634"/>
                  <a:pt x="1047776" y="2553135"/>
                </a:cubicBezTo>
                <a:cubicBezTo>
                  <a:pt x="1050343" y="2548976"/>
                  <a:pt x="1045134" y="2544184"/>
                  <a:pt x="1049818" y="2540180"/>
                </a:cubicBezTo>
                <a:cubicBezTo>
                  <a:pt x="1053002" y="2542947"/>
                  <a:pt x="1056265" y="2543364"/>
                  <a:pt x="1059480" y="2546162"/>
                </a:cubicBezTo>
                <a:cubicBezTo>
                  <a:pt x="1050792" y="2553537"/>
                  <a:pt x="1050683" y="2559783"/>
                  <a:pt x="1040882" y="2563152"/>
                </a:cubicBezTo>
                <a:cubicBezTo>
                  <a:pt x="1035750" y="2552547"/>
                  <a:pt x="1030556" y="2543503"/>
                  <a:pt x="1024666" y="2556614"/>
                </a:cubicBezTo>
                <a:close/>
                <a:moveTo>
                  <a:pt x="861571" y="2462535"/>
                </a:moveTo>
                <a:cubicBezTo>
                  <a:pt x="866657" y="2464838"/>
                  <a:pt x="875995" y="2468996"/>
                  <a:pt x="876567" y="2455808"/>
                </a:cubicBezTo>
                <a:cubicBezTo>
                  <a:pt x="871620" y="2449641"/>
                  <a:pt x="862097" y="2451820"/>
                  <a:pt x="861571" y="2462535"/>
                </a:cubicBezTo>
                <a:close/>
                <a:moveTo>
                  <a:pt x="2656285" y="3503118"/>
                </a:moveTo>
                <a:cubicBezTo>
                  <a:pt x="2663567" y="3497304"/>
                  <a:pt x="2670617" y="3499391"/>
                  <a:pt x="2677821" y="3496918"/>
                </a:cubicBezTo>
                <a:cubicBezTo>
                  <a:pt x="2674697" y="3502947"/>
                  <a:pt x="2684577" y="3500690"/>
                  <a:pt x="2679042" y="3510167"/>
                </a:cubicBezTo>
                <a:cubicBezTo>
                  <a:pt x="2671899" y="3493023"/>
                  <a:pt x="2663675" y="3512223"/>
                  <a:pt x="2656285" y="3503118"/>
                </a:cubicBezTo>
                <a:close/>
                <a:moveTo>
                  <a:pt x="367326" y="2182547"/>
                </a:moveTo>
                <a:cubicBezTo>
                  <a:pt x="362689" y="2177321"/>
                  <a:pt x="349641" y="2171910"/>
                  <a:pt x="354866" y="2160533"/>
                </a:cubicBezTo>
                <a:cubicBezTo>
                  <a:pt x="357927" y="2173163"/>
                  <a:pt x="369567" y="2174167"/>
                  <a:pt x="367326" y="2182547"/>
                </a:cubicBezTo>
                <a:close/>
                <a:moveTo>
                  <a:pt x="2477486" y="3412032"/>
                </a:moveTo>
                <a:cubicBezTo>
                  <a:pt x="2480463" y="3413185"/>
                  <a:pt x="2483493" y="3412509"/>
                  <a:pt x="2486623" y="3408544"/>
                </a:cubicBezTo>
                <a:cubicBezTo>
                  <a:pt x="2480702" y="3405682"/>
                  <a:pt x="2475011" y="3394104"/>
                  <a:pt x="2468674" y="3404540"/>
                </a:cubicBezTo>
                <a:cubicBezTo>
                  <a:pt x="2471588" y="3407895"/>
                  <a:pt x="2474510" y="3410878"/>
                  <a:pt x="2477486" y="3412032"/>
                </a:cubicBezTo>
                <a:close/>
                <a:moveTo>
                  <a:pt x="998305" y="2559815"/>
                </a:moveTo>
                <a:cubicBezTo>
                  <a:pt x="1005586" y="2554001"/>
                  <a:pt x="1012636" y="2556088"/>
                  <a:pt x="1019839" y="2553615"/>
                </a:cubicBezTo>
                <a:cubicBezTo>
                  <a:pt x="1016717" y="2559645"/>
                  <a:pt x="1026596" y="2557387"/>
                  <a:pt x="1021062" y="2566864"/>
                </a:cubicBezTo>
                <a:cubicBezTo>
                  <a:pt x="1013919" y="2549720"/>
                  <a:pt x="1005694" y="2568920"/>
                  <a:pt x="998305" y="2559815"/>
                </a:cubicBezTo>
                <a:close/>
                <a:moveTo>
                  <a:pt x="2621749" y="3503100"/>
                </a:moveTo>
                <a:cubicBezTo>
                  <a:pt x="2614871" y="3487177"/>
                  <a:pt x="2623945" y="3482633"/>
                  <a:pt x="2622739" y="3471640"/>
                </a:cubicBezTo>
                <a:cubicBezTo>
                  <a:pt x="2626203" y="3482695"/>
                  <a:pt x="2630515" y="3467173"/>
                  <a:pt x="2634102" y="3475149"/>
                </a:cubicBezTo>
                <a:cubicBezTo>
                  <a:pt x="2635849" y="3486497"/>
                  <a:pt x="2624362" y="3480561"/>
                  <a:pt x="2627082" y="3490363"/>
                </a:cubicBezTo>
                <a:cubicBezTo>
                  <a:pt x="2628923" y="3494367"/>
                  <a:pt x="2638663" y="3492187"/>
                  <a:pt x="2635029" y="3498850"/>
                </a:cubicBezTo>
                <a:cubicBezTo>
                  <a:pt x="2630762" y="3495155"/>
                  <a:pt x="2626279" y="3498185"/>
                  <a:pt x="2621749" y="3503100"/>
                </a:cubicBezTo>
                <a:close/>
                <a:moveTo>
                  <a:pt x="819505" y="2468728"/>
                </a:moveTo>
                <a:cubicBezTo>
                  <a:pt x="822482" y="2469882"/>
                  <a:pt x="825512" y="2469205"/>
                  <a:pt x="828644" y="2465240"/>
                </a:cubicBezTo>
                <a:cubicBezTo>
                  <a:pt x="822722" y="2462378"/>
                  <a:pt x="817032" y="2450799"/>
                  <a:pt x="810693" y="2461236"/>
                </a:cubicBezTo>
                <a:cubicBezTo>
                  <a:pt x="813608" y="2464591"/>
                  <a:pt x="816529" y="2467574"/>
                  <a:pt x="819505" y="2468728"/>
                </a:cubicBezTo>
                <a:close/>
                <a:moveTo>
                  <a:pt x="2590865" y="3492801"/>
                </a:moveTo>
                <a:cubicBezTo>
                  <a:pt x="2595348" y="3487034"/>
                  <a:pt x="2599491" y="3481206"/>
                  <a:pt x="2596337" y="3474869"/>
                </a:cubicBezTo>
                <a:cubicBezTo>
                  <a:pt x="2589875" y="3470926"/>
                  <a:pt x="2583011" y="3480495"/>
                  <a:pt x="2576827" y="3468097"/>
                </a:cubicBezTo>
                <a:cubicBezTo>
                  <a:pt x="2589147" y="3458760"/>
                  <a:pt x="2600681" y="3476290"/>
                  <a:pt x="2612709" y="3476105"/>
                </a:cubicBezTo>
                <a:cubicBezTo>
                  <a:pt x="2610653" y="3465994"/>
                  <a:pt x="2600712" y="3471992"/>
                  <a:pt x="2608194" y="3462655"/>
                </a:cubicBezTo>
                <a:cubicBezTo>
                  <a:pt x="2614162" y="3472688"/>
                  <a:pt x="2614580" y="3467649"/>
                  <a:pt x="2617562" y="3479088"/>
                </a:cubicBezTo>
                <a:cubicBezTo>
                  <a:pt x="2602197" y="3474497"/>
                  <a:pt x="2602134" y="3500747"/>
                  <a:pt x="2590865" y="3492801"/>
                </a:cubicBezTo>
                <a:close/>
                <a:moveTo>
                  <a:pt x="2393369" y="3382242"/>
                </a:moveTo>
                <a:cubicBezTo>
                  <a:pt x="2397525" y="3384434"/>
                  <a:pt x="2402438" y="3384279"/>
                  <a:pt x="2405321" y="3381210"/>
                </a:cubicBezTo>
                <a:cubicBezTo>
                  <a:pt x="2399183" y="3366601"/>
                  <a:pt x="2392288" y="3376634"/>
                  <a:pt x="2385950" y="3369199"/>
                </a:cubicBezTo>
                <a:cubicBezTo>
                  <a:pt x="2385810" y="3375513"/>
                  <a:pt x="2389211" y="3380051"/>
                  <a:pt x="2393369" y="3382242"/>
                </a:cubicBezTo>
                <a:close/>
                <a:moveTo>
                  <a:pt x="963768" y="2559797"/>
                </a:moveTo>
                <a:cubicBezTo>
                  <a:pt x="956890" y="2543875"/>
                  <a:pt x="965964" y="2539330"/>
                  <a:pt x="964758" y="2528337"/>
                </a:cubicBezTo>
                <a:cubicBezTo>
                  <a:pt x="968221" y="2539392"/>
                  <a:pt x="972535" y="2523871"/>
                  <a:pt x="976122" y="2531846"/>
                </a:cubicBezTo>
                <a:cubicBezTo>
                  <a:pt x="977868" y="2543195"/>
                  <a:pt x="966381" y="2537257"/>
                  <a:pt x="969101" y="2547059"/>
                </a:cubicBezTo>
                <a:cubicBezTo>
                  <a:pt x="970942" y="2551064"/>
                  <a:pt x="980682" y="2548883"/>
                  <a:pt x="977048" y="2555547"/>
                </a:cubicBezTo>
                <a:cubicBezTo>
                  <a:pt x="972781" y="2551852"/>
                  <a:pt x="968298" y="2554883"/>
                  <a:pt x="963768" y="2559797"/>
                </a:cubicBezTo>
                <a:close/>
                <a:moveTo>
                  <a:pt x="932882" y="2549501"/>
                </a:moveTo>
                <a:cubicBezTo>
                  <a:pt x="937367" y="2543731"/>
                  <a:pt x="941511" y="2537903"/>
                  <a:pt x="938358" y="2531565"/>
                </a:cubicBezTo>
                <a:cubicBezTo>
                  <a:pt x="931894" y="2527622"/>
                  <a:pt x="925031" y="2537192"/>
                  <a:pt x="918847" y="2524793"/>
                </a:cubicBezTo>
                <a:cubicBezTo>
                  <a:pt x="931167" y="2515456"/>
                  <a:pt x="942701" y="2532987"/>
                  <a:pt x="954729" y="2532801"/>
                </a:cubicBezTo>
                <a:cubicBezTo>
                  <a:pt x="952672" y="2522689"/>
                  <a:pt x="942732" y="2528689"/>
                  <a:pt x="950214" y="2519352"/>
                </a:cubicBezTo>
                <a:cubicBezTo>
                  <a:pt x="956182" y="2529385"/>
                  <a:pt x="956598" y="2524345"/>
                  <a:pt x="959581" y="2535784"/>
                </a:cubicBezTo>
                <a:cubicBezTo>
                  <a:pt x="944217" y="2531193"/>
                  <a:pt x="944152" y="2557447"/>
                  <a:pt x="932882" y="2549501"/>
                </a:cubicBezTo>
                <a:close/>
                <a:moveTo>
                  <a:pt x="735386" y="2438942"/>
                </a:moveTo>
                <a:cubicBezTo>
                  <a:pt x="739543" y="2441134"/>
                  <a:pt x="744456" y="2440979"/>
                  <a:pt x="747339" y="2437909"/>
                </a:cubicBezTo>
                <a:cubicBezTo>
                  <a:pt x="741203" y="2423297"/>
                  <a:pt x="734305" y="2433334"/>
                  <a:pt x="727970" y="2425896"/>
                </a:cubicBezTo>
                <a:cubicBezTo>
                  <a:pt x="727829" y="2432214"/>
                  <a:pt x="731230" y="2436751"/>
                  <a:pt x="735386" y="2438942"/>
                </a:cubicBezTo>
                <a:close/>
                <a:moveTo>
                  <a:pt x="2536519" y="3481538"/>
                </a:moveTo>
                <a:cubicBezTo>
                  <a:pt x="2531841" y="3480105"/>
                  <a:pt x="2528905" y="3467510"/>
                  <a:pt x="2521090" y="3463776"/>
                </a:cubicBezTo>
                <a:cubicBezTo>
                  <a:pt x="2526506" y="3454523"/>
                  <a:pt x="2535483" y="3470207"/>
                  <a:pt x="2536230" y="3451786"/>
                </a:cubicBezTo>
                <a:cubicBezTo>
                  <a:pt x="2545321" y="3461232"/>
                  <a:pt x="2532112" y="3468987"/>
                  <a:pt x="2542022" y="3478509"/>
                </a:cubicBezTo>
                <a:cubicBezTo>
                  <a:pt x="2539831" y="3481253"/>
                  <a:pt x="2538078" y="3482017"/>
                  <a:pt x="2536519" y="3481538"/>
                </a:cubicBezTo>
                <a:close/>
                <a:moveTo>
                  <a:pt x="2507811" y="3467983"/>
                </a:moveTo>
                <a:cubicBezTo>
                  <a:pt x="2506542" y="3460469"/>
                  <a:pt x="2497437" y="3466252"/>
                  <a:pt x="2501581" y="3457007"/>
                </a:cubicBezTo>
                <a:cubicBezTo>
                  <a:pt x="2503668" y="3459758"/>
                  <a:pt x="2505987" y="3456033"/>
                  <a:pt x="2508310" y="3452205"/>
                </a:cubicBezTo>
                <a:cubicBezTo>
                  <a:pt x="2511676" y="3466361"/>
                  <a:pt x="2516287" y="3441662"/>
                  <a:pt x="2519673" y="3455778"/>
                </a:cubicBezTo>
                <a:cubicBezTo>
                  <a:pt x="2513546" y="3467287"/>
                  <a:pt x="2505111" y="3451680"/>
                  <a:pt x="2507811" y="3467983"/>
                </a:cubicBezTo>
                <a:close/>
                <a:moveTo>
                  <a:pt x="1976475" y="3164832"/>
                </a:moveTo>
                <a:cubicBezTo>
                  <a:pt x="1973791" y="3162960"/>
                  <a:pt x="1971171" y="3159090"/>
                  <a:pt x="1968473" y="3158202"/>
                </a:cubicBezTo>
                <a:cubicBezTo>
                  <a:pt x="1974147" y="3151710"/>
                  <a:pt x="1979512" y="3155651"/>
                  <a:pt x="1984859" y="3159485"/>
                </a:cubicBezTo>
                <a:cubicBezTo>
                  <a:pt x="1981907" y="3166581"/>
                  <a:pt x="1979159" y="3166706"/>
                  <a:pt x="1976475" y="3164832"/>
                </a:cubicBezTo>
                <a:close/>
                <a:moveTo>
                  <a:pt x="2351305" y="3382099"/>
                </a:moveTo>
                <a:cubicBezTo>
                  <a:pt x="2354654" y="3382353"/>
                  <a:pt x="2357452" y="3379999"/>
                  <a:pt x="2357838" y="3374897"/>
                </a:cubicBezTo>
                <a:cubicBezTo>
                  <a:pt x="2352536" y="3370073"/>
                  <a:pt x="2347250" y="3363472"/>
                  <a:pt x="2341467" y="3373661"/>
                </a:cubicBezTo>
                <a:cubicBezTo>
                  <a:pt x="2344056" y="3378986"/>
                  <a:pt x="2347956" y="3381846"/>
                  <a:pt x="2351305" y="3382099"/>
                </a:cubicBezTo>
                <a:close/>
                <a:moveTo>
                  <a:pt x="878541" y="2538229"/>
                </a:moveTo>
                <a:cubicBezTo>
                  <a:pt x="873864" y="2536796"/>
                  <a:pt x="870927" y="2524202"/>
                  <a:pt x="863112" y="2520468"/>
                </a:cubicBezTo>
                <a:cubicBezTo>
                  <a:pt x="868524" y="2511222"/>
                  <a:pt x="877505" y="2526898"/>
                  <a:pt x="878249" y="2508482"/>
                </a:cubicBezTo>
                <a:cubicBezTo>
                  <a:pt x="887339" y="2517929"/>
                  <a:pt x="874134" y="2525678"/>
                  <a:pt x="884045" y="2535200"/>
                </a:cubicBezTo>
                <a:cubicBezTo>
                  <a:pt x="881853" y="2537944"/>
                  <a:pt x="880101" y="2538707"/>
                  <a:pt x="878541" y="2538229"/>
                </a:cubicBezTo>
                <a:close/>
                <a:moveTo>
                  <a:pt x="849834" y="2524673"/>
                </a:moveTo>
                <a:cubicBezTo>
                  <a:pt x="848565" y="2517160"/>
                  <a:pt x="839460" y="2522943"/>
                  <a:pt x="843603" y="2513698"/>
                </a:cubicBezTo>
                <a:cubicBezTo>
                  <a:pt x="845691" y="2516449"/>
                  <a:pt x="848010" y="2512724"/>
                  <a:pt x="850328" y="2508905"/>
                </a:cubicBezTo>
                <a:cubicBezTo>
                  <a:pt x="853698" y="2523052"/>
                  <a:pt x="858307" y="2498359"/>
                  <a:pt x="861691" y="2512478"/>
                </a:cubicBezTo>
                <a:cubicBezTo>
                  <a:pt x="855568" y="2523978"/>
                  <a:pt x="847128" y="2508379"/>
                  <a:pt x="849834" y="2524673"/>
                </a:cubicBezTo>
                <a:close/>
                <a:moveTo>
                  <a:pt x="318498" y="2221524"/>
                </a:moveTo>
                <a:cubicBezTo>
                  <a:pt x="315814" y="2219651"/>
                  <a:pt x="313193" y="2215782"/>
                  <a:pt x="310496" y="2214893"/>
                </a:cubicBezTo>
                <a:cubicBezTo>
                  <a:pt x="316170" y="2208400"/>
                  <a:pt x="321534" y="2212342"/>
                  <a:pt x="326882" y="2216176"/>
                </a:cubicBezTo>
                <a:cubicBezTo>
                  <a:pt x="323929" y="2223272"/>
                  <a:pt x="321182" y="2223396"/>
                  <a:pt x="318498" y="2221524"/>
                </a:cubicBezTo>
                <a:close/>
                <a:moveTo>
                  <a:pt x="2466936" y="3462185"/>
                </a:moveTo>
                <a:cubicBezTo>
                  <a:pt x="2468666" y="3458598"/>
                  <a:pt x="2466254" y="3457579"/>
                  <a:pt x="2463797" y="3456698"/>
                </a:cubicBezTo>
                <a:cubicBezTo>
                  <a:pt x="2476217" y="3426231"/>
                  <a:pt x="2482906" y="3457190"/>
                  <a:pt x="2498319" y="3456727"/>
                </a:cubicBezTo>
                <a:cubicBezTo>
                  <a:pt x="2487542" y="3468384"/>
                  <a:pt x="2477665" y="3451084"/>
                  <a:pt x="2466936" y="3462185"/>
                </a:cubicBezTo>
                <a:close/>
                <a:moveTo>
                  <a:pt x="693328" y="2438790"/>
                </a:moveTo>
                <a:cubicBezTo>
                  <a:pt x="696677" y="2439043"/>
                  <a:pt x="699475" y="2436690"/>
                  <a:pt x="699861" y="2431589"/>
                </a:cubicBezTo>
                <a:cubicBezTo>
                  <a:pt x="694559" y="2426765"/>
                  <a:pt x="689272" y="2420163"/>
                  <a:pt x="683489" y="2430352"/>
                </a:cubicBezTo>
                <a:cubicBezTo>
                  <a:pt x="686079" y="2435677"/>
                  <a:pt x="689978" y="2438536"/>
                  <a:pt x="693328" y="2438790"/>
                </a:cubicBezTo>
                <a:close/>
                <a:moveTo>
                  <a:pt x="2441006" y="3449651"/>
                </a:moveTo>
                <a:cubicBezTo>
                  <a:pt x="2443572" y="3445461"/>
                  <a:pt x="2438364" y="3440700"/>
                  <a:pt x="2443049" y="3436664"/>
                </a:cubicBezTo>
                <a:cubicBezTo>
                  <a:pt x="2445057" y="3451104"/>
                  <a:pt x="2455755" y="3440282"/>
                  <a:pt x="2452570" y="3447920"/>
                </a:cubicBezTo>
                <a:cubicBezTo>
                  <a:pt x="2448706" y="3448538"/>
                  <a:pt x="2444686" y="3454613"/>
                  <a:pt x="2441006" y="3449651"/>
                </a:cubicBezTo>
                <a:close/>
                <a:moveTo>
                  <a:pt x="1919450" y="3149174"/>
                </a:moveTo>
                <a:cubicBezTo>
                  <a:pt x="1920053" y="3135970"/>
                  <a:pt x="1929392" y="3140114"/>
                  <a:pt x="1934462" y="3142433"/>
                </a:cubicBezTo>
                <a:cubicBezTo>
                  <a:pt x="1929282" y="3150148"/>
                  <a:pt x="1924289" y="3152636"/>
                  <a:pt x="1919450" y="3149174"/>
                </a:cubicBezTo>
                <a:close/>
                <a:moveTo>
                  <a:pt x="2428670" y="3450699"/>
                </a:moveTo>
                <a:cubicBezTo>
                  <a:pt x="2424281" y="3450997"/>
                  <a:pt x="2419897" y="3440901"/>
                  <a:pt x="2420106" y="3434884"/>
                </a:cubicBezTo>
                <a:cubicBezTo>
                  <a:pt x="2425147" y="3426116"/>
                  <a:pt x="2433155" y="3437836"/>
                  <a:pt x="2432892" y="3446401"/>
                </a:cubicBezTo>
                <a:cubicBezTo>
                  <a:pt x="2431597" y="3449346"/>
                  <a:pt x="2430133" y="3450600"/>
                  <a:pt x="2428670" y="3450699"/>
                </a:cubicBezTo>
                <a:close/>
                <a:moveTo>
                  <a:pt x="2127516" y="3276840"/>
                </a:moveTo>
                <a:cubicBezTo>
                  <a:pt x="2129737" y="3275929"/>
                  <a:pt x="2131998" y="3273738"/>
                  <a:pt x="2134200" y="3273515"/>
                </a:cubicBezTo>
                <a:cubicBezTo>
                  <a:pt x="2133319" y="3272416"/>
                  <a:pt x="2128526" y="3259291"/>
                  <a:pt x="2121075" y="3272479"/>
                </a:cubicBezTo>
                <a:cubicBezTo>
                  <a:pt x="2123116" y="3277378"/>
                  <a:pt x="2125296" y="3277749"/>
                  <a:pt x="2127516" y="3276840"/>
                </a:cubicBezTo>
                <a:close/>
                <a:moveTo>
                  <a:pt x="808959" y="2518876"/>
                </a:moveTo>
                <a:cubicBezTo>
                  <a:pt x="810689" y="2515289"/>
                  <a:pt x="808277" y="2514269"/>
                  <a:pt x="805819" y="2513388"/>
                </a:cubicBezTo>
                <a:cubicBezTo>
                  <a:pt x="818235" y="2482931"/>
                  <a:pt x="824929" y="2513882"/>
                  <a:pt x="840341" y="2513419"/>
                </a:cubicBezTo>
                <a:cubicBezTo>
                  <a:pt x="829566" y="2525075"/>
                  <a:pt x="819688" y="2507776"/>
                  <a:pt x="808959" y="2518876"/>
                </a:cubicBezTo>
                <a:close/>
                <a:moveTo>
                  <a:pt x="783029" y="2506342"/>
                </a:moveTo>
                <a:cubicBezTo>
                  <a:pt x="785595" y="2502152"/>
                  <a:pt x="780387" y="2497391"/>
                  <a:pt x="785071" y="2493356"/>
                </a:cubicBezTo>
                <a:cubicBezTo>
                  <a:pt x="787080" y="2507795"/>
                  <a:pt x="797778" y="2496974"/>
                  <a:pt x="794593" y="2504610"/>
                </a:cubicBezTo>
                <a:cubicBezTo>
                  <a:pt x="790729" y="2505229"/>
                  <a:pt x="786708" y="2511304"/>
                  <a:pt x="783029" y="2506342"/>
                </a:cubicBezTo>
                <a:close/>
                <a:moveTo>
                  <a:pt x="2700649" y="3613544"/>
                </a:moveTo>
                <a:cubicBezTo>
                  <a:pt x="2704822" y="3615086"/>
                  <a:pt x="2710796" y="3607993"/>
                  <a:pt x="2709126" y="3601814"/>
                </a:cubicBezTo>
                <a:cubicBezTo>
                  <a:pt x="2705648" y="3589987"/>
                  <a:pt x="2701351" y="3605292"/>
                  <a:pt x="2697424" y="3608770"/>
                </a:cubicBezTo>
                <a:cubicBezTo>
                  <a:pt x="2698066" y="3611557"/>
                  <a:pt x="2699257" y="3613030"/>
                  <a:pt x="2700649" y="3613544"/>
                </a:cubicBezTo>
                <a:close/>
                <a:moveTo>
                  <a:pt x="261474" y="2205865"/>
                </a:moveTo>
                <a:cubicBezTo>
                  <a:pt x="262076" y="2192662"/>
                  <a:pt x="271414" y="2196805"/>
                  <a:pt x="276485" y="2199124"/>
                </a:cubicBezTo>
                <a:cubicBezTo>
                  <a:pt x="271306" y="2206839"/>
                  <a:pt x="266312" y="2209327"/>
                  <a:pt x="261474" y="2205865"/>
                </a:cubicBezTo>
                <a:close/>
                <a:moveTo>
                  <a:pt x="770693" y="2507390"/>
                </a:moveTo>
                <a:cubicBezTo>
                  <a:pt x="766303" y="2507687"/>
                  <a:pt x="761920" y="2497591"/>
                  <a:pt x="762128" y="2491574"/>
                </a:cubicBezTo>
                <a:cubicBezTo>
                  <a:pt x="767170" y="2482807"/>
                  <a:pt x="775178" y="2494526"/>
                  <a:pt x="774915" y="2503091"/>
                </a:cubicBezTo>
                <a:cubicBezTo>
                  <a:pt x="773620" y="2506037"/>
                  <a:pt x="772156" y="2507290"/>
                  <a:pt x="770693" y="2507390"/>
                </a:cubicBezTo>
                <a:close/>
                <a:moveTo>
                  <a:pt x="469539" y="2333531"/>
                </a:moveTo>
                <a:cubicBezTo>
                  <a:pt x="471759" y="2332620"/>
                  <a:pt x="474020" y="2330429"/>
                  <a:pt x="476224" y="2330205"/>
                </a:cubicBezTo>
                <a:cubicBezTo>
                  <a:pt x="475342" y="2329106"/>
                  <a:pt x="470550" y="2315982"/>
                  <a:pt x="463098" y="2329169"/>
                </a:cubicBezTo>
                <a:cubicBezTo>
                  <a:pt x="465139" y="2334070"/>
                  <a:pt x="467319" y="2334440"/>
                  <a:pt x="469539" y="2333531"/>
                </a:cubicBezTo>
                <a:close/>
                <a:moveTo>
                  <a:pt x="2372789" y="3433768"/>
                </a:moveTo>
                <a:cubicBezTo>
                  <a:pt x="2371551" y="3432318"/>
                  <a:pt x="2370864" y="3429921"/>
                  <a:pt x="2371100" y="3425871"/>
                </a:cubicBezTo>
                <a:cubicBezTo>
                  <a:pt x="2376835" y="3424696"/>
                  <a:pt x="2393641" y="3423305"/>
                  <a:pt x="2388724" y="3440356"/>
                </a:cubicBezTo>
                <a:cubicBezTo>
                  <a:pt x="2385165" y="3433956"/>
                  <a:pt x="2376501" y="3438121"/>
                  <a:pt x="2372789" y="3433768"/>
                </a:cubicBezTo>
                <a:close/>
                <a:moveTo>
                  <a:pt x="1042671" y="2670235"/>
                </a:moveTo>
                <a:cubicBezTo>
                  <a:pt x="1046846" y="2671777"/>
                  <a:pt x="1052819" y="2664684"/>
                  <a:pt x="1051149" y="2658504"/>
                </a:cubicBezTo>
                <a:cubicBezTo>
                  <a:pt x="1047671" y="2646677"/>
                  <a:pt x="1043373" y="2661983"/>
                  <a:pt x="1039447" y="2665461"/>
                </a:cubicBezTo>
                <a:cubicBezTo>
                  <a:pt x="1040089" y="2668247"/>
                  <a:pt x="1041280" y="2669721"/>
                  <a:pt x="1042671" y="2670235"/>
                </a:cubicBezTo>
                <a:close/>
                <a:moveTo>
                  <a:pt x="714811" y="2490460"/>
                </a:moveTo>
                <a:cubicBezTo>
                  <a:pt x="713574" y="2489009"/>
                  <a:pt x="712887" y="2486612"/>
                  <a:pt x="713122" y="2482562"/>
                </a:cubicBezTo>
                <a:cubicBezTo>
                  <a:pt x="718859" y="2481387"/>
                  <a:pt x="735664" y="2479995"/>
                  <a:pt x="730747" y="2497047"/>
                </a:cubicBezTo>
                <a:cubicBezTo>
                  <a:pt x="727188" y="2490646"/>
                  <a:pt x="718523" y="2494812"/>
                  <a:pt x="714811" y="2490460"/>
                </a:cubicBezTo>
                <a:close/>
                <a:moveTo>
                  <a:pt x="2359073" y="3443325"/>
                </a:moveTo>
                <a:cubicBezTo>
                  <a:pt x="2354790" y="3440171"/>
                  <a:pt x="2350477" y="3437389"/>
                  <a:pt x="2346272" y="3431823"/>
                </a:cubicBezTo>
                <a:cubicBezTo>
                  <a:pt x="2348885" y="3425855"/>
                  <a:pt x="2344927" y="3419439"/>
                  <a:pt x="2351760" y="3413843"/>
                </a:cubicBezTo>
                <a:cubicBezTo>
                  <a:pt x="2353385" y="3424015"/>
                  <a:pt x="2363525" y="3408880"/>
                  <a:pt x="2359706" y="3422284"/>
                </a:cubicBezTo>
                <a:cubicBezTo>
                  <a:pt x="2357789" y="3420474"/>
                  <a:pt x="2347942" y="3426071"/>
                  <a:pt x="2351266" y="3429535"/>
                </a:cubicBezTo>
                <a:cubicBezTo>
                  <a:pt x="2355626" y="3429658"/>
                  <a:pt x="2363772" y="3435240"/>
                  <a:pt x="2359073" y="3443325"/>
                </a:cubicBezTo>
                <a:close/>
                <a:moveTo>
                  <a:pt x="2294311" y="3411977"/>
                </a:moveTo>
                <a:cubicBezTo>
                  <a:pt x="2296120" y="3407756"/>
                  <a:pt x="2295363" y="3403320"/>
                  <a:pt x="2299614" y="3399284"/>
                </a:cubicBezTo>
                <a:cubicBezTo>
                  <a:pt x="2303788" y="3404958"/>
                  <a:pt x="2309972" y="3405793"/>
                  <a:pt x="2305689" y="3415532"/>
                </a:cubicBezTo>
                <a:cubicBezTo>
                  <a:pt x="2303478" y="3411853"/>
                  <a:pt x="2303047" y="3408313"/>
                  <a:pt x="2302736" y="3404819"/>
                </a:cubicBezTo>
                <a:cubicBezTo>
                  <a:pt x="2299907" y="3408035"/>
                  <a:pt x="2296955" y="3415007"/>
                  <a:pt x="2294311" y="3411977"/>
                </a:cubicBezTo>
                <a:close/>
                <a:moveTo>
                  <a:pt x="701096" y="2500015"/>
                </a:moveTo>
                <a:cubicBezTo>
                  <a:pt x="696812" y="2496862"/>
                  <a:pt x="692500" y="2494080"/>
                  <a:pt x="688295" y="2488514"/>
                </a:cubicBezTo>
                <a:cubicBezTo>
                  <a:pt x="690908" y="2482546"/>
                  <a:pt x="686950" y="2476130"/>
                  <a:pt x="693782" y="2470534"/>
                </a:cubicBezTo>
                <a:cubicBezTo>
                  <a:pt x="695407" y="2480706"/>
                  <a:pt x="705548" y="2465571"/>
                  <a:pt x="701729" y="2478975"/>
                </a:cubicBezTo>
                <a:cubicBezTo>
                  <a:pt x="699812" y="2477166"/>
                  <a:pt x="689965" y="2482762"/>
                  <a:pt x="693289" y="2486226"/>
                </a:cubicBezTo>
                <a:cubicBezTo>
                  <a:pt x="697649" y="2486349"/>
                  <a:pt x="705794" y="2491931"/>
                  <a:pt x="701096" y="2500015"/>
                </a:cubicBezTo>
                <a:close/>
                <a:moveTo>
                  <a:pt x="636334" y="2468667"/>
                </a:moveTo>
                <a:cubicBezTo>
                  <a:pt x="638142" y="2464447"/>
                  <a:pt x="637386" y="2460010"/>
                  <a:pt x="641637" y="2455975"/>
                </a:cubicBezTo>
                <a:cubicBezTo>
                  <a:pt x="645811" y="2461649"/>
                  <a:pt x="651995" y="2462483"/>
                  <a:pt x="647712" y="2472223"/>
                </a:cubicBezTo>
                <a:cubicBezTo>
                  <a:pt x="645501" y="2468543"/>
                  <a:pt x="645069" y="2465004"/>
                  <a:pt x="644760" y="2461509"/>
                </a:cubicBezTo>
                <a:cubicBezTo>
                  <a:pt x="641930" y="2464725"/>
                  <a:pt x="638978" y="2471697"/>
                  <a:pt x="636334" y="2468667"/>
                </a:cubicBezTo>
                <a:close/>
                <a:moveTo>
                  <a:pt x="1888921" y="3194751"/>
                </a:moveTo>
                <a:cubicBezTo>
                  <a:pt x="1892581" y="3195691"/>
                  <a:pt x="1896610" y="3184681"/>
                  <a:pt x="1899925" y="3197517"/>
                </a:cubicBezTo>
                <a:cubicBezTo>
                  <a:pt x="1903171" y="3193883"/>
                  <a:pt x="1901734" y="3186399"/>
                  <a:pt x="1905105" y="3190048"/>
                </a:cubicBezTo>
                <a:cubicBezTo>
                  <a:pt x="1905243" y="3180943"/>
                  <a:pt x="1891392" y="3174821"/>
                  <a:pt x="1885423" y="3188504"/>
                </a:cubicBezTo>
                <a:cubicBezTo>
                  <a:pt x="1886521" y="3192798"/>
                  <a:pt x="1887700" y="3194439"/>
                  <a:pt x="1888921" y="3194751"/>
                </a:cubicBezTo>
                <a:close/>
                <a:moveTo>
                  <a:pt x="2135389" y="3341895"/>
                </a:moveTo>
                <a:cubicBezTo>
                  <a:pt x="2133318" y="3326698"/>
                  <a:pt x="2141248" y="3341385"/>
                  <a:pt x="2144170" y="3324162"/>
                </a:cubicBezTo>
                <a:cubicBezTo>
                  <a:pt x="2146226" y="3328074"/>
                  <a:pt x="2148406" y="3329062"/>
                  <a:pt x="2150571" y="3329960"/>
                </a:cubicBezTo>
                <a:cubicBezTo>
                  <a:pt x="2141805" y="3335140"/>
                  <a:pt x="2142392" y="3347119"/>
                  <a:pt x="2135389" y="3341895"/>
                </a:cubicBezTo>
                <a:close/>
                <a:moveTo>
                  <a:pt x="2261337" y="3414693"/>
                </a:moveTo>
                <a:cubicBezTo>
                  <a:pt x="2258615" y="3407490"/>
                  <a:pt x="2258816" y="3400501"/>
                  <a:pt x="2261956" y="3393745"/>
                </a:cubicBezTo>
                <a:cubicBezTo>
                  <a:pt x="2265386" y="3407752"/>
                  <a:pt x="2269670" y="3392137"/>
                  <a:pt x="2273195" y="3402496"/>
                </a:cubicBezTo>
                <a:cubicBezTo>
                  <a:pt x="2272963" y="3415543"/>
                  <a:pt x="2266268" y="3401986"/>
                  <a:pt x="2261337" y="3414693"/>
                </a:cubicBezTo>
                <a:close/>
                <a:moveTo>
                  <a:pt x="2536751" y="3579126"/>
                </a:moveTo>
                <a:cubicBezTo>
                  <a:pt x="2540430" y="3579102"/>
                  <a:pt x="2543553" y="3576439"/>
                  <a:pt x="2544141" y="3570572"/>
                </a:cubicBezTo>
                <a:cubicBezTo>
                  <a:pt x="2538343" y="3562888"/>
                  <a:pt x="2532439" y="3558450"/>
                  <a:pt x="2526022" y="3571854"/>
                </a:cubicBezTo>
                <a:cubicBezTo>
                  <a:pt x="2528836" y="3576539"/>
                  <a:pt x="2533072" y="3579152"/>
                  <a:pt x="2536751" y="3579126"/>
                </a:cubicBezTo>
                <a:close/>
                <a:moveTo>
                  <a:pt x="2378945" y="3488204"/>
                </a:moveTo>
                <a:cubicBezTo>
                  <a:pt x="2378244" y="3488274"/>
                  <a:pt x="2377281" y="3487121"/>
                  <a:pt x="2375890" y="3484021"/>
                </a:cubicBezTo>
                <a:cubicBezTo>
                  <a:pt x="2376215" y="3475038"/>
                  <a:pt x="2380652" y="3477929"/>
                  <a:pt x="2384657" y="3466319"/>
                </a:cubicBezTo>
                <a:cubicBezTo>
                  <a:pt x="2396344" y="3475641"/>
                  <a:pt x="2411740" y="3474002"/>
                  <a:pt x="2419147" y="3466363"/>
                </a:cubicBezTo>
                <a:cubicBezTo>
                  <a:pt x="2417400" y="3471481"/>
                  <a:pt x="2417121" y="3476708"/>
                  <a:pt x="2415405" y="3481824"/>
                </a:cubicBezTo>
                <a:cubicBezTo>
                  <a:pt x="2406857" y="3474620"/>
                  <a:pt x="2398214" y="3470384"/>
                  <a:pt x="2388999" y="3485072"/>
                </a:cubicBezTo>
                <a:cubicBezTo>
                  <a:pt x="2383110" y="3482212"/>
                  <a:pt x="2387578" y="3468266"/>
                  <a:pt x="2382770" y="3474033"/>
                </a:cubicBezTo>
                <a:cubicBezTo>
                  <a:pt x="2380810" y="3476770"/>
                  <a:pt x="2381050" y="3487994"/>
                  <a:pt x="2378945" y="3488204"/>
                </a:cubicBezTo>
                <a:close/>
                <a:moveTo>
                  <a:pt x="1783638" y="3145985"/>
                </a:moveTo>
                <a:cubicBezTo>
                  <a:pt x="1780888" y="3143727"/>
                  <a:pt x="1778867" y="3139514"/>
                  <a:pt x="1780204" y="3135742"/>
                </a:cubicBezTo>
                <a:cubicBezTo>
                  <a:pt x="1782430" y="3138524"/>
                  <a:pt x="1783095" y="3134644"/>
                  <a:pt x="1783667" y="3130685"/>
                </a:cubicBezTo>
                <a:cubicBezTo>
                  <a:pt x="1787625" y="3140997"/>
                  <a:pt x="1791705" y="3134535"/>
                  <a:pt x="1791442" y="3144507"/>
                </a:cubicBezTo>
                <a:cubicBezTo>
                  <a:pt x="1789865" y="3148550"/>
                  <a:pt x="1786387" y="3148245"/>
                  <a:pt x="1783638" y="3145985"/>
                </a:cubicBezTo>
                <a:close/>
                <a:moveTo>
                  <a:pt x="230943" y="2251442"/>
                </a:moveTo>
                <a:cubicBezTo>
                  <a:pt x="234604" y="2252381"/>
                  <a:pt x="238633" y="2241372"/>
                  <a:pt x="241949" y="2254207"/>
                </a:cubicBezTo>
                <a:cubicBezTo>
                  <a:pt x="245195" y="2250572"/>
                  <a:pt x="243756" y="2243090"/>
                  <a:pt x="247127" y="2246739"/>
                </a:cubicBezTo>
                <a:cubicBezTo>
                  <a:pt x="247266" y="2237634"/>
                  <a:pt x="233414" y="2231511"/>
                  <a:pt x="227446" y="2245194"/>
                </a:cubicBezTo>
                <a:cubicBezTo>
                  <a:pt x="228544" y="2249488"/>
                  <a:pt x="229723" y="2251128"/>
                  <a:pt x="230943" y="2251442"/>
                </a:cubicBezTo>
                <a:close/>
                <a:moveTo>
                  <a:pt x="1752439" y="3130964"/>
                </a:moveTo>
                <a:cubicBezTo>
                  <a:pt x="1757741" y="3118364"/>
                  <a:pt x="1762286" y="3131133"/>
                  <a:pt x="1767110" y="3134690"/>
                </a:cubicBezTo>
                <a:cubicBezTo>
                  <a:pt x="1761930" y="3142976"/>
                  <a:pt x="1757447" y="3128398"/>
                  <a:pt x="1752439" y="3130964"/>
                </a:cubicBezTo>
                <a:close/>
                <a:moveTo>
                  <a:pt x="477412" y="2398585"/>
                </a:moveTo>
                <a:cubicBezTo>
                  <a:pt x="475341" y="2383388"/>
                  <a:pt x="483271" y="2398076"/>
                  <a:pt x="486193" y="2380853"/>
                </a:cubicBezTo>
                <a:cubicBezTo>
                  <a:pt x="488249" y="2384764"/>
                  <a:pt x="490429" y="2385753"/>
                  <a:pt x="492594" y="2386651"/>
                </a:cubicBezTo>
                <a:cubicBezTo>
                  <a:pt x="483828" y="2391830"/>
                  <a:pt x="484415" y="2403810"/>
                  <a:pt x="477412" y="2398585"/>
                </a:cubicBezTo>
                <a:close/>
                <a:moveTo>
                  <a:pt x="603360" y="2471384"/>
                </a:moveTo>
                <a:cubicBezTo>
                  <a:pt x="600638" y="2464180"/>
                  <a:pt x="600840" y="2457192"/>
                  <a:pt x="603979" y="2450436"/>
                </a:cubicBezTo>
                <a:cubicBezTo>
                  <a:pt x="607410" y="2464442"/>
                  <a:pt x="611693" y="2448828"/>
                  <a:pt x="615218" y="2459186"/>
                </a:cubicBezTo>
                <a:cubicBezTo>
                  <a:pt x="614985" y="2472234"/>
                  <a:pt x="608290" y="2458677"/>
                  <a:pt x="603360" y="2471384"/>
                </a:cubicBezTo>
                <a:close/>
                <a:moveTo>
                  <a:pt x="878774" y="2635816"/>
                </a:moveTo>
                <a:cubicBezTo>
                  <a:pt x="882454" y="2635791"/>
                  <a:pt x="885576" y="2633129"/>
                  <a:pt x="886163" y="2627262"/>
                </a:cubicBezTo>
                <a:cubicBezTo>
                  <a:pt x="880366" y="2619579"/>
                  <a:pt x="874461" y="2615141"/>
                  <a:pt x="868046" y="2628545"/>
                </a:cubicBezTo>
                <a:cubicBezTo>
                  <a:pt x="870860" y="2633229"/>
                  <a:pt x="875095" y="2635841"/>
                  <a:pt x="878774" y="2635816"/>
                </a:cubicBezTo>
                <a:close/>
                <a:moveTo>
                  <a:pt x="720969" y="2544894"/>
                </a:moveTo>
                <a:cubicBezTo>
                  <a:pt x="720267" y="2544963"/>
                  <a:pt x="719305" y="2543810"/>
                  <a:pt x="717913" y="2540710"/>
                </a:cubicBezTo>
                <a:cubicBezTo>
                  <a:pt x="718238" y="2531728"/>
                  <a:pt x="722676" y="2534619"/>
                  <a:pt x="726679" y="2523009"/>
                </a:cubicBezTo>
                <a:cubicBezTo>
                  <a:pt x="738366" y="2532332"/>
                  <a:pt x="753763" y="2530693"/>
                  <a:pt x="761170" y="2523054"/>
                </a:cubicBezTo>
                <a:cubicBezTo>
                  <a:pt x="759423" y="2528172"/>
                  <a:pt x="759144" y="2533398"/>
                  <a:pt x="757428" y="2538514"/>
                </a:cubicBezTo>
                <a:cubicBezTo>
                  <a:pt x="748880" y="2531311"/>
                  <a:pt x="740237" y="2527075"/>
                  <a:pt x="731023" y="2541762"/>
                </a:cubicBezTo>
                <a:cubicBezTo>
                  <a:pt x="725132" y="2538902"/>
                  <a:pt x="729601" y="2524956"/>
                  <a:pt x="724793" y="2530723"/>
                </a:cubicBezTo>
                <a:cubicBezTo>
                  <a:pt x="722835" y="2533460"/>
                  <a:pt x="723074" y="2544684"/>
                  <a:pt x="720969" y="2544894"/>
                </a:cubicBezTo>
                <a:close/>
                <a:moveTo>
                  <a:pt x="125661" y="2202675"/>
                </a:moveTo>
                <a:cubicBezTo>
                  <a:pt x="122911" y="2200416"/>
                  <a:pt x="120890" y="2196203"/>
                  <a:pt x="122228" y="2192432"/>
                </a:cubicBezTo>
                <a:cubicBezTo>
                  <a:pt x="124453" y="2195213"/>
                  <a:pt x="125119" y="2191334"/>
                  <a:pt x="125690" y="2187375"/>
                </a:cubicBezTo>
                <a:cubicBezTo>
                  <a:pt x="129648" y="2197687"/>
                  <a:pt x="133729" y="2191226"/>
                  <a:pt x="133466" y="2201196"/>
                </a:cubicBezTo>
                <a:cubicBezTo>
                  <a:pt x="131889" y="2205240"/>
                  <a:pt x="128411" y="2204934"/>
                  <a:pt x="125661" y="2202675"/>
                </a:cubicBezTo>
                <a:close/>
                <a:moveTo>
                  <a:pt x="1903802" y="3231977"/>
                </a:moveTo>
                <a:cubicBezTo>
                  <a:pt x="1901715" y="3228345"/>
                  <a:pt x="1899658" y="3224650"/>
                  <a:pt x="1897557" y="3221002"/>
                </a:cubicBezTo>
                <a:cubicBezTo>
                  <a:pt x="1900819" y="3210010"/>
                  <a:pt x="1911671" y="3217183"/>
                  <a:pt x="1908935" y="3224510"/>
                </a:cubicBezTo>
                <a:cubicBezTo>
                  <a:pt x="1906075" y="3220861"/>
                  <a:pt x="1904112" y="3228098"/>
                  <a:pt x="1903802" y="3231977"/>
                </a:cubicBezTo>
                <a:close/>
                <a:moveTo>
                  <a:pt x="94462" y="2187653"/>
                </a:moveTo>
                <a:cubicBezTo>
                  <a:pt x="99765" y="2175053"/>
                  <a:pt x="104309" y="2187823"/>
                  <a:pt x="109133" y="2191380"/>
                </a:cubicBezTo>
                <a:cubicBezTo>
                  <a:pt x="103953" y="2199666"/>
                  <a:pt x="99471" y="2185087"/>
                  <a:pt x="94462" y="2187653"/>
                </a:cubicBezTo>
                <a:close/>
                <a:moveTo>
                  <a:pt x="1880772" y="3220238"/>
                </a:moveTo>
                <a:cubicBezTo>
                  <a:pt x="1877688" y="3219556"/>
                  <a:pt x="1875366" y="3216131"/>
                  <a:pt x="1876503" y="3211509"/>
                </a:cubicBezTo>
                <a:cubicBezTo>
                  <a:pt x="1880583" y="3221403"/>
                  <a:pt x="1885578" y="3200145"/>
                  <a:pt x="1889613" y="3212513"/>
                </a:cubicBezTo>
                <a:cubicBezTo>
                  <a:pt x="1887703" y="3218859"/>
                  <a:pt x="1883857" y="3220920"/>
                  <a:pt x="1880772" y="3220238"/>
                </a:cubicBezTo>
                <a:close/>
                <a:moveTo>
                  <a:pt x="245826" y="2288666"/>
                </a:moveTo>
                <a:cubicBezTo>
                  <a:pt x="243739" y="2285034"/>
                  <a:pt x="241682" y="2281340"/>
                  <a:pt x="239580" y="2277691"/>
                </a:cubicBezTo>
                <a:cubicBezTo>
                  <a:pt x="242843" y="2266700"/>
                  <a:pt x="253695" y="2273872"/>
                  <a:pt x="250958" y="2281200"/>
                </a:cubicBezTo>
                <a:cubicBezTo>
                  <a:pt x="248098" y="2277552"/>
                  <a:pt x="246136" y="2284787"/>
                  <a:pt x="245826" y="2288666"/>
                </a:cubicBezTo>
                <a:close/>
                <a:moveTo>
                  <a:pt x="1790344" y="3181180"/>
                </a:moveTo>
                <a:cubicBezTo>
                  <a:pt x="1793931" y="3177067"/>
                  <a:pt x="1792384" y="3172568"/>
                  <a:pt x="1795677" y="3168440"/>
                </a:cubicBezTo>
                <a:cubicBezTo>
                  <a:pt x="1798321" y="3171392"/>
                  <a:pt x="1801073" y="3170125"/>
                  <a:pt x="1803608" y="3176958"/>
                </a:cubicBezTo>
                <a:cubicBezTo>
                  <a:pt x="1795817" y="3179123"/>
                  <a:pt x="1795476" y="3187765"/>
                  <a:pt x="1790344" y="3181180"/>
                </a:cubicBezTo>
                <a:close/>
                <a:moveTo>
                  <a:pt x="222797" y="2276927"/>
                </a:moveTo>
                <a:cubicBezTo>
                  <a:pt x="219712" y="2276245"/>
                  <a:pt x="217389" y="2272821"/>
                  <a:pt x="218526" y="2268198"/>
                </a:cubicBezTo>
                <a:cubicBezTo>
                  <a:pt x="222607" y="2278092"/>
                  <a:pt x="227602" y="2256835"/>
                  <a:pt x="231636" y="2269202"/>
                </a:cubicBezTo>
                <a:cubicBezTo>
                  <a:pt x="229726" y="2275549"/>
                  <a:pt x="225881" y="2277610"/>
                  <a:pt x="222797" y="2276927"/>
                </a:cubicBezTo>
                <a:close/>
                <a:moveTo>
                  <a:pt x="1745683" y="3164060"/>
                </a:moveTo>
                <a:cubicBezTo>
                  <a:pt x="1743234" y="3163509"/>
                  <a:pt x="1740850" y="3160942"/>
                  <a:pt x="1738539" y="3156134"/>
                </a:cubicBezTo>
                <a:cubicBezTo>
                  <a:pt x="1743688" y="3147539"/>
                  <a:pt x="1748263" y="3159829"/>
                  <a:pt x="1753210" y="3159907"/>
                </a:cubicBezTo>
                <a:cubicBezTo>
                  <a:pt x="1750644" y="3163152"/>
                  <a:pt x="1748132" y="3164613"/>
                  <a:pt x="1745683" y="3164060"/>
                </a:cubicBezTo>
                <a:close/>
                <a:moveTo>
                  <a:pt x="2460128" y="3577243"/>
                </a:moveTo>
                <a:cubicBezTo>
                  <a:pt x="2471630" y="3578325"/>
                  <a:pt x="2483008" y="3581431"/>
                  <a:pt x="2494479" y="3582545"/>
                </a:cubicBezTo>
                <a:cubicBezTo>
                  <a:pt x="2483889" y="3587800"/>
                  <a:pt x="2464812" y="3587800"/>
                  <a:pt x="2460128" y="3577243"/>
                </a:cubicBezTo>
                <a:close/>
                <a:moveTo>
                  <a:pt x="2260592" y="3464003"/>
                </a:moveTo>
                <a:cubicBezTo>
                  <a:pt x="2259756" y="3462875"/>
                  <a:pt x="2259465" y="3460644"/>
                  <a:pt x="2260083" y="3456624"/>
                </a:cubicBezTo>
                <a:cubicBezTo>
                  <a:pt x="2263438" y="3458896"/>
                  <a:pt x="2275404" y="3449866"/>
                  <a:pt x="2273038" y="3462884"/>
                </a:cubicBezTo>
                <a:cubicBezTo>
                  <a:pt x="2270522" y="3460844"/>
                  <a:pt x="2263101" y="3467387"/>
                  <a:pt x="2260592" y="3464003"/>
                </a:cubicBezTo>
                <a:close/>
                <a:moveTo>
                  <a:pt x="132367" y="2237869"/>
                </a:moveTo>
                <a:cubicBezTo>
                  <a:pt x="135955" y="2233756"/>
                  <a:pt x="134408" y="2229257"/>
                  <a:pt x="137701" y="2225129"/>
                </a:cubicBezTo>
                <a:cubicBezTo>
                  <a:pt x="140345" y="2228081"/>
                  <a:pt x="143097" y="2226814"/>
                  <a:pt x="145632" y="2233647"/>
                </a:cubicBezTo>
                <a:cubicBezTo>
                  <a:pt x="137841" y="2235813"/>
                  <a:pt x="137500" y="2244453"/>
                  <a:pt x="132367" y="2237869"/>
                </a:cubicBezTo>
                <a:close/>
                <a:moveTo>
                  <a:pt x="1660272" y="3128376"/>
                </a:moveTo>
                <a:cubicBezTo>
                  <a:pt x="1659124" y="3129695"/>
                  <a:pt x="1667925" y="3104472"/>
                  <a:pt x="1657977" y="3102617"/>
                </a:cubicBezTo>
                <a:cubicBezTo>
                  <a:pt x="1660884" y="3097253"/>
                  <a:pt x="1663559" y="3100174"/>
                  <a:pt x="1666433" y="3095367"/>
                </a:cubicBezTo>
                <a:cubicBezTo>
                  <a:pt x="1672942" y="3102013"/>
                  <a:pt x="1665196" y="3107533"/>
                  <a:pt x="1667499" y="3113841"/>
                </a:cubicBezTo>
                <a:cubicBezTo>
                  <a:pt x="1674458" y="3101055"/>
                  <a:pt x="1680409" y="3121833"/>
                  <a:pt x="1687335" y="3110176"/>
                </a:cubicBezTo>
                <a:cubicBezTo>
                  <a:pt x="1684243" y="3111073"/>
                  <a:pt x="1668783" y="3101612"/>
                  <a:pt x="1676420" y="3090928"/>
                </a:cubicBezTo>
                <a:cubicBezTo>
                  <a:pt x="1681816" y="3101982"/>
                  <a:pt x="1698514" y="3089799"/>
                  <a:pt x="1708576" y="3114411"/>
                </a:cubicBezTo>
                <a:cubicBezTo>
                  <a:pt x="1713540" y="3112555"/>
                  <a:pt x="1718765" y="3103079"/>
                  <a:pt x="1723233" y="3118168"/>
                </a:cubicBezTo>
                <a:cubicBezTo>
                  <a:pt x="1729433" y="3112772"/>
                  <a:pt x="1735802" y="3101332"/>
                  <a:pt x="1741645" y="3106465"/>
                </a:cubicBezTo>
                <a:cubicBezTo>
                  <a:pt x="1732709" y="3126223"/>
                  <a:pt x="1729355" y="3124444"/>
                  <a:pt x="1727592" y="3136891"/>
                </a:cubicBezTo>
                <a:cubicBezTo>
                  <a:pt x="1721517" y="3133304"/>
                  <a:pt x="1726154" y="3118199"/>
                  <a:pt x="1719816" y="3123163"/>
                </a:cubicBezTo>
                <a:cubicBezTo>
                  <a:pt x="1717544" y="3126532"/>
                  <a:pt x="1720960" y="3130304"/>
                  <a:pt x="1719491" y="3133629"/>
                </a:cubicBezTo>
                <a:cubicBezTo>
                  <a:pt x="1716847" y="3123379"/>
                  <a:pt x="1714776" y="3119128"/>
                  <a:pt x="1708082" y="3130134"/>
                </a:cubicBezTo>
                <a:cubicBezTo>
                  <a:pt x="1694277" y="3115866"/>
                  <a:pt x="1679928" y="3119622"/>
                  <a:pt x="1665800" y="3116362"/>
                </a:cubicBezTo>
                <a:cubicBezTo>
                  <a:pt x="1662143" y="3124548"/>
                  <a:pt x="1660655" y="3127936"/>
                  <a:pt x="1660272" y="3128376"/>
                </a:cubicBezTo>
                <a:close/>
                <a:moveTo>
                  <a:pt x="87707" y="2220749"/>
                </a:moveTo>
                <a:cubicBezTo>
                  <a:pt x="85258" y="2220197"/>
                  <a:pt x="82874" y="2217631"/>
                  <a:pt x="80563" y="2212823"/>
                </a:cubicBezTo>
                <a:cubicBezTo>
                  <a:pt x="85711" y="2204228"/>
                  <a:pt x="90287" y="2216517"/>
                  <a:pt x="95234" y="2216595"/>
                </a:cubicBezTo>
                <a:cubicBezTo>
                  <a:pt x="92668" y="2219841"/>
                  <a:pt x="90155" y="2221302"/>
                  <a:pt x="87707" y="2220749"/>
                </a:cubicBezTo>
                <a:close/>
                <a:moveTo>
                  <a:pt x="802152" y="2633931"/>
                </a:moveTo>
                <a:cubicBezTo>
                  <a:pt x="813654" y="2635014"/>
                  <a:pt x="825032" y="2638120"/>
                  <a:pt x="836504" y="2639233"/>
                </a:cubicBezTo>
                <a:cubicBezTo>
                  <a:pt x="825913" y="2644489"/>
                  <a:pt x="806835" y="2644489"/>
                  <a:pt x="802152" y="2633931"/>
                </a:cubicBezTo>
                <a:close/>
                <a:moveTo>
                  <a:pt x="602616" y="2520691"/>
                </a:moveTo>
                <a:cubicBezTo>
                  <a:pt x="601780" y="2519563"/>
                  <a:pt x="601488" y="2517332"/>
                  <a:pt x="602107" y="2513313"/>
                </a:cubicBezTo>
                <a:cubicBezTo>
                  <a:pt x="605462" y="2515585"/>
                  <a:pt x="617427" y="2506556"/>
                  <a:pt x="615062" y="2519573"/>
                </a:cubicBezTo>
                <a:cubicBezTo>
                  <a:pt x="612546" y="2517533"/>
                  <a:pt x="605125" y="2524075"/>
                  <a:pt x="602616" y="2520691"/>
                </a:cubicBezTo>
                <a:close/>
                <a:moveTo>
                  <a:pt x="1807162" y="3221829"/>
                </a:moveTo>
                <a:cubicBezTo>
                  <a:pt x="1814893" y="3213898"/>
                  <a:pt x="1823735" y="3229589"/>
                  <a:pt x="1827322" y="3207698"/>
                </a:cubicBezTo>
                <a:cubicBezTo>
                  <a:pt x="1831774" y="3213263"/>
                  <a:pt x="1827552" y="3218211"/>
                  <a:pt x="1833397" y="3223900"/>
                </a:cubicBezTo>
                <a:cubicBezTo>
                  <a:pt x="1824524" y="3227192"/>
                  <a:pt x="1815711" y="3229126"/>
                  <a:pt x="1807162" y="3221829"/>
                </a:cubicBezTo>
                <a:close/>
                <a:moveTo>
                  <a:pt x="2296" y="2185064"/>
                </a:moveTo>
                <a:cubicBezTo>
                  <a:pt x="1149" y="2186383"/>
                  <a:pt x="9949" y="2161161"/>
                  <a:pt x="0" y="2159306"/>
                </a:cubicBezTo>
                <a:cubicBezTo>
                  <a:pt x="2908" y="2153942"/>
                  <a:pt x="5583" y="2156863"/>
                  <a:pt x="8457" y="2152056"/>
                </a:cubicBezTo>
                <a:cubicBezTo>
                  <a:pt x="14965" y="2158702"/>
                  <a:pt x="7220" y="2164222"/>
                  <a:pt x="9524" y="2170529"/>
                </a:cubicBezTo>
                <a:cubicBezTo>
                  <a:pt x="16481" y="2157744"/>
                  <a:pt x="22433" y="2178521"/>
                  <a:pt x="29359" y="2166866"/>
                </a:cubicBezTo>
                <a:cubicBezTo>
                  <a:pt x="26266" y="2167762"/>
                  <a:pt x="10807" y="2158301"/>
                  <a:pt x="18444" y="2147618"/>
                </a:cubicBezTo>
                <a:cubicBezTo>
                  <a:pt x="23841" y="2158671"/>
                  <a:pt x="40537" y="2146490"/>
                  <a:pt x="50600" y="2171101"/>
                </a:cubicBezTo>
                <a:cubicBezTo>
                  <a:pt x="55563" y="2169245"/>
                  <a:pt x="60788" y="2159769"/>
                  <a:pt x="65256" y="2174858"/>
                </a:cubicBezTo>
                <a:cubicBezTo>
                  <a:pt x="71456" y="2169463"/>
                  <a:pt x="77825" y="2158021"/>
                  <a:pt x="83668" y="2163155"/>
                </a:cubicBezTo>
                <a:cubicBezTo>
                  <a:pt x="74733" y="2182913"/>
                  <a:pt x="71378" y="2181134"/>
                  <a:pt x="69615" y="2193580"/>
                </a:cubicBezTo>
                <a:cubicBezTo>
                  <a:pt x="63541" y="2189993"/>
                  <a:pt x="68178" y="2174889"/>
                  <a:pt x="61839" y="2179851"/>
                </a:cubicBezTo>
                <a:cubicBezTo>
                  <a:pt x="59567" y="2183221"/>
                  <a:pt x="62984" y="2186993"/>
                  <a:pt x="61515" y="2190318"/>
                </a:cubicBezTo>
                <a:cubicBezTo>
                  <a:pt x="58871" y="2180067"/>
                  <a:pt x="56799" y="2175817"/>
                  <a:pt x="50107" y="2186823"/>
                </a:cubicBezTo>
                <a:cubicBezTo>
                  <a:pt x="36300" y="2172555"/>
                  <a:pt x="21953" y="2176311"/>
                  <a:pt x="7824" y="2173049"/>
                </a:cubicBezTo>
                <a:cubicBezTo>
                  <a:pt x="4167" y="2181235"/>
                  <a:pt x="2679" y="2184624"/>
                  <a:pt x="2296" y="2185064"/>
                </a:cubicBezTo>
                <a:close/>
                <a:moveTo>
                  <a:pt x="149187" y="2278517"/>
                </a:moveTo>
                <a:cubicBezTo>
                  <a:pt x="156917" y="2270586"/>
                  <a:pt x="165759" y="2286277"/>
                  <a:pt x="169346" y="2264386"/>
                </a:cubicBezTo>
                <a:cubicBezTo>
                  <a:pt x="173798" y="2269951"/>
                  <a:pt x="169577" y="2274899"/>
                  <a:pt x="175421" y="2280588"/>
                </a:cubicBezTo>
                <a:cubicBezTo>
                  <a:pt x="166548" y="2283881"/>
                  <a:pt x="157735" y="2285814"/>
                  <a:pt x="149187" y="2278517"/>
                </a:cubicBezTo>
                <a:close/>
                <a:moveTo>
                  <a:pt x="2332506" y="3545396"/>
                </a:moveTo>
                <a:lnTo>
                  <a:pt x="2333098" y="3545384"/>
                </a:lnTo>
                <a:lnTo>
                  <a:pt x="2333093" y="3545712"/>
                </a:lnTo>
                <a:close/>
                <a:moveTo>
                  <a:pt x="2372456" y="3569376"/>
                </a:moveTo>
                <a:cubicBezTo>
                  <a:pt x="2369474" y="3568224"/>
                  <a:pt x="2366552" y="3565244"/>
                  <a:pt x="2363646" y="3561920"/>
                </a:cubicBezTo>
                <a:cubicBezTo>
                  <a:pt x="2369814" y="3558487"/>
                  <a:pt x="2375658" y="3563728"/>
                  <a:pt x="2381627" y="3565862"/>
                </a:cubicBezTo>
                <a:cubicBezTo>
                  <a:pt x="2378480" y="3569851"/>
                  <a:pt x="2375438" y="3570527"/>
                  <a:pt x="2372456" y="3569376"/>
                </a:cubicBezTo>
                <a:close/>
                <a:moveTo>
                  <a:pt x="2323205" y="3545579"/>
                </a:moveTo>
                <a:cubicBezTo>
                  <a:pt x="2324573" y="3540237"/>
                  <a:pt x="2327711" y="3542320"/>
                  <a:pt x="2330185" y="3544141"/>
                </a:cubicBezTo>
                <a:lnTo>
                  <a:pt x="2332506" y="3545396"/>
                </a:lnTo>
                <a:close/>
                <a:moveTo>
                  <a:pt x="674530" y="2602083"/>
                </a:moveTo>
                <a:lnTo>
                  <a:pt x="675124" y="2602071"/>
                </a:lnTo>
                <a:lnTo>
                  <a:pt x="675118" y="2602400"/>
                </a:lnTo>
                <a:close/>
                <a:moveTo>
                  <a:pt x="714480" y="2626062"/>
                </a:moveTo>
                <a:cubicBezTo>
                  <a:pt x="711499" y="2624911"/>
                  <a:pt x="708576" y="2621931"/>
                  <a:pt x="705670" y="2618607"/>
                </a:cubicBezTo>
                <a:cubicBezTo>
                  <a:pt x="711838" y="2615174"/>
                  <a:pt x="717683" y="2620416"/>
                  <a:pt x="723651" y="2622550"/>
                </a:cubicBezTo>
                <a:cubicBezTo>
                  <a:pt x="720505" y="2626538"/>
                  <a:pt x="717463" y="2627215"/>
                  <a:pt x="714480" y="2626062"/>
                </a:cubicBezTo>
                <a:close/>
                <a:moveTo>
                  <a:pt x="665229" y="2602266"/>
                </a:moveTo>
                <a:cubicBezTo>
                  <a:pt x="666597" y="2596925"/>
                  <a:pt x="669736" y="2599008"/>
                  <a:pt x="672210" y="2600828"/>
                </a:cubicBezTo>
                <a:lnTo>
                  <a:pt x="674530" y="2602083"/>
                </a:lnTo>
                <a:close/>
                <a:moveTo>
                  <a:pt x="2162874" y="3524488"/>
                </a:moveTo>
                <a:cubicBezTo>
                  <a:pt x="2160160" y="3525246"/>
                  <a:pt x="2156918" y="3523600"/>
                  <a:pt x="2154645" y="3519411"/>
                </a:cubicBezTo>
                <a:cubicBezTo>
                  <a:pt x="2159222" y="3513319"/>
                  <a:pt x="2163536" y="3515684"/>
                  <a:pt x="2167926" y="3515143"/>
                </a:cubicBezTo>
                <a:cubicBezTo>
                  <a:pt x="2167770" y="3520569"/>
                  <a:pt x="2165587" y="3523730"/>
                  <a:pt x="2162874" y="3524488"/>
                </a:cubicBezTo>
                <a:close/>
                <a:moveTo>
                  <a:pt x="2002660" y="3439303"/>
                </a:moveTo>
                <a:cubicBezTo>
                  <a:pt x="2008427" y="3428744"/>
                  <a:pt x="2013775" y="3433737"/>
                  <a:pt x="2019218" y="3435328"/>
                </a:cubicBezTo>
                <a:cubicBezTo>
                  <a:pt x="2013761" y="3434696"/>
                  <a:pt x="2007918" y="3446446"/>
                  <a:pt x="2002660" y="3439303"/>
                </a:cubicBezTo>
                <a:close/>
                <a:moveTo>
                  <a:pt x="2023549" y="3454078"/>
                </a:moveTo>
                <a:cubicBezTo>
                  <a:pt x="2025884" y="3448266"/>
                  <a:pt x="2021168" y="3452208"/>
                  <a:pt x="2018711" y="3451077"/>
                </a:cubicBezTo>
                <a:cubicBezTo>
                  <a:pt x="2018957" y="3444956"/>
                  <a:pt x="2023039" y="3439097"/>
                  <a:pt x="2027477" y="3433362"/>
                </a:cubicBezTo>
                <a:cubicBezTo>
                  <a:pt x="2031650" y="3440040"/>
                  <a:pt x="2036042" y="3440365"/>
                  <a:pt x="2040586" y="3434381"/>
                </a:cubicBezTo>
                <a:cubicBezTo>
                  <a:pt x="2042812" y="3437999"/>
                  <a:pt x="2043199" y="3441555"/>
                  <a:pt x="2043555" y="3445111"/>
                </a:cubicBezTo>
                <a:cubicBezTo>
                  <a:pt x="2050805" y="3438493"/>
                  <a:pt x="2053573" y="3444646"/>
                  <a:pt x="2053882" y="3430160"/>
                </a:cubicBezTo>
                <a:cubicBezTo>
                  <a:pt x="2058442" y="3441168"/>
                  <a:pt x="2063467" y="3438107"/>
                  <a:pt x="2068383" y="3439159"/>
                </a:cubicBezTo>
                <a:cubicBezTo>
                  <a:pt x="2059493" y="3445234"/>
                  <a:pt x="2048346" y="3442637"/>
                  <a:pt x="2047915" y="3463800"/>
                </a:cubicBezTo>
                <a:cubicBezTo>
                  <a:pt x="2041375" y="3458902"/>
                  <a:pt x="2036025" y="3454464"/>
                  <a:pt x="2033706" y="3444337"/>
                </a:cubicBezTo>
                <a:cubicBezTo>
                  <a:pt x="2030368" y="3446471"/>
                  <a:pt x="2026658" y="3460413"/>
                  <a:pt x="2023549" y="3454078"/>
                </a:cubicBezTo>
                <a:close/>
                <a:moveTo>
                  <a:pt x="419361" y="2528076"/>
                </a:moveTo>
                <a:cubicBezTo>
                  <a:pt x="416747" y="2523485"/>
                  <a:pt x="414151" y="2518862"/>
                  <a:pt x="411537" y="2514287"/>
                </a:cubicBezTo>
                <a:cubicBezTo>
                  <a:pt x="419607" y="2507932"/>
                  <a:pt x="413826" y="2500450"/>
                  <a:pt x="415450" y="2493601"/>
                </a:cubicBezTo>
                <a:cubicBezTo>
                  <a:pt x="426488" y="2500836"/>
                  <a:pt x="427400" y="2504948"/>
                  <a:pt x="438422" y="2495362"/>
                </a:cubicBezTo>
                <a:cubicBezTo>
                  <a:pt x="446229" y="2515321"/>
                  <a:pt x="446430" y="2499336"/>
                  <a:pt x="457452" y="2517842"/>
                </a:cubicBezTo>
                <a:cubicBezTo>
                  <a:pt x="454500" y="2508520"/>
                  <a:pt x="463667" y="2501531"/>
                  <a:pt x="469311" y="2505612"/>
                </a:cubicBezTo>
                <a:cubicBezTo>
                  <a:pt x="466991" y="2509849"/>
                  <a:pt x="462385" y="2513822"/>
                  <a:pt x="463976" y="2518337"/>
                </a:cubicBezTo>
                <a:cubicBezTo>
                  <a:pt x="467440" y="2513776"/>
                  <a:pt x="467099" y="2533379"/>
                  <a:pt x="473639" y="2524365"/>
                </a:cubicBezTo>
                <a:cubicBezTo>
                  <a:pt x="476174" y="2514935"/>
                  <a:pt x="473191" y="2505056"/>
                  <a:pt x="479437" y="2495981"/>
                </a:cubicBezTo>
                <a:cubicBezTo>
                  <a:pt x="484879" y="2505953"/>
                  <a:pt x="470438" y="2514502"/>
                  <a:pt x="480210" y="2524891"/>
                </a:cubicBezTo>
                <a:cubicBezTo>
                  <a:pt x="489471" y="2507576"/>
                  <a:pt x="497199" y="2542407"/>
                  <a:pt x="506568" y="2521645"/>
                </a:cubicBezTo>
                <a:cubicBezTo>
                  <a:pt x="503584" y="2513559"/>
                  <a:pt x="497122" y="2505180"/>
                  <a:pt x="502379" y="2497696"/>
                </a:cubicBezTo>
                <a:cubicBezTo>
                  <a:pt x="507589" y="2511626"/>
                  <a:pt x="508996" y="2509879"/>
                  <a:pt x="508160" y="2524396"/>
                </a:cubicBezTo>
                <a:cubicBezTo>
                  <a:pt x="525197" y="2504531"/>
                  <a:pt x="541105" y="2520777"/>
                  <a:pt x="557493" y="2522990"/>
                </a:cubicBezTo>
                <a:cubicBezTo>
                  <a:pt x="556626" y="2520253"/>
                  <a:pt x="557105" y="2517686"/>
                  <a:pt x="559348" y="2515212"/>
                </a:cubicBezTo>
                <a:cubicBezTo>
                  <a:pt x="556256" y="2509816"/>
                  <a:pt x="552715" y="2518536"/>
                  <a:pt x="549686" y="2509276"/>
                </a:cubicBezTo>
                <a:cubicBezTo>
                  <a:pt x="559380" y="2498052"/>
                  <a:pt x="560414" y="2525060"/>
                  <a:pt x="567325" y="2523776"/>
                </a:cubicBezTo>
                <a:cubicBezTo>
                  <a:pt x="568159" y="2515057"/>
                  <a:pt x="568949" y="2507930"/>
                  <a:pt x="575920" y="2511254"/>
                </a:cubicBezTo>
                <a:cubicBezTo>
                  <a:pt x="565315" y="2522045"/>
                  <a:pt x="578471" y="2519587"/>
                  <a:pt x="581825" y="2532775"/>
                </a:cubicBezTo>
                <a:cubicBezTo>
                  <a:pt x="593250" y="2521303"/>
                  <a:pt x="627679" y="2542590"/>
                  <a:pt x="634930" y="2515862"/>
                </a:cubicBezTo>
                <a:cubicBezTo>
                  <a:pt x="641809" y="2521626"/>
                  <a:pt x="636012" y="2526450"/>
                  <a:pt x="637727" y="2531830"/>
                </a:cubicBezTo>
                <a:cubicBezTo>
                  <a:pt x="649246" y="2531213"/>
                  <a:pt x="660469" y="2541090"/>
                  <a:pt x="672219" y="2531876"/>
                </a:cubicBezTo>
                <a:cubicBezTo>
                  <a:pt x="667874" y="2536809"/>
                  <a:pt x="666158" y="2541941"/>
                  <a:pt x="668478" y="2547367"/>
                </a:cubicBezTo>
                <a:cubicBezTo>
                  <a:pt x="672913" y="2545388"/>
                  <a:pt x="677212" y="2548681"/>
                  <a:pt x="681926" y="2537906"/>
                </a:cubicBezTo>
                <a:cubicBezTo>
                  <a:pt x="679903" y="2533376"/>
                  <a:pt x="675558" y="2528630"/>
                  <a:pt x="677382" y="2524440"/>
                </a:cubicBezTo>
                <a:cubicBezTo>
                  <a:pt x="681602" y="2530129"/>
                  <a:pt x="686255" y="2520853"/>
                  <a:pt x="690321" y="2530655"/>
                </a:cubicBezTo>
                <a:cubicBezTo>
                  <a:pt x="684246" y="2537195"/>
                  <a:pt x="684014" y="2544182"/>
                  <a:pt x="689718" y="2551619"/>
                </a:cubicBezTo>
                <a:cubicBezTo>
                  <a:pt x="703617" y="2532062"/>
                  <a:pt x="720066" y="2573433"/>
                  <a:pt x="729374" y="2544198"/>
                </a:cubicBezTo>
                <a:cubicBezTo>
                  <a:pt x="733686" y="2545388"/>
                  <a:pt x="735264" y="2548216"/>
                  <a:pt x="735588" y="2555189"/>
                </a:cubicBezTo>
                <a:cubicBezTo>
                  <a:pt x="738401" y="2542790"/>
                  <a:pt x="748419" y="2555189"/>
                  <a:pt x="745729" y="2545465"/>
                </a:cubicBezTo>
                <a:cubicBezTo>
                  <a:pt x="743642" y="2542605"/>
                  <a:pt x="739159" y="2543657"/>
                  <a:pt x="741060" y="2537225"/>
                </a:cubicBezTo>
                <a:cubicBezTo>
                  <a:pt x="750892" y="2538771"/>
                  <a:pt x="760323" y="2552144"/>
                  <a:pt x="770093" y="2555267"/>
                </a:cubicBezTo>
                <a:cubicBezTo>
                  <a:pt x="768053" y="2551618"/>
                  <a:pt x="771687" y="2548339"/>
                  <a:pt x="770418" y="2544738"/>
                </a:cubicBezTo>
                <a:cubicBezTo>
                  <a:pt x="767868" y="2539002"/>
                  <a:pt x="765038" y="2541475"/>
                  <a:pt x="762473" y="2536234"/>
                </a:cubicBezTo>
                <a:cubicBezTo>
                  <a:pt x="784766" y="2523496"/>
                  <a:pt x="805559" y="2559084"/>
                  <a:pt x="828190" y="2536127"/>
                </a:cubicBezTo>
                <a:cubicBezTo>
                  <a:pt x="836246" y="2546360"/>
                  <a:pt x="823507" y="2538847"/>
                  <a:pt x="827866" y="2546546"/>
                </a:cubicBezTo>
                <a:cubicBezTo>
                  <a:pt x="841240" y="2556920"/>
                  <a:pt x="855152" y="2549653"/>
                  <a:pt x="868603" y="2557630"/>
                </a:cubicBezTo>
                <a:cubicBezTo>
                  <a:pt x="883244" y="2534377"/>
                  <a:pt x="903649" y="2583974"/>
                  <a:pt x="913096" y="2553208"/>
                </a:cubicBezTo>
                <a:cubicBezTo>
                  <a:pt x="916605" y="2573090"/>
                  <a:pt x="930472" y="2549251"/>
                  <a:pt x="938850" y="2570986"/>
                </a:cubicBezTo>
                <a:cubicBezTo>
                  <a:pt x="946411" y="2556006"/>
                  <a:pt x="953244" y="2565808"/>
                  <a:pt x="960402" y="2564725"/>
                </a:cubicBezTo>
                <a:cubicBezTo>
                  <a:pt x="960093" y="2584622"/>
                  <a:pt x="985324" y="2581576"/>
                  <a:pt x="993318" y="2562047"/>
                </a:cubicBezTo>
                <a:cubicBezTo>
                  <a:pt x="1000198" y="2567844"/>
                  <a:pt x="994415" y="2572668"/>
                  <a:pt x="996130" y="2578032"/>
                </a:cubicBezTo>
                <a:cubicBezTo>
                  <a:pt x="1001279" y="2570364"/>
                  <a:pt x="1005622" y="2589460"/>
                  <a:pt x="1010803" y="2581788"/>
                </a:cubicBezTo>
                <a:cubicBezTo>
                  <a:pt x="1009256" y="2574693"/>
                  <a:pt x="1014158" y="2561722"/>
                  <a:pt x="1019383" y="2569344"/>
                </a:cubicBezTo>
                <a:cubicBezTo>
                  <a:pt x="1017760" y="2574430"/>
                  <a:pt x="1008699" y="2579006"/>
                  <a:pt x="1012364" y="2584525"/>
                </a:cubicBezTo>
                <a:cubicBezTo>
                  <a:pt x="1019198" y="2593956"/>
                  <a:pt x="1026988" y="2572761"/>
                  <a:pt x="1034084" y="2573116"/>
                </a:cubicBezTo>
                <a:cubicBezTo>
                  <a:pt x="1032416" y="2582994"/>
                  <a:pt x="1035245" y="2583614"/>
                  <a:pt x="1040161" y="2589303"/>
                </a:cubicBezTo>
                <a:cubicBezTo>
                  <a:pt x="1048772" y="2575558"/>
                  <a:pt x="1056826" y="2581788"/>
                  <a:pt x="1065468" y="2567628"/>
                </a:cubicBezTo>
                <a:cubicBezTo>
                  <a:pt x="1061262" y="2566499"/>
                  <a:pt x="1059778" y="2563624"/>
                  <a:pt x="1062468" y="2556914"/>
                </a:cubicBezTo>
                <a:cubicBezTo>
                  <a:pt x="1064076" y="2558476"/>
                  <a:pt x="1065607" y="2562233"/>
                  <a:pt x="1067308" y="2559929"/>
                </a:cubicBezTo>
                <a:cubicBezTo>
                  <a:pt x="1068760" y="2554735"/>
                  <a:pt x="1061603" y="2548984"/>
                  <a:pt x="1064525" y="2543943"/>
                </a:cubicBezTo>
                <a:cubicBezTo>
                  <a:pt x="1079304" y="2558353"/>
                  <a:pt x="1078345" y="2536770"/>
                  <a:pt x="1093697" y="2556713"/>
                </a:cubicBezTo>
                <a:cubicBezTo>
                  <a:pt x="1089785" y="2562788"/>
                  <a:pt x="1074959" y="2550932"/>
                  <a:pt x="1085101" y="2569204"/>
                </a:cubicBezTo>
                <a:cubicBezTo>
                  <a:pt x="1080849" y="2579470"/>
                  <a:pt x="1069054" y="2562789"/>
                  <a:pt x="1070137" y="2575883"/>
                </a:cubicBezTo>
                <a:cubicBezTo>
                  <a:pt x="1075532" y="2578883"/>
                  <a:pt x="1081237" y="2571863"/>
                  <a:pt x="1086215" y="2587679"/>
                </a:cubicBezTo>
                <a:cubicBezTo>
                  <a:pt x="1092105" y="2573827"/>
                  <a:pt x="1097129" y="2588746"/>
                  <a:pt x="1102911" y="2578434"/>
                </a:cubicBezTo>
                <a:cubicBezTo>
                  <a:pt x="1099926" y="2569098"/>
                  <a:pt x="1096372" y="2577878"/>
                  <a:pt x="1093247" y="2572389"/>
                </a:cubicBezTo>
                <a:cubicBezTo>
                  <a:pt x="1098953" y="2567629"/>
                  <a:pt x="1093372" y="2561938"/>
                  <a:pt x="1093728" y="2556713"/>
                </a:cubicBezTo>
                <a:cubicBezTo>
                  <a:pt x="1098922" y="2547840"/>
                  <a:pt x="1103870" y="2547932"/>
                  <a:pt x="1108553" y="2555213"/>
                </a:cubicBezTo>
                <a:cubicBezTo>
                  <a:pt x="1106250" y="2559388"/>
                  <a:pt x="1101658" y="2563455"/>
                  <a:pt x="1103266" y="2567953"/>
                </a:cubicBezTo>
                <a:cubicBezTo>
                  <a:pt x="1105570" y="2564690"/>
                  <a:pt x="1107565" y="2570472"/>
                  <a:pt x="1109806" y="2568416"/>
                </a:cubicBezTo>
                <a:cubicBezTo>
                  <a:pt x="1116253" y="2562835"/>
                  <a:pt x="1108832" y="2556111"/>
                  <a:pt x="1115279" y="2550482"/>
                </a:cubicBezTo>
                <a:cubicBezTo>
                  <a:pt x="1131063" y="2565432"/>
                  <a:pt x="1153572" y="2545829"/>
                  <a:pt x="1163667" y="2580505"/>
                </a:cubicBezTo>
                <a:cubicBezTo>
                  <a:pt x="1166155" y="2578326"/>
                  <a:pt x="1176435" y="2582161"/>
                  <a:pt x="1173808" y="2570826"/>
                </a:cubicBezTo>
                <a:cubicBezTo>
                  <a:pt x="1171645" y="2562680"/>
                  <a:pt x="1160915" y="2573532"/>
                  <a:pt x="1164317" y="2559511"/>
                </a:cubicBezTo>
                <a:cubicBezTo>
                  <a:pt x="1173252" y="2568028"/>
                  <a:pt x="1200197" y="2554270"/>
                  <a:pt x="1193179" y="2582793"/>
                </a:cubicBezTo>
                <a:cubicBezTo>
                  <a:pt x="1195297" y="2585359"/>
                  <a:pt x="1197508" y="2584293"/>
                  <a:pt x="1199750" y="2583303"/>
                </a:cubicBezTo>
                <a:cubicBezTo>
                  <a:pt x="1206182" y="2577676"/>
                  <a:pt x="1198744" y="2570966"/>
                  <a:pt x="1205176" y="2565356"/>
                </a:cubicBezTo>
                <a:cubicBezTo>
                  <a:pt x="1231488" y="2568864"/>
                  <a:pt x="1265932" y="2582175"/>
                  <a:pt x="1287159" y="2571708"/>
                </a:cubicBezTo>
                <a:cubicBezTo>
                  <a:pt x="1316207" y="2589565"/>
                  <a:pt x="1345998" y="2582407"/>
                  <a:pt x="1375340" y="2589022"/>
                </a:cubicBezTo>
                <a:cubicBezTo>
                  <a:pt x="1374551" y="2586347"/>
                  <a:pt x="1372340" y="2583549"/>
                  <a:pt x="1373963" y="2581076"/>
                </a:cubicBezTo>
                <a:cubicBezTo>
                  <a:pt x="1393427" y="2606661"/>
                  <a:pt x="1430655" y="2590136"/>
                  <a:pt x="1457136" y="2600648"/>
                </a:cubicBezTo>
                <a:cubicBezTo>
                  <a:pt x="1459238" y="2596429"/>
                  <a:pt x="1457476" y="2591898"/>
                  <a:pt x="1459177" y="2587662"/>
                </a:cubicBezTo>
                <a:cubicBezTo>
                  <a:pt x="1477482" y="2598283"/>
                  <a:pt x="1496296" y="2592579"/>
                  <a:pt x="1514584" y="2602457"/>
                </a:cubicBezTo>
                <a:cubicBezTo>
                  <a:pt x="1512883" y="2598824"/>
                  <a:pt x="1511400" y="2595176"/>
                  <a:pt x="1514909" y="2591960"/>
                </a:cubicBezTo>
                <a:cubicBezTo>
                  <a:pt x="1523874" y="2608086"/>
                  <a:pt x="1537666" y="2614670"/>
                  <a:pt x="1542689" y="2596784"/>
                </a:cubicBezTo>
                <a:cubicBezTo>
                  <a:pt x="1562849" y="2618705"/>
                  <a:pt x="1584476" y="2591048"/>
                  <a:pt x="1604667" y="2612089"/>
                </a:cubicBezTo>
                <a:cubicBezTo>
                  <a:pt x="1603755" y="2599210"/>
                  <a:pt x="1620636" y="2605766"/>
                  <a:pt x="1614329" y="2618087"/>
                </a:cubicBezTo>
                <a:cubicBezTo>
                  <a:pt x="1611747" y="2606972"/>
                  <a:pt x="1600400" y="2616804"/>
                  <a:pt x="1602627" y="2625106"/>
                </a:cubicBezTo>
                <a:cubicBezTo>
                  <a:pt x="1611547" y="2630098"/>
                  <a:pt x="1607681" y="2636098"/>
                  <a:pt x="1611825" y="2646825"/>
                </a:cubicBezTo>
                <a:cubicBezTo>
                  <a:pt x="1626512" y="2641230"/>
                  <a:pt x="1623249" y="2618427"/>
                  <a:pt x="1622754" y="2610852"/>
                </a:cubicBezTo>
                <a:cubicBezTo>
                  <a:pt x="1637906" y="2617638"/>
                  <a:pt x="1653427" y="2611161"/>
                  <a:pt x="1668825" y="2609228"/>
                </a:cubicBezTo>
                <a:cubicBezTo>
                  <a:pt x="1672149" y="2613835"/>
                  <a:pt x="1670339" y="2618086"/>
                  <a:pt x="1673339" y="2622663"/>
                </a:cubicBezTo>
                <a:cubicBezTo>
                  <a:pt x="1713519" y="2598902"/>
                  <a:pt x="1760623" y="2631721"/>
                  <a:pt x="1795115" y="2616354"/>
                </a:cubicBezTo>
                <a:cubicBezTo>
                  <a:pt x="1802782" y="2625445"/>
                  <a:pt x="1804590" y="2622708"/>
                  <a:pt x="1809461" y="2630609"/>
                </a:cubicBezTo>
                <a:cubicBezTo>
                  <a:pt x="1811579" y="2627238"/>
                  <a:pt x="1809831" y="2623651"/>
                  <a:pt x="1813046" y="2620391"/>
                </a:cubicBezTo>
                <a:cubicBezTo>
                  <a:pt x="1844947" y="2626389"/>
                  <a:pt x="1875067" y="2626296"/>
                  <a:pt x="1904902" y="2626187"/>
                </a:cubicBezTo>
                <a:lnTo>
                  <a:pt x="1982727" y="2631112"/>
                </a:lnTo>
                <a:lnTo>
                  <a:pt x="1977528" y="2621095"/>
                </a:lnTo>
                <a:cubicBezTo>
                  <a:pt x="1975147" y="2618712"/>
                  <a:pt x="1973578" y="2616223"/>
                  <a:pt x="1976994" y="2610047"/>
                </a:cubicBezTo>
                <a:cubicBezTo>
                  <a:pt x="1979452" y="2611562"/>
                  <a:pt x="1981756" y="2630855"/>
                  <a:pt x="1991665" y="2613851"/>
                </a:cubicBezTo>
                <a:lnTo>
                  <a:pt x="1984716" y="2602453"/>
                </a:lnTo>
                <a:lnTo>
                  <a:pt x="1595736" y="2580452"/>
                </a:lnTo>
                <a:cubicBezTo>
                  <a:pt x="1457564" y="2567750"/>
                  <a:pt x="1319557" y="2549574"/>
                  <a:pt x="1181771" y="2524139"/>
                </a:cubicBezTo>
                <a:cubicBezTo>
                  <a:pt x="1160482" y="2521418"/>
                  <a:pt x="1131388" y="2522393"/>
                  <a:pt x="1118092" y="2511308"/>
                </a:cubicBezTo>
                <a:cubicBezTo>
                  <a:pt x="1106281" y="2522268"/>
                  <a:pt x="1095072" y="2512220"/>
                  <a:pt x="1083278" y="2521728"/>
                </a:cubicBezTo>
                <a:cubicBezTo>
                  <a:pt x="1080092" y="2519053"/>
                  <a:pt x="1077234" y="2504629"/>
                  <a:pt x="1073770" y="2510488"/>
                </a:cubicBezTo>
                <a:cubicBezTo>
                  <a:pt x="1072656" y="2526258"/>
                  <a:pt x="1054414" y="2508866"/>
                  <a:pt x="1049281" y="2505990"/>
                </a:cubicBezTo>
                <a:cubicBezTo>
                  <a:pt x="1036697" y="2498864"/>
                  <a:pt x="1019800" y="2518127"/>
                  <a:pt x="1016492" y="2503409"/>
                </a:cubicBezTo>
                <a:cubicBezTo>
                  <a:pt x="1021439" y="2502388"/>
                  <a:pt x="1026509" y="2498632"/>
                  <a:pt x="1031303" y="2501940"/>
                </a:cubicBezTo>
                <a:cubicBezTo>
                  <a:pt x="1020729" y="2471716"/>
                  <a:pt x="992854" y="2517615"/>
                  <a:pt x="979173" y="2487393"/>
                </a:cubicBezTo>
                <a:cubicBezTo>
                  <a:pt x="959693" y="2510891"/>
                  <a:pt x="927090" y="2467496"/>
                  <a:pt x="918138" y="2495771"/>
                </a:cubicBezTo>
                <a:cubicBezTo>
                  <a:pt x="915077" y="2488120"/>
                  <a:pt x="911613" y="2494366"/>
                  <a:pt x="908646" y="2484532"/>
                </a:cubicBezTo>
                <a:cubicBezTo>
                  <a:pt x="904998" y="2497178"/>
                  <a:pt x="886615" y="2494752"/>
                  <a:pt x="887544" y="2475040"/>
                </a:cubicBezTo>
                <a:cubicBezTo>
                  <a:pt x="872238" y="2475039"/>
                  <a:pt x="856423" y="2490732"/>
                  <a:pt x="841504" y="2476695"/>
                </a:cubicBezTo>
                <a:cubicBezTo>
                  <a:pt x="839836" y="2470433"/>
                  <a:pt x="849775" y="2465069"/>
                  <a:pt x="846977" y="2458731"/>
                </a:cubicBezTo>
                <a:cubicBezTo>
                  <a:pt x="844226" y="2462086"/>
                  <a:pt x="834965" y="2466119"/>
                  <a:pt x="839959" y="2473942"/>
                </a:cubicBezTo>
                <a:cubicBezTo>
                  <a:pt x="821621" y="2482203"/>
                  <a:pt x="804294" y="2457896"/>
                  <a:pt x="785786" y="2472385"/>
                </a:cubicBezTo>
                <a:cubicBezTo>
                  <a:pt x="786930" y="2460806"/>
                  <a:pt x="775212" y="2460404"/>
                  <a:pt x="774223" y="2474086"/>
                </a:cubicBezTo>
                <a:cubicBezTo>
                  <a:pt x="770636" y="2469448"/>
                  <a:pt x="773465" y="2465289"/>
                  <a:pt x="772970" y="2460852"/>
                </a:cubicBezTo>
                <a:cubicBezTo>
                  <a:pt x="764622" y="2465057"/>
                  <a:pt x="753738" y="2449845"/>
                  <a:pt x="749718" y="2469556"/>
                </a:cubicBezTo>
                <a:cubicBezTo>
                  <a:pt x="743240" y="2465938"/>
                  <a:pt x="736701" y="2465320"/>
                  <a:pt x="730192" y="2462816"/>
                </a:cubicBezTo>
                <a:cubicBezTo>
                  <a:pt x="721057" y="2434014"/>
                  <a:pt x="682190" y="2459168"/>
                  <a:pt x="662140" y="2431264"/>
                </a:cubicBezTo>
                <a:cubicBezTo>
                  <a:pt x="640109" y="2453974"/>
                  <a:pt x="620215" y="2405833"/>
                  <a:pt x="597998" y="2434140"/>
                </a:cubicBezTo>
                <a:cubicBezTo>
                  <a:pt x="594566" y="2420179"/>
                  <a:pt x="590253" y="2435701"/>
                  <a:pt x="586743" y="2425390"/>
                </a:cubicBezTo>
                <a:cubicBezTo>
                  <a:pt x="599839" y="2412929"/>
                  <a:pt x="615900" y="2424074"/>
                  <a:pt x="632952" y="2418463"/>
                </a:cubicBezTo>
                <a:cubicBezTo>
                  <a:pt x="633680" y="2412419"/>
                  <a:pt x="635566" y="2406436"/>
                  <a:pt x="635118" y="2400252"/>
                </a:cubicBezTo>
                <a:cubicBezTo>
                  <a:pt x="630324" y="2396494"/>
                  <a:pt x="625392" y="2396680"/>
                  <a:pt x="620137" y="2406991"/>
                </a:cubicBezTo>
                <a:cubicBezTo>
                  <a:pt x="611896" y="2398459"/>
                  <a:pt x="630896" y="2392042"/>
                  <a:pt x="619224" y="2383276"/>
                </a:cubicBezTo>
                <a:cubicBezTo>
                  <a:pt x="619146" y="2396355"/>
                  <a:pt x="601213" y="2383786"/>
                  <a:pt x="605480" y="2403236"/>
                </a:cubicBezTo>
                <a:cubicBezTo>
                  <a:pt x="597164" y="2391563"/>
                  <a:pt x="590532" y="2408167"/>
                  <a:pt x="585986" y="2396465"/>
                </a:cubicBezTo>
                <a:cubicBezTo>
                  <a:pt x="590082" y="2411337"/>
                  <a:pt x="583188" y="2409034"/>
                  <a:pt x="581905" y="2422421"/>
                </a:cubicBezTo>
                <a:cubicBezTo>
                  <a:pt x="571855" y="2407086"/>
                  <a:pt x="564419" y="2415573"/>
                  <a:pt x="557231" y="2423132"/>
                </a:cubicBezTo>
                <a:cubicBezTo>
                  <a:pt x="551728" y="2417474"/>
                  <a:pt x="557509" y="2412652"/>
                  <a:pt x="554447" y="2407179"/>
                </a:cubicBezTo>
                <a:cubicBezTo>
                  <a:pt x="543920" y="2411307"/>
                  <a:pt x="524874" y="2408570"/>
                  <a:pt x="520267" y="2396636"/>
                </a:cubicBezTo>
                <a:cubicBezTo>
                  <a:pt x="528274" y="2402695"/>
                  <a:pt x="536808" y="2392599"/>
                  <a:pt x="544925" y="2395892"/>
                </a:cubicBezTo>
                <a:cubicBezTo>
                  <a:pt x="539900" y="2387637"/>
                  <a:pt x="545869" y="2380264"/>
                  <a:pt x="537444" y="2371683"/>
                </a:cubicBezTo>
                <a:cubicBezTo>
                  <a:pt x="537242" y="2382875"/>
                  <a:pt x="531754" y="2377418"/>
                  <a:pt x="527132" y="2386695"/>
                </a:cubicBezTo>
                <a:cubicBezTo>
                  <a:pt x="530625" y="2366550"/>
                  <a:pt x="492610" y="2351074"/>
                  <a:pt x="484973" y="2367664"/>
                </a:cubicBezTo>
                <a:cubicBezTo>
                  <a:pt x="477816" y="2361805"/>
                  <a:pt x="489347" y="2357476"/>
                  <a:pt x="482176" y="2351662"/>
                </a:cubicBezTo>
                <a:cubicBezTo>
                  <a:pt x="480443" y="2354183"/>
                  <a:pt x="478835" y="2352405"/>
                  <a:pt x="477181" y="2353920"/>
                </a:cubicBezTo>
                <a:cubicBezTo>
                  <a:pt x="474986" y="2365824"/>
                  <a:pt x="470889" y="2371638"/>
                  <a:pt x="477939" y="2382876"/>
                </a:cubicBezTo>
                <a:cubicBezTo>
                  <a:pt x="473146" y="2378177"/>
                  <a:pt x="468168" y="2379770"/>
                  <a:pt x="463283" y="2379073"/>
                </a:cubicBezTo>
                <a:cubicBezTo>
                  <a:pt x="465355" y="2390452"/>
                  <a:pt x="475851" y="2386261"/>
                  <a:pt x="472620" y="2395569"/>
                </a:cubicBezTo>
                <a:cubicBezTo>
                  <a:pt x="467023" y="2381996"/>
                  <a:pt x="460377" y="2401768"/>
                  <a:pt x="454826" y="2386292"/>
                </a:cubicBezTo>
                <a:cubicBezTo>
                  <a:pt x="458522" y="2373725"/>
                  <a:pt x="464689" y="2377635"/>
                  <a:pt x="465308" y="2366103"/>
                </a:cubicBezTo>
                <a:cubicBezTo>
                  <a:pt x="459542" y="2357583"/>
                  <a:pt x="453156" y="2369195"/>
                  <a:pt x="447344" y="2362068"/>
                </a:cubicBezTo>
                <a:cubicBezTo>
                  <a:pt x="451625" y="2355358"/>
                  <a:pt x="443727" y="2347783"/>
                  <a:pt x="447993" y="2341135"/>
                </a:cubicBezTo>
                <a:cubicBezTo>
                  <a:pt x="452632" y="2340130"/>
                  <a:pt x="464567" y="2334039"/>
                  <a:pt x="460020" y="2323666"/>
                </a:cubicBezTo>
                <a:cubicBezTo>
                  <a:pt x="455740" y="2319970"/>
                  <a:pt x="450823" y="2338228"/>
                  <a:pt x="446587" y="2333080"/>
                </a:cubicBezTo>
                <a:cubicBezTo>
                  <a:pt x="453081" y="2321903"/>
                  <a:pt x="435517" y="2319352"/>
                  <a:pt x="443943" y="2311916"/>
                </a:cubicBezTo>
                <a:cubicBezTo>
                  <a:pt x="437590" y="2309256"/>
                  <a:pt x="425886" y="2314637"/>
                  <a:pt x="435178" y="2329602"/>
                </a:cubicBezTo>
                <a:cubicBezTo>
                  <a:pt x="439259" y="2313524"/>
                  <a:pt x="437822" y="2334255"/>
                  <a:pt x="441454" y="2340595"/>
                </a:cubicBezTo>
                <a:cubicBezTo>
                  <a:pt x="443108" y="2339249"/>
                  <a:pt x="444871" y="2335755"/>
                  <a:pt x="446418" y="2338382"/>
                </a:cubicBezTo>
                <a:cubicBezTo>
                  <a:pt x="442845" y="2342448"/>
                  <a:pt x="444392" y="2346933"/>
                  <a:pt x="441130" y="2351091"/>
                </a:cubicBezTo>
                <a:cubicBezTo>
                  <a:pt x="433524" y="2350521"/>
                  <a:pt x="439258" y="2337579"/>
                  <a:pt x="431916" y="2329324"/>
                </a:cubicBezTo>
                <a:cubicBezTo>
                  <a:pt x="429101" y="2331859"/>
                  <a:pt x="426428" y="2330206"/>
                  <a:pt x="423490" y="2336606"/>
                </a:cubicBezTo>
                <a:cubicBezTo>
                  <a:pt x="424772" y="2344105"/>
                  <a:pt x="433863" y="2338321"/>
                  <a:pt x="429736" y="2347566"/>
                </a:cubicBezTo>
                <a:cubicBezTo>
                  <a:pt x="418465" y="2340161"/>
                  <a:pt x="406684" y="2349762"/>
                  <a:pt x="395554" y="2337023"/>
                </a:cubicBezTo>
                <a:cubicBezTo>
                  <a:pt x="409206" y="2331859"/>
                  <a:pt x="414229" y="2323001"/>
                  <a:pt x="428978" y="2318594"/>
                </a:cubicBezTo>
                <a:cubicBezTo>
                  <a:pt x="427416" y="2315874"/>
                  <a:pt x="428515" y="2313322"/>
                  <a:pt x="427556" y="2310679"/>
                </a:cubicBezTo>
                <a:cubicBezTo>
                  <a:pt x="413828" y="2312149"/>
                  <a:pt x="399838" y="2321919"/>
                  <a:pt x="386203" y="2320528"/>
                </a:cubicBezTo>
                <a:cubicBezTo>
                  <a:pt x="382616" y="2315891"/>
                  <a:pt x="385397" y="2311731"/>
                  <a:pt x="384949" y="2307325"/>
                </a:cubicBezTo>
                <a:cubicBezTo>
                  <a:pt x="383249" y="2309844"/>
                  <a:pt x="381656" y="2308098"/>
                  <a:pt x="379924" y="2309582"/>
                </a:cubicBezTo>
                <a:cubicBezTo>
                  <a:pt x="377683" y="2312922"/>
                  <a:pt x="381115" y="2316663"/>
                  <a:pt x="379616" y="2320080"/>
                </a:cubicBezTo>
                <a:cubicBezTo>
                  <a:pt x="373664" y="2321456"/>
                  <a:pt x="362223" y="2324454"/>
                  <a:pt x="361822" y="2310788"/>
                </a:cubicBezTo>
                <a:cubicBezTo>
                  <a:pt x="351262" y="2315148"/>
                  <a:pt x="331381" y="2340703"/>
                  <a:pt x="327006" y="2321239"/>
                </a:cubicBezTo>
                <a:cubicBezTo>
                  <a:pt x="330392" y="2320467"/>
                  <a:pt x="340271" y="2309800"/>
                  <a:pt x="355577" y="2299812"/>
                </a:cubicBezTo>
                <a:cubicBezTo>
                  <a:pt x="344197" y="2295607"/>
                  <a:pt x="332140" y="2314235"/>
                  <a:pt x="321085" y="2299766"/>
                </a:cubicBezTo>
                <a:cubicBezTo>
                  <a:pt x="328074" y="2309042"/>
                  <a:pt x="317298" y="2316941"/>
                  <a:pt x="320265" y="2325971"/>
                </a:cubicBezTo>
                <a:cubicBezTo>
                  <a:pt x="317685" y="2321858"/>
                  <a:pt x="314654" y="2330191"/>
                  <a:pt x="312164" y="2322708"/>
                </a:cubicBezTo>
                <a:cubicBezTo>
                  <a:pt x="319447" y="2318889"/>
                  <a:pt x="322029" y="2306058"/>
                  <a:pt x="317948" y="2294279"/>
                </a:cubicBezTo>
                <a:cubicBezTo>
                  <a:pt x="309290" y="2309692"/>
                  <a:pt x="306305" y="2299626"/>
                  <a:pt x="301699" y="2287737"/>
                </a:cubicBezTo>
                <a:cubicBezTo>
                  <a:pt x="281122" y="2306846"/>
                  <a:pt x="270671" y="2287477"/>
                  <a:pt x="252245" y="2294433"/>
                </a:cubicBezTo>
                <a:cubicBezTo>
                  <a:pt x="254114" y="2275943"/>
                  <a:pt x="271414" y="2290723"/>
                  <a:pt x="272697" y="2269743"/>
                </a:cubicBezTo>
                <a:cubicBezTo>
                  <a:pt x="260902" y="2261410"/>
                  <a:pt x="248177" y="2283967"/>
                  <a:pt x="236940" y="2256511"/>
                </a:cubicBezTo>
                <a:cubicBezTo>
                  <a:pt x="226797" y="2265940"/>
                  <a:pt x="217089" y="2260545"/>
                  <a:pt x="207288" y="2259418"/>
                </a:cubicBezTo>
                <a:cubicBezTo>
                  <a:pt x="203175" y="2265230"/>
                  <a:pt x="204906" y="2271506"/>
                  <a:pt x="198538" y="2277165"/>
                </a:cubicBezTo>
                <a:cubicBezTo>
                  <a:pt x="196419" y="2274290"/>
                  <a:pt x="194394" y="2268910"/>
                  <a:pt x="192136" y="2271383"/>
                </a:cubicBezTo>
                <a:cubicBezTo>
                  <a:pt x="196728" y="2278557"/>
                  <a:pt x="194858" y="2284648"/>
                  <a:pt x="190080" y="2284338"/>
                </a:cubicBezTo>
                <a:cubicBezTo>
                  <a:pt x="182289" y="2271012"/>
                  <a:pt x="193744" y="2269141"/>
                  <a:pt x="199187" y="2261566"/>
                </a:cubicBezTo>
                <a:cubicBezTo>
                  <a:pt x="188674" y="2260963"/>
                  <a:pt x="203748" y="2253094"/>
                  <a:pt x="196373" y="2245564"/>
                </a:cubicBezTo>
                <a:cubicBezTo>
                  <a:pt x="192972" y="2258041"/>
                  <a:pt x="184855" y="2262230"/>
                  <a:pt x="184824" y="2247327"/>
                </a:cubicBezTo>
                <a:cubicBezTo>
                  <a:pt x="194084" y="2242581"/>
                  <a:pt x="196621" y="2232594"/>
                  <a:pt x="204814" y="2238376"/>
                </a:cubicBezTo>
                <a:cubicBezTo>
                  <a:pt x="203268" y="2235609"/>
                  <a:pt x="204367" y="2233059"/>
                  <a:pt x="203424" y="2230367"/>
                </a:cubicBezTo>
                <a:cubicBezTo>
                  <a:pt x="198863" y="2222546"/>
                  <a:pt x="190049" y="2237928"/>
                  <a:pt x="190483" y="2224076"/>
                </a:cubicBezTo>
                <a:cubicBezTo>
                  <a:pt x="202170" y="2218371"/>
                  <a:pt x="213240" y="2232547"/>
                  <a:pt x="224973" y="2224152"/>
                </a:cubicBezTo>
                <a:cubicBezTo>
                  <a:pt x="226411" y="2218989"/>
                  <a:pt x="219254" y="2213192"/>
                  <a:pt x="222192" y="2208183"/>
                </a:cubicBezTo>
                <a:cubicBezTo>
                  <a:pt x="226287" y="2218061"/>
                  <a:pt x="230989" y="2206714"/>
                  <a:pt x="234976" y="2219685"/>
                </a:cubicBezTo>
                <a:cubicBezTo>
                  <a:pt x="233214" y="2223024"/>
                  <a:pt x="229844" y="2226271"/>
                  <a:pt x="231389" y="2229872"/>
                </a:cubicBezTo>
                <a:cubicBezTo>
                  <a:pt x="237774" y="2231047"/>
                  <a:pt x="253080" y="2223751"/>
                  <a:pt x="249987" y="2212975"/>
                </a:cubicBezTo>
                <a:cubicBezTo>
                  <a:pt x="253513" y="2223164"/>
                  <a:pt x="257532" y="2216762"/>
                  <a:pt x="261056" y="2226919"/>
                </a:cubicBezTo>
                <a:cubicBezTo>
                  <a:pt x="255212" y="2239396"/>
                  <a:pt x="250358" y="2218432"/>
                  <a:pt x="244515" y="2230924"/>
                </a:cubicBezTo>
                <a:cubicBezTo>
                  <a:pt x="254780" y="2240772"/>
                  <a:pt x="257299" y="2235577"/>
                  <a:pt x="265106" y="2256139"/>
                </a:cubicBezTo>
                <a:cubicBezTo>
                  <a:pt x="267395" y="2252567"/>
                  <a:pt x="269621" y="2251965"/>
                  <a:pt x="271816" y="2251409"/>
                </a:cubicBezTo>
                <a:cubicBezTo>
                  <a:pt x="271584" y="2241807"/>
                  <a:pt x="269698" y="2248146"/>
                  <a:pt x="265587" y="2240400"/>
                </a:cubicBezTo>
                <a:cubicBezTo>
                  <a:pt x="268632" y="2236288"/>
                  <a:pt x="268802" y="2231928"/>
                  <a:pt x="267641" y="2227460"/>
                </a:cubicBezTo>
                <a:cubicBezTo>
                  <a:pt x="273378" y="2217844"/>
                  <a:pt x="278588" y="2226533"/>
                  <a:pt x="284354" y="2218200"/>
                </a:cubicBezTo>
                <a:cubicBezTo>
                  <a:pt x="282206" y="2204981"/>
                  <a:pt x="268602" y="2216949"/>
                  <a:pt x="276531" y="2204472"/>
                </a:cubicBezTo>
                <a:cubicBezTo>
                  <a:pt x="285267" y="2206450"/>
                  <a:pt x="302658" y="2208027"/>
                  <a:pt x="305704" y="2217273"/>
                </a:cubicBezTo>
                <a:cubicBezTo>
                  <a:pt x="302039" y="2211613"/>
                  <a:pt x="298021" y="2217643"/>
                  <a:pt x="294017" y="2224198"/>
                </a:cubicBezTo>
                <a:cubicBezTo>
                  <a:pt x="305301" y="2239967"/>
                  <a:pt x="323514" y="2224120"/>
                  <a:pt x="329743" y="2237478"/>
                </a:cubicBezTo>
                <a:cubicBezTo>
                  <a:pt x="333022" y="2233365"/>
                  <a:pt x="332186" y="2228944"/>
                  <a:pt x="328492" y="2224291"/>
                </a:cubicBezTo>
                <a:cubicBezTo>
                  <a:pt x="334305" y="2212773"/>
                  <a:pt x="339715" y="2215386"/>
                  <a:pt x="345189" y="2215030"/>
                </a:cubicBezTo>
                <a:cubicBezTo>
                  <a:pt x="356551" y="2236255"/>
                  <a:pt x="374051" y="2226965"/>
                  <a:pt x="392652" y="2221349"/>
                </a:cubicBezTo>
                <a:cubicBezTo>
                  <a:pt x="390518" y="2227424"/>
                  <a:pt x="380934" y="2223637"/>
                  <a:pt x="384054" y="2233829"/>
                </a:cubicBezTo>
                <a:cubicBezTo>
                  <a:pt x="390284" y="2245455"/>
                  <a:pt x="397474" y="2225277"/>
                  <a:pt x="403890" y="2230114"/>
                </a:cubicBezTo>
                <a:cubicBezTo>
                  <a:pt x="403952" y="2235370"/>
                  <a:pt x="398028" y="2240183"/>
                  <a:pt x="403410" y="2245810"/>
                </a:cubicBezTo>
                <a:cubicBezTo>
                  <a:pt x="405681" y="2242548"/>
                  <a:pt x="407987" y="2239175"/>
                  <a:pt x="410259" y="2235881"/>
                </a:cubicBezTo>
                <a:cubicBezTo>
                  <a:pt x="420693" y="2254174"/>
                  <a:pt x="432660" y="2220731"/>
                  <a:pt x="443545" y="2222678"/>
                </a:cubicBezTo>
                <a:cubicBezTo>
                  <a:pt x="451522" y="2241741"/>
                  <a:pt x="471048" y="2231506"/>
                  <a:pt x="470104" y="2214222"/>
                </a:cubicBezTo>
                <a:cubicBezTo>
                  <a:pt x="467676" y="2213712"/>
                  <a:pt x="456886" y="2226930"/>
                  <a:pt x="460241" y="2213480"/>
                </a:cubicBezTo>
                <a:cubicBezTo>
                  <a:pt x="466781" y="2219463"/>
                  <a:pt x="457396" y="2203245"/>
                  <a:pt x="462281" y="2200494"/>
                </a:cubicBezTo>
                <a:cubicBezTo>
                  <a:pt x="467569" y="2206879"/>
                  <a:pt x="472933" y="2211130"/>
                  <a:pt x="478205" y="2217515"/>
                </a:cubicBezTo>
                <a:cubicBezTo>
                  <a:pt x="470661" y="2231691"/>
                  <a:pt x="471650" y="2229449"/>
                  <a:pt x="462885" y="2234707"/>
                </a:cubicBezTo>
                <a:cubicBezTo>
                  <a:pt x="477587" y="2246315"/>
                  <a:pt x="495751" y="2244507"/>
                  <a:pt x="502400" y="2232496"/>
                </a:cubicBezTo>
                <a:cubicBezTo>
                  <a:pt x="499739" y="2238122"/>
                  <a:pt x="510562" y="2246177"/>
                  <a:pt x="513484" y="2246487"/>
                </a:cubicBezTo>
                <a:cubicBezTo>
                  <a:pt x="515646" y="2226930"/>
                  <a:pt x="527891" y="2251417"/>
                  <a:pt x="534833" y="2245513"/>
                </a:cubicBezTo>
                <a:cubicBezTo>
                  <a:pt x="534833" y="2240828"/>
                  <a:pt x="542470" y="2223745"/>
                  <a:pt x="546891" y="2228044"/>
                </a:cubicBezTo>
                <a:cubicBezTo>
                  <a:pt x="545948" y="2235881"/>
                  <a:pt x="543351" y="2243549"/>
                  <a:pt x="547834" y="2251758"/>
                </a:cubicBezTo>
                <a:cubicBezTo>
                  <a:pt x="558069" y="2236793"/>
                  <a:pt x="559011" y="2267326"/>
                  <a:pt x="570915" y="2248310"/>
                </a:cubicBezTo>
                <a:cubicBezTo>
                  <a:pt x="564221" y="2247676"/>
                  <a:pt x="568503" y="2241802"/>
                  <a:pt x="569665" y="2235092"/>
                </a:cubicBezTo>
                <a:cubicBezTo>
                  <a:pt x="578090" y="2238523"/>
                  <a:pt x="593857" y="2235369"/>
                  <a:pt x="584010" y="2249315"/>
                </a:cubicBezTo>
                <a:cubicBezTo>
                  <a:pt x="594028" y="2240641"/>
                  <a:pt x="611172" y="2232881"/>
                  <a:pt x="625241" y="2244661"/>
                </a:cubicBezTo>
                <a:cubicBezTo>
                  <a:pt x="627513" y="2241352"/>
                  <a:pt x="629833" y="2238030"/>
                  <a:pt x="632136" y="2234675"/>
                </a:cubicBezTo>
                <a:cubicBezTo>
                  <a:pt x="641010" y="2241508"/>
                  <a:pt x="625227" y="2246408"/>
                  <a:pt x="629894" y="2252886"/>
                </a:cubicBezTo>
                <a:cubicBezTo>
                  <a:pt x="643700" y="2250598"/>
                  <a:pt x="649713" y="2238030"/>
                  <a:pt x="664725" y="2242481"/>
                </a:cubicBezTo>
                <a:cubicBezTo>
                  <a:pt x="661184" y="2232185"/>
                  <a:pt x="657010" y="2244027"/>
                  <a:pt x="653485" y="2233715"/>
                </a:cubicBezTo>
                <a:cubicBezTo>
                  <a:pt x="661632" y="2237705"/>
                  <a:pt x="678886" y="2224688"/>
                  <a:pt x="681267" y="2238523"/>
                </a:cubicBezTo>
                <a:cubicBezTo>
                  <a:pt x="678964" y="2234952"/>
                  <a:pt x="668466" y="2237549"/>
                  <a:pt x="671295" y="2242992"/>
                </a:cubicBezTo>
                <a:cubicBezTo>
                  <a:pt x="678916" y="2243702"/>
                  <a:pt x="686338" y="2251479"/>
                  <a:pt x="694377" y="2239482"/>
                </a:cubicBezTo>
                <a:cubicBezTo>
                  <a:pt x="690125" y="2236886"/>
                  <a:pt x="683786" y="2239374"/>
                  <a:pt x="688146" y="2228553"/>
                </a:cubicBezTo>
                <a:cubicBezTo>
                  <a:pt x="693805" y="2232851"/>
                  <a:pt x="700838" y="2225909"/>
                  <a:pt x="697639" y="2239776"/>
                </a:cubicBezTo>
                <a:cubicBezTo>
                  <a:pt x="700776" y="2222584"/>
                  <a:pt x="705956" y="2233701"/>
                  <a:pt x="712788" y="2227811"/>
                </a:cubicBezTo>
                <a:cubicBezTo>
                  <a:pt x="708569" y="2222183"/>
                  <a:pt x="704240" y="2221440"/>
                  <a:pt x="700158" y="2211098"/>
                </a:cubicBezTo>
                <a:cubicBezTo>
                  <a:pt x="696665" y="2218225"/>
                  <a:pt x="693557" y="2211454"/>
                  <a:pt x="690001" y="2220838"/>
                </a:cubicBezTo>
                <a:cubicBezTo>
                  <a:pt x="678995" y="2185372"/>
                  <a:pt x="653007" y="2226838"/>
                  <a:pt x="636480" y="2198282"/>
                </a:cubicBezTo>
                <a:cubicBezTo>
                  <a:pt x="626307" y="2209290"/>
                  <a:pt x="617156" y="2185266"/>
                  <a:pt x="606813" y="2201252"/>
                </a:cubicBezTo>
                <a:cubicBezTo>
                  <a:pt x="589497" y="2194263"/>
                  <a:pt x="572168" y="2188204"/>
                  <a:pt x="554529" y="2191898"/>
                </a:cubicBezTo>
                <a:cubicBezTo>
                  <a:pt x="555318" y="2185885"/>
                  <a:pt x="551483" y="2179468"/>
                  <a:pt x="553447" y="2173439"/>
                </a:cubicBezTo>
                <a:cubicBezTo>
                  <a:pt x="549040" y="2173965"/>
                  <a:pt x="544929" y="2164983"/>
                  <a:pt x="540321" y="2172451"/>
                </a:cubicBezTo>
                <a:cubicBezTo>
                  <a:pt x="533675" y="2163189"/>
                  <a:pt x="536395" y="2154625"/>
                  <a:pt x="534556" y="2145721"/>
                </a:cubicBezTo>
                <a:cubicBezTo>
                  <a:pt x="529995" y="2152430"/>
                  <a:pt x="524151" y="2158939"/>
                  <a:pt x="524089" y="2165942"/>
                </a:cubicBezTo>
                <a:cubicBezTo>
                  <a:pt x="514690" y="2164023"/>
                  <a:pt x="510129" y="2153343"/>
                  <a:pt x="508166" y="2148936"/>
                </a:cubicBezTo>
                <a:cubicBezTo>
                  <a:pt x="504626" y="2156759"/>
                  <a:pt x="504239" y="2161334"/>
                  <a:pt x="498008" y="2158659"/>
                </a:cubicBezTo>
                <a:cubicBezTo>
                  <a:pt x="499664" y="2145071"/>
                  <a:pt x="510825" y="2147359"/>
                  <a:pt x="506929" y="2135686"/>
                </a:cubicBezTo>
                <a:cubicBezTo>
                  <a:pt x="501363" y="2138670"/>
                  <a:pt x="490651" y="2146493"/>
                  <a:pt x="490712" y="2129240"/>
                </a:cubicBezTo>
                <a:cubicBezTo>
                  <a:pt x="486677" y="2135841"/>
                  <a:pt x="482951" y="2132595"/>
                  <a:pt x="478978" y="2136182"/>
                </a:cubicBezTo>
                <a:cubicBezTo>
                  <a:pt x="480895" y="2144190"/>
                  <a:pt x="480262" y="2152044"/>
                  <a:pt x="473367" y="2159370"/>
                </a:cubicBezTo>
                <a:cubicBezTo>
                  <a:pt x="468018" y="2149925"/>
                  <a:pt x="478020" y="2153250"/>
                  <a:pt x="472284" y="2140882"/>
                </a:cubicBezTo>
                <a:cubicBezTo>
                  <a:pt x="461895" y="2151100"/>
                  <a:pt x="457119" y="2134064"/>
                  <a:pt x="444488" y="2136104"/>
                </a:cubicBezTo>
                <a:cubicBezTo>
                  <a:pt x="453160" y="2125423"/>
                  <a:pt x="455109" y="2127046"/>
                  <a:pt x="453392" y="2113148"/>
                </a:cubicBezTo>
                <a:cubicBezTo>
                  <a:pt x="456484" y="2119577"/>
                  <a:pt x="460210" y="2105587"/>
                  <a:pt x="463565" y="2103454"/>
                </a:cubicBezTo>
                <a:cubicBezTo>
                  <a:pt x="469408" y="2109700"/>
                  <a:pt x="475469" y="2107736"/>
                  <a:pt x="481513" y="2107489"/>
                </a:cubicBezTo>
                <a:cubicBezTo>
                  <a:pt x="479271" y="2117228"/>
                  <a:pt x="469794" y="2109807"/>
                  <a:pt x="472933" y="2119964"/>
                </a:cubicBezTo>
                <a:cubicBezTo>
                  <a:pt x="480463" y="2107272"/>
                  <a:pt x="487758" y="2135656"/>
                  <a:pt x="491175" y="2113502"/>
                </a:cubicBezTo>
                <a:cubicBezTo>
                  <a:pt x="502431" y="2127278"/>
                  <a:pt x="509341" y="2129874"/>
                  <a:pt x="523317" y="2136985"/>
                </a:cubicBezTo>
                <a:cubicBezTo>
                  <a:pt x="526439" y="2132857"/>
                  <a:pt x="528309" y="2128668"/>
                  <a:pt x="528650" y="2124323"/>
                </a:cubicBezTo>
                <a:cubicBezTo>
                  <a:pt x="530737" y="2127339"/>
                  <a:pt x="532839" y="2130059"/>
                  <a:pt x="535205" y="2124788"/>
                </a:cubicBezTo>
                <a:cubicBezTo>
                  <a:pt x="543413" y="2130677"/>
                  <a:pt x="530303" y="2134914"/>
                  <a:pt x="534725" y="2140510"/>
                </a:cubicBezTo>
                <a:cubicBezTo>
                  <a:pt x="541589" y="2147111"/>
                  <a:pt x="546955" y="2139813"/>
                  <a:pt x="546583" y="2128313"/>
                </a:cubicBezTo>
                <a:cubicBezTo>
                  <a:pt x="552395" y="2134049"/>
                  <a:pt x="548206" y="2138932"/>
                  <a:pt x="552658" y="2144560"/>
                </a:cubicBezTo>
                <a:cubicBezTo>
                  <a:pt x="563665" y="2145997"/>
                  <a:pt x="566943" y="2130847"/>
                  <a:pt x="578722" y="2151842"/>
                </a:cubicBezTo>
                <a:cubicBezTo>
                  <a:pt x="582125" y="2146848"/>
                  <a:pt x="576652" y="2141190"/>
                  <a:pt x="582480" y="2136351"/>
                </a:cubicBezTo>
                <a:cubicBezTo>
                  <a:pt x="592173" y="2141962"/>
                  <a:pt x="593502" y="2143694"/>
                  <a:pt x="589190" y="2131605"/>
                </a:cubicBezTo>
                <a:cubicBezTo>
                  <a:pt x="594168" y="2129720"/>
                  <a:pt x="598774" y="2140787"/>
                  <a:pt x="603707" y="2140649"/>
                </a:cubicBezTo>
                <a:cubicBezTo>
                  <a:pt x="622026" y="2125484"/>
                  <a:pt x="637083" y="2150357"/>
                  <a:pt x="650998" y="2152181"/>
                </a:cubicBezTo>
                <a:cubicBezTo>
                  <a:pt x="657181" y="2142149"/>
                  <a:pt x="668095" y="2132502"/>
                  <a:pt x="661788" y="2121510"/>
                </a:cubicBezTo>
                <a:cubicBezTo>
                  <a:pt x="657707" y="2128019"/>
                  <a:pt x="659406" y="2134373"/>
                  <a:pt x="653208" y="2133939"/>
                </a:cubicBezTo>
                <a:cubicBezTo>
                  <a:pt x="646020" y="2128173"/>
                  <a:pt x="657552" y="2123797"/>
                  <a:pt x="650410" y="2117985"/>
                </a:cubicBezTo>
                <a:cubicBezTo>
                  <a:pt x="625319" y="2114152"/>
                  <a:pt x="600228" y="2111152"/>
                  <a:pt x="575462" y="2096434"/>
                </a:cubicBezTo>
                <a:cubicBezTo>
                  <a:pt x="580749" y="2084346"/>
                  <a:pt x="585402" y="2094255"/>
                  <a:pt x="590458" y="2089694"/>
                </a:cubicBezTo>
                <a:cubicBezTo>
                  <a:pt x="592652" y="2077960"/>
                  <a:pt x="583686" y="2079816"/>
                  <a:pt x="589360" y="2071220"/>
                </a:cubicBezTo>
                <a:cubicBezTo>
                  <a:pt x="591585" y="2074930"/>
                  <a:pt x="591971" y="2078456"/>
                  <a:pt x="592343" y="2081934"/>
                </a:cubicBezTo>
                <a:cubicBezTo>
                  <a:pt x="602747" y="2074296"/>
                  <a:pt x="604076" y="2066829"/>
                  <a:pt x="612473" y="2067757"/>
                </a:cubicBezTo>
                <a:cubicBezTo>
                  <a:pt x="601866" y="2071282"/>
                  <a:pt x="610740" y="2078255"/>
                  <a:pt x="605298" y="2088241"/>
                </a:cubicBezTo>
                <a:cubicBezTo>
                  <a:pt x="602655" y="2084531"/>
                  <a:pt x="600150" y="2077172"/>
                  <a:pt x="597322" y="2079692"/>
                </a:cubicBezTo>
                <a:cubicBezTo>
                  <a:pt x="597599" y="2086725"/>
                  <a:pt x="591972" y="2093297"/>
                  <a:pt x="596672" y="2100670"/>
                </a:cubicBezTo>
                <a:cubicBezTo>
                  <a:pt x="597506" y="2079167"/>
                  <a:pt x="604572" y="2102417"/>
                  <a:pt x="613385" y="2091411"/>
                </a:cubicBezTo>
                <a:cubicBezTo>
                  <a:pt x="608298" y="2083001"/>
                  <a:pt x="619939" y="2075333"/>
                  <a:pt x="622135" y="2073739"/>
                </a:cubicBezTo>
                <a:cubicBezTo>
                  <a:pt x="636264" y="2081408"/>
                  <a:pt x="675005" y="2063939"/>
                  <a:pt x="684267" y="2083804"/>
                </a:cubicBezTo>
                <a:cubicBezTo>
                  <a:pt x="686940" y="2077883"/>
                  <a:pt x="679582" y="2071173"/>
                  <a:pt x="686461" y="2065624"/>
                </a:cubicBezTo>
                <a:cubicBezTo>
                  <a:pt x="695180" y="2087529"/>
                  <a:pt x="697947" y="2084190"/>
                  <a:pt x="708785" y="2088333"/>
                </a:cubicBezTo>
                <a:cubicBezTo>
                  <a:pt x="700653" y="2090390"/>
                  <a:pt x="702385" y="2104303"/>
                  <a:pt x="695351" y="2097780"/>
                </a:cubicBezTo>
                <a:cubicBezTo>
                  <a:pt x="697267" y="2094456"/>
                  <a:pt x="698921" y="2091070"/>
                  <a:pt x="695676" y="2087329"/>
                </a:cubicBezTo>
                <a:cubicBezTo>
                  <a:pt x="692506" y="2091503"/>
                  <a:pt x="684421" y="2094873"/>
                  <a:pt x="683632" y="2104753"/>
                </a:cubicBezTo>
                <a:cubicBezTo>
                  <a:pt x="689986" y="2099109"/>
                  <a:pt x="711893" y="2116502"/>
                  <a:pt x="715494" y="2083602"/>
                </a:cubicBezTo>
                <a:cubicBezTo>
                  <a:pt x="721415" y="2088224"/>
                  <a:pt x="727568" y="2082953"/>
                  <a:pt x="733458" y="2087637"/>
                </a:cubicBezTo>
                <a:cubicBezTo>
                  <a:pt x="728619" y="2100144"/>
                  <a:pt x="718617" y="2095893"/>
                  <a:pt x="722992" y="2107797"/>
                </a:cubicBezTo>
                <a:cubicBezTo>
                  <a:pt x="728728" y="2116438"/>
                  <a:pt x="735453" y="2093527"/>
                  <a:pt x="741234" y="2101366"/>
                </a:cubicBezTo>
                <a:cubicBezTo>
                  <a:pt x="738422" y="2075904"/>
                  <a:pt x="763513" y="2095955"/>
                  <a:pt x="766543" y="2079707"/>
                </a:cubicBezTo>
                <a:cubicBezTo>
                  <a:pt x="768011" y="2089741"/>
                  <a:pt x="764083" y="2086369"/>
                  <a:pt x="764501" y="2092646"/>
                </a:cubicBezTo>
                <a:cubicBezTo>
                  <a:pt x="769170" y="2098057"/>
                  <a:pt x="777456" y="2099758"/>
                  <a:pt x="777781" y="2088456"/>
                </a:cubicBezTo>
                <a:cubicBezTo>
                  <a:pt x="783765" y="2101630"/>
                  <a:pt x="786376" y="2086602"/>
                  <a:pt x="788850" y="2102402"/>
                </a:cubicBezTo>
                <a:cubicBezTo>
                  <a:pt x="796054" y="2099218"/>
                  <a:pt x="803335" y="2095398"/>
                  <a:pt x="802593" y="2082474"/>
                </a:cubicBezTo>
                <a:cubicBezTo>
                  <a:pt x="810879" y="2079707"/>
                  <a:pt x="802098" y="2100175"/>
                  <a:pt x="810386" y="2096249"/>
                </a:cubicBezTo>
                <a:cubicBezTo>
                  <a:pt x="810014" y="2086725"/>
                  <a:pt x="813585" y="2079135"/>
                  <a:pt x="823820" y="2086756"/>
                </a:cubicBezTo>
                <a:cubicBezTo>
                  <a:pt x="826370" y="2091333"/>
                  <a:pt x="819939" y="2095213"/>
                  <a:pt x="821794" y="2099727"/>
                </a:cubicBezTo>
                <a:cubicBezTo>
                  <a:pt x="828396" y="2100191"/>
                  <a:pt x="824469" y="2093636"/>
                  <a:pt x="827097" y="2087004"/>
                </a:cubicBezTo>
                <a:cubicBezTo>
                  <a:pt x="829663" y="2092771"/>
                  <a:pt x="832492" y="2090281"/>
                  <a:pt x="835074" y="2095522"/>
                </a:cubicBezTo>
                <a:cubicBezTo>
                  <a:pt x="836806" y="2108740"/>
                  <a:pt x="824021" y="2094718"/>
                  <a:pt x="826478" y="2107998"/>
                </a:cubicBezTo>
                <a:cubicBezTo>
                  <a:pt x="835477" y="2115202"/>
                  <a:pt x="846514" y="2104565"/>
                  <a:pt x="843530" y="2088333"/>
                </a:cubicBezTo>
                <a:cubicBezTo>
                  <a:pt x="848138" y="2102710"/>
                  <a:pt x="858820" y="2115866"/>
                  <a:pt x="859731" y="2094796"/>
                </a:cubicBezTo>
                <a:cubicBezTo>
                  <a:pt x="866379" y="2095429"/>
                  <a:pt x="862036" y="2101319"/>
                  <a:pt x="864261" y="2108292"/>
                </a:cubicBezTo>
                <a:cubicBezTo>
                  <a:pt x="885596" y="2101180"/>
                  <a:pt x="896232" y="2114290"/>
                  <a:pt x="917026" y="2101923"/>
                </a:cubicBezTo>
                <a:cubicBezTo>
                  <a:pt x="923441" y="2108586"/>
                  <a:pt x="919144" y="2114337"/>
                  <a:pt x="921370" y="2120612"/>
                </a:cubicBezTo>
                <a:cubicBezTo>
                  <a:pt x="933087" y="2116021"/>
                  <a:pt x="939766" y="2097547"/>
                  <a:pt x="944481" y="2117151"/>
                </a:cubicBezTo>
                <a:cubicBezTo>
                  <a:pt x="951733" y="2106112"/>
                  <a:pt x="958318" y="2115836"/>
                  <a:pt x="961193" y="2107921"/>
                </a:cubicBezTo>
                <a:cubicBezTo>
                  <a:pt x="959431" y="2111322"/>
                  <a:pt x="961781" y="2115002"/>
                  <a:pt x="964162" y="2118681"/>
                </a:cubicBezTo>
                <a:cubicBezTo>
                  <a:pt x="968228" y="2111028"/>
                  <a:pt x="995328" y="2092631"/>
                  <a:pt x="993814" y="2115712"/>
                </a:cubicBezTo>
                <a:cubicBezTo>
                  <a:pt x="1002749" y="2104534"/>
                  <a:pt x="1015195" y="2099372"/>
                  <a:pt x="1019275" y="2088829"/>
                </a:cubicBezTo>
                <a:cubicBezTo>
                  <a:pt x="1029493" y="2114352"/>
                  <a:pt x="1065004" y="2088101"/>
                  <a:pt x="1054709" y="2112573"/>
                </a:cubicBezTo>
                <a:cubicBezTo>
                  <a:pt x="1062809" y="2119933"/>
                  <a:pt x="1061618" y="2096944"/>
                  <a:pt x="1069550" y="2111091"/>
                </a:cubicBezTo>
                <a:cubicBezTo>
                  <a:pt x="1074156" y="2121031"/>
                  <a:pt x="1058126" y="2108091"/>
                  <a:pt x="1062654" y="2121062"/>
                </a:cubicBezTo>
                <a:cubicBezTo>
                  <a:pt x="1069951" y="2126348"/>
                  <a:pt x="1086014" y="2130212"/>
                  <a:pt x="1084360" y="2109605"/>
                </a:cubicBezTo>
                <a:cubicBezTo>
                  <a:pt x="1080836" y="2112512"/>
                  <a:pt x="1069195" y="2110038"/>
                  <a:pt x="1071389" y="2103376"/>
                </a:cubicBezTo>
                <a:cubicBezTo>
                  <a:pt x="1083231" y="2107797"/>
                  <a:pt x="1098659" y="2105741"/>
                  <a:pt x="1105416" y="2119144"/>
                </a:cubicBezTo>
                <a:cubicBezTo>
                  <a:pt x="1112899" y="2114491"/>
                  <a:pt x="1101675" y="2108370"/>
                  <a:pt x="1109172" y="2103684"/>
                </a:cubicBezTo>
                <a:cubicBezTo>
                  <a:pt x="1117365" y="2116130"/>
                  <a:pt x="1116825" y="2104257"/>
                  <a:pt x="1123844" y="2107489"/>
                </a:cubicBezTo>
                <a:cubicBezTo>
                  <a:pt x="1119762" y="2101026"/>
                  <a:pt x="1116067" y="2094596"/>
                  <a:pt x="1116223" y="2088474"/>
                </a:cubicBezTo>
                <a:cubicBezTo>
                  <a:pt x="1109465" y="2093822"/>
                  <a:pt x="1102803" y="2097008"/>
                  <a:pt x="1096697" y="2081702"/>
                </a:cubicBezTo>
                <a:cubicBezTo>
                  <a:pt x="1102942" y="2075055"/>
                  <a:pt x="1108492" y="2090328"/>
                  <a:pt x="1114815" y="2080481"/>
                </a:cubicBezTo>
                <a:cubicBezTo>
                  <a:pt x="1123674" y="2088860"/>
                  <a:pt x="1121942" y="2109868"/>
                  <a:pt x="1130568" y="2102727"/>
                </a:cubicBezTo>
                <a:cubicBezTo>
                  <a:pt x="1135994" y="2096111"/>
                  <a:pt x="1132331" y="2088829"/>
                  <a:pt x="1137756" y="2082274"/>
                </a:cubicBezTo>
                <a:cubicBezTo>
                  <a:pt x="1138809" y="2084146"/>
                  <a:pt x="1139859" y="2085939"/>
                  <a:pt x="1140879" y="2087794"/>
                </a:cubicBezTo>
                <a:cubicBezTo>
                  <a:pt x="1142007" y="2086418"/>
                  <a:pt x="1143152" y="2085243"/>
                  <a:pt x="1144142" y="2088041"/>
                </a:cubicBezTo>
                <a:cubicBezTo>
                  <a:pt x="1138499" y="2095477"/>
                  <a:pt x="1133769" y="2102959"/>
                  <a:pt x="1135252" y="2110967"/>
                </a:cubicBezTo>
                <a:cubicBezTo>
                  <a:pt x="1145208" y="2107319"/>
                  <a:pt x="1138684" y="2117675"/>
                  <a:pt x="1138066" y="2126936"/>
                </a:cubicBezTo>
                <a:cubicBezTo>
                  <a:pt x="1146986" y="2132843"/>
                  <a:pt x="1146384" y="2116934"/>
                  <a:pt x="1154918" y="2112482"/>
                </a:cubicBezTo>
                <a:cubicBezTo>
                  <a:pt x="1164688" y="2124385"/>
                  <a:pt x="1185697" y="2127354"/>
                  <a:pt x="1186469" y="2101785"/>
                </a:cubicBezTo>
                <a:cubicBezTo>
                  <a:pt x="1194013" y="2112915"/>
                  <a:pt x="1181276" y="2122407"/>
                  <a:pt x="1185512" y="2133244"/>
                </a:cubicBezTo>
                <a:cubicBezTo>
                  <a:pt x="1187815" y="2124679"/>
                  <a:pt x="1194880" y="2116439"/>
                  <a:pt x="1196147" y="2107799"/>
                </a:cubicBezTo>
                <a:cubicBezTo>
                  <a:pt x="1203073" y="2114337"/>
                  <a:pt x="1210107" y="2117121"/>
                  <a:pt x="1217544" y="2106825"/>
                </a:cubicBezTo>
                <a:cubicBezTo>
                  <a:pt x="1223851" y="2116084"/>
                  <a:pt x="1209087" y="2123691"/>
                  <a:pt x="1220002" y="2133337"/>
                </a:cubicBezTo>
                <a:cubicBezTo>
                  <a:pt x="1224036" y="2127478"/>
                  <a:pt x="1228040" y="2121666"/>
                  <a:pt x="1232044" y="2115885"/>
                </a:cubicBezTo>
                <a:cubicBezTo>
                  <a:pt x="1231441" y="2133337"/>
                  <a:pt x="1241212" y="2126165"/>
                  <a:pt x="1249499" y="2135611"/>
                </a:cubicBezTo>
                <a:cubicBezTo>
                  <a:pt x="1251616" y="2132271"/>
                  <a:pt x="1249885" y="2128623"/>
                  <a:pt x="1253116" y="2125407"/>
                </a:cubicBezTo>
                <a:cubicBezTo>
                  <a:pt x="1263179" y="2134636"/>
                  <a:pt x="1278655" y="2136893"/>
                  <a:pt x="1284637" y="2114694"/>
                </a:cubicBezTo>
                <a:cubicBezTo>
                  <a:pt x="1285797" y="2128561"/>
                  <a:pt x="1299649" y="2127804"/>
                  <a:pt x="1301025" y="2115931"/>
                </a:cubicBezTo>
                <a:cubicBezTo>
                  <a:pt x="1309558" y="2141455"/>
                  <a:pt x="1319700" y="2114571"/>
                  <a:pt x="1328651" y="2125965"/>
                </a:cubicBezTo>
                <a:cubicBezTo>
                  <a:pt x="1329516" y="2114757"/>
                  <a:pt x="1330954" y="2123908"/>
                  <a:pt x="1335376" y="2121234"/>
                </a:cubicBezTo>
                <a:cubicBezTo>
                  <a:pt x="1333149" y="2117585"/>
                  <a:pt x="1332748" y="2114045"/>
                  <a:pt x="1332392" y="2110506"/>
                </a:cubicBezTo>
                <a:cubicBezTo>
                  <a:pt x="1337989" y="2106826"/>
                  <a:pt x="1343724" y="2098602"/>
                  <a:pt x="1348949" y="2106547"/>
                </a:cubicBezTo>
                <a:cubicBezTo>
                  <a:pt x="1344281" y="2113303"/>
                  <a:pt x="1334355" y="2106672"/>
                  <a:pt x="1338638" y="2121543"/>
                </a:cubicBezTo>
                <a:cubicBezTo>
                  <a:pt x="1351422" y="2114989"/>
                  <a:pt x="1363219" y="2141486"/>
                  <a:pt x="1375942" y="2137529"/>
                </a:cubicBezTo>
                <a:cubicBezTo>
                  <a:pt x="1382264" y="2133679"/>
                  <a:pt x="1384970" y="2127605"/>
                  <a:pt x="1383113" y="2117061"/>
                </a:cubicBezTo>
                <a:cubicBezTo>
                  <a:pt x="1370885" y="2103687"/>
                  <a:pt x="1376513" y="2134978"/>
                  <a:pt x="1366465" y="2126304"/>
                </a:cubicBezTo>
                <a:cubicBezTo>
                  <a:pt x="1374179" y="2116396"/>
                  <a:pt x="1368196" y="2105405"/>
                  <a:pt x="1370654" y="2095076"/>
                </a:cubicBezTo>
                <a:cubicBezTo>
                  <a:pt x="1373065" y="2112238"/>
                  <a:pt x="1382496" y="2107167"/>
                  <a:pt x="1389840" y="2112314"/>
                </a:cubicBezTo>
                <a:cubicBezTo>
                  <a:pt x="1386824" y="2120848"/>
                  <a:pt x="1382682" y="2129272"/>
                  <a:pt x="1389066" y="2138548"/>
                </a:cubicBezTo>
                <a:cubicBezTo>
                  <a:pt x="1393056" y="2135704"/>
                  <a:pt x="1391617" y="2120138"/>
                  <a:pt x="1397646" y="2126058"/>
                </a:cubicBezTo>
                <a:cubicBezTo>
                  <a:pt x="1396379" y="2130324"/>
                  <a:pt x="1395420" y="2134637"/>
                  <a:pt x="1395605" y="2139013"/>
                </a:cubicBezTo>
                <a:cubicBezTo>
                  <a:pt x="1402795" y="2137560"/>
                  <a:pt x="1410014" y="2133478"/>
                  <a:pt x="1417141" y="2132846"/>
                </a:cubicBezTo>
                <a:cubicBezTo>
                  <a:pt x="1423124" y="2153668"/>
                  <a:pt x="1444412" y="2136493"/>
                  <a:pt x="1456176" y="2146372"/>
                </a:cubicBezTo>
                <a:cubicBezTo>
                  <a:pt x="1454429" y="2141841"/>
                  <a:pt x="1458170" y="2137760"/>
                  <a:pt x="1458201" y="2133386"/>
                </a:cubicBezTo>
                <a:cubicBezTo>
                  <a:pt x="1461989" y="2135256"/>
                  <a:pt x="1465608" y="2142073"/>
                  <a:pt x="1469766" y="2131654"/>
                </a:cubicBezTo>
                <a:cubicBezTo>
                  <a:pt x="1476321" y="2155987"/>
                  <a:pt x="1485626" y="2135642"/>
                  <a:pt x="1496001" y="2133726"/>
                </a:cubicBezTo>
                <a:cubicBezTo>
                  <a:pt x="1492708" y="2143403"/>
                  <a:pt x="1502649" y="2137435"/>
                  <a:pt x="1500515" y="2147236"/>
                </a:cubicBezTo>
                <a:cubicBezTo>
                  <a:pt x="1495829" y="2156854"/>
                  <a:pt x="1491409" y="2158879"/>
                  <a:pt x="1487111" y="2156638"/>
                </a:cubicBezTo>
                <a:cubicBezTo>
                  <a:pt x="1490357" y="2178111"/>
                  <a:pt x="1506977" y="2172359"/>
                  <a:pt x="1516437" y="2164182"/>
                </a:cubicBezTo>
                <a:cubicBezTo>
                  <a:pt x="1511661" y="2158848"/>
                  <a:pt x="1506451" y="2167954"/>
                  <a:pt x="1501922" y="2155152"/>
                </a:cubicBezTo>
                <a:cubicBezTo>
                  <a:pt x="1517442" y="2148691"/>
                  <a:pt x="1532593" y="2154859"/>
                  <a:pt x="1548300" y="2143001"/>
                </a:cubicBezTo>
                <a:cubicBezTo>
                  <a:pt x="1550032" y="2139648"/>
                  <a:pt x="1547682" y="2135983"/>
                  <a:pt x="1545317" y="2132272"/>
                </a:cubicBezTo>
                <a:cubicBezTo>
                  <a:pt x="1548191" y="2128084"/>
                  <a:pt x="1551050" y="2123940"/>
                  <a:pt x="1553926" y="2119797"/>
                </a:cubicBezTo>
                <a:cubicBezTo>
                  <a:pt x="1560373" y="2128162"/>
                  <a:pt x="1551669" y="2135364"/>
                  <a:pt x="1558116" y="2143776"/>
                </a:cubicBezTo>
                <a:cubicBezTo>
                  <a:pt x="1570562" y="2156605"/>
                  <a:pt x="1570670" y="2130110"/>
                  <a:pt x="1579359" y="2148043"/>
                </a:cubicBezTo>
                <a:cubicBezTo>
                  <a:pt x="1584614" y="2133386"/>
                  <a:pt x="1570346" y="2126305"/>
                  <a:pt x="1565182" y="2128578"/>
                </a:cubicBezTo>
                <a:cubicBezTo>
                  <a:pt x="1571118" y="2113814"/>
                  <a:pt x="1580873" y="2136556"/>
                  <a:pt x="1581863" y="2119318"/>
                </a:cubicBezTo>
                <a:cubicBezTo>
                  <a:pt x="1588990" y="2133046"/>
                  <a:pt x="1577115" y="2145244"/>
                  <a:pt x="1588881" y="2159266"/>
                </a:cubicBezTo>
                <a:cubicBezTo>
                  <a:pt x="1597460" y="2149928"/>
                  <a:pt x="1624051" y="2162853"/>
                  <a:pt x="1621067" y="2127638"/>
                </a:cubicBezTo>
                <a:cubicBezTo>
                  <a:pt x="1613183" y="2135164"/>
                  <a:pt x="1605468" y="2136216"/>
                  <a:pt x="1597785" y="2136339"/>
                </a:cubicBezTo>
                <a:cubicBezTo>
                  <a:pt x="1598529" y="2123707"/>
                  <a:pt x="1607835" y="2136525"/>
                  <a:pt x="1604836" y="2121111"/>
                </a:cubicBezTo>
                <a:cubicBezTo>
                  <a:pt x="1617187" y="2130449"/>
                  <a:pt x="1638908" y="2116737"/>
                  <a:pt x="1645741" y="2126925"/>
                </a:cubicBezTo>
                <a:cubicBezTo>
                  <a:pt x="1643623" y="2124358"/>
                  <a:pt x="1641396" y="2125441"/>
                  <a:pt x="1639170" y="2126415"/>
                </a:cubicBezTo>
                <a:cubicBezTo>
                  <a:pt x="1643189" y="2136309"/>
                  <a:pt x="1650827" y="2131871"/>
                  <a:pt x="1641952" y="2142417"/>
                </a:cubicBezTo>
                <a:cubicBezTo>
                  <a:pt x="1635476" y="2150376"/>
                  <a:pt x="1643839" y="2126151"/>
                  <a:pt x="1637300" y="2134176"/>
                </a:cubicBezTo>
                <a:cubicBezTo>
                  <a:pt x="1626494" y="2144563"/>
                  <a:pt x="1640144" y="2140577"/>
                  <a:pt x="1636821" y="2149912"/>
                </a:cubicBezTo>
                <a:cubicBezTo>
                  <a:pt x="1627870" y="2145569"/>
                  <a:pt x="1630483" y="2165032"/>
                  <a:pt x="1618393" y="2161600"/>
                </a:cubicBezTo>
                <a:cubicBezTo>
                  <a:pt x="1623572" y="2171710"/>
                  <a:pt x="1629168" y="2167537"/>
                  <a:pt x="1634641" y="2168078"/>
                </a:cubicBezTo>
                <a:cubicBezTo>
                  <a:pt x="1637781" y="2161398"/>
                  <a:pt x="1640330" y="2148289"/>
                  <a:pt x="1646499" y="2155880"/>
                </a:cubicBezTo>
                <a:cubicBezTo>
                  <a:pt x="1645772" y="2161971"/>
                  <a:pt x="1641583" y="2167738"/>
                  <a:pt x="1644304" y="2174138"/>
                </a:cubicBezTo>
                <a:cubicBezTo>
                  <a:pt x="1650054" y="2171787"/>
                  <a:pt x="1656346" y="2171077"/>
                  <a:pt x="1654615" y="2159142"/>
                </a:cubicBezTo>
                <a:cubicBezTo>
                  <a:pt x="1647211" y="2163208"/>
                  <a:pt x="1650858" y="2142277"/>
                  <a:pt x="1643545" y="2145183"/>
                </a:cubicBezTo>
                <a:cubicBezTo>
                  <a:pt x="1649991" y="2130975"/>
                  <a:pt x="1655480" y="2148585"/>
                  <a:pt x="1661494" y="2149156"/>
                </a:cubicBezTo>
                <a:cubicBezTo>
                  <a:pt x="1663797" y="2144983"/>
                  <a:pt x="1668374" y="2140979"/>
                  <a:pt x="1666827" y="2136449"/>
                </a:cubicBezTo>
                <a:cubicBezTo>
                  <a:pt x="1661772" y="2140111"/>
                  <a:pt x="1656981" y="2135659"/>
                  <a:pt x="1652141" y="2132691"/>
                </a:cubicBezTo>
                <a:cubicBezTo>
                  <a:pt x="1655574" y="2117309"/>
                  <a:pt x="1657258" y="2132722"/>
                  <a:pt x="1664013" y="2120494"/>
                </a:cubicBezTo>
                <a:cubicBezTo>
                  <a:pt x="1655945" y="2115778"/>
                  <a:pt x="1647596" y="2120648"/>
                  <a:pt x="1639527" y="2115949"/>
                </a:cubicBezTo>
                <a:cubicBezTo>
                  <a:pt x="1641289" y="2112609"/>
                  <a:pt x="1644659" y="2109346"/>
                  <a:pt x="1643113" y="2105760"/>
                </a:cubicBezTo>
                <a:cubicBezTo>
                  <a:pt x="1637115" y="2106162"/>
                  <a:pt x="1632724" y="2106766"/>
                  <a:pt x="1634501" y="2118205"/>
                </a:cubicBezTo>
                <a:cubicBezTo>
                  <a:pt x="1625457" y="2111652"/>
                  <a:pt x="1616892" y="2109270"/>
                  <a:pt x="1611575" y="2116428"/>
                </a:cubicBezTo>
                <a:cubicBezTo>
                  <a:pt x="1615656" y="2108374"/>
                  <a:pt x="1606736" y="2107678"/>
                  <a:pt x="1605006" y="2115919"/>
                </a:cubicBezTo>
                <a:cubicBezTo>
                  <a:pt x="1602764" y="2112239"/>
                  <a:pt x="1602392" y="2108729"/>
                  <a:pt x="1602051" y="2105204"/>
                </a:cubicBezTo>
                <a:cubicBezTo>
                  <a:pt x="1598744" y="2105807"/>
                  <a:pt x="1595405" y="2108249"/>
                  <a:pt x="1591911" y="2114927"/>
                </a:cubicBezTo>
                <a:cubicBezTo>
                  <a:pt x="1584243" y="2096236"/>
                  <a:pt x="1575756" y="2105280"/>
                  <a:pt x="1567377" y="2110428"/>
                </a:cubicBezTo>
                <a:cubicBezTo>
                  <a:pt x="1570361" y="2105387"/>
                  <a:pt x="1563173" y="2099575"/>
                  <a:pt x="1564593" y="2094445"/>
                </a:cubicBezTo>
                <a:cubicBezTo>
                  <a:pt x="1551176" y="2112717"/>
                  <a:pt x="1531509" y="2077440"/>
                  <a:pt x="1523224" y="2104353"/>
                </a:cubicBezTo>
                <a:cubicBezTo>
                  <a:pt x="1518696" y="2091026"/>
                  <a:pt x="1513407" y="2103038"/>
                  <a:pt x="1508382" y="2105791"/>
                </a:cubicBezTo>
                <a:cubicBezTo>
                  <a:pt x="1502386" y="2099236"/>
                  <a:pt x="1504456" y="2093222"/>
                  <a:pt x="1500762" y="2086792"/>
                </a:cubicBezTo>
                <a:cubicBezTo>
                  <a:pt x="1494655" y="2108728"/>
                  <a:pt x="1477310" y="2077237"/>
                  <a:pt x="1466427" y="2081550"/>
                </a:cubicBezTo>
                <a:cubicBezTo>
                  <a:pt x="1464323" y="2085802"/>
                  <a:pt x="1466086" y="2090301"/>
                  <a:pt x="1464385" y="2094536"/>
                </a:cubicBezTo>
                <a:cubicBezTo>
                  <a:pt x="1456053" y="2090995"/>
                  <a:pt x="1453702" y="2091644"/>
                  <a:pt x="1443159" y="2090254"/>
                </a:cubicBezTo>
                <a:cubicBezTo>
                  <a:pt x="1442696" y="2081179"/>
                  <a:pt x="1453130" y="2084565"/>
                  <a:pt x="1448601" y="2072306"/>
                </a:cubicBezTo>
                <a:cubicBezTo>
                  <a:pt x="1433111" y="2106067"/>
                  <a:pt x="1406998" y="2079091"/>
                  <a:pt x="1392561" y="2078459"/>
                </a:cubicBezTo>
                <a:cubicBezTo>
                  <a:pt x="1393380" y="2084625"/>
                  <a:pt x="1394941" y="2090872"/>
                  <a:pt x="1390397" y="2096638"/>
                </a:cubicBezTo>
                <a:cubicBezTo>
                  <a:pt x="1384614" y="2088353"/>
                  <a:pt x="1378338" y="2096392"/>
                  <a:pt x="1372447" y="2092618"/>
                </a:cubicBezTo>
                <a:cubicBezTo>
                  <a:pt x="1376653" y="2085956"/>
                  <a:pt x="1379729" y="2079214"/>
                  <a:pt x="1379622" y="2072150"/>
                </a:cubicBezTo>
                <a:cubicBezTo>
                  <a:pt x="1349800" y="2062688"/>
                  <a:pt x="1310223" y="2085012"/>
                  <a:pt x="1286431" y="2057093"/>
                </a:cubicBezTo>
                <a:cubicBezTo>
                  <a:pt x="1290216" y="2058932"/>
                  <a:pt x="1293960" y="2062056"/>
                  <a:pt x="1297994" y="2055347"/>
                </a:cubicBezTo>
                <a:cubicBezTo>
                  <a:pt x="1292135" y="2049611"/>
                  <a:pt x="1296355" y="2044678"/>
                  <a:pt x="1291887" y="2039113"/>
                </a:cubicBezTo>
                <a:cubicBezTo>
                  <a:pt x="1282890" y="2058931"/>
                  <a:pt x="1278887" y="2033748"/>
                  <a:pt x="1273970" y="2035077"/>
                </a:cubicBezTo>
                <a:cubicBezTo>
                  <a:pt x="1267569" y="2040674"/>
                  <a:pt x="1271589" y="2047106"/>
                  <a:pt x="1265204" y="2052811"/>
                </a:cubicBezTo>
                <a:cubicBezTo>
                  <a:pt x="1261385" y="2038309"/>
                  <a:pt x="1257691" y="2041927"/>
                  <a:pt x="1252574" y="2036021"/>
                </a:cubicBezTo>
                <a:cubicBezTo>
                  <a:pt x="1248723" y="2040150"/>
                  <a:pt x="1251275" y="2044678"/>
                  <a:pt x="1250533" y="2049037"/>
                </a:cubicBezTo>
                <a:cubicBezTo>
                  <a:pt x="1244582" y="2043751"/>
                  <a:pt x="1229554" y="2058314"/>
                  <a:pt x="1229307" y="2044756"/>
                </a:cubicBezTo>
                <a:cubicBezTo>
                  <a:pt x="1233744" y="2043054"/>
                  <a:pt x="1237903" y="2050816"/>
                  <a:pt x="1242587" y="2040536"/>
                </a:cubicBezTo>
                <a:cubicBezTo>
                  <a:pt x="1228843" y="2036160"/>
                  <a:pt x="1238429" y="2029065"/>
                  <a:pt x="1233543" y="2013574"/>
                </a:cubicBezTo>
                <a:cubicBezTo>
                  <a:pt x="1226724" y="2019155"/>
                  <a:pt x="1228395" y="2025432"/>
                  <a:pt x="1228087" y="2031538"/>
                </a:cubicBezTo>
                <a:cubicBezTo>
                  <a:pt x="1218562" y="2035974"/>
                  <a:pt x="1202733" y="2027533"/>
                  <a:pt x="1188897" y="2023221"/>
                </a:cubicBezTo>
                <a:cubicBezTo>
                  <a:pt x="1188556" y="2035619"/>
                  <a:pt x="1180177" y="2035077"/>
                  <a:pt x="1175122" y="2043179"/>
                </a:cubicBezTo>
                <a:cubicBezTo>
                  <a:pt x="1168504" y="2035634"/>
                  <a:pt x="1180116" y="2029575"/>
                  <a:pt x="1172509" y="2021937"/>
                </a:cubicBezTo>
                <a:cubicBezTo>
                  <a:pt x="1165474" y="2036330"/>
                  <a:pt x="1158905" y="2037026"/>
                  <a:pt x="1152180" y="2041400"/>
                </a:cubicBezTo>
                <a:cubicBezTo>
                  <a:pt x="1154174" y="2047120"/>
                  <a:pt x="1158734" y="2044740"/>
                  <a:pt x="1156848" y="2049640"/>
                </a:cubicBezTo>
                <a:cubicBezTo>
                  <a:pt x="1151128" y="2042049"/>
                  <a:pt x="1146321" y="2054958"/>
                  <a:pt x="1148252" y="2062131"/>
                </a:cubicBezTo>
                <a:cubicBezTo>
                  <a:pt x="1142966" y="2056195"/>
                  <a:pt x="1137185" y="2065687"/>
                  <a:pt x="1132051" y="2055608"/>
                </a:cubicBezTo>
                <a:cubicBezTo>
                  <a:pt x="1135638" y="2044615"/>
                  <a:pt x="1138652" y="2053829"/>
                  <a:pt x="1142023" y="2051124"/>
                </a:cubicBezTo>
                <a:cubicBezTo>
                  <a:pt x="1135655" y="2043689"/>
                  <a:pt x="1143059" y="2041555"/>
                  <a:pt x="1145593" y="2040890"/>
                </a:cubicBezTo>
                <a:cubicBezTo>
                  <a:pt x="1137571" y="2039917"/>
                  <a:pt x="1131371" y="2035340"/>
                  <a:pt x="1129701" y="2023916"/>
                </a:cubicBezTo>
                <a:cubicBezTo>
                  <a:pt x="1130876" y="2034552"/>
                  <a:pt x="1140120" y="2023484"/>
                  <a:pt x="1136426" y="2019186"/>
                </a:cubicBezTo>
                <a:cubicBezTo>
                  <a:pt x="1125203" y="2009616"/>
                  <a:pt x="1113083" y="2030470"/>
                  <a:pt x="1101597" y="2029605"/>
                </a:cubicBezTo>
                <a:cubicBezTo>
                  <a:pt x="1106080" y="2022926"/>
                  <a:pt x="1113840" y="2016526"/>
                  <a:pt x="1105522" y="2008874"/>
                </a:cubicBezTo>
                <a:cubicBezTo>
                  <a:pt x="1100530" y="2023993"/>
                  <a:pt x="1086184" y="2041847"/>
                  <a:pt x="1080356" y="2025307"/>
                </a:cubicBezTo>
                <a:cubicBezTo>
                  <a:pt x="1081731" y="2029404"/>
                  <a:pt x="1090712" y="2027580"/>
                  <a:pt x="1087079" y="2020576"/>
                </a:cubicBezTo>
                <a:cubicBezTo>
                  <a:pt x="1078887" y="2020190"/>
                  <a:pt x="1070786" y="2016386"/>
                  <a:pt x="1062423" y="2021272"/>
                </a:cubicBezTo>
                <a:cubicBezTo>
                  <a:pt x="1058279" y="2015721"/>
                  <a:pt x="1056717" y="2010341"/>
                  <a:pt x="1056345" y="2005038"/>
                </a:cubicBezTo>
                <a:cubicBezTo>
                  <a:pt x="1049188" y="2009801"/>
                  <a:pt x="1052311" y="2010450"/>
                  <a:pt x="1046020" y="2020019"/>
                </a:cubicBezTo>
                <a:cubicBezTo>
                  <a:pt x="1043469" y="2014283"/>
                  <a:pt x="1040640" y="2016726"/>
                  <a:pt x="1038088" y="2011532"/>
                </a:cubicBezTo>
                <a:cubicBezTo>
                  <a:pt x="1036017" y="2007853"/>
                  <a:pt x="1039649" y="2004591"/>
                  <a:pt x="1038367" y="2001020"/>
                </a:cubicBezTo>
                <a:cubicBezTo>
                  <a:pt x="1019645" y="1989301"/>
                  <a:pt x="1007076" y="2007805"/>
                  <a:pt x="990427" y="2010434"/>
                </a:cubicBezTo>
                <a:cubicBezTo>
                  <a:pt x="992669" y="2001870"/>
                  <a:pt x="994462" y="1993227"/>
                  <a:pt x="994538" y="1984477"/>
                </a:cubicBezTo>
                <a:cubicBezTo>
                  <a:pt x="988416" y="1986967"/>
                  <a:pt x="982604" y="1979794"/>
                  <a:pt x="976235" y="1990955"/>
                </a:cubicBezTo>
                <a:cubicBezTo>
                  <a:pt x="980657" y="1997927"/>
                  <a:pt x="992854" y="1983395"/>
                  <a:pt x="987473" y="1999705"/>
                </a:cubicBezTo>
                <a:cubicBezTo>
                  <a:pt x="980069" y="2003183"/>
                  <a:pt x="973360" y="1993738"/>
                  <a:pt x="965043" y="1982189"/>
                </a:cubicBezTo>
                <a:cubicBezTo>
                  <a:pt x="954993" y="1994278"/>
                  <a:pt x="970453" y="1992099"/>
                  <a:pt x="967655" y="2003383"/>
                </a:cubicBezTo>
                <a:cubicBezTo>
                  <a:pt x="948500" y="1989779"/>
                  <a:pt x="928822" y="2003956"/>
                  <a:pt x="913331" y="2007048"/>
                </a:cubicBezTo>
                <a:cubicBezTo>
                  <a:pt x="916871" y="1998265"/>
                  <a:pt x="919902" y="2007480"/>
                  <a:pt x="923318" y="2002594"/>
                </a:cubicBezTo>
                <a:cubicBezTo>
                  <a:pt x="917257" y="1995963"/>
                  <a:pt x="925033" y="1990428"/>
                  <a:pt x="918989" y="1983843"/>
                </a:cubicBezTo>
                <a:cubicBezTo>
                  <a:pt x="898427" y="2010588"/>
                  <a:pt x="879659" y="1979778"/>
                  <a:pt x="859794" y="1984538"/>
                </a:cubicBezTo>
                <a:cubicBezTo>
                  <a:pt x="865190" y="1979652"/>
                  <a:pt x="865359" y="1974411"/>
                  <a:pt x="860274" y="1968800"/>
                </a:cubicBezTo>
                <a:cubicBezTo>
                  <a:pt x="853951" y="1978740"/>
                  <a:pt x="847674" y="1986795"/>
                  <a:pt x="841675" y="1985774"/>
                </a:cubicBezTo>
                <a:cubicBezTo>
                  <a:pt x="843299" y="1982374"/>
                  <a:pt x="842634" y="1978787"/>
                  <a:pt x="842000" y="1975232"/>
                </a:cubicBezTo>
                <a:cubicBezTo>
                  <a:pt x="826417" y="1984074"/>
                  <a:pt x="811576" y="1968028"/>
                  <a:pt x="795823" y="1982173"/>
                </a:cubicBezTo>
                <a:cubicBezTo>
                  <a:pt x="798867" y="1978014"/>
                  <a:pt x="798992" y="1973639"/>
                  <a:pt x="797848" y="1969187"/>
                </a:cubicBezTo>
                <a:cubicBezTo>
                  <a:pt x="773236" y="1975077"/>
                  <a:pt x="776560" y="1967440"/>
                  <a:pt x="757111" y="1958148"/>
                </a:cubicBezTo>
                <a:cubicBezTo>
                  <a:pt x="761456" y="1953232"/>
                  <a:pt x="763188" y="1948114"/>
                  <a:pt x="760868" y="1942674"/>
                </a:cubicBezTo>
                <a:cubicBezTo>
                  <a:pt x="752412" y="1955829"/>
                  <a:pt x="755225" y="1933939"/>
                  <a:pt x="747743" y="1941684"/>
                </a:cubicBezTo>
                <a:cubicBezTo>
                  <a:pt x="743276" y="1946584"/>
                  <a:pt x="741405" y="1951701"/>
                  <a:pt x="740725" y="1956897"/>
                </a:cubicBezTo>
                <a:cubicBezTo>
                  <a:pt x="737602" y="1952088"/>
                  <a:pt x="734387" y="1949337"/>
                  <a:pt x="731063" y="1950882"/>
                </a:cubicBezTo>
                <a:cubicBezTo>
                  <a:pt x="728217" y="1955025"/>
                  <a:pt x="734418" y="1959911"/>
                  <a:pt x="732283" y="1964100"/>
                </a:cubicBezTo>
                <a:cubicBezTo>
                  <a:pt x="720209" y="1956618"/>
                  <a:pt x="726161" y="1954191"/>
                  <a:pt x="712943" y="1952119"/>
                </a:cubicBezTo>
                <a:cubicBezTo>
                  <a:pt x="715293" y="1957499"/>
                  <a:pt x="722482" y="1963327"/>
                  <a:pt x="715742" y="1968059"/>
                </a:cubicBezTo>
                <a:cubicBezTo>
                  <a:pt x="703174" y="1946013"/>
                  <a:pt x="673492" y="1956495"/>
                  <a:pt x="684065" y="1928868"/>
                </a:cubicBezTo>
                <a:cubicBezTo>
                  <a:pt x="676103" y="1921634"/>
                  <a:pt x="667523" y="1933259"/>
                  <a:pt x="659406" y="1929549"/>
                </a:cubicBezTo>
                <a:cubicBezTo>
                  <a:pt x="661185" y="1926178"/>
                  <a:pt x="664555" y="1922948"/>
                  <a:pt x="663010" y="1919314"/>
                </a:cubicBezTo>
                <a:cubicBezTo>
                  <a:pt x="653347" y="1926488"/>
                  <a:pt x="654753" y="1905401"/>
                  <a:pt x="645184" y="1910085"/>
                </a:cubicBezTo>
                <a:cubicBezTo>
                  <a:pt x="641305" y="1921124"/>
                  <a:pt x="646205" y="1932857"/>
                  <a:pt x="642511" y="1943987"/>
                </a:cubicBezTo>
                <a:cubicBezTo>
                  <a:pt x="639757" y="1928018"/>
                  <a:pt x="623665" y="1915542"/>
                  <a:pt x="619737" y="1936938"/>
                </a:cubicBezTo>
                <a:cubicBezTo>
                  <a:pt x="569463" y="1914769"/>
                  <a:pt x="518632" y="1911708"/>
                  <a:pt x="468188" y="1896327"/>
                </a:cubicBezTo>
                <a:cubicBezTo>
                  <a:pt x="473460" y="1884885"/>
                  <a:pt x="477895" y="1901349"/>
                  <a:pt x="482999" y="1894858"/>
                </a:cubicBezTo>
                <a:cubicBezTo>
                  <a:pt x="483106" y="1885241"/>
                  <a:pt x="490465" y="1890884"/>
                  <a:pt x="486770" y="1879351"/>
                </a:cubicBezTo>
                <a:cubicBezTo>
                  <a:pt x="484468" y="1882613"/>
                  <a:pt x="482442" y="1876863"/>
                  <a:pt x="480216" y="1878887"/>
                </a:cubicBezTo>
                <a:cubicBezTo>
                  <a:pt x="478360" y="1883092"/>
                  <a:pt x="479132" y="1887529"/>
                  <a:pt x="474881" y="1891548"/>
                </a:cubicBezTo>
                <a:cubicBezTo>
                  <a:pt x="468032" y="1885782"/>
                  <a:pt x="473784" y="1880990"/>
                  <a:pt x="472067" y="1875626"/>
                </a:cubicBezTo>
                <a:cubicBezTo>
                  <a:pt x="468296" y="1874435"/>
                  <a:pt x="464554" y="1871421"/>
                  <a:pt x="460675" y="1872084"/>
                </a:cubicBezTo>
                <a:cubicBezTo>
                  <a:pt x="459422" y="1876368"/>
                  <a:pt x="458432" y="1880680"/>
                  <a:pt x="458664" y="1885071"/>
                </a:cubicBezTo>
                <a:cubicBezTo>
                  <a:pt x="466812" y="1895568"/>
                  <a:pt x="466672" y="1905138"/>
                  <a:pt x="469254" y="1914814"/>
                </a:cubicBezTo>
                <a:cubicBezTo>
                  <a:pt x="465035" y="1909080"/>
                  <a:pt x="460350" y="1918356"/>
                  <a:pt x="456316" y="1908554"/>
                </a:cubicBezTo>
                <a:cubicBezTo>
                  <a:pt x="458958" y="1903514"/>
                  <a:pt x="466487" y="1898830"/>
                  <a:pt x="460040" y="1893047"/>
                </a:cubicBezTo>
                <a:cubicBezTo>
                  <a:pt x="447271" y="1899047"/>
                  <a:pt x="435552" y="1869736"/>
                  <a:pt x="422412" y="1887544"/>
                </a:cubicBezTo>
                <a:cubicBezTo>
                  <a:pt x="419459" y="1876244"/>
                  <a:pt x="417959" y="1876136"/>
                  <a:pt x="415872" y="1887051"/>
                </a:cubicBezTo>
                <a:cubicBezTo>
                  <a:pt x="411854" y="1875548"/>
                  <a:pt x="407354" y="1878176"/>
                  <a:pt x="403071" y="1875501"/>
                </a:cubicBezTo>
                <a:cubicBezTo>
                  <a:pt x="409843" y="1868824"/>
                  <a:pt x="416275" y="1874188"/>
                  <a:pt x="423061" y="1866566"/>
                </a:cubicBezTo>
                <a:cubicBezTo>
                  <a:pt x="412766" y="1845557"/>
                  <a:pt x="401247" y="1863690"/>
                  <a:pt x="390441" y="1858773"/>
                </a:cubicBezTo>
                <a:cubicBezTo>
                  <a:pt x="392390" y="1843439"/>
                  <a:pt x="379852" y="1851647"/>
                  <a:pt x="376095" y="1844551"/>
                </a:cubicBezTo>
                <a:cubicBezTo>
                  <a:pt x="377594" y="1835013"/>
                  <a:pt x="389080" y="1826309"/>
                  <a:pt x="385154" y="1816337"/>
                </a:cubicBezTo>
                <a:cubicBezTo>
                  <a:pt x="377641" y="1829385"/>
                  <a:pt x="370839" y="1819553"/>
                  <a:pt x="363603" y="1822583"/>
                </a:cubicBezTo>
                <a:cubicBezTo>
                  <a:pt x="357296" y="1833621"/>
                  <a:pt x="360372" y="1830454"/>
                  <a:pt x="356429" y="1843037"/>
                </a:cubicBezTo>
                <a:cubicBezTo>
                  <a:pt x="351499" y="1829726"/>
                  <a:pt x="351328" y="1833142"/>
                  <a:pt x="343939" y="1821021"/>
                </a:cubicBezTo>
                <a:cubicBezTo>
                  <a:pt x="349535" y="1813307"/>
                  <a:pt x="347279" y="1810386"/>
                  <a:pt x="349566" y="1797817"/>
                </a:cubicBezTo>
                <a:cubicBezTo>
                  <a:pt x="355085" y="1796286"/>
                  <a:pt x="360248" y="1806614"/>
                  <a:pt x="366124" y="1793813"/>
                </a:cubicBezTo>
                <a:cubicBezTo>
                  <a:pt x="380114" y="1813231"/>
                  <a:pt x="393951" y="1802733"/>
                  <a:pt x="411529" y="1813106"/>
                </a:cubicBezTo>
                <a:cubicBezTo>
                  <a:pt x="422087" y="1790427"/>
                  <a:pt x="431192" y="1815797"/>
                  <a:pt x="441195" y="1810184"/>
                </a:cubicBezTo>
                <a:cubicBezTo>
                  <a:pt x="439494" y="1806552"/>
                  <a:pt x="438025" y="1802918"/>
                  <a:pt x="441505" y="1799703"/>
                </a:cubicBezTo>
                <a:cubicBezTo>
                  <a:pt x="445585" y="1809552"/>
                  <a:pt x="450317" y="1798281"/>
                  <a:pt x="454305" y="1811205"/>
                </a:cubicBezTo>
                <a:cubicBezTo>
                  <a:pt x="453579" y="1818147"/>
                  <a:pt x="447950" y="1824732"/>
                  <a:pt x="453656" y="1832184"/>
                </a:cubicBezTo>
                <a:cubicBezTo>
                  <a:pt x="455388" y="1829648"/>
                  <a:pt x="456979" y="1831441"/>
                  <a:pt x="458680" y="1829927"/>
                </a:cubicBezTo>
                <a:cubicBezTo>
                  <a:pt x="468281" y="1821022"/>
                  <a:pt x="458124" y="1810634"/>
                  <a:pt x="467739" y="1801729"/>
                </a:cubicBezTo>
                <a:cubicBezTo>
                  <a:pt x="473567" y="1812025"/>
                  <a:pt x="475114" y="1811267"/>
                  <a:pt x="482565" y="1800245"/>
                </a:cubicBezTo>
                <a:cubicBezTo>
                  <a:pt x="484792" y="1803924"/>
                  <a:pt x="485193" y="1807464"/>
                  <a:pt x="485518" y="1811035"/>
                </a:cubicBezTo>
                <a:cubicBezTo>
                  <a:pt x="489955" y="1809118"/>
                  <a:pt x="494639" y="1799518"/>
                  <a:pt x="498968" y="1801496"/>
                </a:cubicBezTo>
                <a:cubicBezTo>
                  <a:pt x="499818" y="1822754"/>
                  <a:pt x="485378" y="1809165"/>
                  <a:pt x="477262" y="1812952"/>
                </a:cubicBezTo>
                <a:cubicBezTo>
                  <a:pt x="479566" y="1819275"/>
                  <a:pt x="471806" y="1824841"/>
                  <a:pt x="478329" y="1831426"/>
                </a:cubicBezTo>
                <a:cubicBezTo>
                  <a:pt x="486259" y="1823047"/>
                  <a:pt x="493711" y="1830266"/>
                  <a:pt x="501596" y="1822723"/>
                </a:cubicBezTo>
                <a:cubicBezTo>
                  <a:pt x="508753" y="1826494"/>
                  <a:pt x="505368" y="1838616"/>
                  <a:pt x="513005" y="1826263"/>
                </a:cubicBezTo>
                <a:cubicBezTo>
                  <a:pt x="517458" y="1831875"/>
                  <a:pt x="513222" y="1836806"/>
                  <a:pt x="519080" y="1842495"/>
                </a:cubicBezTo>
                <a:cubicBezTo>
                  <a:pt x="523193" y="1832911"/>
                  <a:pt x="526935" y="1836219"/>
                  <a:pt x="530939" y="1830314"/>
                </a:cubicBezTo>
                <a:cubicBezTo>
                  <a:pt x="534154" y="1834426"/>
                  <a:pt x="533891" y="1850998"/>
                  <a:pt x="540307" y="1846747"/>
                </a:cubicBezTo>
                <a:cubicBezTo>
                  <a:pt x="537847" y="1836929"/>
                  <a:pt x="534339" y="1827051"/>
                  <a:pt x="542811" y="1818086"/>
                </a:cubicBezTo>
                <a:cubicBezTo>
                  <a:pt x="545593" y="1841954"/>
                  <a:pt x="551701" y="1822182"/>
                  <a:pt x="555118" y="1845278"/>
                </a:cubicBezTo>
                <a:cubicBezTo>
                  <a:pt x="560899" y="1831257"/>
                  <a:pt x="560790" y="1837100"/>
                  <a:pt x="568736" y="1830591"/>
                </a:cubicBezTo>
                <a:cubicBezTo>
                  <a:pt x="564438" y="1824161"/>
                  <a:pt x="551267" y="1833683"/>
                  <a:pt x="552659" y="1818811"/>
                </a:cubicBezTo>
                <a:cubicBezTo>
                  <a:pt x="562583" y="1816122"/>
                  <a:pt x="572138" y="1825969"/>
                  <a:pt x="582001" y="1826355"/>
                </a:cubicBezTo>
                <a:cubicBezTo>
                  <a:pt x="581599" y="1806460"/>
                  <a:pt x="605282" y="1824068"/>
                  <a:pt x="615084" y="1818378"/>
                </a:cubicBezTo>
                <a:cubicBezTo>
                  <a:pt x="606582" y="1807543"/>
                  <a:pt x="581322" y="1799426"/>
                  <a:pt x="588417" y="1776918"/>
                </a:cubicBezTo>
                <a:cubicBezTo>
                  <a:pt x="585186" y="1774907"/>
                  <a:pt x="581831" y="1777148"/>
                  <a:pt x="578398" y="1781400"/>
                </a:cubicBezTo>
                <a:cubicBezTo>
                  <a:pt x="581196" y="1785991"/>
                  <a:pt x="581089" y="1790366"/>
                  <a:pt x="579651" y="1794649"/>
                </a:cubicBezTo>
                <a:cubicBezTo>
                  <a:pt x="566679" y="1783935"/>
                  <a:pt x="571596" y="1814482"/>
                  <a:pt x="559491" y="1808855"/>
                </a:cubicBezTo>
                <a:cubicBezTo>
                  <a:pt x="564007" y="1803058"/>
                  <a:pt x="568118" y="1797229"/>
                  <a:pt x="564964" y="1790892"/>
                </a:cubicBezTo>
                <a:cubicBezTo>
                  <a:pt x="562306" y="1788866"/>
                  <a:pt x="559600" y="1787305"/>
                  <a:pt x="556863" y="1787629"/>
                </a:cubicBezTo>
                <a:cubicBezTo>
                  <a:pt x="554561" y="1790953"/>
                  <a:pt x="552272" y="1794261"/>
                  <a:pt x="549983" y="1797601"/>
                </a:cubicBezTo>
                <a:cubicBezTo>
                  <a:pt x="545284" y="1790226"/>
                  <a:pt x="540321" y="1790706"/>
                  <a:pt x="535637" y="1783347"/>
                </a:cubicBezTo>
                <a:cubicBezTo>
                  <a:pt x="540970" y="1769852"/>
                  <a:pt x="545609" y="1779436"/>
                  <a:pt x="550788" y="1771383"/>
                </a:cubicBezTo>
                <a:cubicBezTo>
                  <a:pt x="547649" y="1766605"/>
                  <a:pt x="544434" y="1763853"/>
                  <a:pt x="541126" y="1765368"/>
                </a:cubicBezTo>
                <a:cubicBezTo>
                  <a:pt x="537663" y="1770393"/>
                  <a:pt x="534247" y="1775356"/>
                  <a:pt x="530813" y="1780364"/>
                </a:cubicBezTo>
                <a:cubicBezTo>
                  <a:pt x="534974" y="1781476"/>
                  <a:pt x="536473" y="1784368"/>
                  <a:pt x="533767" y="1791092"/>
                </a:cubicBezTo>
                <a:cubicBezTo>
                  <a:pt x="523672" y="1781168"/>
                  <a:pt x="513174" y="1784229"/>
                  <a:pt x="502863" y="1780812"/>
                </a:cubicBezTo>
                <a:cubicBezTo>
                  <a:pt x="486276" y="1827098"/>
                  <a:pt x="456733" y="1762616"/>
                  <a:pt x="440269" y="1786470"/>
                </a:cubicBezTo>
                <a:cubicBezTo>
                  <a:pt x="447518" y="1779126"/>
                  <a:pt x="448338" y="1771335"/>
                  <a:pt x="449156" y="1763467"/>
                </a:cubicBezTo>
                <a:cubicBezTo>
                  <a:pt x="459129" y="1776436"/>
                  <a:pt x="474124" y="1795328"/>
                  <a:pt x="480076" y="1773809"/>
                </a:cubicBezTo>
                <a:cubicBezTo>
                  <a:pt x="485688" y="1787459"/>
                  <a:pt x="491793" y="1784537"/>
                  <a:pt x="497854" y="1783037"/>
                </a:cubicBezTo>
                <a:cubicBezTo>
                  <a:pt x="496989" y="1771088"/>
                  <a:pt x="488100" y="1780332"/>
                  <a:pt x="490201" y="1764085"/>
                </a:cubicBezTo>
                <a:cubicBezTo>
                  <a:pt x="482039" y="1786640"/>
                  <a:pt x="473969" y="1745610"/>
                  <a:pt x="470212" y="1773020"/>
                </a:cubicBezTo>
                <a:cubicBezTo>
                  <a:pt x="462050" y="1753279"/>
                  <a:pt x="452930" y="1765322"/>
                  <a:pt x="444472" y="1755257"/>
                </a:cubicBezTo>
                <a:cubicBezTo>
                  <a:pt x="448971" y="1749367"/>
                  <a:pt x="452821" y="1752737"/>
                  <a:pt x="449791" y="1742549"/>
                </a:cubicBezTo>
                <a:cubicBezTo>
                  <a:pt x="445277" y="1748331"/>
                  <a:pt x="443993" y="1733985"/>
                  <a:pt x="443546" y="1731543"/>
                </a:cubicBezTo>
                <a:cubicBezTo>
                  <a:pt x="443330" y="1744652"/>
                  <a:pt x="436603" y="1731093"/>
                  <a:pt x="431687" y="1743754"/>
                </a:cubicBezTo>
                <a:cubicBezTo>
                  <a:pt x="435845" y="1744946"/>
                  <a:pt x="437361" y="1747820"/>
                  <a:pt x="434656" y="1754516"/>
                </a:cubicBezTo>
                <a:cubicBezTo>
                  <a:pt x="427745" y="1747389"/>
                  <a:pt x="420341" y="1756959"/>
                  <a:pt x="413754" y="1739751"/>
                </a:cubicBezTo>
                <a:cubicBezTo>
                  <a:pt x="416042" y="1735562"/>
                  <a:pt x="420649" y="1731543"/>
                  <a:pt x="419042" y="1727044"/>
                </a:cubicBezTo>
                <a:cubicBezTo>
                  <a:pt x="409967" y="1725992"/>
                  <a:pt x="410724" y="1737355"/>
                  <a:pt x="402190" y="1741451"/>
                </a:cubicBezTo>
                <a:cubicBezTo>
                  <a:pt x="397846" y="1719962"/>
                  <a:pt x="387304" y="1734017"/>
                  <a:pt x="381753" y="1711011"/>
                </a:cubicBezTo>
                <a:cubicBezTo>
                  <a:pt x="373777" y="1716778"/>
                  <a:pt x="363696" y="1698722"/>
                  <a:pt x="359121" y="1698721"/>
                </a:cubicBezTo>
                <a:cubicBezTo>
                  <a:pt x="363232" y="1704550"/>
                  <a:pt x="365350" y="1689214"/>
                  <a:pt x="364407" y="1686060"/>
                </a:cubicBezTo>
                <a:cubicBezTo>
                  <a:pt x="358578" y="1686060"/>
                  <a:pt x="348406" y="1666813"/>
                  <a:pt x="351314" y="1685025"/>
                </a:cubicBezTo>
                <a:cubicBezTo>
                  <a:pt x="342100" y="1679599"/>
                  <a:pt x="349552" y="1676661"/>
                  <a:pt x="346938" y="1666303"/>
                </a:cubicBezTo>
                <a:cubicBezTo>
                  <a:pt x="342888" y="1674373"/>
                  <a:pt x="339517" y="1658387"/>
                  <a:pt x="335574" y="1662808"/>
                </a:cubicBezTo>
                <a:cubicBezTo>
                  <a:pt x="333396" y="1676846"/>
                  <a:pt x="338096" y="1670229"/>
                  <a:pt x="343382" y="1676507"/>
                </a:cubicBezTo>
                <a:cubicBezTo>
                  <a:pt x="343026" y="1686415"/>
                  <a:pt x="339347" y="1679412"/>
                  <a:pt x="334772" y="1689012"/>
                </a:cubicBezTo>
                <a:cubicBezTo>
                  <a:pt x="331757" y="1680324"/>
                  <a:pt x="328479" y="1680108"/>
                  <a:pt x="324956" y="1688195"/>
                </a:cubicBezTo>
                <a:cubicBezTo>
                  <a:pt x="325295" y="1676692"/>
                  <a:pt x="312185" y="1679088"/>
                  <a:pt x="319018" y="1666736"/>
                </a:cubicBezTo>
                <a:cubicBezTo>
                  <a:pt x="321475" y="1668250"/>
                  <a:pt x="323781" y="1687544"/>
                  <a:pt x="333689" y="1670538"/>
                </a:cubicBezTo>
                <a:cubicBezTo>
                  <a:pt x="322110" y="1661697"/>
                  <a:pt x="329144" y="1656996"/>
                  <a:pt x="324661" y="1643546"/>
                </a:cubicBezTo>
                <a:cubicBezTo>
                  <a:pt x="317085" y="1658403"/>
                  <a:pt x="310778" y="1631102"/>
                  <a:pt x="303435" y="1639265"/>
                </a:cubicBezTo>
                <a:cubicBezTo>
                  <a:pt x="307547" y="1629648"/>
                  <a:pt x="311149" y="1636668"/>
                  <a:pt x="315308" y="1627051"/>
                </a:cubicBezTo>
                <a:cubicBezTo>
                  <a:pt x="320904" y="1640734"/>
                  <a:pt x="327026" y="1637781"/>
                  <a:pt x="333087" y="1636327"/>
                </a:cubicBezTo>
                <a:cubicBezTo>
                  <a:pt x="331819" y="1632757"/>
                  <a:pt x="332174" y="1625644"/>
                  <a:pt x="334973" y="1628583"/>
                </a:cubicBezTo>
                <a:cubicBezTo>
                  <a:pt x="337415" y="1640748"/>
                  <a:pt x="354559" y="1631458"/>
                  <a:pt x="363063" y="1622939"/>
                </a:cubicBezTo>
                <a:cubicBezTo>
                  <a:pt x="367529" y="1628490"/>
                  <a:pt x="363325" y="1633390"/>
                  <a:pt x="369137" y="1639126"/>
                </a:cubicBezTo>
                <a:cubicBezTo>
                  <a:pt x="376155" y="1631674"/>
                  <a:pt x="389141" y="1631056"/>
                  <a:pt x="390364" y="1643378"/>
                </a:cubicBezTo>
                <a:cubicBezTo>
                  <a:pt x="386111" y="1657616"/>
                  <a:pt x="383067" y="1632402"/>
                  <a:pt x="379001" y="1639884"/>
                </a:cubicBezTo>
                <a:cubicBezTo>
                  <a:pt x="379742" y="1648711"/>
                  <a:pt x="366494" y="1656440"/>
                  <a:pt x="371628" y="1665576"/>
                </a:cubicBezTo>
                <a:cubicBezTo>
                  <a:pt x="377826" y="1665995"/>
                  <a:pt x="373822" y="1659440"/>
                  <a:pt x="380206" y="1653085"/>
                </a:cubicBezTo>
                <a:cubicBezTo>
                  <a:pt x="384861" y="1662702"/>
                  <a:pt x="390054" y="1653317"/>
                  <a:pt x="394894" y="1656888"/>
                </a:cubicBezTo>
                <a:cubicBezTo>
                  <a:pt x="402052" y="1662702"/>
                  <a:pt x="390518" y="1667031"/>
                  <a:pt x="397692" y="1672843"/>
                </a:cubicBezTo>
                <a:cubicBezTo>
                  <a:pt x="398588" y="1659502"/>
                  <a:pt x="409147" y="1655375"/>
                  <a:pt x="414573" y="1658374"/>
                </a:cubicBezTo>
                <a:cubicBezTo>
                  <a:pt x="415624" y="1645758"/>
                  <a:pt x="416428" y="1643052"/>
                  <a:pt x="420200" y="1635184"/>
                </a:cubicBezTo>
                <a:cubicBezTo>
                  <a:pt x="429229" y="1644120"/>
                  <a:pt x="438844" y="1633299"/>
                  <a:pt x="447812" y="1645202"/>
                </a:cubicBezTo>
                <a:cubicBezTo>
                  <a:pt x="446094" y="1652499"/>
                  <a:pt x="437375" y="1645327"/>
                  <a:pt x="440931" y="1655173"/>
                </a:cubicBezTo>
                <a:cubicBezTo>
                  <a:pt x="450686" y="1649051"/>
                  <a:pt x="450176" y="1665562"/>
                  <a:pt x="460596" y="1656720"/>
                </a:cubicBezTo>
                <a:cubicBezTo>
                  <a:pt x="461508" y="1665641"/>
                  <a:pt x="476349" y="1676601"/>
                  <a:pt x="483230" y="1668980"/>
                </a:cubicBezTo>
                <a:cubicBezTo>
                  <a:pt x="489691" y="1678269"/>
                  <a:pt x="480337" y="1686294"/>
                  <a:pt x="488995" y="1695678"/>
                </a:cubicBezTo>
                <a:cubicBezTo>
                  <a:pt x="490262" y="1680760"/>
                  <a:pt x="500730" y="1690637"/>
                  <a:pt x="502769" y="1675751"/>
                </a:cubicBezTo>
                <a:cubicBezTo>
                  <a:pt x="505738" y="1685072"/>
                  <a:pt x="509309" y="1676322"/>
                  <a:pt x="512401" y="1681764"/>
                </a:cubicBezTo>
                <a:cubicBezTo>
                  <a:pt x="509865" y="1685922"/>
                  <a:pt x="506248" y="1690066"/>
                  <a:pt x="510375" y="1694719"/>
                </a:cubicBezTo>
                <a:cubicBezTo>
                  <a:pt x="513281" y="1689401"/>
                  <a:pt x="515940" y="1692307"/>
                  <a:pt x="518817" y="1687531"/>
                </a:cubicBezTo>
                <a:cubicBezTo>
                  <a:pt x="524521" y="1694997"/>
                  <a:pt x="518307" y="1701460"/>
                  <a:pt x="521461" y="1708726"/>
                </a:cubicBezTo>
                <a:cubicBezTo>
                  <a:pt x="528571" y="1691133"/>
                  <a:pt x="534710" y="1705402"/>
                  <a:pt x="541450" y="1699744"/>
                </a:cubicBezTo>
                <a:cubicBezTo>
                  <a:pt x="535652" y="1692447"/>
                  <a:pt x="529731" y="1688813"/>
                  <a:pt x="523825" y="1685259"/>
                </a:cubicBezTo>
                <a:cubicBezTo>
                  <a:pt x="535544" y="1677111"/>
                  <a:pt x="546397" y="1699017"/>
                  <a:pt x="558177" y="1690546"/>
                </a:cubicBezTo>
                <a:cubicBezTo>
                  <a:pt x="544679" y="1682816"/>
                  <a:pt x="531494" y="1666090"/>
                  <a:pt x="517734" y="1669041"/>
                </a:cubicBezTo>
                <a:cubicBezTo>
                  <a:pt x="519991" y="1673555"/>
                  <a:pt x="523360" y="1678255"/>
                  <a:pt x="518956" y="1682259"/>
                </a:cubicBezTo>
                <a:cubicBezTo>
                  <a:pt x="513282" y="1671762"/>
                  <a:pt x="516435" y="1671638"/>
                  <a:pt x="509603" y="1665765"/>
                </a:cubicBezTo>
                <a:cubicBezTo>
                  <a:pt x="510251" y="1659688"/>
                  <a:pt x="514409" y="1653859"/>
                  <a:pt x="515075" y="1647816"/>
                </a:cubicBezTo>
                <a:cubicBezTo>
                  <a:pt x="528881" y="1667620"/>
                  <a:pt x="545468" y="1678580"/>
                  <a:pt x="555811" y="1658870"/>
                </a:cubicBezTo>
                <a:cubicBezTo>
                  <a:pt x="552178" y="1666182"/>
                  <a:pt x="561624" y="1673323"/>
                  <a:pt x="563928" y="1662131"/>
                </a:cubicBezTo>
                <a:cubicBezTo>
                  <a:pt x="570497" y="1669598"/>
                  <a:pt x="560139" y="1675844"/>
                  <a:pt x="563278" y="1683049"/>
                </a:cubicBezTo>
                <a:cubicBezTo>
                  <a:pt x="567808" y="1678085"/>
                  <a:pt x="571966" y="1686001"/>
                  <a:pt x="576387" y="1684084"/>
                </a:cubicBezTo>
                <a:cubicBezTo>
                  <a:pt x="574162" y="1678580"/>
                  <a:pt x="562536" y="1677297"/>
                  <a:pt x="570313" y="1667851"/>
                </a:cubicBezTo>
                <a:cubicBezTo>
                  <a:pt x="573868" y="1659101"/>
                  <a:pt x="576449" y="1682599"/>
                  <a:pt x="580006" y="1673865"/>
                </a:cubicBezTo>
                <a:cubicBezTo>
                  <a:pt x="584133" y="1659456"/>
                  <a:pt x="582602" y="1661652"/>
                  <a:pt x="592032" y="1656443"/>
                </a:cubicBezTo>
                <a:cubicBezTo>
                  <a:pt x="585540" y="1649763"/>
                  <a:pt x="589807" y="1643997"/>
                  <a:pt x="590935" y="1637952"/>
                </a:cubicBezTo>
                <a:cubicBezTo>
                  <a:pt x="596934" y="1650507"/>
                  <a:pt x="599777" y="1629544"/>
                  <a:pt x="602793" y="1625707"/>
                </a:cubicBezTo>
                <a:cubicBezTo>
                  <a:pt x="608467" y="1634907"/>
                  <a:pt x="596609" y="1642745"/>
                  <a:pt x="602004" y="1651929"/>
                </a:cubicBezTo>
                <a:cubicBezTo>
                  <a:pt x="609332" y="1645097"/>
                  <a:pt x="616367" y="1648201"/>
                  <a:pt x="623415" y="1650955"/>
                </a:cubicBezTo>
                <a:cubicBezTo>
                  <a:pt x="618871" y="1656875"/>
                  <a:pt x="615021" y="1653505"/>
                  <a:pt x="618082" y="1663693"/>
                </a:cubicBezTo>
                <a:cubicBezTo>
                  <a:pt x="625069" y="1663955"/>
                  <a:pt x="621669" y="1672738"/>
                  <a:pt x="627435" y="1680173"/>
                </a:cubicBezTo>
                <a:cubicBezTo>
                  <a:pt x="628085" y="1664868"/>
                  <a:pt x="637112" y="1678720"/>
                  <a:pt x="641952" y="1689171"/>
                </a:cubicBezTo>
                <a:cubicBezTo>
                  <a:pt x="649249" y="1681580"/>
                  <a:pt x="654474" y="1679214"/>
                  <a:pt x="654133" y="1666445"/>
                </a:cubicBezTo>
                <a:cubicBezTo>
                  <a:pt x="662235" y="1675861"/>
                  <a:pt x="661167" y="1684533"/>
                  <a:pt x="659899" y="1693175"/>
                </a:cubicBezTo>
                <a:cubicBezTo>
                  <a:pt x="666657" y="1679045"/>
                  <a:pt x="678344" y="1695355"/>
                  <a:pt x="680029" y="1678998"/>
                </a:cubicBezTo>
                <a:cubicBezTo>
                  <a:pt x="683260" y="1681625"/>
                  <a:pt x="686089" y="1696096"/>
                  <a:pt x="689551" y="1690238"/>
                </a:cubicBezTo>
                <a:cubicBezTo>
                  <a:pt x="690942" y="1661993"/>
                  <a:pt x="661323" y="1674655"/>
                  <a:pt x="661167" y="1651263"/>
                </a:cubicBezTo>
                <a:cubicBezTo>
                  <a:pt x="669254" y="1655205"/>
                  <a:pt x="677231" y="1662750"/>
                  <a:pt x="685346" y="1666260"/>
                </a:cubicBezTo>
                <a:cubicBezTo>
                  <a:pt x="681543" y="1640999"/>
                  <a:pt x="693524" y="1631414"/>
                  <a:pt x="693664" y="1609121"/>
                </a:cubicBezTo>
                <a:cubicBezTo>
                  <a:pt x="701300" y="1626221"/>
                  <a:pt x="718367" y="1609232"/>
                  <a:pt x="734709" y="1609696"/>
                </a:cubicBezTo>
                <a:cubicBezTo>
                  <a:pt x="727551" y="1615956"/>
                  <a:pt x="726903" y="1621690"/>
                  <a:pt x="717688" y="1629358"/>
                </a:cubicBezTo>
                <a:cubicBezTo>
                  <a:pt x="731957" y="1647028"/>
                  <a:pt x="746397" y="1658391"/>
                  <a:pt x="761546" y="1645916"/>
                </a:cubicBezTo>
                <a:cubicBezTo>
                  <a:pt x="774949" y="1673217"/>
                  <a:pt x="790007" y="1646520"/>
                  <a:pt x="803381" y="1675427"/>
                </a:cubicBezTo>
                <a:cubicBezTo>
                  <a:pt x="806904" y="1666631"/>
                  <a:pt x="809934" y="1675845"/>
                  <a:pt x="813367" y="1670929"/>
                </a:cubicBezTo>
                <a:cubicBezTo>
                  <a:pt x="815980" y="1675505"/>
                  <a:pt x="818592" y="1680111"/>
                  <a:pt x="821174" y="1684687"/>
                </a:cubicBezTo>
                <a:cubicBezTo>
                  <a:pt x="839741" y="1671347"/>
                  <a:pt x="859685" y="1704445"/>
                  <a:pt x="873118" y="1704475"/>
                </a:cubicBezTo>
                <a:cubicBezTo>
                  <a:pt x="871574" y="1700859"/>
                  <a:pt x="868404" y="1697100"/>
                  <a:pt x="870179" y="1693750"/>
                </a:cubicBezTo>
                <a:cubicBezTo>
                  <a:pt x="873459" y="1693779"/>
                  <a:pt x="880121" y="1681906"/>
                  <a:pt x="880012" y="1694506"/>
                </a:cubicBezTo>
                <a:cubicBezTo>
                  <a:pt x="876319" y="1688074"/>
                  <a:pt x="875885" y="1702281"/>
                  <a:pt x="879689" y="1704999"/>
                </a:cubicBezTo>
                <a:cubicBezTo>
                  <a:pt x="884419" y="1701216"/>
                  <a:pt x="910561" y="1718717"/>
                  <a:pt x="909014" y="1712515"/>
                </a:cubicBezTo>
                <a:cubicBezTo>
                  <a:pt x="905892" y="1719256"/>
                  <a:pt x="894885" y="1717554"/>
                  <a:pt x="897174" y="1724728"/>
                </a:cubicBezTo>
                <a:cubicBezTo>
                  <a:pt x="904053" y="1731608"/>
                  <a:pt x="911195" y="1730649"/>
                  <a:pt x="918213" y="1734281"/>
                </a:cubicBezTo>
                <a:cubicBezTo>
                  <a:pt x="921181" y="1723988"/>
                  <a:pt x="918044" y="1713226"/>
                  <a:pt x="922449" y="1703054"/>
                </a:cubicBezTo>
                <a:cubicBezTo>
                  <a:pt x="923035" y="1724822"/>
                  <a:pt x="927458" y="1754657"/>
                  <a:pt x="945978" y="1739015"/>
                </a:cubicBezTo>
                <a:cubicBezTo>
                  <a:pt x="941573" y="1731732"/>
                  <a:pt x="945715" y="1729320"/>
                  <a:pt x="939764" y="1728006"/>
                </a:cubicBezTo>
                <a:cubicBezTo>
                  <a:pt x="952349" y="1711015"/>
                  <a:pt x="960959" y="1726058"/>
                  <a:pt x="976280" y="1715097"/>
                </a:cubicBezTo>
                <a:cubicBezTo>
                  <a:pt x="983237" y="1735258"/>
                  <a:pt x="1000102" y="1712083"/>
                  <a:pt x="1011713" y="1738874"/>
                </a:cubicBezTo>
                <a:cubicBezTo>
                  <a:pt x="1016382" y="1729674"/>
                  <a:pt x="1020385" y="1741641"/>
                  <a:pt x="1025148" y="1729366"/>
                </a:cubicBezTo>
                <a:cubicBezTo>
                  <a:pt x="1023586" y="1725764"/>
                  <a:pt x="1020433" y="1722039"/>
                  <a:pt x="1022179" y="1718637"/>
                </a:cubicBezTo>
                <a:cubicBezTo>
                  <a:pt x="1031177" y="1736493"/>
                  <a:pt x="1043529" y="1710072"/>
                  <a:pt x="1056547" y="1723954"/>
                </a:cubicBezTo>
                <a:cubicBezTo>
                  <a:pt x="1050007" y="1738579"/>
                  <a:pt x="1035892" y="1721512"/>
                  <a:pt x="1034826" y="1735395"/>
                </a:cubicBezTo>
                <a:cubicBezTo>
                  <a:pt x="1045925" y="1743959"/>
                  <a:pt x="1081777" y="1738378"/>
                  <a:pt x="1071990" y="1756682"/>
                </a:cubicBezTo>
                <a:cubicBezTo>
                  <a:pt x="1083074" y="1756297"/>
                  <a:pt x="1099632" y="1743990"/>
                  <a:pt x="1114736" y="1754750"/>
                </a:cubicBezTo>
                <a:cubicBezTo>
                  <a:pt x="1122713" y="1766638"/>
                  <a:pt x="1120595" y="1774769"/>
                  <a:pt x="1128944" y="1774228"/>
                </a:cubicBezTo>
                <a:cubicBezTo>
                  <a:pt x="1130782" y="1786752"/>
                  <a:pt x="1121661" y="1786149"/>
                  <a:pt x="1121770" y="1794683"/>
                </a:cubicBezTo>
                <a:cubicBezTo>
                  <a:pt x="1123888" y="1797249"/>
                  <a:pt x="1126084" y="1796198"/>
                  <a:pt x="1128326" y="1795192"/>
                </a:cubicBezTo>
                <a:cubicBezTo>
                  <a:pt x="1132406" y="1789412"/>
                  <a:pt x="1130690" y="1783119"/>
                  <a:pt x="1137076" y="1777491"/>
                </a:cubicBezTo>
                <a:cubicBezTo>
                  <a:pt x="1144062" y="1785887"/>
                  <a:pt x="1132422" y="1792904"/>
                  <a:pt x="1134693" y="1800930"/>
                </a:cubicBezTo>
                <a:cubicBezTo>
                  <a:pt x="1142811" y="1812183"/>
                  <a:pt x="1142655" y="1780429"/>
                  <a:pt x="1151421" y="1791730"/>
                </a:cubicBezTo>
                <a:cubicBezTo>
                  <a:pt x="1147372" y="1796662"/>
                  <a:pt x="1147217" y="1801932"/>
                  <a:pt x="1150926" y="1807467"/>
                </a:cubicBezTo>
                <a:cubicBezTo>
                  <a:pt x="1159955" y="1803479"/>
                  <a:pt x="1155719" y="1799614"/>
                  <a:pt x="1159692" y="1789766"/>
                </a:cubicBezTo>
                <a:cubicBezTo>
                  <a:pt x="1162630" y="1801732"/>
                  <a:pt x="1166433" y="1783767"/>
                  <a:pt x="1169355" y="1795733"/>
                </a:cubicBezTo>
                <a:cubicBezTo>
                  <a:pt x="1170901" y="1805845"/>
                  <a:pt x="1161362" y="1798332"/>
                  <a:pt x="1164037" y="1808425"/>
                </a:cubicBezTo>
                <a:cubicBezTo>
                  <a:pt x="1169679" y="1820562"/>
                  <a:pt x="1176468" y="1795981"/>
                  <a:pt x="1182650" y="1791544"/>
                </a:cubicBezTo>
                <a:cubicBezTo>
                  <a:pt x="1176761" y="1792902"/>
                  <a:pt x="1166478" y="1780614"/>
                  <a:pt x="1173437" y="1769807"/>
                </a:cubicBezTo>
                <a:cubicBezTo>
                  <a:pt x="1179675" y="1772040"/>
                  <a:pt x="1185869" y="1775485"/>
                  <a:pt x="1192112" y="1777338"/>
                </a:cubicBezTo>
                <a:lnTo>
                  <a:pt x="1210649" y="1775370"/>
                </a:lnTo>
                <a:lnTo>
                  <a:pt x="1211589" y="1783231"/>
                </a:lnTo>
                <a:cubicBezTo>
                  <a:pt x="1210061" y="1788366"/>
                  <a:pt x="1208282" y="1793490"/>
                  <a:pt x="1211992" y="1799057"/>
                </a:cubicBezTo>
                <a:cubicBezTo>
                  <a:pt x="1218470" y="1784122"/>
                  <a:pt x="1223649" y="1811982"/>
                  <a:pt x="1229957" y="1803077"/>
                </a:cubicBezTo>
                <a:cubicBezTo>
                  <a:pt x="1227993" y="1793892"/>
                  <a:pt x="1217033" y="1793646"/>
                  <a:pt x="1224175" y="1776347"/>
                </a:cubicBezTo>
                <a:cubicBezTo>
                  <a:pt x="1230250" y="1783766"/>
                  <a:pt x="1230282" y="1790832"/>
                  <a:pt x="1233374" y="1798098"/>
                </a:cubicBezTo>
                <a:cubicBezTo>
                  <a:pt x="1237393" y="1792255"/>
                  <a:pt x="1241398" y="1786443"/>
                  <a:pt x="1245416" y="1780597"/>
                </a:cubicBezTo>
                <a:cubicBezTo>
                  <a:pt x="1254971" y="1790785"/>
                  <a:pt x="1265080" y="1782423"/>
                  <a:pt x="1274604" y="1793384"/>
                </a:cubicBezTo>
                <a:cubicBezTo>
                  <a:pt x="1268203" y="1806277"/>
                  <a:pt x="1272886" y="1785950"/>
                  <a:pt x="1268049" y="1792873"/>
                </a:cubicBezTo>
                <a:cubicBezTo>
                  <a:pt x="1266038" y="1797094"/>
                  <a:pt x="1269532" y="1801748"/>
                  <a:pt x="1269301" y="1806121"/>
                </a:cubicBezTo>
                <a:cubicBezTo>
                  <a:pt x="1276381" y="1796491"/>
                  <a:pt x="1291144" y="1787479"/>
                  <a:pt x="1302553" y="1792921"/>
                </a:cubicBezTo>
                <a:cubicBezTo>
                  <a:pt x="1308614" y="1799521"/>
                  <a:pt x="1300822" y="1805026"/>
                  <a:pt x="1306898" y="1811626"/>
                </a:cubicBezTo>
                <a:cubicBezTo>
                  <a:pt x="1314766" y="1814564"/>
                  <a:pt x="1316345" y="1819634"/>
                  <a:pt x="1321894" y="1804947"/>
                </a:cubicBezTo>
                <a:cubicBezTo>
                  <a:pt x="1329532" y="1812507"/>
                  <a:pt x="1323331" y="1819047"/>
                  <a:pt x="1324538" y="1826097"/>
                </a:cubicBezTo>
                <a:cubicBezTo>
                  <a:pt x="1330025" y="1825941"/>
                  <a:pt x="1335545" y="1823886"/>
                  <a:pt x="1341080" y="1822185"/>
                </a:cubicBezTo>
                <a:cubicBezTo>
                  <a:pt x="1337486" y="1827859"/>
                  <a:pt x="1337382" y="1830189"/>
                  <a:pt x="1338775" y="1832277"/>
                </a:cubicBezTo>
                <a:lnTo>
                  <a:pt x="1344589" y="1839789"/>
                </a:lnTo>
                <a:lnTo>
                  <a:pt x="1325848" y="1836553"/>
                </a:lnTo>
                <a:cubicBezTo>
                  <a:pt x="1316090" y="1833334"/>
                  <a:pt x="1306358" y="1829295"/>
                  <a:pt x="1296588" y="1826558"/>
                </a:cubicBezTo>
                <a:cubicBezTo>
                  <a:pt x="1299510" y="1833807"/>
                  <a:pt x="1291764" y="1840241"/>
                  <a:pt x="1292675" y="1847291"/>
                </a:cubicBezTo>
                <a:cubicBezTo>
                  <a:pt x="1313685" y="1846811"/>
                  <a:pt x="1348764" y="1877019"/>
                  <a:pt x="1360264" y="1839392"/>
                </a:cubicBezTo>
                <a:cubicBezTo>
                  <a:pt x="1368135" y="1839793"/>
                  <a:pt x="1360575" y="1848250"/>
                  <a:pt x="1366342" y="1855623"/>
                </a:cubicBezTo>
                <a:cubicBezTo>
                  <a:pt x="1373112" y="1848421"/>
                  <a:pt x="1379526" y="1853258"/>
                  <a:pt x="1386143" y="1851914"/>
                </a:cubicBezTo>
                <a:cubicBezTo>
                  <a:pt x="1387859" y="1840846"/>
                  <a:pt x="1393937" y="1846347"/>
                  <a:pt x="1393164" y="1836733"/>
                </a:cubicBezTo>
                <a:cubicBezTo>
                  <a:pt x="1387767" y="1834244"/>
                  <a:pt x="1382511" y="1826746"/>
                  <a:pt x="1376776" y="1835465"/>
                </a:cubicBezTo>
                <a:cubicBezTo>
                  <a:pt x="1378354" y="1839050"/>
                  <a:pt x="1381490" y="1842839"/>
                  <a:pt x="1379758" y="1846179"/>
                </a:cubicBezTo>
                <a:cubicBezTo>
                  <a:pt x="1375586" y="1838866"/>
                  <a:pt x="1370947" y="1848064"/>
                  <a:pt x="1366803" y="1839979"/>
                </a:cubicBezTo>
                <a:cubicBezTo>
                  <a:pt x="1372014" y="1829822"/>
                  <a:pt x="1366031" y="1818892"/>
                  <a:pt x="1371008" y="1808750"/>
                </a:cubicBezTo>
                <a:cubicBezTo>
                  <a:pt x="1378909" y="1809106"/>
                  <a:pt x="1371380" y="1817565"/>
                  <a:pt x="1377116" y="1824953"/>
                </a:cubicBezTo>
                <a:cubicBezTo>
                  <a:pt x="1386299" y="1805117"/>
                  <a:pt x="1400615" y="1846364"/>
                  <a:pt x="1402083" y="1813743"/>
                </a:cubicBezTo>
                <a:cubicBezTo>
                  <a:pt x="1404743" y="1816186"/>
                  <a:pt x="1407480" y="1816169"/>
                  <a:pt x="1410354" y="1811766"/>
                </a:cubicBezTo>
                <a:cubicBezTo>
                  <a:pt x="1416475" y="1815368"/>
                  <a:pt x="1411793" y="1830548"/>
                  <a:pt x="1418177" y="1825492"/>
                </a:cubicBezTo>
                <a:cubicBezTo>
                  <a:pt x="1420418" y="1822185"/>
                  <a:pt x="1416987" y="1818428"/>
                  <a:pt x="1418486" y="1815012"/>
                </a:cubicBezTo>
                <a:cubicBezTo>
                  <a:pt x="1426030" y="1818398"/>
                  <a:pt x="1433776" y="1816418"/>
                  <a:pt x="1441258" y="1822060"/>
                </a:cubicBezTo>
                <a:cubicBezTo>
                  <a:pt x="1435939" y="1812044"/>
                  <a:pt x="1450255" y="1819634"/>
                  <a:pt x="1444890" y="1811797"/>
                </a:cubicBezTo>
                <a:cubicBezTo>
                  <a:pt x="1437594" y="1816882"/>
                  <a:pt x="1430776" y="1807095"/>
                  <a:pt x="1423786" y="1802322"/>
                </a:cubicBezTo>
                <a:cubicBezTo>
                  <a:pt x="1435413" y="1807422"/>
                  <a:pt x="1438692" y="1798285"/>
                  <a:pt x="1448632" y="1796350"/>
                </a:cubicBezTo>
                <a:cubicBezTo>
                  <a:pt x="1448693" y="1801609"/>
                  <a:pt x="1442773" y="1806401"/>
                  <a:pt x="1448152" y="1812075"/>
                </a:cubicBezTo>
                <a:cubicBezTo>
                  <a:pt x="1450442" y="1809043"/>
                  <a:pt x="1452512" y="1812183"/>
                  <a:pt x="1454863" y="1807344"/>
                </a:cubicBezTo>
                <a:cubicBezTo>
                  <a:pt x="1453842" y="1800263"/>
                  <a:pt x="1457444" y="1793552"/>
                  <a:pt x="1455512" y="1786411"/>
                </a:cubicBezTo>
                <a:cubicBezTo>
                  <a:pt x="1448183" y="1793059"/>
                  <a:pt x="1441460" y="1780954"/>
                  <a:pt x="1433976" y="1792581"/>
                </a:cubicBezTo>
                <a:cubicBezTo>
                  <a:pt x="1427978" y="1785978"/>
                  <a:pt x="1430019" y="1780025"/>
                  <a:pt x="1426340" y="1773610"/>
                </a:cubicBezTo>
                <a:cubicBezTo>
                  <a:pt x="1412040" y="1779594"/>
                  <a:pt x="1407093" y="1801144"/>
                  <a:pt x="1393225" y="1781558"/>
                </a:cubicBezTo>
                <a:cubicBezTo>
                  <a:pt x="1391370" y="1771834"/>
                  <a:pt x="1404124" y="1777847"/>
                  <a:pt x="1396981" y="1766066"/>
                </a:cubicBezTo>
                <a:cubicBezTo>
                  <a:pt x="1391478" y="1778728"/>
                  <a:pt x="1389792" y="1778775"/>
                  <a:pt x="1381816" y="1778000"/>
                </a:cubicBezTo>
                <a:cubicBezTo>
                  <a:pt x="1379373" y="1769282"/>
                  <a:pt x="1396780" y="1770519"/>
                  <a:pt x="1389035" y="1757579"/>
                </a:cubicBezTo>
                <a:cubicBezTo>
                  <a:pt x="1384505" y="1769329"/>
                  <a:pt x="1378414" y="1763625"/>
                  <a:pt x="1375122" y="1782763"/>
                </a:cubicBezTo>
                <a:cubicBezTo>
                  <a:pt x="1363867" y="1768417"/>
                  <a:pt x="1384877" y="1771802"/>
                  <a:pt x="1375895" y="1756543"/>
                </a:cubicBezTo>
                <a:cubicBezTo>
                  <a:pt x="1368025" y="1771186"/>
                  <a:pt x="1360914" y="1759048"/>
                  <a:pt x="1365429" y="1776763"/>
                </a:cubicBezTo>
                <a:cubicBezTo>
                  <a:pt x="1357465" y="1759699"/>
                  <a:pt x="1349706" y="1759127"/>
                  <a:pt x="1349041" y="1775497"/>
                </a:cubicBezTo>
                <a:cubicBezTo>
                  <a:pt x="1346939" y="1772405"/>
                  <a:pt x="1344852" y="1769747"/>
                  <a:pt x="1342487" y="1775018"/>
                </a:cubicBezTo>
                <a:cubicBezTo>
                  <a:pt x="1338977" y="1770040"/>
                  <a:pt x="1343831" y="1752725"/>
                  <a:pt x="1334849" y="1756018"/>
                </a:cubicBezTo>
                <a:cubicBezTo>
                  <a:pt x="1332190" y="1762836"/>
                  <a:pt x="1332593" y="1769807"/>
                  <a:pt x="1330924" y="1776748"/>
                </a:cubicBezTo>
                <a:cubicBezTo>
                  <a:pt x="1325898" y="1776657"/>
                  <a:pt x="1312309" y="1780585"/>
                  <a:pt x="1313130" y="1767442"/>
                </a:cubicBezTo>
                <a:cubicBezTo>
                  <a:pt x="1317845" y="1774538"/>
                  <a:pt x="1323008" y="1767317"/>
                  <a:pt x="1327785" y="1771198"/>
                </a:cubicBezTo>
                <a:cubicBezTo>
                  <a:pt x="1315046" y="1754952"/>
                  <a:pt x="1296477" y="1771912"/>
                  <a:pt x="1297530" y="1739986"/>
                </a:cubicBezTo>
                <a:cubicBezTo>
                  <a:pt x="1289585" y="1749834"/>
                  <a:pt x="1282410" y="1732690"/>
                  <a:pt x="1274435" y="1743417"/>
                </a:cubicBezTo>
                <a:cubicBezTo>
                  <a:pt x="1280417" y="1744191"/>
                  <a:pt x="1285920" y="1761832"/>
                  <a:pt x="1292398" y="1747453"/>
                </a:cubicBezTo>
                <a:cubicBezTo>
                  <a:pt x="1294470" y="1751133"/>
                  <a:pt x="1296557" y="1754826"/>
                  <a:pt x="1298628" y="1758461"/>
                </a:cubicBezTo>
                <a:cubicBezTo>
                  <a:pt x="1296325" y="1761782"/>
                  <a:pt x="1294004" y="1765155"/>
                  <a:pt x="1291746" y="1768434"/>
                </a:cubicBezTo>
                <a:cubicBezTo>
                  <a:pt x="1286879" y="1759851"/>
                  <a:pt x="1278299" y="1758306"/>
                  <a:pt x="1269270" y="1750962"/>
                </a:cubicBezTo>
                <a:cubicBezTo>
                  <a:pt x="1269997" y="1743975"/>
                  <a:pt x="1275624" y="1737451"/>
                  <a:pt x="1269919" y="1729938"/>
                </a:cubicBezTo>
                <a:cubicBezTo>
                  <a:pt x="1260056" y="1743619"/>
                  <a:pt x="1246530" y="1727524"/>
                  <a:pt x="1242139" y="1725175"/>
                </a:cubicBezTo>
                <a:cubicBezTo>
                  <a:pt x="1239818" y="1738489"/>
                  <a:pt x="1228827" y="1735860"/>
                  <a:pt x="1231503" y="1750623"/>
                </a:cubicBezTo>
                <a:cubicBezTo>
                  <a:pt x="1229909" y="1749077"/>
                  <a:pt x="1228255" y="1749510"/>
                  <a:pt x="1226493" y="1752835"/>
                </a:cubicBezTo>
                <a:cubicBezTo>
                  <a:pt x="1226324" y="1737297"/>
                  <a:pt x="1217605" y="1736754"/>
                  <a:pt x="1222427" y="1723661"/>
                </a:cubicBezTo>
                <a:cubicBezTo>
                  <a:pt x="1215578" y="1723432"/>
                  <a:pt x="1213120" y="1738332"/>
                  <a:pt x="1213554" y="1746587"/>
                </a:cubicBezTo>
                <a:cubicBezTo>
                  <a:pt x="1205206" y="1736788"/>
                  <a:pt x="1181384" y="1753141"/>
                  <a:pt x="1192652" y="1731841"/>
                </a:cubicBezTo>
                <a:cubicBezTo>
                  <a:pt x="1189313" y="1727758"/>
                  <a:pt x="1177454" y="1734281"/>
                  <a:pt x="1179852" y="1720322"/>
                </a:cubicBezTo>
                <a:cubicBezTo>
                  <a:pt x="1183731" y="1718498"/>
                  <a:pt x="1187350" y="1725363"/>
                  <a:pt x="1191384" y="1718622"/>
                </a:cubicBezTo>
                <a:cubicBezTo>
                  <a:pt x="1185880" y="1701445"/>
                  <a:pt x="1179419" y="1716442"/>
                  <a:pt x="1173606" y="1709346"/>
                </a:cubicBezTo>
                <a:cubicBezTo>
                  <a:pt x="1174735" y="1707690"/>
                  <a:pt x="1175910" y="1706023"/>
                  <a:pt x="1177038" y="1704369"/>
                </a:cubicBezTo>
                <a:cubicBezTo>
                  <a:pt x="1176203" y="1701696"/>
                  <a:pt x="1176651" y="1699081"/>
                  <a:pt x="1178925" y="1696622"/>
                </a:cubicBezTo>
                <a:cubicBezTo>
                  <a:pt x="1181538" y="1700317"/>
                  <a:pt x="1184071" y="1707693"/>
                  <a:pt x="1186900" y="1705142"/>
                </a:cubicBezTo>
                <a:cubicBezTo>
                  <a:pt x="1188665" y="1701769"/>
                  <a:pt x="1192019" y="1698539"/>
                  <a:pt x="1190489" y="1694873"/>
                </a:cubicBezTo>
                <a:cubicBezTo>
                  <a:pt x="1182358" y="1692122"/>
                  <a:pt x="1171241" y="1683620"/>
                  <a:pt x="1167206" y="1703627"/>
                </a:cubicBezTo>
                <a:cubicBezTo>
                  <a:pt x="1155920" y="1696454"/>
                  <a:pt x="1144543" y="1692773"/>
                  <a:pt x="1132886" y="1698308"/>
                </a:cubicBezTo>
                <a:cubicBezTo>
                  <a:pt x="1135575" y="1707290"/>
                  <a:pt x="1135313" y="1716009"/>
                  <a:pt x="1132098" y="1724494"/>
                </a:cubicBezTo>
                <a:cubicBezTo>
                  <a:pt x="1130351" y="1698895"/>
                  <a:pt x="1127275" y="1726705"/>
                  <a:pt x="1117550" y="1715513"/>
                </a:cubicBezTo>
                <a:cubicBezTo>
                  <a:pt x="1118909" y="1701029"/>
                  <a:pt x="1132329" y="1703858"/>
                  <a:pt x="1128185" y="1690068"/>
                </a:cubicBezTo>
                <a:cubicBezTo>
                  <a:pt x="1115106" y="1688753"/>
                  <a:pt x="1102337" y="1676447"/>
                  <a:pt x="1088718" y="1692231"/>
                </a:cubicBezTo>
                <a:cubicBezTo>
                  <a:pt x="1077974" y="1671468"/>
                  <a:pt x="1055990" y="1681487"/>
                  <a:pt x="1046884" y="1662780"/>
                </a:cubicBezTo>
                <a:cubicBezTo>
                  <a:pt x="1049232" y="1657388"/>
                  <a:pt x="1053607" y="1660434"/>
                  <a:pt x="1052016" y="1655315"/>
                </a:cubicBezTo>
                <a:cubicBezTo>
                  <a:pt x="1044209" y="1649981"/>
                  <a:pt x="1054288" y="1633131"/>
                  <a:pt x="1044410" y="1636315"/>
                </a:cubicBezTo>
                <a:cubicBezTo>
                  <a:pt x="1042045" y="1643101"/>
                  <a:pt x="1045214" y="1650383"/>
                  <a:pt x="1043760" y="1657248"/>
                </a:cubicBezTo>
                <a:cubicBezTo>
                  <a:pt x="1034069" y="1668748"/>
                  <a:pt x="1025040" y="1659998"/>
                  <a:pt x="1015672" y="1662965"/>
                </a:cubicBezTo>
                <a:cubicBezTo>
                  <a:pt x="1019737" y="1670310"/>
                  <a:pt x="1025799" y="1677745"/>
                  <a:pt x="1021562" y="1684439"/>
                </a:cubicBezTo>
                <a:cubicBezTo>
                  <a:pt x="1015517" y="1685367"/>
                  <a:pt x="1009736" y="1677080"/>
                  <a:pt x="1003614" y="1680420"/>
                </a:cubicBezTo>
                <a:cubicBezTo>
                  <a:pt x="1008035" y="1675441"/>
                  <a:pt x="1001016" y="1669674"/>
                  <a:pt x="1004077" y="1664681"/>
                </a:cubicBezTo>
                <a:cubicBezTo>
                  <a:pt x="1009241" y="1674979"/>
                  <a:pt x="1014620" y="1679493"/>
                  <a:pt x="1020171" y="1676431"/>
                </a:cubicBezTo>
                <a:cubicBezTo>
                  <a:pt x="1012318" y="1668668"/>
                  <a:pt x="1010725" y="1674452"/>
                  <a:pt x="1014079" y="1660214"/>
                </a:cubicBezTo>
                <a:cubicBezTo>
                  <a:pt x="1003737" y="1658976"/>
                  <a:pt x="993581" y="1650660"/>
                  <a:pt x="983191" y="1649934"/>
                </a:cubicBezTo>
                <a:cubicBezTo>
                  <a:pt x="989360" y="1642204"/>
                  <a:pt x="986298" y="1626822"/>
                  <a:pt x="978985" y="1625972"/>
                </a:cubicBezTo>
                <a:cubicBezTo>
                  <a:pt x="983731" y="1614269"/>
                  <a:pt x="987473" y="1636206"/>
                  <a:pt x="992110" y="1626977"/>
                </a:cubicBezTo>
                <a:cubicBezTo>
                  <a:pt x="989466" y="1613559"/>
                  <a:pt x="980330" y="1603727"/>
                  <a:pt x="969339" y="1619958"/>
                </a:cubicBezTo>
                <a:cubicBezTo>
                  <a:pt x="973389" y="1632666"/>
                  <a:pt x="974579" y="1630409"/>
                  <a:pt x="970390" y="1638400"/>
                </a:cubicBezTo>
                <a:cubicBezTo>
                  <a:pt x="978507" y="1645976"/>
                  <a:pt x="977285" y="1624781"/>
                  <a:pt x="985231" y="1636965"/>
                </a:cubicBezTo>
                <a:cubicBezTo>
                  <a:pt x="981197" y="1642853"/>
                  <a:pt x="977502" y="1639529"/>
                  <a:pt x="973359" y="1649129"/>
                </a:cubicBezTo>
                <a:cubicBezTo>
                  <a:pt x="957823" y="1643052"/>
                  <a:pt x="937045" y="1626975"/>
                  <a:pt x="925897" y="1642838"/>
                </a:cubicBezTo>
                <a:cubicBezTo>
                  <a:pt x="919899" y="1636269"/>
                  <a:pt x="924274" y="1630425"/>
                  <a:pt x="918261" y="1623838"/>
                </a:cubicBezTo>
                <a:cubicBezTo>
                  <a:pt x="916529" y="1626389"/>
                  <a:pt x="914953" y="1624595"/>
                  <a:pt x="913282" y="1626111"/>
                </a:cubicBezTo>
                <a:cubicBezTo>
                  <a:pt x="908567" y="1628121"/>
                  <a:pt x="912186" y="1642652"/>
                  <a:pt x="906403" y="1636097"/>
                </a:cubicBezTo>
                <a:cubicBezTo>
                  <a:pt x="900543" y="1621598"/>
                  <a:pt x="872453" y="1610374"/>
                  <a:pt x="865496" y="1630255"/>
                </a:cubicBezTo>
                <a:cubicBezTo>
                  <a:pt x="857286" y="1624349"/>
                  <a:pt x="870399" y="1620098"/>
                  <a:pt x="865992" y="1614515"/>
                </a:cubicBezTo>
                <a:cubicBezTo>
                  <a:pt x="863146" y="1617685"/>
                  <a:pt x="860628" y="1610171"/>
                  <a:pt x="858014" y="1606028"/>
                </a:cubicBezTo>
                <a:cubicBezTo>
                  <a:pt x="853840" y="1617083"/>
                  <a:pt x="850224" y="1610388"/>
                  <a:pt x="846621" y="1602488"/>
                </a:cubicBezTo>
                <a:cubicBezTo>
                  <a:pt x="844519" y="1605859"/>
                  <a:pt x="846250" y="1609462"/>
                  <a:pt x="843019" y="1612723"/>
                </a:cubicBezTo>
                <a:cubicBezTo>
                  <a:pt x="838891" y="1604082"/>
                  <a:pt x="834345" y="1609941"/>
                  <a:pt x="830249" y="1601206"/>
                </a:cubicBezTo>
                <a:cubicBezTo>
                  <a:pt x="833265" y="1597093"/>
                  <a:pt x="833419" y="1592718"/>
                  <a:pt x="832244" y="1588235"/>
                </a:cubicBezTo>
                <a:cubicBezTo>
                  <a:pt x="828906" y="1590554"/>
                  <a:pt x="825627" y="1590476"/>
                  <a:pt x="822272" y="1592718"/>
                </a:cubicBezTo>
                <a:cubicBezTo>
                  <a:pt x="824823" y="1598485"/>
                  <a:pt x="827636" y="1596011"/>
                  <a:pt x="830249" y="1601206"/>
                </a:cubicBezTo>
                <a:cubicBezTo>
                  <a:pt x="823477" y="1603818"/>
                  <a:pt x="818004" y="1602722"/>
                  <a:pt x="815206" y="1607976"/>
                </a:cubicBezTo>
                <a:cubicBezTo>
                  <a:pt x="820572" y="1591280"/>
                  <a:pt x="802855" y="1604050"/>
                  <a:pt x="802746" y="1585994"/>
                </a:cubicBezTo>
                <a:cubicBezTo>
                  <a:pt x="785555" y="1592595"/>
                  <a:pt x="768751" y="1587447"/>
                  <a:pt x="752332" y="1568927"/>
                </a:cubicBezTo>
                <a:cubicBezTo>
                  <a:pt x="745792" y="1579826"/>
                  <a:pt x="747898" y="1573547"/>
                  <a:pt x="744231" y="1565680"/>
                </a:cubicBezTo>
                <a:cubicBezTo>
                  <a:pt x="733285" y="1571339"/>
                  <a:pt x="714966" y="1571107"/>
                  <a:pt x="710050" y="1555152"/>
                </a:cubicBezTo>
                <a:cubicBezTo>
                  <a:pt x="701856" y="1571076"/>
                  <a:pt x="686288" y="1545954"/>
                  <a:pt x="684296" y="1537357"/>
                </a:cubicBezTo>
                <a:cubicBezTo>
                  <a:pt x="685701" y="1539261"/>
                  <a:pt x="694715" y="1537482"/>
                  <a:pt x="691005" y="1532658"/>
                </a:cubicBezTo>
                <a:cubicBezTo>
                  <a:pt x="686769" y="1528407"/>
                  <a:pt x="682409" y="1528083"/>
                  <a:pt x="677911" y="1531622"/>
                </a:cubicBezTo>
                <a:cubicBezTo>
                  <a:pt x="679612" y="1535270"/>
                  <a:pt x="681080" y="1538873"/>
                  <a:pt x="677569" y="1542121"/>
                </a:cubicBezTo>
                <a:cubicBezTo>
                  <a:pt x="670613" y="1536354"/>
                  <a:pt x="663363" y="1542104"/>
                  <a:pt x="656189" y="1543094"/>
                </a:cubicBezTo>
                <a:cubicBezTo>
                  <a:pt x="674385" y="1527031"/>
                  <a:pt x="674679" y="1507319"/>
                  <a:pt x="686336" y="1524434"/>
                </a:cubicBezTo>
                <a:cubicBezTo>
                  <a:pt x="695380" y="1515327"/>
                  <a:pt x="703883" y="1523120"/>
                  <a:pt x="712864" y="1515978"/>
                </a:cubicBezTo>
                <a:cubicBezTo>
                  <a:pt x="718646" y="1523367"/>
                  <a:pt x="715229" y="1532133"/>
                  <a:pt x="722217" y="1532441"/>
                </a:cubicBezTo>
                <a:cubicBezTo>
                  <a:pt x="720532" y="1539708"/>
                  <a:pt x="711844" y="1532564"/>
                  <a:pt x="715369" y="1542413"/>
                </a:cubicBezTo>
                <a:cubicBezTo>
                  <a:pt x="730720" y="1542537"/>
                  <a:pt x="750107" y="1545488"/>
                  <a:pt x="756894" y="1527261"/>
                </a:cubicBezTo>
                <a:cubicBezTo>
                  <a:pt x="763341" y="1535625"/>
                  <a:pt x="754635" y="1542800"/>
                  <a:pt x="761083" y="1551208"/>
                </a:cubicBezTo>
                <a:cubicBezTo>
                  <a:pt x="769695" y="1533476"/>
                  <a:pt x="781984" y="1553760"/>
                  <a:pt x="787348" y="1553295"/>
                </a:cubicBezTo>
                <a:cubicBezTo>
                  <a:pt x="782989" y="1552400"/>
                  <a:pt x="778475" y="1556636"/>
                  <a:pt x="773900" y="1562757"/>
                </a:cubicBezTo>
                <a:cubicBezTo>
                  <a:pt x="769277" y="1549927"/>
                  <a:pt x="755766" y="1550513"/>
                  <a:pt x="755811" y="1563964"/>
                </a:cubicBezTo>
                <a:cubicBezTo>
                  <a:pt x="765287" y="1575653"/>
                  <a:pt x="775445" y="1566019"/>
                  <a:pt x="784968" y="1576733"/>
                </a:cubicBezTo>
                <a:cubicBezTo>
                  <a:pt x="786699" y="1574259"/>
                  <a:pt x="788400" y="1571709"/>
                  <a:pt x="790117" y="1569280"/>
                </a:cubicBezTo>
                <a:cubicBezTo>
                  <a:pt x="788925" y="1559542"/>
                  <a:pt x="779852" y="1565354"/>
                  <a:pt x="783886" y="1558260"/>
                </a:cubicBezTo>
                <a:cubicBezTo>
                  <a:pt x="787009" y="1564659"/>
                  <a:pt x="790720" y="1550698"/>
                  <a:pt x="794075" y="1548534"/>
                </a:cubicBezTo>
                <a:cubicBezTo>
                  <a:pt x="806086" y="1569808"/>
                  <a:pt x="809750" y="1533849"/>
                  <a:pt x="822164" y="1542801"/>
                </a:cubicBezTo>
                <a:cubicBezTo>
                  <a:pt x="819907" y="1552584"/>
                  <a:pt x="810337" y="1548844"/>
                  <a:pt x="813554" y="1555320"/>
                </a:cubicBezTo>
                <a:cubicBezTo>
                  <a:pt x="823401" y="1555955"/>
                  <a:pt x="833125" y="1560517"/>
                  <a:pt x="843064" y="1557610"/>
                </a:cubicBezTo>
                <a:cubicBezTo>
                  <a:pt x="848894" y="1563297"/>
                  <a:pt x="844689" y="1568230"/>
                  <a:pt x="849142" y="1573857"/>
                </a:cubicBezTo>
                <a:cubicBezTo>
                  <a:pt x="854243" y="1568492"/>
                  <a:pt x="860163" y="1564720"/>
                  <a:pt x="864291" y="1561877"/>
                </a:cubicBezTo>
                <a:cubicBezTo>
                  <a:pt x="866795" y="1571679"/>
                  <a:pt x="855124" y="1580427"/>
                  <a:pt x="855233" y="1590043"/>
                </a:cubicBezTo>
                <a:cubicBezTo>
                  <a:pt x="858818" y="1597372"/>
                  <a:pt x="862885" y="1591141"/>
                  <a:pt x="866627" y="1593568"/>
                </a:cubicBezTo>
                <a:cubicBezTo>
                  <a:pt x="864570" y="1579825"/>
                  <a:pt x="875484" y="1584152"/>
                  <a:pt x="878313" y="1586596"/>
                </a:cubicBezTo>
                <a:cubicBezTo>
                  <a:pt x="876582" y="1572004"/>
                  <a:pt x="885532" y="1578544"/>
                  <a:pt x="885377" y="1571386"/>
                </a:cubicBezTo>
                <a:cubicBezTo>
                  <a:pt x="884512" y="1569561"/>
                  <a:pt x="883770" y="1567781"/>
                  <a:pt x="885532" y="1566175"/>
                </a:cubicBezTo>
                <a:cubicBezTo>
                  <a:pt x="893169" y="1573734"/>
                  <a:pt x="881544" y="1579871"/>
                  <a:pt x="888176" y="1587384"/>
                </a:cubicBezTo>
                <a:cubicBezTo>
                  <a:pt x="898164" y="1595020"/>
                  <a:pt x="905042" y="1563624"/>
                  <a:pt x="911598" y="1573439"/>
                </a:cubicBezTo>
                <a:cubicBezTo>
                  <a:pt x="907253" y="1578357"/>
                  <a:pt x="905521" y="1583489"/>
                  <a:pt x="907841" y="1588930"/>
                </a:cubicBezTo>
                <a:cubicBezTo>
                  <a:pt x="920734" y="1602488"/>
                  <a:pt x="929763" y="1570828"/>
                  <a:pt x="933148" y="1567242"/>
                </a:cubicBezTo>
                <a:cubicBezTo>
                  <a:pt x="930070" y="1573164"/>
                  <a:pt x="933890" y="1579532"/>
                  <a:pt x="934230" y="1585714"/>
                </a:cubicBezTo>
                <a:cubicBezTo>
                  <a:pt x="930056" y="1592657"/>
                  <a:pt x="917735" y="1593613"/>
                  <a:pt x="918926" y="1602905"/>
                </a:cubicBezTo>
                <a:cubicBezTo>
                  <a:pt x="935204" y="1614378"/>
                  <a:pt x="935157" y="1589982"/>
                  <a:pt x="949070" y="1584232"/>
                </a:cubicBezTo>
                <a:cubicBezTo>
                  <a:pt x="952395" y="1588900"/>
                  <a:pt x="950570" y="1593121"/>
                  <a:pt x="953570" y="1597712"/>
                </a:cubicBezTo>
                <a:cubicBezTo>
                  <a:pt x="957033" y="1592688"/>
                  <a:pt x="960450" y="1587725"/>
                  <a:pt x="963880" y="1582764"/>
                </a:cubicBezTo>
                <a:cubicBezTo>
                  <a:pt x="961112" y="1577586"/>
                  <a:pt x="949798" y="1586226"/>
                  <a:pt x="952657" y="1574014"/>
                </a:cubicBezTo>
                <a:cubicBezTo>
                  <a:pt x="959196" y="1575577"/>
                  <a:pt x="965581" y="1581775"/>
                  <a:pt x="972338" y="1575526"/>
                </a:cubicBezTo>
                <a:cubicBezTo>
                  <a:pt x="953416" y="1567288"/>
                  <a:pt x="934321" y="1563717"/>
                  <a:pt x="915339" y="1557981"/>
                </a:cubicBezTo>
                <a:cubicBezTo>
                  <a:pt x="931926" y="1540419"/>
                  <a:pt x="963696" y="1582624"/>
                  <a:pt x="969678" y="1554332"/>
                </a:cubicBezTo>
                <a:cubicBezTo>
                  <a:pt x="974827" y="1547204"/>
                  <a:pt x="979651" y="1551333"/>
                  <a:pt x="984536" y="1552817"/>
                </a:cubicBezTo>
                <a:cubicBezTo>
                  <a:pt x="982726" y="1556203"/>
                  <a:pt x="979356" y="1559450"/>
                  <a:pt x="980902" y="1563083"/>
                </a:cubicBezTo>
                <a:cubicBezTo>
                  <a:pt x="991260" y="1565138"/>
                  <a:pt x="1001294" y="1576640"/>
                  <a:pt x="1011652" y="1578589"/>
                </a:cubicBezTo>
                <a:cubicBezTo>
                  <a:pt x="1009874" y="1581928"/>
                  <a:pt x="1006519" y="1585219"/>
                  <a:pt x="1008080" y="1588806"/>
                </a:cubicBezTo>
                <a:cubicBezTo>
                  <a:pt x="1013197" y="1581944"/>
                  <a:pt x="1017697" y="1596196"/>
                  <a:pt x="1022906" y="1587306"/>
                </a:cubicBezTo>
                <a:cubicBezTo>
                  <a:pt x="1019166" y="1583165"/>
                  <a:pt x="1015285" y="1585807"/>
                  <a:pt x="1011652" y="1578589"/>
                </a:cubicBezTo>
                <a:cubicBezTo>
                  <a:pt x="1023091" y="1567891"/>
                  <a:pt x="1028193" y="1571694"/>
                  <a:pt x="1037130" y="1551672"/>
                </a:cubicBezTo>
                <a:cubicBezTo>
                  <a:pt x="1045524" y="1562403"/>
                  <a:pt x="1042138" y="1542984"/>
                  <a:pt x="1056639" y="1558443"/>
                </a:cubicBezTo>
                <a:cubicBezTo>
                  <a:pt x="1067106" y="1539491"/>
                  <a:pt x="1090512" y="1560530"/>
                  <a:pt x="1105785" y="1562247"/>
                </a:cubicBezTo>
                <a:cubicBezTo>
                  <a:pt x="1104022" y="1565570"/>
                  <a:pt x="1100668" y="1568863"/>
                  <a:pt x="1102199" y="1572466"/>
                </a:cubicBezTo>
                <a:cubicBezTo>
                  <a:pt x="1103899" y="1571136"/>
                  <a:pt x="1105522" y="1571846"/>
                  <a:pt x="1107038" y="1575481"/>
                </a:cubicBezTo>
                <a:cubicBezTo>
                  <a:pt x="1106280" y="1563315"/>
                  <a:pt x="1113701" y="1554593"/>
                  <a:pt x="1120472" y="1565988"/>
                </a:cubicBezTo>
                <a:cubicBezTo>
                  <a:pt x="1122528" y="1569667"/>
                  <a:pt x="1118894" y="1572929"/>
                  <a:pt x="1120162" y="1576500"/>
                </a:cubicBezTo>
                <a:cubicBezTo>
                  <a:pt x="1124986" y="1569946"/>
                  <a:pt x="1121029" y="1566916"/>
                  <a:pt x="1127059" y="1566513"/>
                </a:cubicBezTo>
                <a:cubicBezTo>
                  <a:pt x="1130598" y="1571183"/>
                  <a:pt x="1127832" y="1575325"/>
                  <a:pt x="1128264" y="1579748"/>
                </a:cubicBezTo>
                <a:cubicBezTo>
                  <a:pt x="1131897" y="1575681"/>
                  <a:pt x="1130304" y="1571152"/>
                  <a:pt x="1133598" y="1567039"/>
                </a:cubicBezTo>
                <a:cubicBezTo>
                  <a:pt x="1144466" y="1566003"/>
                  <a:pt x="1160234" y="1583983"/>
                  <a:pt x="1166387" y="1569605"/>
                </a:cubicBezTo>
                <a:cubicBezTo>
                  <a:pt x="1173700" y="1577166"/>
                  <a:pt x="1159971" y="1583086"/>
                  <a:pt x="1165738" y="1590538"/>
                </a:cubicBezTo>
                <a:cubicBezTo>
                  <a:pt x="1183857" y="1563267"/>
                  <a:pt x="1199131" y="1580783"/>
                  <a:pt x="1209921" y="1596613"/>
                </a:cubicBezTo>
                <a:cubicBezTo>
                  <a:pt x="1208190" y="1593862"/>
                  <a:pt x="1206489" y="1597634"/>
                  <a:pt x="1209782" y="1601854"/>
                </a:cubicBezTo>
                <a:cubicBezTo>
                  <a:pt x="1202191" y="1600958"/>
                  <a:pt x="1191231" y="1618010"/>
                  <a:pt x="1195699" y="1632279"/>
                </a:cubicBezTo>
                <a:cubicBezTo>
                  <a:pt x="1203072" y="1628012"/>
                  <a:pt x="1201171" y="1619370"/>
                  <a:pt x="1209149" y="1622833"/>
                </a:cubicBezTo>
                <a:cubicBezTo>
                  <a:pt x="1207988" y="1615737"/>
                  <a:pt x="1206906" y="1608656"/>
                  <a:pt x="1213045" y="1602101"/>
                </a:cubicBezTo>
                <a:cubicBezTo>
                  <a:pt x="1218594" y="1610418"/>
                  <a:pt x="1209689" y="1617593"/>
                  <a:pt x="1213987" y="1625848"/>
                </a:cubicBezTo>
                <a:cubicBezTo>
                  <a:pt x="1219243" y="1628676"/>
                  <a:pt x="1219027" y="1637333"/>
                  <a:pt x="1226942" y="1632062"/>
                </a:cubicBezTo>
                <a:cubicBezTo>
                  <a:pt x="1239047" y="1600990"/>
                  <a:pt x="1262747" y="1614995"/>
                  <a:pt x="1278761" y="1601962"/>
                </a:cubicBezTo>
                <a:cubicBezTo>
                  <a:pt x="1274264" y="1607698"/>
                  <a:pt x="1270152" y="1613526"/>
                  <a:pt x="1273305" y="1619911"/>
                </a:cubicBezTo>
                <a:cubicBezTo>
                  <a:pt x="1282690" y="1619632"/>
                  <a:pt x="1285395" y="1626420"/>
                  <a:pt x="1288456" y="1607976"/>
                </a:cubicBezTo>
                <a:cubicBezTo>
                  <a:pt x="1298782" y="1625414"/>
                  <a:pt x="1292537" y="1592764"/>
                  <a:pt x="1301736" y="1603725"/>
                </a:cubicBezTo>
                <a:cubicBezTo>
                  <a:pt x="1295321" y="1611129"/>
                  <a:pt x="1297098" y="1619107"/>
                  <a:pt x="1296109" y="1626944"/>
                </a:cubicBezTo>
                <a:cubicBezTo>
                  <a:pt x="1298181" y="1629496"/>
                  <a:pt x="1300438" y="1628444"/>
                  <a:pt x="1302632" y="1627487"/>
                </a:cubicBezTo>
                <a:cubicBezTo>
                  <a:pt x="1302957" y="1621364"/>
                  <a:pt x="1301317" y="1615103"/>
                  <a:pt x="1308120" y="1609492"/>
                </a:cubicBezTo>
                <a:cubicBezTo>
                  <a:pt x="1310842" y="1625769"/>
                  <a:pt x="1318587" y="1616618"/>
                  <a:pt x="1318139" y="1605007"/>
                </a:cubicBezTo>
                <a:cubicBezTo>
                  <a:pt x="1347620" y="1624842"/>
                  <a:pt x="1379513" y="1599844"/>
                  <a:pt x="1396008" y="1637288"/>
                </a:cubicBezTo>
                <a:cubicBezTo>
                  <a:pt x="1401852" y="1625615"/>
                  <a:pt x="1407046" y="1634521"/>
                  <a:pt x="1412874" y="1622879"/>
                </a:cubicBezTo>
                <a:cubicBezTo>
                  <a:pt x="1421023" y="1640411"/>
                  <a:pt x="1427422" y="1632078"/>
                  <a:pt x="1432678" y="1619181"/>
                </a:cubicBezTo>
                <a:cubicBezTo>
                  <a:pt x="1444550" y="1624700"/>
                  <a:pt x="1447720" y="1634938"/>
                  <a:pt x="1454075" y="1618239"/>
                </a:cubicBezTo>
                <a:cubicBezTo>
                  <a:pt x="1462979" y="1625025"/>
                  <a:pt x="1447195" y="1629988"/>
                  <a:pt x="1451895" y="1636391"/>
                </a:cubicBezTo>
                <a:cubicBezTo>
                  <a:pt x="1458126" y="1645141"/>
                  <a:pt x="1462453" y="1630945"/>
                  <a:pt x="1464695" y="1647924"/>
                </a:cubicBezTo>
                <a:cubicBezTo>
                  <a:pt x="1469395" y="1637160"/>
                  <a:pt x="1473692" y="1639557"/>
                  <a:pt x="1477943" y="1643732"/>
                </a:cubicBezTo>
                <a:cubicBezTo>
                  <a:pt x="1476166" y="1647070"/>
                  <a:pt x="1472826" y="1650258"/>
                  <a:pt x="1474372" y="1653907"/>
                </a:cubicBezTo>
                <a:cubicBezTo>
                  <a:pt x="1506436" y="1645431"/>
                  <a:pt x="1546337" y="1662220"/>
                  <a:pt x="1573174" y="1645833"/>
                </a:cubicBezTo>
                <a:cubicBezTo>
                  <a:pt x="1565090" y="1640453"/>
                  <a:pt x="1547974" y="1647904"/>
                  <a:pt x="1545563" y="1635847"/>
                </a:cubicBezTo>
                <a:cubicBezTo>
                  <a:pt x="1547681" y="1638243"/>
                  <a:pt x="1552149" y="1638335"/>
                  <a:pt x="1550557" y="1633589"/>
                </a:cubicBezTo>
                <a:cubicBezTo>
                  <a:pt x="1544837" y="1629478"/>
                  <a:pt x="1538189" y="1624330"/>
                  <a:pt x="1540539" y="1638058"/>
                </a:cubicBezTo>
                <a:cubicBezTo>
                  <a:pt x="1529392" y="1635878"/>
                  <a:pt x="1534232" y="1618130"/>
                  <a:pt x="1539798" y="1609101"/>
                </a:cubicBezTo>
                <a:cubicBezTo>
                  <a:pt x="1551191" y="1622984"/>
                  <a:pt x="1568845" y="1642185"/>
                  <a:pt x="1572416" y="1616924"/>
                </a:cubicBezTo>
                <a:cubicBezTo>
                  <a:pt x="1576389" y="1629786"/>
                  <a:pt x="1581337" y="1611901"/>
                  <a:pt x="1585371" y="1623169"/>
                </a:cubicBezTo>
                <a:cubicBezTo>
                  <a:pt x="1583594" y="1632631"/>
                  <a:pt x="1574890" y="1625489"/>
                  <a:pt x="1578493" y="1633156"/>
                </a:cubicBezTo>
                <a:cubicBezTo>
                  <a:pt x="1580812" y="1637655"/>
                  <a:pt x="1583247" y="1638413"/>
                  <a:pt x="1585738" y="1637483"/>
                </a:cubicBezTo>
                <a:lnTo>
                  <a:pt x="1590281" y="1634016"/>
                </a:lnTo>
                <a:lnTo>
                  <a:pt x="1587830" y="1649589"/>
                </a:lnTo>
                <a:cubicBezTo>
                  <a:pt x="1582620" y="1645834"/>
                  <a:pt x="1582774" y="1638815"/>
                  <a:pt x="1574766" y="1648615"/>
                </a:cubicBezTo>
                <a:cubicBezTo>
                  <a:pt x="1583454" y="1658047"/>
                  <a:pt x="1570949" y="1665823"/>
                  <a:pt x="1577225" y="1675052"/>
                </a:cubicBezTo>
                <a:cubicBezTo>
                  <a:pt x="1581213" y="1670832"/>
                  <a:pt x="1584940" y="1673938"/>
                  <a:pt x="1588788" y="1673351"/>
                </a:cubicBezTo>
                <a:cubicBezTo>
                  <a:pt x="1594416" y="1642912"/>
                  <a:pt x="1613570" y="1627529"/>
                  <a:pt x="1627994" y="1626510"/>
                </a:cubicBezTo>
                <a:cubicBezTo>
                  <a:pt x="1620280" y="1633992"/>
                  <a:pt x="1631766" y="1639465"/>
                  <a:pt x="1634223" y="1637439"/>
                </a:cubicBezTo>
                <a:cubicBezTo>
                  <a:pt x="1637656" y="1621655"/>
                  <a:pt x="1652297" y="1637253"/>
                  <a:pt x="1660443" y="1639510"/>
                </a:cubicBezTo>
                <a:cubicBezTo>
                  <a:pt x="1658155" y="1643685"/>
                  <a:pt x="1653549" y="1647719"/>
                  <a:pt x="1655141" y="1652233"/>
                </a:cubicBezTo>
                <a:cubicBezTo>
                  <a:pt x="1663149" y="1660489"/>
                  <a:pt x="1666735" y="1632507"/>
                  <a:pt x="1672006" y="1637778"/>
                </a:cubicBezTo>
                <a:cubicBezTo>
                  <a:pt x="1669009" y="1654846"/>
                  <a:pt x="1680526" y="1639664"/>
                  <a:pt x="1683401" y="1641289"/>
                </a:cubicBezTo>
                <a:cubicBezTo>
                  <a:pt x="1679799" y="1647147"/>
                  <a:pt x="1689306" y="1654012"/>
                  <a:pt x="1691038" y="1660288"/>
                </a:cubicBezTo>
                <a:cubicBezTo>
                  <a:pt x="1693945" y="1654939"/>
                  <a:pt x="1696588" y="1657846"/>
                  <a:pt x="1699478" y="1653007"/>
                </a:cubicBezTo>
                <a:cubicBezTo>
                  <a:pt x="1695088" y="1654600"/>
                  <a:pt x="1688935" y="1651693"/>
                  <a:pt x="1693249" y="1642045"/>
                </a:cubicBezTo>
                <a:cubicBezTo>
                  <a:pt x="1696728" y="1646050"/>
                  <a:pt x="1700708" y="1648353"/>
                  <a:pt x="1703706" y="1647665"/>
                </a:cubicBezTo>
                <a:lnTo>
                  <a:pt x="1707448" y="1637538"/>
                </a:lnTo>
                <a:lnTo>
                  <a:pt x="1706179" y="1637994"/>
                </a:lnTo>
                <a:cubicBezTo>
                  <a:pt x="1705292" y="1639691"/>
                  <a:pt x="1704484" y="1643069"/>
                  <a:pt x="1701501" y="1642659"/>
                </a:cubicBezTo>
                <a:lnTo>
                  <a:pt x="1695196" y="1631545"/>
                </a:lnTo>
                <a:lnTo>
                  <a:pt x="1686118" y="1630816"/>
                </a:lnTo>
                <a:lnTo>
                  <a:pt x="1675913" y="1625312"/>
                </a:lnTo>
                <a:lnTo>
                  <a:pt x="1672081" y="1635068"/>
                </a:lnTo>
                <a:cubicBezTo>
                  <a:pt x="1668811" y="1632618"/>
                  <a:pt x="1665839" y="1630283"/>
                  <a:pt x="1663394" y="1627296"/>
                </a:cubicBezTo>
                <a:lnTo>
                  <a:pt x="1660531" y="1621233"/>
                </a:lnTo>
                <a:lnTo>
                  <a:pt x="1654402" y="1621013"/>
                </a:lnTo>
                <a:lnTo>
                  <a:pt x="1652707" y="1623651"/>
                </a:lnTo>
                <a:cubicBezTo>
                  <a:pt x="1650974" y="1626612"/>
                  <a:pt x="1649269" y="1628513"/>
                  <a:pt x="1647715" y="1625344"/>
                </a:cubicBezTo>
                <a:cubicBezTo>
                  <a:pt x="1650051" y="1619532"/>
                  <a:pt x="1645334" y="1623474"/>
                  <a:pt x="1642877" y="1622345"/>
                </a:cubicBezTo>
                <a:lnTo>
                  <a:pt x="1643726" y="1620630"/>
                </a:lnTo>
                <a:lnTo>
                  <a:pt x="1638375" y="1620438"/>
                </a:lnTo>
                <a:cubicBezTo>
                  <a:pt x="1628987" y="1618656"/>
                  <a:pt x="1620334" y="1615224"/>
                  <a:pt x="1615301" y="1609551"/>
                </a:cubicBezTo>
                <a:cubicBezTo>
                  <a:pt x="1623511" y="1611375"/>
                  <a:pt x="1628226" y="1608670"/>
                  <a:pt x="1625613" y="1594632"/>
                </a:cubicBezTo>
                <a:cubicBezTo>
                  <a:pt x="1630390" y="1594879"/>
                  <a:pt x="1629984" y="1597639"/>
                  <a:pt x="1629130" y="1601295"/>
                </a:cubicBezTo>
                <a:lnTo>
                  <a:pt x="1629618" y="1608393"/>
                </a:lnTo>
                <a:lnTo>
                  <a:pt x="1635229" y="1604023"/>
                </a:lnTo>
                <a:cubicBezTo>
                  <a:pt x="1637967" y="1604150"/>
                  <a:pt x="1640664" y="1605796"/>
                  <a:pt x="1643386" y="1606592"/>
                </a:cubicBezTo>
                <a:lnTo>
                  <a:pt x="1637510" y="1609707"/>
                </a:lnTo>
                <a:lnTo>
                  <a:pt x="1641799" y="1611077"/>
                </a:lnTo>
                <a:cubicBezTo>
                  <a:pt x="1645734" y="1612824"/>
                  <a:pt x="1649050" y="1613832"/>
                  <a:pt x="1649931" y="1604386"/>
                </a:cubicBezTo>
                <a:lnTo>
                  <a:pt x="1650630" y="1606676"/>
                </a:lnTo>
                <a:lnTo>
                  <a:pt x="1651643" y="1604629"/>
                </a:lnTo>
                <a:cubicBezTo>
                  <a:pt x="1655816" y="1611308"/>
                  <a:pt x="1660207" y="1611633"/>
                  <a:pt x="1664752" y="1605649"/>
                </a:cubicBezTo>
                <a:cubicBezTo>
                  <a:pt x="1666978" y="1609266"/>
                  <a:pt x="1667366" y="1612822"/>
                  <a:pt x="1667721" y="1616378"/>
                </a:cubicBezTo>
                <a:cubicBezTo>
                  <a:pt x="1674971" y="1609761"/>
                  <a:pt x="1677738" y="1615914"/>
                  <a:pt x="1678046" y="1601428"/>
                </a:cubicBezTo>
                <a:cubicBezTo>
                  <a:pt x="1682608" y="1612436"/>
                  <a:pt x="1687632" y="1609375"/>
                  <a:pt x="1692548" y="1610427"/>
                </a:cubicBezTo>
                <a:cubicBezTo>
                  <a:pt x="1688104" y="1613464"/>
                  <a:pt x="1683095" y="1614334"/>
                  <a:pt x="1679143" y="1617089"/>
                </a:cubicBezTo>
                <a:lnTo>
                  <a:pt x="1679102" y="1617192"/>
                </a:lnTo>
                <a:lnTo>
                  <a:pt x="1688652" y="1612920"/>
                </a:lnTo>
                <a:cubicBezTo>
                  <a:pt x="1691967" y="1612471"/>
                  <a:pt x="1695080" y="1613190"/>
                  <a:pt x="1697640" y="1616072"/>
                </a:cubicBezTo>
                <a:lnTo>
                  <a:pt x="1697977" y="1617029"/>
                </a:lnTo>
                <a:lnTo>
                  <a:pt x="1697589" y="1608184"/>
                </a:lnTo>
                <a:lnTo>
                  <a:pt x="1708759" y="1615171"/>
                </a:lnTo>
                <a:lnTo>
                  <a:pt x="1708863" y="1614327"/>
                </a:lnTo>
                <a:lnTo>
                  <a:pt x="1710269" y="1614811"/>
                </a:lnTo>
                <a:lnTo>
                  <a:pt x="1720562" y="1609946"/>
                </a:lnTo>
                <a:lnTo>
                  <a:pt x="1722397" y="1613577"/>
                </a:lnTo>
                <a:lnTo>
                  <a:pt x="1723704" y="1612889"/>
                </a:lnTo>
                <a:cubicBezTo>
                  <a:pt x="1724137" y="1602871"/>
                  <a:pt x="1718525" y="1602006"/>
                  <a:pt x="1714336" y="1596377"/>
                </a:cubicBezTo>
                <a:cubicBezTo>
                  <a:pt x="1729099" y="1599223"/>
                  <a:pt x="1730383" y="1607942"/>
                  <a:pt x="1736489" y="1624406"/>
                </a:cubicBezTo>
                <a:lnTo>
                  <a:pt x="1741824" y="1623233"/>
                </a:lnTo>
                <a:lnTo>
                  <a:pt x="1742298" y="1621284"/>
                </a:lnTo>
                <a:cubicBezTo>
                  <a:pt x="1744926" y="1618882"/>
                  <a:pt x="1748628" y="1618156"/>
                  <a:pt x="1751450" y="1620196"/>
                </a:cubicBezTo>
                <a:lnTo>
                  <a:pt x="1748125" y="1628129"/>
                </a:lnTo>
                <a:lnTo>
                  <a:pt x="1748384" y="1628376"/>
                </a:lnTo>
                <a:lnTo>
                  <a:pt x="1755885" y="1637943"/>
                </a:lnTo>
                <a:lnTo>
                  <a:pt x="1757285" y="1624623"/>
                </a:lnTo>
                <a:cubicBezTo>
                  <a:pt x="1757638" y="1619840"/>
                  <a:pt x="1758453" y="1615102"/>
                  <a:pt x="1761576" y="1610565"/>
                </a:cubicBezTo>
                <a:cubicBezTo>
                  <a:pt x="1764298" y="1615551"/>
                  <a:pt x="1762047" y="1620181"/>
                  <a:pt x="1760339" y="1624863"/>
                </a:cubicBezTo>
                <a:lnTo>
                  <a:pt x="1760629" y="1626970"/>
                </a:lnTo>
                <a:lnTo>
                  <a:pt x="1763833" y="1617196"/>
                </a:lnTo>
                <a:cubicBezTo>
                  <a:pt x="1763237" y="1612332"/>
                  <a:pt x="1761517" y="1607377"/>
                  <a:pt x="1761703" y="1602562"/>
                </a:cubicBezTo>
                <a:cubicBezTo>
                  <a:pt x="1766605" y="1610679"/>
                  <a:pt x="1775044" y="1616816"/>
                  <a:pt x="1784677" y="1604339"/>
                </a:cubicBezTo>
                <a:cubicBezTo>
                  <a:pt x="1788155" y="1615254"/>
                  <a:pt x="1792097" y="1612626"/>
                  <a:pt x="1795914" y="1613105"/>
                </a:cubicBezTo>
                <a:cubicBezTo>
                  <a:pt x="1794029" y="1616638"/>
                  <a:pt x="1792207" y="1617995"/>
                  <a:pt x="1790417" y="1618244"/>
                </a:cubicBezTo>
                <a:lnTo>
                  <a:pt x="1786411" y="1617099"/>
                </a:lnTo>
                <a:lnTo>
                  <a:pt x="1789676" y="1625410"/>
                </a:lnTo>
                <a:cubicBezTo>
                  <a:pt x="1790574" y="1628529"/>
                  <a:pt x="1790717" y="1631721"/>
                  <a:pt x="1790299" y="1638979"/>
                </a:cubicBezTo>
                <a:lnTo>
                  <a:pt x="1794894" y="1635727"/>
                </a:lnTo>
                <a:lnTo>
                  <a:pt x="1793797" y="1631440"/>
                </a:lnTo>
                <a:cubicBezTo>
                  <a:pt x="1796658" y="1635089"/>
                  <a:pt x="1798652" y="1627854"/>
                  <a:pt x="1798976" y="1623974"/>
                </a:cubicBezTo>
                <a:lnTo>
                  <a:pt x="1801013" y="1631397"/>
                </a:lnTo>
                <a:lnTo>
                  <a:pt x="1802891" y="1630068"/>
                </a:lnTo>
                <a:cubicBezTo>
                  <a:pt x="1809105" y="1628214"/>
                  <a:pt x="1815218" y="1629676"/>
                  <a:pt x="1821314" y="1631809"/>
                </a:cubicBezTo>
                <a:lnTo>
                  <a:pt x="1822387" y="1632146"/>
                </a:lnTo>
                <a:lnTo>
                  <a:pt x="1821654" y="1630853"/>
                </a:lnTo>
                <a:cubicBezTo>
                  <a:pt x="1822257" y="1628535"/>
                  <a:pt x="1824374" y="1614435"/>
                  <a:pt x="1828534" y="1620882"/>
                </a:cubicBezTo>
                <a:cubicBezTo>
                  <a:pt x="1825652" y="1630189"/>
                  <a:pt x="1826649" y="1629312"/>
                  <a:pt x="1829076" y="1627294"/>
                </a:cubicBezTo>
                <a:lnTo>
                  <a:pt x="1832939" y="1624884"/>
                </a:lnTo>
                <a:lnTo>
                  <a:pt x="1831825" y="1623860"/>
                </a:lnTo>
                <a:cubicBezTo>
                  <a:pt x="1836672" y="1618249"/>
                  <a:pt x="1839353" y="1622195"/>
                  <a:pt x="1841688" y="1627383"/>
                </a:cubicBezTo>
                <a:lnTo>
                  <a:pt x="1843161" y="1630645"/>
                </a:lnTo>
                <a:lnTo>
                  <a:pt x="1846374" y="1627609"/>
                </a:lnTo>
                <a:cubicBezTo>
                  <a:pt x="1846797" y="1626386"/>
                  <a:pt x="1846423" y="1624632"/>
                  <a:pt x="1846624" y="1619662"/>
                </a:cubicBezTo>
                <a:cubicBezTo>
                  <a:pt x="1848230" y="1621253"/>
                  <a:pt x="1849884" y="1620775"/>
                  <a:pt x="1851647" y="1617451"/>
                </a:cubicBezTo>
                <a:cubicBezTo>
                  <a:pt x="1853194" y="1620202"/>
                  <a:pt x="1854770" y="1622938"/>
                  <a:pt x="1856316" y="1625660"/>
                </a:cubicBezTo>
                <a:lnTo>
                  <a:pt x="1855934" y="1626401"/>
                </a:lnTo>
                <a:lnTo>
                  <a:pt x="1858058" y="1625839"/>
                </a:lnTo>
                <a:cubicBezTo>
                  <a:pt x="1847453" y="1636629"/>
                  <a:pt x="1860610" y="1634172"/>
                  <a:pt x="1863965" y="1647359"/>
                </a:cubicBezTo>
                <a:lnTo>
                  <a:pt x="1867502" y="1646270"/>
                </a:lnTo>
                <a:lnTo>
                  <a:pt x="1867399" y="1639665"/>
                </a:lnTo>
                <a:lnTo>
                  <a:pt x="1871482" y="1645045"/>
                </a:lnTo>
                <a:lnTo>
                  <a:pt x="1876062" y="1643635"/>
                </a:lnTo>
                <a:lnTo>
                  <a:pt x="1897548" y="1644425"/>
                </a:lnTo>
                <a:lnTo>
                  <a:pt x="1898784" y="1634240"/>
                </a:lnTo>
                <a:lnTo>
                  <a:pt x="1901770" y="1643127"/>
                </a:lnTo>
                <a:lnTo>
                  <a:pt x="1904618" y="1640767"/>
                </a:lnTo>
                <a:lnTo>
                  <a:pt x="1908600" y="1634996"/>
                </a:lnTo>
                <a:lnTo>
                  <a:pt x="1909245" y="1636931"/>
                </a:lnTo>
                <a:lnTo>
                  <a:pt x="1916984" y="1630516"/>
                </a:lnTo>
                <a:lnTo>
                  <a:pt x="1917246" y="1631226"/>
                </a:lnTo>
                <a:lnTo>
                  <a:pt x="1917455" y="1631390"/>
                </a:lnTo>
                <a:lnTo>
                  <a:pt x="1920404" y="1638576"/>
                </a:lnTo>
                <a:cubicBezTo>
                  <a:pt x="1920029" y="1641175"/>
                  <a:pt x="1919008" y="1643726"/>
                  <a:pt x="1919866" y="1646416"/>
                </a:cubicBezTo>
                <a:cubicBezTo>
                  <a:pt x="1931385" y="1645798"/>
                  <a:pt x="1942608" y="1655675"/>
                  <a:pt x="1954357" y="1646461"/>
                </a:cubicBezTo>
                <a:cubicBezTo>
                  <a:pt x="1950012" y="1651394"/>
                  <a:pt x="1948297" y="1656526"/>
                  <a:pt x="1950616" y="1661952"/>
                </a:cubicBezTo>
                <a:cubicBezTo>
                  <a:pt x="1955052" y="1659973"/>
                  <a:pt x="1959350" y="1663267"/>
                  <a:pt x="1964065" y="1652491"/>
                </a:cubicBezTo>
                <a:cubicBezTo>
                  <a:pt x="1962041" y="1647961"/>
                  <a:pt x="1957696" y="1643215"/>
                  <a:pt x="1959520" y="1639026"/>
                </a:cubicBezTo>
                <a:cubicBezTo>
                  <a:pt x="1963740" y="1644715"/>
                  <a:pt x="1968393" y="1635439"/>
                  <a:pt x="1972459" y="1645241"/>
                </a:cubicBezTo>
                <a:cubicBezTo>
                  <a:pt x="1966384" y="1651780"/>
                  <a:pt x="1966152" y="1658767"/>
                  <a:pt x="1971857" y="1666204"/>
                </a:cubicBezTo>
                <a:cubicBezTo>
                  <a:pt x="1985755" y="1646648"/>
                  <a:pt x="2002205" y="1688018"/>
                  <a:pt x="2011511" y="1658783"/>
                </a:cubicBezTo>
                <a:cubicBezTo>
                  <a:pt x="2015824" y="1659973"/>
                  <a:pt x="2017402" y="1662802"/>
                  <a:pt x="2017726" y="1669775"/>
                </a:cubicBezTo>
                <a:cubicBezTo>
                  <a:pt x="2020539" y="1657376"/>
                  <a:pt x="2030556" y="1669775"/>
                  <a:pt x="2027867" y="1660051"/>
                </a:cubicBezTo>
                <a:cubicBezTo>
                  <a:pt x="2025779" y="1657191"/>
                  <a:pt x="2021297" y="1658243"/>
                  <a:pt x="2023197" y="1651811"/>
                </a:cubicBezTo>
                <a:cubicBezTo>
                  <a:pt x="2028114" y="1652584"/>
                  <a:pt x="2032930" y="1656314"/>
                  <a:pt x="2037738" y="1660241"/>
                </a:cubicBezTo>
                <a:lnTo>
                  <a:pt x="2048982" y="1667698"/>
                </a:lnTo>
                <a:lnTo>
                  <a:pt x="2051669" y="1666751"/>
                </a:lnTo>
                <a:lnTo>
                  <a:pt x="2052295" y="1667759"/>
                </a:lnTo>
                <a:lnTo>
                  <a:pt x="2052555" y="1659324"/>
                </a:lnTo>
                <a:cubicBezTo>
                  <a:pt x="2050005" y="1653588"/>
                  <a:pt x="2047176" y="1656062"/>
                  <a:pt x="2044610" y="1650821"/>
                </a:cubicBezTo>
                <a:lnTo>
                  <a:pt x="2048954" y="1650252"/>
                </a:lnTo>
                <a:lnTo>
                  <a:pt x="2046893" y="1646542"/>
                </a:lnTo>
                <a:cubicBezTo>
                  <a:pt x="2045056" y="1645863"/>
                  <a:pt x="2043293" y="1647228"/>
                  <a:pt x="2041698" y="1648658"/>
                </a:cubicBezTo>
                <a:lnTo>
                  <a:pt x="2040464" y="1649397"/>
                </a:lnTo>
                <a:lnTo>
                  <a:pt x="2039569" y="1653095"/>
                </a:lnTo>
                <a:cubicBezTo>
                  <a:pt x="2031020" y="1645892"/>
                  <a:pt x="2022378" y="1641655"/>
                  <a:pt x="2013164" y="1656343"/>
                </a:cubicBezTo>
                <a:lnTo>
                  <a:pt x="2011368" y="1651877"/>
                </a:lnTo>
                <a:lnTo>
                  <a:pt x="2008190" y="1655866"/>
                </a:lnTo>
                <a:lnTo>
                  <a:pt x="2006062" y="1649073"/>
                </a:lnTo>
                <a:lnTo>
                  <a:pt x="2005077" y="1653336"/>
                </a:lnTo>
                <a:cubicBezTo>
                  <a:pt x="2004629" y="1656510"/>
                  <a:pt x="2004162" y="1659369"/>
                  <a:pt x="2003110" y="1659474"/>
                </a:cubicBezTo>
                <a:cubicBezTo>
                  <a:pt x="2002408" y="1659544"/>
                  <a:pt x="2001446" y="1658391"/>
                  <a:pt x="2000055" y="1655291"/>
                </a:cubicBezTo>
                <a:cubicBezTo>
                  <a:pt x="2000217" y="1650800"/>
                  <a:pt x="2001407" y="1649277"/>
                  <a:pt x="2003058" y="1647426"/>
                </a:cubicBezTo>
                <a:lnTo>
                  <a:pt x="2005574" y="1643131"/>
                </a:lnTo>
                <a:lnTo>
                  <a:pt x="2008807" y="1634872"/>
                </a:lnTo>
                <a:cubicBezTo>
                  <a:pt x="2010563" y="1640043"/>
                  <a:pt x="2012492" y="1639653"/>
                  <a:pt x="2014424" y="1639258"/>
                </a:cubicBezTo>
                <a:lnTo>
                  <a:pt x="2014951" y="1639666"/>
                </a:lnTo>
                <a:lnTo>
                  <a:pt x="2027671" y="1643973"/>
                </a:lnTo>
                <a:cubicBezTo>
                  <a:pt x="2033907" y="1643774"/>
                  <a:pt x="2039607" y="1641454"/>
                  <a:pt x="2043310" y="1637635"/>
                </a:cubicBezTo>
                <a:lnTo>
                  <a:pt x="2042491" y="1641020"/>
                </a:lnTo>
                <a:lnTo>
                  <a:pt x="2045632" y="1640538"/>
                </a:lnTo>
                <a:cubicBezTo>
                  <a:pt x="2049217" y="1639754"/>
                  <a:pt x="2052760" y="1640222"/>
                  <a:pt x="2056131" y="1646406"/>
                </a:cubicBezTo>
                <a:lnTo>
                  <a:pt x="2055064" y="1649450"/>
                </a:lnTo>
                <a:lnTo>
                  <a:pt x="2061101" y="1648659"/>
                </a:lnTo>
                <a:lnTo>
                  <a:pt x="2061416" y="1648774"/>
                </a:lnTo>
                <a:lnTo>
                  <a:pt x="2066118" y="1641938"/>
                </a:lnTo>
                <a:lnTo>
                  <a:pt x="2072223" y="1652727"/>
                </a:lnTo>
                <a:lnTo>
                  <a:pt x="2077342" y="1654600"/>
                </a:lnTo>
                <a:cubicBezTo>
                  <a:pt x="2082749" y="1656817"/>
                  <a:pt x="2088166" y="1658715"/>
                  <a:pt x="2093646" y="1658624"/>
                </a:cubicBezTo>
                <a:lnTo>
                  <a:pt x="2094278" y="1658324"/>
                </a:lnTo>
                <a:lnTo>
                  <a:pt x="2090311" y="1656948"/>
                </a:lnTo>
                <a:cubicBezTo>
                  <a:pt x="2093913" y="1646004"/>
                  <a:pt x="2096944" y="1655232"/>
                  <a:pt x="2100298" y="1652465"/>
                </a:cubicBezTo>
                <a:cubicBezTo>
                  <a:pt x="2102092" y="1649157"/>
                  <a:pt x="2101443" y="1641938"/>
                  <a:pt x="2105461" y="1644999"/>
                </a:cubicBezTo>
                <a:lnTo>
                  <a:pt x="2107139" y="1652226"/>
                </a:lnTo>
                <a:lnTo>
                  <a:pt x="2110328" y="1650714"/>
                </a:lnTo>
                <a:cubicBezTo>
                  <a:pt x="2118383" y="1660947"/>
                  <a:pt x="2105643" y="1653434"/>
                  <a:pt x="2110003" y="1661134"/>
                </a:cubicBezTo>
                <a:cubicBezTo>
                  <a:pt x="2116690" y="1666320"/>
                  <a:pt x="2123512" y="1667097"/>
                  <a:pt x="2130343" y="1667574"/>
                </a:cubicBezTo>
                <a:lnTo>
                  <a:pt x="2148847" y="1671787"/>
                </a:lnTo>
                <a:lnTo>
                  <a:pt x="2139825" y="1658327"/>
                </a:lnTo>
                <a:cubicBezTo>
                  <a:pt x="2138030" y="1654201"/>
                  <a:pt x="2137532" y="1649676"/>
                  <a:pt x="2138437" y="1642248"/>
                </a:cubicBezTo>
                <a:cubicBezTo>
                  <a:pt x="2147047" y="1641829"/>
                  <a:pt x="2145857" y="1649962"/>
                  <a:pt x="2152598" y="1661773"/>
                </a:cubicBezTo>
                <a:cubicBezTo>
                  <a:pt x="2158132" y="1659778"/>
                  <a:pt x="2160281" y="1658422"/>
                  <a:pt x="2161283" y="1655718"/>
                </a:cubicBezTo>
                <a:lnTo>
                  <a:pt x="2161729" y="1652237"/>
                </a:lnTo>
                <a:lnTo>
                  <a:pt x="2160680" y="1652814"/>
                </a:lnTo>
                <a:cubicBezTo>
                  <a:pt x="2156002" y="1651381"/>
                  <a:pt x="2153066" y="1638786"/>
                  <a:pt x="2145251" y="1635053"/>
                </a:cubicBezTo>
                <a:cubicBezTo>
                  <a:pt x="2150662" y="1625808"/>
                  <a:pt x="2159644" y="1641483"/>
                  <a:pt x="2160386" y="1623071"/>
                </a:cubicBezTo>
                <a:lnTo>
                  <a:pt x="2162309" y="1632963"/>
                </a:lnTo>
                <a:lnTo>
                  <a:pt x="2164584" y="1631864"/>
                </a:lnTo>
                <a:cubicBezTo>
                  <a:pt x="2169023" y="1633875"/>
                  <a:pt x="2172695" y="1638676"/>
                  <a:pt x="2172896" y="1642355"/>
                </a:cubicBezTo>
                <a:lnTo>
                  <a:pt x="2163809" y="1639871"/>
                </a:lnTo>
                <a:lnTo>
                  <a:pt x="2164747" y="1643788"/>
                </a:lnTo>
                <a:lnTo>
                  <a:pt x="2174788" y="1657187"/>
                </a:lnTo>
                <a:cubicBezTo>
                  <a:pt x="2179022" y="1661680"/>
                  <a:pt x="2181924" y="1666425"/>
                  <a:pt x="2178492" y="1674309"/>
                </a:cubicBezTo>
                <a:lnTo>
                  <a:pt x="2171745" y="1671079"/>
                </a:lnTo>
                <a:lnTo>
                  <a:pt x="2174934" y="1672824"/>
                </a:lnTo>
                <a:cubicBezTo>
                  <a:pt x="2183047" y="1678471"/>
                  <a:pt x="2190510" y="1683179"/>
                  <a:pt x="2195233" y="1667797"/>
                </a:cubicBezTo>
                <a:cubicBezTo>
                  <a:pt x="2197865" y="1682707"/>
                  <a:pt x="2206323" y="1673026"/>
                  <a:pt x="2213922" y="1676423"/>
                </a:cubicBezTo>
                <a:lnTo>
                  <a:pt x="2214665" y="1677385"/>
                </a:lnTo>
                <a:lnTo>
                  <a:pt x="2213247" y="1669301"/>
                </a:lnTo>
                <a:cubicBezTo>
                  <a:pt x="2218782" y="1667183"/>
                  <a:pt x="2224239" y="1667685"/>
                  <a:pt x="2229683" y="1668783"/>
                </a:cubicBezTo>
                <a:lnTo>
                  <a:pt x="2245665" y="1671767"/>
                </a:lnTo>
                <a:lnTo>
                  <a:pt x="2244275" y="1656803"/>
                </a:lnTo>
                <a:cubicBezTo>
                  <a:pt x="2245533" y="1652302"/>
                  <a:pt x="2247500" y="1648417"/>
                  <a:pt x="2246897" y="1642921"/>
                </a:cubicBezTo>
                <a:cubicBezTo>
                  <a:pt x="2247763" y="1645685"/>
                  <a:pt x="2248682" y="1646787"/>
                  <a:pt x="2249630" y="1647011"/>
                </a:cubicBezTo>
                <a:lnTo>
                  <a:pt x="2250199" y="1646780"/>
                </a:lnTo>
                <a:lnTo>
                  <a:pt x="2250071" y="1645834"/>
                </a:lnTo>
                <a:lnTo>
                  <a:pt x="2250562" y="1646632"/>
                </a:lnTo>
                <a:lnTo>
                  <a:pt x="2252533" y="1645830"/>
                </a:lnTo>
                <a:cubicBezTo>
                  <a:pt x="2254492" y="1644329"/>
                  <a:pt x="2256467" y="1642442"/>
                  <a:pt x="2258261" y="1646430"/>
                </a:cubicBezTo>
                <a:lnTo>
                  <a:pt x="2254854" y="1653626"/>
                </a:lnTo>
                <a:lnTo>
                  <a:pt x="2255930" y="1655379"/>
                </a:lnTo>
                <a:cubicBezTo>
                  <a:pt x="2256139" y="1658038"/>
                  <a:pt x="2255930" y="1661138"/>
                  <a:pt x="2259285" y="1667569"/>
                </a:cubicBezTo>
                <a:lnTo>
                  <a:pt x="2258520" y="1668308"/>
                </a:lnTo>
                <a:lnTo>
                  <a:pt x="2259187" y="1670130"/>
                </a:lnTo>
                <a:lnTo>
                  <a:pt x="2257012" y="1669763"/>
                </a:lnTo>
                <a:lnTo>
                  <a:pt x="2249515" y="1677000"/>
                </a:lnTo>
                <a:lnTo>
                  <a:pt x="2242201" y="1679247"/>
                </a:lnTo>
                <a:lnTo>
                  <a:pt x="2242539" y="1679314"/>
                </a:lnTo>
                <a:cubicBezTo>
                  <a:pt x="2242384" y="1689262"/>
                  <a:pt x="2248615" y="1693475"/>
                  <a:pt x="2255882" y="1692759"/>
                </a:cubicBezTo>
                <a:lnTo>
                  <a:pt x="2271007" y="1680300"/>
                </a:lnTo>
                <a:lnTo>
                  <a:pt x="2268778" y="1678871"/>
                </a:lnTo>
                <a:cubicBezTo>
                  <a:pt x="2272937" y="1668420"/>
                  <a:pt x="2276368" y="1680818"/>
                  <a:pt x="2280341" y="1677124"/>
                </a:cubicBezTo>
                <a:cubicBezTo>
                  <a:pt x="2279955" y="1670986"/>
                  <a:pt x="2281902" y="1664956"/>
                  <a:pt x="2279244" y="1658649"/>
                </a:cubicBezTo>
                <a:lnTo>
                  <a:pt x="2284794" y="1651751"/>
                </a:lnTo>
                <a:lnTo>
                  <a:pt x="2282934" y="1645720"/>
                </a:lnTo>
                <a:lnTo>
                  <a:pt x="2293304" y="1651548"/>
                </a:lnTo>
                <a:lnTo>
                  <a:pt x="2294239" y="1651908"/>
                </a:lnTo>
                <a:lnTo>
                  <a:pt x="2294169" y="1652034"/>
                </a:lnTo>
                <a:lnTo>
                  <a:pt x="2296670" y="1653440"/>
                </a:lnTo>
                <a:lnTo>
                  <a:pt x="2300757" y="1652593"/>
                </a:lnTo>
                <a:lnTo>
                  <a:pt x="2302681" y="1644705"/>
                </a:lnTo>
                <a:cubicBezTo>
                  <a:pt x="2300501" y="1636619"/>
                  <a:pt x="2289788" y="1647426"/>
                  <a:pt x="2293157" y="1633450"/>
                </a:cubicBezTo>
                <a:cubicBezTo>
                  <a:pt x="2295832" y="1635892"/>
                  <a:pt x="2298553" y="1635816"/>
                  <a:pt x="2301444" y="1631440"/>
                </a:cubicBezTo>
                <a:cubicBezTo>
                  <a:pt x="2304285" y="1645830"/>
                  <a:pt x="2314135" y="1642271"/>
                  <a:pt x="2316938" y="1650692"/>
                </a:cubicBezTo>
                <a:lnTo>
                  <a:pt x="2316886" y="1661565"/>
                </a:lnTo>
                <a:lnTo>
                  <a:pt x="2322094" y="1653976"/>
                </a:lnTo>
                <a:lnTo>
                  <a:pt x="2323646" y="1657747"/>
                </a:lnTo>
                <a:lnTo>
                  <a:pt x="2335751" y="1646189"/>
                </a:lnTo>
                <a:cubicBezTo>
                  <a:pt x="2343838" y="1642803"/>
                  <a:pt x="2352267" y="1643314"/>
                  <a:pt x="2356681" y="1651539"/>
                </a:cubicBezTo>
                <a:cubicBezTo>
                  <a:pt x="2355319" y="1647904"/>
                  <a:pt x="2356186" y="1644457"/>
                  <a:pt x="2357037" y="1640995"/>
                </a:cubicBezTo>
                <a:cubicBezTo>
                  <a:pt x="2359108" y="1644102"/>
                  <a:pt x="2361242" y="1646777"/>
                  <a:pt x="2363576" y="1641536"/>
                </a:cubicBezTo>
                <a:cubicBezTo>
                  <a:pt x="2366296" y="1648741"/>
                  <a:pt x="2366095" y="1655711"/>
                  <a:pt x="2362927" y="1662483"/>
                </a:cubicBezTo>
                <a:cubicBezTo>
                  <a:pt x="2358629" y="1659917"/>
                  <a:pt x="2354266" y="1659407"/>
                  <a:pt x="2349881" y="1659538"/>
                </a:cubicBezTo>
                <a:lnTo>
                  <a:pt x="2348462" y="1659636"/>
                </a:lnTo>
                <a:lnTo>
                  <a:pt x="2355293" y="1663805"/>
                </a:lnTo>
                <a:cubicBezTo>
                  <a:pt x="2359750" y="1664434"/>
                  <a:pt x="2362275" y="1660910"/>
                  <a:pt x="2366875" y="1662923"/>
                </a:cubicBezTo>
                <a:lnTo>
                  <a:pt x="2369731" y="1665596"/>
                </a:lnTo>
                <a:lnTo>
                  <a:pt x="2372774" y="1663226"/>
                </a:lnTo>
                <a:cubicBezTo>
                  <a:pt x="2368647" y="1656671"/>
                  <a:pt x="2364597" y="1659422"/>
                  <a:pt x="2368244" y="1649729"/>
                </a:cubicBezTo>
                <a:cubicBezTo>
                  <a:pt x="2378526" y="1645230"/>
                  <a:pt x="2399102" y="1661014"/>
                  <a:pt x="2399767" y="1639078"/>
                </a:cubicBezTo>
                <a:cubicBezTo>
                  <a:pt x="2401930" y="1651167"/>
                  <a:pt x="2404404" y="1664925"/>
                  <a:pt x="2414315" y="1648106"/>
                </a:cubicBezTo>
                <a:cubicBezTo>
                  <a:pt x="2417653" y="1652728"/>
                  <a:pt x="2415814" y="1656903"/>
                  <a:pt x="2418828" y="1661587"/>
                </a:cubicBezTo>
                <a:cubicBezTo>
                  <a:pt x="2415210" y="1673057"/>
                  <a:pt x="2412474" y="1654583"/>
                  <a:pt x="2408841" y="1666039"/>
                </a:cubicBezTo>
                <a:lnTo>
                  <a:pt x="2411815" y="1671373"/>
                </a:lnTo>
                <a:lnTo>
                  <a:pt x="2420384" y="1672318"/>
                </a:lnTo>
                <a:lnTo>
                  <a:pt x="2420782" y="1665650"/>
                </a:lnTo>
                <a:cubicBezTo>
                  <a:pt x="2422639" y="1662336"/>
                  <a:pt x="2424626" y="1659028"/>
                  <a:pt x="2422415" y="1651337"/>
                </a:cubicBezTo>
                <a:cubicBezTo>
                  <a:pt x="2424981" y="1661665"/>
                  <a:pt x="2438524" y="1675113"/>
                  <a:pt x="2441940" y="1658109"/>
                </a:cubicBezTo>
                <a:cubicBezTo>
                  <a:pt x="2444476" y="1663828"/>
                  <a:pt x="2447304" y="1661355"/>
                  <a:pt x="2449871" y="1666627"/>
                </a:cubicBezTo>
                <a:lnTo>
                  <a:pt x="2448471" y="1674806"/>
                </a:lnTo>
                <a:lnTo>
                  <a:pt x="2455716" y="1677324"/>
                </a:lnTo>
                <a:lnTo>
                  <a:pt x="2463394" y="1677957"/>
                </a:lnTo>
                <a:lnTo>
                  <a:pt x="2457786" y="1674975"/>
                </a:lnTo>
                <a:cubicBezTo>
                  <a:pt x="2465360" y="1659423"/>
                  <a:pt x="2471868" y="1679040"/>
                  <a:pt x="2479507" y="1663536"/>
                </a:cubicBezTo>
                <a:cubicBezTo>
                  <a:pt x="2481516" y="1668065"/>
                  <a:pt x="2485859" y="1672764"/>
                  <a:pt x="2484004" y="1677017"/>
                </a:cubicBezTo>
                <a:cubicBezTo>
                  <a:pt x="2479869" y="1669395"/>
                  <a:pt x="2475409" y="1672003"/>
                  <a:pt x="2470935" y="1674958"/>
                </a:cubicBezTo>
                <a:lnTo>
                  <a:pt x="2464898" y="1678080"/>
                </a:lnTo>
                <a:lnTo>
                  <a:pt x="2466864" y="1678243"/>
                </a:lnTo>
                <a:cubicBezTo>
                  <a:pt x="2470352" y="1678838"/>
                  <a:pt x="2473342" y="1680059"/>
                  <a:pt x="2475021" y="1682913"/>
                </a:cubicBezTo>
                <a:lnTo>
                  <a:pt x="2475270" y="1695256"/>
                </a:lnTo>
                <a:lnTo>
                  <a:pt x="2481558" y="1692475"/>
                </a:lnTo>
                <a:cubicBezTo>
                  <a:pt x="2484208" y="1689616"/>
                  <a:pt x="2485861" y="1685398"/>
                  <a:pt x="2485644" y="1679875"/>
                </a:cubicBezTo>
                <a:lnTo>
                  <a:pt x="2486641" y="1682162"/>
                </a:lnTo>
                <a:lnTo>
                  <a:pt x="2487311" y="1679948"/>
                </a:lnTo>
                <a:lnTo>
                  <a:pt x="2498556" y="1682155"/>
                </a:lnTo>
                <a:lnTo>
                  <a:pt x="2498754" y="1680896"/>
                </a:lnTo>
                <a:cubicBezTo>
                  <a:pt x="2503748" y="1689336"/>
                  <a:pt x="2504644" y="1678669"/>
                  <a:pt x="2507181" y="1673661"/>
                </a:cubicBezTo>
                <a:cubicBezTo>
                  <a:pt x="2512559" y="1677077"/>
                  <a:pt x="2517831" y="1683276"/>
                  <a:pt x="2523228" y="1685410"/>
                </a:cubicBezTo>
                <a:lnTo>
                  <a:pt x="2521904" y="1686736"/>
                </a:lnTo>
                <a:lnTo>
                  <a:pt x="2530209" y="1688365"/>
                </a:lnTo>
                <a:cubicBezTo>
                  <a:pt x="2544762" y="1690823"/>
                  <a:pt x="2558680" y="1691534"/>
                  <a:pt x="2569293" y="1686301"/>
                </a:cubicBezTo>
                <a:cubicBezTo>
                  <a:pt x="2576555" y="1690765"/>
                  <a:pt x="2583863" y="1693666"/>
                  <a:pt x="2591199" y="1695609"/>
                </a:cubicBezTo>
                <a:lnTo>
                  <a:pt x="2595116" y="1696242"/>
                </a:lnTo>
                <a:lnTo>
                  <a:pt x="2608641" y="1686801"/>
                </a:lnTo>
                <a:cubicBezTo>
                  <a:pt x="2608271" y="1686817"/>
                  <a:pt x="2616510" y="1701071"/>
                  <a:pt x="2616896" y="1684837"/>
                </a:cubicBezTo>
                <a:cubicBezTo>
                  <a:pt x="2619825" y="1687659"/>
                  <a:pt x="2620231" y="1690306"/>
                  <a:pt x="2620464" y="1692948"/>
                </a:cubicBezTo>
                <a:lnTo>
                  <a:pt x="2622705" y="1700121"/>
                </a:lnTo>
                <a:lnTo>
                  <a:pt x="2623495" y="1700201"/>
                </a:lnTo>
                <a:lnTo>
                  <a:pt x="2627413" y="1693857"/>
                </a:lnTo>
                <a:cubicBezTo>
                  <a:pt x="2633396" y="1690886"/>
                  <a:pt x="2643228" y="1697994"/>
                  <a:pt x="2649547" y="1692615"/>
                </a:cubicBezTo>
                <a:lnTo>
                  <a:pt x="2651369" y="1703002"/>
                </a:lnTo>
                <a:lnTo>
                  <a:pt x="2657473" y="1703616"/>
                </a:lnTo>
                <a:cubicBezTo>
                  <a:pt x="2656684" y="1700941"/>
                  <a:pt x="2654474" y="1698143"/>
                  <a:pt x="2656097" y="1695669"/>
                </a:cubicBezTo>
                <a:lnTo>
                  <a:pt x="2672606" y="1707353"/>
                </a:lnTo>
                <a:lnTo>
                  <a:pt x="2672334" y="1699617"/>
                </a:lnTo>
                <a:cubicBezTo>
                  <a:pt x="2683093" y="1705894"/>
                  <a:pt x="2694581" y="1688779"/>
                  <a:pt x="2705294" y="1696896"/>
                </a:cubicBezTo>
                <a:cubicBezTo>
                  <a:pt x="2702249" y="1701009"/>
                  <a:pt x="2702095" y="1705383"/>
                  <a:pt x="2703239" y="1709882"/>
                </a:cubicBezTo>
                <a:cubicBezTo>
                  <a:pt x="2707645" y="1704278"/>
                  <a:pt x="2711305" y="1701229"/>
                  <a:pt x="2713869" y="1701577"/>
                </a:cubicBezTo>
                <a:lnTo>
                  <a:pt x="2717147" y="1711339"/>
                </a:lnTo>
                <a:lnTo>
                  <a:pt x="2717840" y="1711346"/>
                </a:lnTo>
                <a:lnTo>
                  <a:pt x="2721393" y="1711992"/>
                </a:lnTo>
                <a:lnTo>
                  <a:pt x="2736397" y="1704802"/>
                </a:lnTo>
                <a:lnTo>
                  <a:pt x="2740769" y="1705698"/>
                </a:lnTo>
                <a:lnTo>
                  <a:pt x="2741310" y="1702255"/>
                </a:lnTo>
                <a:lnTo>
                  <a:pt x="2768461" y="1709776"/>
                </a:lnTo>
                <a:lnTo>
                  <a:pt x="2771129" y="1704402"/>
                </a:lnTo>
                <a:cubicBezTo>
                  <a:pt x="2772764" y="1702550"/>
                  <a:pt x="2774569" y="1700351"/>
                  <a:pt x="2776021" y="1694515"/>
                </a:cubicBezTo>
                <a:cubicBezTo>
                  <a:pt x="2779051" y="1704734"/>
                  <a:pt x="2779207" y="1707193"/>
                  <a:pt x="2785545" y="1705769"/>
                </a:cubicBezTo>
                <a:lnTo>
                  <a:pt x="2780889" y="1712981"/>
                </a:lnTo>
                <a:lnTo>
                  <a:pt x="2788149" y="1714847"/>
                </a:lnTo>
                <a:lnTo>
                  <a:pt x="2790143" y="1713273"/>
                </a:lnTo>
                <a:cubicBezTo>
                  <a:pt x="2792366" y="1712367"/>
                  <a:pt x="2794557" y="1712533"/>
                  <a:pt x="2796691" y="1714397"/>
                </a:cubicBezTo>
                <a:lnTo>
                  <a:pt x="2796216" y="1716921"/>
                </a:lnTo>
                <a:lnTo>
                  <a:pt x="2796718" y="1717050"/>
                </a:lnTo>
                <a:cubicBezTo>
                  <a:pt x="2795017" y="1713417"/>
                  <a:pt x="2793534" y="1709769"/>
                  <a:pt x="2797043" y="1706553"/>
                </a:cubicBezTo>
                <a:lnTo>
                  <a:pt x="2802194" y="1711637"/>
                </a:lnTo>
                <a:lnTo>
                  <a:pt x="2803555" y="1704441"/>
                </a:lnTo>
                <a:cubicBezTo>
                  <a:pt x="2807087" y="1705392"/>
                  <a:pt x="2810569" y="1707900"/>
                  <a:pt x="2814044" y="1710762"/>
                </a:cubicBezTo>
                <a:lnTo>
                  <a:pt x="2817263" y="1713364"/>
                </a:lnTo>
                <a:lnTo>
                  <a:pt x="2816953" y="1710692"/>
                </a:lnTo>
                <a:cubicBezTo>
                  <a:pt x="2814073" y="1706198"/>
                  <a:pt x="2806316" y="1709485"/>
                  <a:pt x="2803498" y="1704163"/>
                </a:cubicBezTo>
                <a:cubicBezTo>
                  <a:pt x="2804248" y="1699393"/>
                  <a:pt x="2807495" y="1694833"/>
                  <a:pt x="2810063" y="1690219"/>
                </a:cubicBezTo>
                <a:lnTo>
                  <a:pt x="2810548" y="1687445"/>
                </a:lnTo>
                <a:lnTo>
                  <a:pt x="2789665" y="1685088"/>
                </a:lnTo>
                <a:lnTo>
                  <a:pt x="2786534" y="1691842"/>
                </a:lnTo>
                <a:cubicBezTo>
                  <a:pt x="2786021" y="1694003"/>
                  <a:pt x="2785805" y="1696357"/>
                  <a:pt x="2783833" y="1702649"/>
                </a:cubicBezTo>
                <a:cubicBezTo>
                  <a:pt x="2781368" y="1695994"/>
                  <a:pt x="2780092" y="1693520"/>
                  <a:pt x="2778510" y="1691195"/>
                </a:cubicBezTo>
                <a:lnTo>
                  <a:pt x="2773096" y="1683218"/>
                </a:lnTo>
                <a:lnTo>
                  <a:pt x="2763052" y="1682084"/>
                </a:lnTo>
                <a:lnTo>
                  <a:pt x="2762947" y="1682428"/>
                </a:lnTo>
                <a:lnTo>
                  <a:pt x="2762902" y="1682067"/>
                </a:lnTo>
                <a:lnTo>
                  <a:pt x="2753522" y="1681008"/>
                </a:lnTo>
                <a:lnTo>
                  <a:pt x="2757969" y="1684684"/>
                </a:lnTo>
                <a:cubicBezTo>
                  <a:pt x="2755039" y="1690845"/>
                  <a:pt x="2752299" y="1690787"/>
                  <a:pt x="2749630" y="1688408"/>
                </a:cubicBezTo>
                <a:lnTo>
                  <a:pt x="2742969" y="1679817"/>
                </a:lnTo>
                <a:lnTo>
                  <a:pt x="2670743" y="1671663"/>
                </a:lnTo>
                <a:cubicBezTo>
                  <a:pt x="2601747" y="1662352"/>
                  <a:pt x="2532798" y="1651450"/>
                  <a:pt x="2463905" y="1638733"/>
                </a:cubicBezTo>
                <a:cubicBezTo>
                  <a:pt x="2442617" y="1636011"/>
                  <a:pt x="2413522" y="1636986"/>
                  <a:pt x="2400226" y="1625901"/>
                </a:cubicBezTo>
                <a:cubicBezTo>
                  <a:pt x="2388415" y="1636861"/>
                  <a:pt x="2377206" y="1626813"/>
                  <a:pt x="2365411" y="1636321"/>
                </a:cubicBezTo>
                <a:cubicBezTo>
                  <a:pt x="2362227" y="1633646"/>
                  <a:pt x="2359367" y="1619222"/>
                  <a:pt x="2355904" y="1625081"/>
                </a:cubicBezTo>
                <a:cubicBezTo>
                  <a:pt x="2354790" y="1640851"/>
                  <a:pt x="2336549" y="1623458"/>
                  <a:pt x="2331415" y="1620584"/>
                </a:cubicBezTo>
                <a:cubicBezTo>
                  <a:pt x="2318831" y="1613457"/>
                  <a:pt x="2301934" y="1632719"/>
                  <a:pt x="2298626" y="1618001"/>
                </a:cubicBezTo>
                <a:cubicBezTo>
                  <a:pt x="2303573" y="1616980"/>
                  <a:pt x="2308643" y="1613225"/>
                  <a:pt x="2313437" y="1616532"/>
                </a:cubicBezTo>
                <a:cubicBezTo>
                  <a:pt x="2302862" y="1586310"/>
                  <a:pt x="2274988" y="1632208"/>
                  <a:pt x="2261307" y="1601985"/>
                </a:cubicBezTo>
                <a:cubicBezTo>
                  <a:pt x="2241827" y="1625483"/>
                  <a:pt x="2209224" y="1582088"/>
                  <a:pt x="2200272" y="1610363"/>
                </a:cubicBezTo>
                <a:cubicBezTo>
                  <a:pt x="2197211" y="1602712"/>
                  <a:pt x="2193748" y="1608958"/>
                  <a:pt x="2190781" y="1599125"/>
                </a:cubicBezTo>
                <a:cubicBezTo>
                  <a:pt x="2187132" y="1611770"/>
                  <a:pt x="2168749" y="1609344"/>
                  <a:pt x="2169678" y="1589632"/>
                </a:cubicBezTo>
                <a:cubicBezTo>
                  <a:pt x="2154372" y="1589632"/>
                  <a:pt x="2138557" y="1605323"/>
                  <a:pt x="2123638" y="1591288"/>
                </a:cubicBezTo>
                <a:cubicBezTo>
                  <a:pt x="2121970" y="1585026"/>
                  <a:pt x="2131910" y="1579662"/>
                  <a:pt x="2129111" y="1573323"/>
                </a:cubicBezTo>
                <a:cubicBezTo>
                  <a:pt x="2126360" y="1576678"/>
                  <a:pt x="2117099" y="1580712"/>
                  <a:pt x="2122093" y="1588535"/>
                </a:cubicBezTo>
                <a:cubicBezTo>
                  <a:pt x="2103758" y="1596791"/>
                  <a:pt x="2086428" y="1572488"/>
                  <a:pt x="2067922" y="1586973"/>
                </a:cubicBezTo>
                <a:cubicBezTo>
                  <a:pt x="2069066" y="1575394"/>
                  <a:pt x="2057348" y="1574992"/>
                  <a:pt x="2056359" y="1588674"/>
                </a:cubicBezTo>
                <a:cubicBezTo>
                  <a:pt x="2052773" y="1584036"/>
                  <a:pt x="2055602" y="1579877"/>
                  <a:pt x="2055107" y="1575440"/>
                </a:cubicBezTo>
                <a:cubicBezTo>
                  <a:pt x="2046759" y="1579645"/>
                  <a:pt x="2035875" y="1564434"/>
                  <a:pt x="2031855" y="1584144"/>
                </a:cubicBezTo>
                <a:cubicBezTo>
                  <a:pt x="2025377" y="1580527"/>
                  <a:pt x="2018838" y="1579908"/>
                  <a:pt x="2012329" y="1577404"/>
                </a:cubicBezTo>
                <a:cubicBezTo>
                  <a:pt x="2003193" y="1548603"/>
                  <a:pt x="1964328" y="1573755"/>
                  <a:pt x="1944277" y="1545852"/>
                </a:cubicBezTo>
                <a:cubicBezTo>
                  <a:pt x="1922247" y="1568561"/>
                  <a:pt x="1902352" y="1520420"/>
                  <a:pt x="1880135" y="1548726"/>
                </a:cubicBezTo>
                <a:cubicBezTo>
                  <a:pt x="1876704" y="1534766"/>
                  <a:pt x="1872390" y="1550288"/>
                  <a:pt x="1868881" y="1539976"/>
                </a:cubicBezTo>
                <a:cubicBezTo>
                  <a:pt x="1881976" y="1527516"/>
                  <a:pt x="1898037" y="1538661"/>
                  <a:pt x="1915089" y="1533051"/>
                </a:cubicBezTo>
                <a:cubicBezTo>
                  <a:pt x="1915817" y="1527007"/>
                  <a:pt x="1917703" y="1521024"/>
                  <a:pt x="1917254" y="1514840"/>
                </a:cubicBezTo>
                <a:cubicBezTo>
                  <a:pt x="1912461" y="1511082"/>
                  <a:pt x="1907529" y="1511268"/>
                  <a:pt x="1902274" y="1521579"/>
                </a:cubicBezTo>
                <a:cubicBezTo>
                  <a:pt x="1894033" y="1513047"/>
                  <a:pt x="1913033" y="1506631"/>
                  <a:pt x="1901361" y="1497864"/>
                </a:cubicBezTo>
                <a:cubicBezTo>
                  <a:pt x="1901283" y="1510943"/>
                  <a:pt x="1883350" y="1498374"/>
                  <a:pt x="1887617" y="1517823"/>
                </a:cubicBezTo>
                <a:cubicBezTo>
                  <a:pt x="1879301" y="1506150"/>
                  <a:pt x="1872669" y="1522754"/>
                  <a:pt x="1868123" y="1511052"/>
                </a:cubicBezTo>
                <a:cubicBezTo>
                  <a:pt x="1872219" y="1525924"/>
                  <a:pt x="1865325" y="1523621"/>
                  <a:pt x="1864043" y="1537008"/>
                </a:cubicBezTo>
                <a:cubicBezTo>
                  <a:pt x="1853993" y="1521673"/>
                  <a:pt x="1846557" y="1530160"/>
                  <a:pt x="1839369" y="1537718"/>
                </a:cubicBezTo>
                <a:cubicBezTo>
                  <a:pt x="1833865" y="1532061"/>
                  <a:pt x="1839647" y="1527239"/>
                  <a:pt x="1836585" y="1521765"/>
                </a:cubicBezTo>
                <a:cubicBezTo>
                  <a:pt x="1826058" y="1525893"/>
                  <a:pt x="1807012" y="1523157"/>
                  <a:pt x="1802404" y="1511223"/>
                </a:cubicBezTo>
                <a:cubicBezTo>
                  <a:pt x="1810412" y="1517281"/>
                  <a:pt x="1818946" y="1507186"/>
                  <a:pt x="1827063" y="1510479"/>
                </a:cubicBezTo>
                <a:cubicBezTo>
                  <a:pt x="1822038" y="1502224"/>
                  <a:pt x="1828006" y="1494851"/>
                  <a:pt x="1819581" y="1486270"/>
                </a:cubicBezTo>
                <a:cubicBezTo>
                  <a:pt x="1819380" y="1497462"/>
                  <a:pt x="1813891" y="1492006"/>
                  <a:pt x="1809270" y="1501281"/>
                </a:cubicBezTo>
                <a:cubicBezTo>
                  <a:pt x="1812762" y="1481138"/>
                  <a:pt x="1774747" y="1465662"/>
                  <a:pt x="1767111" y="1482251"/>
                </a:cubicBezTo>
                <a:cubicBezTo>
                  <a:pt x="1759953" y="1476392"/>
                  <a:pt x="1771485" y="1472063"/>
                  <a:pt x="1764313" y="1466249"/>
                </a:cubicBezTo>
                <a:cubicBezTo>
                  <a:pt x="1762580" y="1468769"/>
                  <a:pt x="1760972" y="1466993"/>
                  <a:pt x="1759319" y="1468507"/>
                </a:cubicBezTo>
                <a:cubicBezTo>
                  <a:pt x="1757124" y="1480410"/>
                  <a:pt x="1753027" y="1486224"/>
                  <a:pt x="1760077" y="1497462"/>
                </a:cubicBezTo>
                <a:cubicBezTo>
                  <a:pt x="1755284" y="1492764"/>
                  <a:pt x="1750306" y="1494356"/>
                  <a:pt x="1745420" y="1493659"/>
                </a:cubicBezTo>
                <a:cubicBezTo>
                  <a:pt x="1747493" y="1505038"/>
                  <a:pt x="1757989" y="1500848"/>
                  <a:pt x="1754758" y="1510155"/>
                </a:cubicBezTo>
                <a:cubicBezTo>
                  <a:pt x="1749161" y="1496582"/>
                  <a:pt x="1742515" y="1516354"/>
                  <a:pt x="1736964" y="1500879"/>
                </a:cubicBezTo>
                <a:cubicBezTo>
                  <a:pt x="1740660" y="1488311"/>
                  <a:pt x="1746827" y="1492221"/>
                  <a:pt x="1747446" y="1480689"/>
                </a:cubicBezTo>
                <a:cubicBezTo>
                  <a:pt x="1741679" y="1472170"/>
                  <a:pt x="1735294" y="1483781"/>
                  <a:pt x="1729482" y="1476654"/>
                </a:cubicBezTo>
                <a:cubicBezTo>
                  <a:pt x="1733763" y="1469945"/>
                  <a:pt x="1725864" y="1462370"/>
                  <a:pt x="1730131" y="1455722"/>
                </a:cubicBezTo>
                <a:cubicBezTo>
                  <a:pt x="1734770" y="1454717"/>
                  <a:pt x="1746704" y="1448626"/>
                  <a:pt x="1742158" y="1438253"/>
                </a:cubicBezTo>
                <a:cubicBezTo>
                  <a:pt x="1737877" y="1434558"/>
                  <a:pt x="1732960" y="1452815"/>
                  <a:pt x="1728724" y="1447667"/>
                </a:cubicBezTo>
                <a:cubicBezTo>
                  <a:pt x="1735218" y="1436491"/>
                  <a:pt x="1717655" y="1433939"/>
                  <a:pt x="1726080" y="1426504"/>
                </a:cubicBezTo>
                <a:cubicBezTo>
                  <a:pt x="1719727" y="1423844"/>
                  <a:pt x="1708024" y="1429224"/>
                  <a:pt x="1717315" y="1444189"/>
                </a:cubicBezTo>
                <a:cubicBezTo>
                  <a:pt x="1721396" y="1428111"/>
                  <a:pt x="1719959" y="1448842"/>
                  <a:pt x="1723592" y="1455182"/>
                </a:cubicBezTo>
                <a:cubicBezTo>
                  <a:pt x="1725245" y="1453836"/>
                  <a:pt x="1727009" y="1450342"/>
                  <a:pt x="1728555" y="1452969"/>
                </a:cubicBezTo>
                <a:cubicBezTo>
                  <a:pt x="1724983" y="1457035"/>
                  <a:pt x="1726529" y="1461519"/>
                  <a:pt x="1723267" y="1465678"/>
                </a:cubicBezTo>
                <a:cubicBezTo>
                  <a:pt x="1715662" y="1465107"/>
                  <a:pt x="1721395" y="1452166"/>
                  <a:pt x="1714053" y="1443911"/>
                </a:cubicBezTo>
                <a:cubicBezTo>
                  <a:pt x="1711238" y="1446446"/>
                  <a:pt x="1708565" y="1444792"/>
                  <a:pt x="1705628" y="1451192"/>
                </a:cubicBezTo>
                <a:cubicBezTo>
                  <a:pt x="1706910" y="1458691"/>
                  <a:pt x="1716001" y="1452908"/>
                  <a:pt x="1711873" y="1462153"/>
                </a:cubicBezTo>
                <a:cubicBezTo>
                  <a:pt x="1700603" y="1454748"/>
                  <a:pt x="1688822" y="1464348"/>
                  <a:pt x="1677692" y="1451609"/>
                </a:cubicBezTo>
                <a:cubicBezTo>
                  <a:pt x="1691343" y="1446446"/>
                  <a:pt x="1696366" y="1437588"/>
                  <a:pt x="1711116" y="1433181"/>
                </a:cubicBezTo>
                <a:cubicBezTo>
                  <a:pt x="1709554" y="1430461"/>
                  <a:pt x="1710652" y="1427909"/>
                  <a:pt x="1709693" y="1425267"/>
                </a:cubicBezTo>
                <a:cubicBezTo>
                  <a:pt x="1695965" y="1426736"/>
                  <a:pt x="1681975" y="1436505"/>
                  <a:pt x="1668340" y="1435114"/>
                </a:cubicBezTo>
                <a:cubicBezTo>
                  <a:pt x="1664753" y="1430477"/>
                  <a:pt x="1667535" y="1426317"/>
                  <a:pt x="1667086" y="1421912"/>
                </a:cubicBezTo>
                <a:cubicBezTo>
                  <a:pt x="1665386" y="1424431"/>
                  <a:pt x="1663794" y="1422685"/>
                  <a:pt x="1662062" y="1424168"/>
                </a:cubicBezTo>
                <a:cubicBezTo>
                  <a:pt x="1659821" y="1427509"/>
                  <a:pt x="1663253" y="1431250"/>
                  <a:pt x="1661754" y="1434666"/>
                </a:cubicBezTo>
                <a:cubicBezTo>
                  <a:pt x="1655801" y="1436042"/>
                  <a:pt x="1644361" y="1439040"/>
                  <a:pt x="1643960" y="1425374"/>
                </a:cubicBezTo>
                <a:cubicBezTo>
                  <a:pt x="1633400" y="1429734"/>
                  <a:pt x="1613519" y="1455289"/>
                  <a:pt x="1609144" y="1435825"/>
                </a:cubicBezTo>
                <a:cubicBezTo>
                  <a:pt x="1612530" y="1435053"/>
                  <a:pt x="1622409" y="1424386"/>
                  <a:pt x="1637715" y="1414399"/>
                </a:cubicBezTo>
                <a:cubicBezTo>
                  <a:pt x="1626335" y="1410194"/>
                  <a:pt x="1614278" y="1428822"/>
                  <a:pt x="1603223" y="1414352"/>
                </a:cubicBezTo>
                <a:cubicBezTo>
                  <a:pt x="1610212" y="1423628"/>
                  <a:pt x="1599436" y="1431527"/>
                  <a:pt x="1602403" y="1440556"/>
                </a:cubicBezTo>
                <a:cubicBezTo>
                  <a:pt x="1599823" y="1436444"/>
                  <a:pt x="1596793" y="1444776"/>
                  <a:pt x="1594302" y="1437294"/>
                </a:cubicBezTo>
                <a:cubicBezTo>
                  <a:pt x="1601585" y="1433475"/>
                  <a:pt x="1604166" y="1420645"/>
                  <a:pt x="1600086" y="1408865"/>
                </a:cubicBezTo>
                <a:cubicBezTo>
                  <a:pt x="1591429" y="1424277"/>
                  <a:pt x="1588443" y="1414212"/>
                  <a:pt x="1583837" y="1402324"/>
                </a:cubicBezTo>
                <a:cubicBezTo>
                  <a:pt x="1563260" y="1421432"/>
                  <a:pt x="1552809" y="1402062"/>
                  <a:pt x="1534383" y="1409019"/>
                </a:cubicBezTo>
                <a:cubicBezTo>
                  <a:pt x="1536253" y="1390529"/>
                  <a:pt x="1553553" y="1405308"/>
                  <a:pt x="1554835" y="1384329"/>
                </a:cubicBezTo>
                <a:cubicBezTo>
                  <a:pt x="1543040" y="1375996"/>
                  <a:pt x="1530316" y="1398552"/>
                  <a:pt x="1519078" y="1371096"/>
                </a:cubicBezTo>
                <a:cubicBezTo>
                  <a:pt x="1508935" y="1380526"/>
                  <a:pt x="1499227" y="1375131"/>
                  <a:pt x="1489426" y="1374003"/>
                </a:cubicBezTo>
                <a:cubicBezTo>
                  <a:pt x="1485313" y="1379815"/>
                  <a:pt x="1487045" y="1386091"/>
                  <a:pt x="1480676" y="1391750"/>
                </a:cubicBezTo>
                <a:cubicBezTo>
                  <a:pt x="1478558" y="1388875"/>
                  <a:pt x="1476533" y="1383495"/>
                  <a:pt x="1474274" y="1385968"/>
                </a:cubicBezTo>
                <a:cubicBezTo>
                  <a:pt x="1478867" y="1393142"/>
                  <a:pt x="1476996" y="1399233"/>
                  <a:pt x="1472218" y="1398923"/>
                </a:cubicBezTo>
                <a:cubicBezTo>
                  <a:pt x="1464428" y="1385597"/>
                  <a:pt x="1475883" y="1383727"/>
                  <a:pt x="1481325" y="1376152"/>
                </a:cubicBezTo>
                <a:cubicBezTo>
                  <a:pt x="1470813" y="1375548"/>
                  <a:pt x="1485886" y="1367680"/>
                  <a:pt x="1478511" y="1360150"/>
                </a:cubicBezTo>
                <a:cubicBezTo>
                  <a:pt x="1475110" y="1372626"/>
                  <a:pt x="1466993" y="1376815"/>
                  <a:pt x="1466962" y="1361913"/>
                </a:cubicBezTo>
                <a:cubicBezTo>
                  <a:pt x="1476222" y="1357167"/>
                  <a:pt x="1478759" y="1347180"/>
                  <a:pt x="1486952" y="1352962"/>
                </a:cubicBezTo>
                <a:cubicBezTo>
                  <a:pt x="1485405" y="1350195"/>
                  <a:pt x="1486505" y="1347645"/>
                  <a:pt x="1485562" y="1344954"/>
                </a:cubicBezTo>
                <a:cubicBezTo>
                  <a:pt x="1481001" y="1337132"/>
                  <a:pt x="1472187" y="1352513"/>
                  <a:pt x="1472621" y="1338663"/>
                </a:cubicBezTo>
                <a:cubicBezTo>
                  <a:pt x="1484308" y="1332957"/>
                  <a:pt x="1495378" y="1347134"/>
                  <a:pt x="1507110" y="1338739"/>
                </a:cubicBezTo>
                <a:cubicBezTo>
                  <a:pt x="1508548" y="1333576"/>
                  <a:pt x="1501391" y="1327779"/>
                  <a:pt x="1504329" y="1322770"/>
                </a:cubicBezTo>
                <a:cubicBezTo>
                  <a:pt x="1508425" y="1332647"/>
                  <a:pt x="1513126" y="1321301"/>
                  <a:pt x="1517114" y="1334272"/>
                </a:cubicBezTo>
                <a:cubicBezTo>
                  <a:pt x="1515351" y="1337611"/>
                  <a:pt x="1511982" y="1340857"/>
                  <a:pt x="1513527" y="1344459"/>
                </a:cubicBezTo>
                <a:cubicBezTo>
                  <a:pt x="1519912" y="1345634"/>
                  <a:pt x="1535217" y="1338338"/>
                  <a:pt x="1532125" y="1327562"/>
                </a:cubicBezTo>
                <a:cubicBezTo>
                  <a:pt x="1535650" y="1337750"/>
                  <a:pt x="1539669" y="1331349"/>
                  <a:pt x="1543194" y="1341506"/>
                </a:cubicBezTo>
                <a:cubicBezTo>
                  <a:pt x="1537350" y="1353983"/>
                  <a:pt x="1532495" y="1333019"/>
                  <a:pt x="1526653" y="1345510"/>
                </a:cubicBezTo>
                <a:cubicBezTo>
                  <a:pt x="1536918" y="1355359"/>
                  <a:pt x="1539437" y="1350164"/>
                  <a:pt x="1547244" y="1370725"/>
                </a:cubicBezTo>
                <a:cubicBezTo>
                  <a:pt x="1549532" y="1367154"/>
                  <a:pt x="1551759" y="1366551"/>
                  <a:pt x="1553954" y="1365995"/>
                </a:cubicBezTo>
                <a:cubicBezTo>
                  <a:pt x="1553721" y="1356394"/>
                  <a:pt x="1551835" y="1362732"/>
                  <a:pt x="1547724" y="1354987"/>
                </a:cubicBezTo>
                <a:cubicBezTo>
                  <a:pt x="1550770" y="1350875"/>
                  <a:pt x="1550939" y="1346515"/>
                  <a:pt x="1549779" y="1342047"/>
                </a:cubicBezTo>
                <a:cubicBezTo>
                  <a:pt x="1555515" y="1332432"/>
                  <a:pt x="1560725" y="1341120"/>
                  <a:pt x="1566492" y="1332787"/>
                </a:cubicBezTo>
                <a:cubicBezTo>
                  <a:pt x="1564343" y="1319569"/>
                  <a:pt x="1550739" y="1331536"/>
                  <a:pt x="1558668" y="1319059"/>
                </a:cubicBezTo>
                <a:cubicBezTo>
                  <a:pt x="1567404" y="1321038"/>
                  <a:pt x="1584795" y="1322615"/>
                  <a:pt x="1587841" y="1331861"/>
                </a:cubicBezTo>
                <a:cubicBezTo>
                  <a:pt x="1584176" y="1326201"/>
                  <a:pt x="1580158" y="1332231"/>
                  <a:pt x="1576154" y="1338786"/>
                </a:cubicBezTo>
                <a:cubicBezTo>
                  <a:pt x="1587439" y="1354554"/>
                  <a:pt x="1605651" y="1338708"/>
                  <a:pt x="1611880" y="1352066"/>
                </a:cubicBezTo>
                <a:cubicBezTo>
                  <a:pt x="1615159" y="1347953"/>
                  <a:pt x="1614323" y="1343532"/>
                  <a:pt x="1610629" y="1338879"/>
                </a:cubicBezTo>
                <a:cubicBezTo>
                  <a:pt x="1616441" y="1327362"/>
                  <a:pt x="1621852" y="1329974"/>
                  <a:pt x="1627326" y="1329618"/>
                </a:cubicBezTo>
                <a:cubicBezTo>
                  <a:pt x="1638688" y="1350843"/>
                  <a:pt x="1656188" y="1341553"/>
                  <a:pt x="1674787" y="1335941"/>
                </a:cubicBezTo>
                <a:cubicBezTo>
                  <a:pt x="1672652" y="1342016"/>
                  <a:pt x="1663068" y="1338229"/>
                  <a:pt x="1666191" y="1348417"/>
                </a:cubicBezTo>
                <a:cubicBezTo>
                  <a:pt x="1672420" y="1360043"/>
                  <a:pt x="1679609" y="1339869"/>
                  <a:pt x="1686024" y="1344707"/>
                </a:cubicBezTo>
                <a:cubicBezTo>
                  <a:pt x="1686087" y="1349963"/>
                  <a:pt x="1680165" y="1354771"/>
                  <a:pt x="1685546" y="1360399"/>
                </a:cubicBezTo>
                <a:cubicBezTo>
                  <a:pt x="1687818" y="1357136"/>
                  <a:pt x="1690121" y="1353767"/>
                  <a:pt x="1692393" y="1350473"/>
                </a:cubicBezTo>
                <a:cubicBezTo>
                  <a:pt x="1702830" y="1368762"/>
                  <a:pt x="1714795" y="1335322"/>
                  <a:pt x="1725679" y="1337270"/>
                </a:cubicBezTo>
                <a:cubicBezTo>
                  <a:pt x="1733657" y="1356333"/>
                  <a:pt x="1753182" y="1346098"/>
                  <a:pt x="1752239" y="1328814"/>
                </a:cubicBezTo>
                <a:cubicBezTo>
                  <a:pt x="1749810" y="1328304"/>
                  <a:pt x="1739020" y="1341522"/>
                  <a:pt x="1742375" y="1328072"/>
                </a:cubicBezTo>
                <a:cubicBezTo>
                  <a:pt x="1748915" y="1334055"/>
                  <a:pt x="1739530" y="1317837"/>
                  <a:pt x="1744415" y="1315086"/>
                </a:cubicBezTo>
                <a:cubicBezTo>
                  <a:pt x="1749703" y="1321471"/>
                  <a:pt x="1755068" y="1325722"/>
                  <a:pt x="1760339" y="1332107"/>
                </a:cubicBezTo>
                <a:cubicBezTo>
                  <a:pt x="1752796" y="1346283"/>
                  <a:pt x="1753784" y="1344042"/>
                  <a:pt x="1745019" y="1349299"/>
                </a:cubicBezTo>
                <a:cubicBezTo>
                  <a:pt x="1759721" y="1360908"/>
                  <a:pt x="1777886" y="1359100"/>
                  <a:pt x="1784534" y="1347088"/>
                </a:cubicBezTo>
                <a:cubicBezTo>
                  <a:pt x="1781873" y="1352715"/>
                  <a:pt x="1792697" y="1360769"/>
                  <a:pt x="1795618" y="1361079"/>
                </a:cubicBezTo>
                <a:cubicBezTo>
                  <a:pt x="1797781" y="1341522"/>
                  <a:pt x="1810026" y="1366010"/>
                  <a:pt x="1816967" y="1360105"/>
                </a:cubicBezTo>
                <a:cubicBezTo>
                  <a:pt x="1816967" y="1355421"/>
                  <a:pt x="1824604" y="1338338"/>
                  <a:pt x="1829025" y="1342636"/>
                </a:cubicBezTo>
                <a:cubicBezTo>
                  <a:pt x="1828082" y="1350473"/>
                  <a:pt x="1825485" y="1358141"/>
                  <a:pt x="1829968" y="1366350"/>
                </a:cubicBezTo>
                <a:cubicBezTo>
                  <a:pt x="1840203" y="1351385"/>
                  <a:pt x="1841146" y="1381918"/>
                  <a:pt x="1853049" y="1362903"/>
                </a:cubicBezTo>
                <a:cubicBezTo>
                  <a:pt x="1846356" y="1362268"/>
                  <a:pt x="1850637" y="1356394"/>
                  <a:pt x="1851799" y="1349685"/>
                </a:cubicBezTo>
                <a:cubicBezTo>
                  <a:pt x="1860224" y="1353116"/>
                  <a:pt x="1875991" y="1349962"/>
                  <a:pt x="1866144" y="1363908"/>
                </a:cubicBezTo>
                <a:cubicBezTo>
                  <a:pt x="1876162" y="1355234"/>
                  <a:pt x="1893306" y="1347474"/>
                  <a:pt x="1907375" y="1359254"/>
                </a:cubicBezTo>
                <a:cubicBezTo>
                  <a:pt x="1909647" y="1355945"/>
                  <a:pt x="1911967" y="1352623"/>
                  <a:pt x="1914270" y="1349268"/>
                </a:cubicBezTo>
                <a:cubicBezTo>
                  <a:pt x="1923144" y="1356101"/>
                  <a:pt x="1907360" y="1361001"/>
                  <a:pt x="1912028" y="1367478"/>
                </a:cubicBezTo>
                <a:cubicBezTo>
                  <a:pt x="1925834" y="1365192"/>
                  <a:pt x="1931847" y="1352623"/>
                  <a:pt x="1946858" y="1357074"/>
                </a:cubicBezTo>
                <a:cubicBezTo>
                  <a:pt x="1943319" y="1346778"/>
                  <a:pt x="1939144" y="1358620"/>
                  <a:pt x="1935619" y="1348308"/>
                </a:cubicBezTo>
                <a:cubicBezTo>
                  <a:pt x="1943767" y="1352298"/>
                  <a:pt x="1961019" y="1339281"/>
                  <a:pt x="1963401" y="1353116"/>
                </a:cubicBezTo>
                <a:cubicBezTo>
                  <a:pt x="1961098" y="1349545"/>
                  <a:pt x="1950600" y="1352142"/>
                  <a:pt x="1953429" y="1357584"/>
                </a:cubicBezTo>
                <a:cubicBezTo>
                  <a:pt x="1961051" y="1358295"/>
                  <a:pt x="1968472" y="1366071"/>
                  <a:pt x="1976511" y="1354075"/>
                </a:cubicBezTo>
                <a:cubicBezTo>
                  <a:pt x="1972260" y="1351478"/>
                  <a:pt x="1965920" y="1353967"/>
                  <a:pt x="1970280" y="1343146"/>
                </a:cubicBezTo>
                <a:cubicBezTo>
                  <a:pt x="1975939" y="1347443"/>
                  <a:pt x="1982972" y="1340502"/>
                  <a:pt x="1979773" y="1354369"/>
                </a:cubicBezTo>
                <a:cubicBezTo>
                  <a:pt x="1982910" y="1337178"/>
                  <a:pt x="1988090" y="1348294"/>
                  <a:pt x="1994922" y="1342404"/>
                </a:cubicBezTo>
                <a:cubicBezTo>
                  <a:pt x="1990702" y="1336777"/>
                  <a:pt x="1986374" y="1336034"/>
                  <a:pt x="1982291" y="1325691"/>
                </a:cubicBezTo>
                <a:cubicBezTo>
                  <a:pt x="1978799" y="1332818"/>
                  <a:pt x="1975691" y="1326047"/>
                  <a:pt x="1972135" y="1335431"/>
                </a:cubicBezTo>
                <a:cubicBezTo>
                  <a:pt x="1961129" y="1299966"/>
                  <a:pt x="1935141" y="1341430"/>
                  <a:pt x="1918614" y="1312875"/>
                </a:cubicBezTo>
                <a:cubicBezTo>
                  <a:pt x="1908441" y="1323883"/>
                  <a:pt x="1899290" y="1299859"/>
                  <a:pt x="1888947" y="1315844"/>
                </a:cubicBezTo>
                <a:cubicBezTo>
                  <a:pt x="1871632" y="1308855"/>
                  <a:pt x="1854302" y="1302796"/>
                  <a:pt x="1836663" y="1306490"/>
                </a:cubicBezTo>
                <a:cubicBezTo>
                  <a:pt x="1837452" y="1300477"/>
                  <a:pt x="1833617" y="1294061"/>
                  <a:pt x="1835581" y="1288032"/>
                </a:cubicBezTo>
                <a:cubicBezTo>
                  <a:pt x="1831174" y="1288558"/>
                  <a:pt x="1827063" y="1279576"/>
                  <a:pt x="1822455" y="1287043"/>
                </a:cubicBezTo>
                <a:cubicBezTo>
                  <a:pt x="1815808" y="1277782"/>
                  <a:pt x="1818529" y="1269217"/>
                  <a:pt x="1816690" y="1260313"/>
                </a:cubicBezTo>
                <a:cubicBezTo>
                  <a:pt x="1812129" y="1267023"/>
                  <a:pt x="1806285" y="1273531"/>
                  <a:pt x="1806223" y="1280535"/>
                </a:cubicBezTo>
                <a:cubicBezTo>
                  <a:pt x="1796824" y="1278616"/>
                  <a:pt x="1792263" y="1267935"/>
                  <a:pt x="1790300" y="1263528"/>
                </a:cubicBezTo>
                <a:cubicBezTo>
                  <a:pt x="1786760" y="1271352"/>
                  <a:pt x="1786373" y="1275927"/>
                  <a:pt x="1780142" y="1273252"/>
                </a:cubicBezTo>
                <a:cubicBezTo>
                  <a:pt x="1781798" y="1259664"/>
                  <a:pt x="1792960" y="1261951"/>
                  <a:pt x="1789062" y="1250279"/>
                </a:cubicBezTo>
                <a:cubicBezTo>
                  <a:pt x="1783497" y="1253263"/>
                  <a:pt x="1772785" y="1261085"/>
                  <a:pt x="1772846" y="1243833"/>
                </a:cubicBezTo>
                <a:cubicBezTo>
                  <a:pt x="1768811" y="1250433"/>
                  <a:pt x="1765085" y="1247187"/>
                  <a:pt x="1761112" y="1250775"/>
                </a:cubicBezTo>
                <a:cubicBezTo>
                  <a:pt x="1763029" y="1258783"/>
                  <a:pt x="1762396" y="1266637"/>
                  <a:pt x="1755501" y="1273963"/>
                </a:cubicBezTo>
                <a:cubicBezTo>
                  <a:pt x="1750152" y="1264519"/>
                  <a:pt x="1760154" y="1267842"/>
                  <a:pt x="1754418" y="1255475"/>
                </a:cubicBezTo>
                <a:cubicBezTo>
                  <a:pt x="1744029" y="1265694"/>
                  <a:pt x="1739253" y="1248656"/>
                  <a:pt x="1726622" y="1250697"/>
                </a:cubicBezTo>
                <a:cubicBezTo>
                  <a:pt x="1735294" y="1240015"/>
                  <a:pt x="1737243" y="1241638"/>
                  <a:pt x="1735526" y="1227740"/>
                </a:cubicBezTo>
                <a:cubicBezTo>
                  <a:pt x="1738617" y="1234170"/>
                  <a:pt x="1742344" y="1220180"/>
                  <a:pt x="1745699" y="1218047"/>
                </a:cubicBezTo>
                <a:cubicBezTo>
                  <a:pt x="1751542" y="1224293"/>
                  <a:pt x="1757603" y="1222329"/>
                  <a:pt x="1763647" y="1222082"/>
                </a:cubicBezTo>
                <a:cubicBezTo>
                  <a:pt x="1761406" y="1231820"/>
                  <a:pt x="1751928" y="1224400"/>
                  <a:pt x="1755067" y="1234557"/>
                </a:cubicBezTo>
                <a:cubicBezTo>
                  <a:pt x="1762597" y="1221865"/>
                  <a:pt x="1769892" y="1250249"/>
                  <a:pt x="1773309" y="1228095"/>
                </a:cubicBezTo>
                <a:cubicBezTo>
                  <a:pt x="1784565" y="1241870"/>
                  <a:pt x="1791474" y="1244468"/>
                  <a:pt x="1805451" y="1251578"/>
                </a:cubicBezTo>
                <a:cubicBezTo>
                  <a:pt x="1808573" y="1247450"/>
                  <a:pt x="1810443" y="1243261"/>
                  <a:pt x="1810784" y="1238917"/>
                </a:cubicBezTo>
                <a:cubicBezTo>
                  <a:pt x="1812871" y="1241932"/>
                  <a:pt x="1814973" y="1244652"/>
                  <a:pt x="1817339" y="1239381"/>
                </a:cubicBezTo>
                <a:cubicBezTo>
                  <a:pt x="1825547" y="1245270"/>
                  <a:pt x="1812437" y="1249507"/>
                  <a:pt x="1816859" y="1255103"/>
                </a:cubicBezTo>
                <a:cubicBezTo>
                  <a:pt x="1823723" y="1261704"/>
                  <a:pt x="1829088" y="1254407"/>
                  <a:pt x="1828717" y="1242906"/>
                </a:cubicBezTo>
                <a:cubicBezTo>
                  <a:pt x="1834529" y="1248642"/>
                  <a:pt x="1830339" y="1253525"/>
                  <a:pt x="1834792" y="1259153"/>
                </a:cubicBezTo>
                <a:cubicBezTo>
                  <a:pt x="1845799" y="1260590"/>
                  <a:pt x="1849076" y="1245441"/>
                  <a:pt x="1860856" y="1266435"/>
                </a:cubicBezTo>
                <a:cubicBezTo>
                  <a:pt x="1864259" y="1261441"/>
                  <a:pt x="1858786" y="1255783"/>
                  <a:pt x="1864614" y="1250945"/>
                </a:cubicBezTo>
                <a:cubicBezTo>
                  <a:pt x="1874307" y="1256556"/>
                  <a:pt x="1875636" y="1258288"/>
                  <a:pt x="1871323" y="1246199"/>
                </a:cubicBezTo>
                <a:cubicBezTo>
                  <a:pt x="1876301" y="1244313"/>
                  <a:pt x="1880908" y="1255381"/>
                  <a:pt x="1885840" y="1255243"/>
                </a:cubicBezTo>
                <a:cubicBezTo>
                  <a:pt x="1904160" y="1240077"/>
                  <a:pt x="1919216" y="1264950"/>
                  <a:pt x="1933131" y="1266775"/>
                </a:cubicBezTo>
                <a:cubicBezTo>
                  <a:pt x="1939315" y="1256742"/>
                  <a:pt x="1950229" y="1247095"/>
                  <a:pt x="1943921" y="1236104"/>
                </a:cubicBezTo>
                <a:cubicBezTo>
                  <a:pt x="1939841" y="1242612"/>
                  <a:pt x="1941540" y="1248966"/>
                  <a:pt x="1935341" y="1248533"/>
                </a:cubicBezTo>
                <a:cubicBezTo>
                  <a:pt x="1928153" y="1242767"/>
                  <a:pt x="1939685" y="1238391"/>
                  <a:pt x="1932544" y="1232579"/>
                </a:cubicBezTo>
                <a:lnTo>
                  <a:pt x="1932284" y="1232532"/>
                </a:lnTo>
                <a:lnTo>
                  <a:pt x="1917517" y="1235273"/>
                </a:lnTo>
                <a:lnTo>
                  <a:pt x="1914124" y="1229299"/>
                </a:lnTo>
                <a:lnTo>
                  <a:pt x="1894948" y="1225884"/>
                </a:lnTo>
                <a:lnTo>
                  <a:pt x="1889081" y="1223551"/>
                </a:lnTo>
                <a:lnTo>
                  <a:pt x="1888451" y="1223707"/>
                </a:lnTo>
                <a:lnTo>
                  <a:pt x="1883038" y="1221147"/>
                </a:lnTo>
                <a:lnTo>
                  <a:pt x="1872088" y="1216792"/>
                </a:lnTo>
                <a:lnTo>
                  <a:pt x="1871802" y="1226476"/>
                </a:lnTo>
                <a:cubicBezTo>
                  <a:pt x="1864088" y="1228021"/>
                  <a:pt x="1857008" y="1208141"/>
                  <a:pt x="1849170" y="1214217"/>
                </a:cubicBezTo>
                <a:cubicBezTo>
                  <a:pt x="1833147" y="1218600"/>
                  <a:pt x="1817270" y="1218383"/>
                  <a:pt x="1801472" y="1215602"/>
                </a:cubicBezTo>
                <a:lnTo>
                  <a:pt x="1759498" y="1203158"/>
                </a:lnTo>
                <a:lnTo>
                  <a:pt x="1759147" y="1203175"/>
                </a:lnTo>
                <a:lnTo>
                  <a:pt x="1759192" y="1203067"/>
                </a:lnTo>
                <a:lnTo>
                  <a:pt x="1754248" y="1201602"/>
                </a:lnTo>
                <a:cubicBezTo>
                  <a:pt x="1760943" y="1202174"/>
                  <a:pt x="1756676" y="1208064"/>
                  <a:pt x="1755501" y="1214803"/>
                </a:cubicBezTo>
                <a:cubicBezTo>
                  <a:pt x="1717763" y="1195185"/>
                  <a:pt x="1679316" y="1198803"/>
                  <a:pt x="1641083" y="1195465"/>
                </a:cubicBezTo>
                <a:cubicBezTo>
                  <a:pt x="1636617" y="1189852"/>
                  <a:pt x="1640821" y="1184891"/>
                  <a:pt x="1635009" y="1179186"/>
                </a:cubicBezTo>
                <a:cubicBezTo>
                  <a:pt x="1627372" y="1195310"/>
                  <a:pt x="1620693" y="1181505"/>
                  <a:pt x="1613133" y="1195896"/>
                </a:cubicBezTo>
                <a:cubicBezTo>
                  <a:pt x="1603348" y="1175506"/>
                  <a:pt x="1592480" y="1190702"/>
                  <a:pt x="1582538" y="1175119"/>
                </a:cubicBezTo>
                <a:cubicBezTo>
                  <a:pt x="1567172" y="1189157"/>
                  <a:pt x="1538975" y="1171286"/>
                  <a:pt x="1518537" y="1172769"/>
                </a:cubicBezTo>
                <a:cubicBezTo>
                  <a:pt x="1517345" y="1148312"/>
                  <a:pt x="1486937" y="1174594"/>
                  <a:pt x="1474677" y="1156258"/>
                </a:cubicBezTo>
                <a:cubicBezTo>
                  <a:pt x="1468880" y="1161082"/>
                  <a:pt x="1474307" y="1166725"/>
                  <a:pt x="1470922" y="1171779"/>
                </a:cubicBezTo>
                <a:cubicBezTo>
                  <a:pt x="1466128" y="1168395"/>
                  <a:pt x="1460440" y="1153692"/>
                  <a:pt x="1451287" y="1170173"/>
                </a:cubicBezTo>
                <a:cubicBezTo>
                  <a:pt x="1434250" y="1153507"/>
                  <a:pt x="1416658" y="1155517"/>
                  <a:pt x="1399127" y="1155672"/>
                </a:cubicBezTo>
                <a:cubicBezTo>
                  <a:pt x="1391968" y="1147231"/>
                  <a:pt x="1407181" y="1140505"/>
                  <a:pt x="1398215" y="1131971"/>
                </a:cubicBezTo>
                <a:cubicBezTo>
                  <a:pt x="1379633" y="1145267"/>
                  <a:pt x="1365796" y="1151344"/>
                  <a:pt x="1345110" y="1148837"/>
                </a:cubicBezTo>
                <a:cubicBezTo>
                  <a:pt x="1345343" y="1137538"/>
                  <a:pt x="1352237" y="1144989"/>
                  <a:pt x="1357014" y="1136626"/>
                </a:cubicBezTo>
                <a:cubicBezTo>
                  <a:pt x="1350939" y="1130040"/>
                  <a:pt x="1358731" y="1124505"/>
                  <a:pt x="1352623" y="1117904"/>
                </a:cubicBezTo>
                <a:cubicBezTo>
                  <a:pt x="1343672" y="1128231"/>
                  <a:pt x="1331105" y="1134816"/>
                  <a:pt x="1324534" y="1123577"/>
                </a:cubicBezTo>
                <a:cubicBezTo>
                  <a:pt x="1327502" y="1122603"/>
                  <a:pt x="1338432" y="1126701"/>
                  <a:pt x="1336268" y="1116636"/>
                </a:cubicBezTo>
                <a:cubicBezTo>
                  <a:pt x="1325910" y="1115291"/>
                  <a:pt x="1315599" y="1111642"/>
                  <a:pt x="1304885" y="1122109"/>
                </a:cubicBezTo>
                <a:cubicBezTo>
                  <a:pt x="1300433" y="1116497"/>
                  <a:pt x="1304638" y="1111519"/>
                  <a:pt x="1298824" y="1105861"/>
                </a:cubicBezTo>
                <a:cubicBezTo>
                  <a:pt x="1289982" y="1110948"/>
                  <a:pt x="1284108" y="1101966"/>
                  <a:pt x="1278649" y="1120053"/>
                </a:cubicBezTo>
                <a:cubicBezTo>
                  <a:pt x="1265540" y="1101068"/>
                  <a:pt x="1251410" y="1116096"/>
                  <a:pt x="1237775" y="1114193"/>
                </a:cubicBezTo>
                <a:cubicBezTo>
                  <a:pt x="1232704" y="1119960"/>
                  <a:pt x="1248133" y="1127319"/>
                  <a:pt x="1238857" y="1132683"/>
                </a:cubicBezTo>
                <a:cubicBezTo>
                  <a:pt x="1229241" y="1126452"/>
                  <a:pt x="1239521" y="1108628"/>
                  <a:pt x="1229659" y="1110978"/>
                </a:cubicBezTo>
                <a:cubicBezTo>
                  <a:pt x="1230153" y="1119032"/>
                  <a:pt x="1224449" y="1136872"/>
                  <a:pt x="1217801" y="1123190"/>
                </a:cubicBezTo>
                <a:cubicBezTo>
                  <a:pt x="1220090" y="1119001"/>
                  <a:pt x="1224680" y="1114982"/>
                  <a:pt x="1223088" y="1110483"/>
                </a:cubicBezTo>
                <a:cubicBezTo>
                  <a:pt x="1212011" y="1105675"/>
                  <a:pt x="1200865" y="1103047"/>
                  <a:pt x="1189672" y="1101951"/>
                </a:cubicBezTo>
                <a:lnTo>
                  <a:pt x="1165872" y="1102420"/>
                </a:lnTo>
                <a:lnTo>
                  <a:pt x="1165950" y="1098161"/>
                </a:lnTo>
                <a:cubicBezTo>
                  <a:pt x="1152824" y="1092178"/>
                  <a:pt x="1124826" y="1079564"/>
                  <a:pt x="1121627" y="1097343"/>
                </a:cubicBezTo>
                <a:cubicBezTo>
                  <a:pt x="1119076" y="1091174"/>
                  <a:pt x="1116216" y="1095287"/>
                  <a:pt x="1113511" y="1094081"/>
                </a:cubicBezTo>
                <a:cubicBezTo>
                  <a:pt x="1116077" y="1089937"/>
                  <a:pt x="1119663" y="1085840"/>
                  <a:pt x="1115552" y="1081109"/>
                </a:cubicBezTo>
                <a:cubicBezTo>
                  <a:pt x="1110744" y="1094514"/>
                  <a:pt x="1106910" y="1077136"/>
                  <a:pt x="1102117" y="1090617"/>
                </a:cubicBezTo>
                <a:cubicBezTo>
                  <a:pt x="1105287" y="1093354"/>
                  <a:pt x="1108595" y="1093802"/>
                  <a:pt x="1111779" y="1096569"/>
                </a:cubicBezTo>
                <a:cubicBezTo>
                  <a:pt x="1100880" y="1110484"/>
                  <a:pt x="1101638" y="1073226"/>
                  <a:pt x="1090723" y="1087077"/>
                </a:cubicBezTo>
                <a:cubicBezTo>
                  <a:pt x="1091960" y="1094590"/>
                  <a:pt x="1101067" y="1088778"/>
                  <a:pt x="1096954" y="1098068"/>
                </a:cubicBezTo>
                <a:cubicBezTo>
                  <a:pt x="1079083" y="1092024"/>
                  <a:pt x="1059650" y="1096677"/>
                  <a:pt x="1038099" y="1088236"/>
                </a:cubicBezTo>
                <a:cubicBezTo>
                  <a:pt x="1048751" y="1075081"/>
                  <a:pt x="1065632" y="1102011"/>
                  <a:pt x="1071183" y="1080322"/>
                </a:cubicBezTo>
                <a:cubicBezTo>
                  <a:pt x="1077412" y="1092458"/>
                  <a:pt x="1083982" y="1092472"/>
                  <a:pt x="1090709" y="1087077"/>
                </a:cubicBezTo>
                <a:cubicBezTo>
                  <a:pt x="1086148" y="1074601"/>
                  <a:pt x="1080891" y="1085919"/>
                  <a:pt x="1076206" y="1078079"/>
                </a:cubicBezTo>
                <a:cubicBezTo>
                  <a:pt x="1077969" y="1068604"/>
                  <a:pt x="1086674" y="1075792"/>
                  <a:pt x="1083086" y="1068092"/>
                </a:cubicBezTo>
                <a:cubicBezTo>
                  <a:pt x="1068987" y="1062527"/>
                  <a:pt x="1054842" y="1060332"/>
                  <a:pt x="1040294" y="1070041"/>
                </a:cubicBezTo>
                <a:cubicBezTo>
                  <a:pt x="1041577" y="1065775"/>
                  <a:pt x="1042520" y="1061430"/>
                  <a:pt x="1042335" y="1057085"/>
                </a:cubicBezTo>
                <a:cubicBezTo>
                  <a:pt x="1038347" y="1061306"/>
                  <a:pt x="1034730" y="1054550"/>
                  <a:pt x="1030770" y="1058786"/>
                </a:cubicBezTo>
                <a:cubicBezTo>
                  <a:pt x="1028683" y="1062991"/>
                  <a:pt x="1030431" y="1067521"/>
                  <a:pt x="1028747" y="1071772"/>
                </a:cubicBezTo>
                <a:cubicBezTo>
                  <a:pt x="1022949" y="1063671"/>
                  <a:pt x="1016967" y="1062342"/>
                  <a:pt x="1010952" y="1062496"/>
                </a:cubicBezTo>
                <a:cubicBezTo>
                  <a:pt x="1013394" y="1065064"/>
                  <a:pt x="1011354" y="1079192"/>
                  <a:pt x="1007350" y="1072731"/>
                </a:cubicBezTo>
                <a:cubicBezTo>
                  <a:pt x="1012451" y="1050114"/>
                  <a:pt x="995106" y="1069206"/>
                  <a:pt x="989711" y="1058229"/>
                </a:cubicBezTo>
                <a:cubicBezTo>
                  <a:pt x="988057" y="1051969"/>
                  <a:pt x="997996" y="1046605"/>
                  <a:pt x="995184" y="1040265"/>
                </a:cubicBezTo>
                <a:cubicBezTo>
                  <a:pt x="987593" y="1055061"/>
                  <a:pt x="980868" y="1042925"/>
                  <a:pt x="973648" y="1046480"/>
                </a:cubicBezTo>
                <a:cubicBezTo>
                  <a:pt x="980295" y="1059205"/>
                  <a:pt x="963523" y="1059435"/>
                  <a:pt x="960199" y="1055895"/>
                </a:cubicBezTo>
                <a:cubicBezTo>
                  <a:pt x="966413" y="1052215"/>
                  <a:pt x="971143" y="1043821"/>
                  <a:pt x="965809" y="1032737"/>
                </a:cubicBezTo>
                <a:cubicBezTo>
                  <a:pt x="962501" y="1034823"/>
                  <a:pt x="958761" y="1048799"/>
                  <a:pt x="955683" y="1042430"/>
                </a:cubicBezTo>
                <a:cubicBezTo>
                  <a:pt x="962177" y="1016736"/>
                  <a:pt x="930376" y="1020277"/>
                  <a:pt x="920267" y="1018700"/>
                </a:cubicBezTo>
                <a:cubicBezTo>
                  <a:pt x="921966" y="1022318"/>
                  <a:pt x="923451" y="1025950"/>
                  <a:pt x="919942" y="1029182"/>
                </a:cubicBezTo>
                <a:cubicBezTo>
                  <a:pt x="913340" y="1014911"/>
                  <a:pt x="916077" y="1029243"/>
                  <a:pt x="910110" y="1028424"/>
                </a:cubicBezTo>
                <a:cubicBezTo>
                  <a:pt x="907497" y="1023832"/>
                  <a:pt x="904900" y="1019209"/>
                  <a:pt x="902287" y="1014634"/>
                </a:cubicBezTo>
                <a:cubicBezTo>
                  <a:pt x="910356" y="1008279"/>
                  <a:pt x="904575" y="1000798"/>
                  <a:pt x="906199" y="993948"/>
                </a:cubicBezTo>
                <a:cubicBezTo>
                  <a:pt x="917237" y="1001184"/>
                  <a:pt x="918148" y="1005296"/>
                  <a:pt x="929171" y="995711"/>
                </a:cubicBezTo>
                <a:cubicBezTo>
                  <a:pt x="936978" y="1015669"/>
                  <a:pt x="937179" y="999684"/>
                  <a:pt x="948201" y="1018190"/>
                </a:cubicBezTo>
                <a:cubicBezTo>
                  <a:pt x="945249" y="1008867"/>
                  <a:pt x="954416" y="1001880"/>
                  <a:pt x="960059" y="1005961"/>
                </a:cubicBezTo>
                <a:cubicBezTo>
                  <a:pt x="957740" y="1010196"/>
                  <a:pt x="953134" y="1014170"/>
                  <a:pt x="954726" y="1018685"/>
                </a:cubicBezTo>
                <a:cubicBezTo>
                  <a:pt x="958189" y="1014124"/>
                  <a:pt x="957849" y="1033726"/>
                  <a:pt x="964388" y="1024713"/>
                </a:cubicBezTo>
                <a:cubicBezTo>
                  <a:pt x="966923" y="1015283"/>
                  <a:pt x="963940" y="1005404"/>
                  <a:pt x="970186" y="996329"/>
                </a:cubicBezTo>
                <a:cubicBezTo>
                  <a:pt x="975628" y="1006301"/>
                  <a:pt x="961187" y="1014850"/>
                  <a:pt x="970958" y="1025239"/>
                </a:cubicBezTo>
                <a:cubicBezTo>
                  <a:pt x="980219" y="1007924"/>
                  <a:pt x="987948" y="1042755"/>
                  <a:pt x="997317" y="1021993"/>
                </a:cubicBezTo>
                <a:cubicBezTo>
                  <a:pt x="994333" y="1013907"/>
                  <a:pt x="987870" y="1005529"/>
                  <a:pt x="993128" y="998045"/>
                </a:cubicBezTo>
                <a:cubicBezTo>
                  <a:pt x="998337" y="1011975"/>
                  <a:pt x="999745" y="1010228"/>
                  <a:pt x="998909" y="1024744"/>
                </a:cubicBezTo>
                <a:cubicBezTo>
                  <a:pt x="1015945" y="1004879"/>
                  <a:pt x="1031853" y="1021126"/>
                  <a:pt x="1048242" y="1023339"/>
                </a:cubicBezTo>
                <a:cubicBezTo>
                  <a:pt x="1047375" y="1020602"/>
                  <a:pt x="1047854" y="1018035"/>
                  <a:pt x="1050096" y="1015561"/>
                </a:cubicBezTo>
                <a:cubicBezTo>
                  <a:pt x="1047004" y="1010166"/>
                  <a:pt x="1043463" y="1018885"/>
                  <a:pt x="1040434" y="1009625"/>
                </a:cubicBezTo>
                <a:cubicBezTo>
                  <a:pt x="1050128" y="998402"/>
                  <a:pt x="1051163" y="1025409"/>
                  <a:pt x="1058073" y="1024125"/>
                </a:cubicBezTo>
                <a:cubicBezTo>
                  <a:pt x="1058908" y="1015406"/>
                  <a:pt x="1059697" y="1008280"/>
                  <a:pt x="1066668" y="1011604"/>
                </a:cubicBezTo>
                <a:cubicBezTo>
                  <a:pt x="1056063" y="1022394"/>
                  <a:pt x="1069219" y="1019936"/>
                  <a:pt x="1072574" y="1033124"/>
                </a:cubicBezTo>
                <a:cubicBezTo>
                  <a:pt x="1083998" y="1021652"/>
                  <a:pt x="1118427" y="1042940"/>
                  <a:pt x="1125677" y="1016212"/>
                </a:cubicBezTo>
                <a:cubicBezTo>
                  <a:pt x="1132557" y="1021976"/>
                  <a:pt x="1126759" y="1026800"/>
                  <a:pt x="1128475" y="1032181"/>
                </a:cubicBezTo>
                <a:cubicBezTo>
                  <a:pt x="1139994" y="1031562"/>
                  <a:pt x="1151217" y="1041440"/>
                  <a:pt x="1162967" y="1032226"/>
                </a:cubicBezTo>
                <a:cubicBezTo>
                  <a:pt x="1158622" y="1037159"/>
                  <a:pt x="1156906" y="1042291"/>
                  <a:pt x="1159226" y="1047717"/>
                </a:cubicBezTo>
                <a:cubicBezTo>
                  <a:pt x="1163661" y="1045738"/>
                  <a:pt x="1167959" y="1049031"/>
                  <a:pt x="1172674" y="1038256"/>
                </a:cubicBezTo>
                <a:cubicBezTo>
                  <a:pt x="1170651" y="1033726"/>
                  <a:pt x="1166305" y="1028980"/>
                  <a:pt x="1168129" y="1024791"/>
                </a:cubicBezTo>
                <a:cubicBezTo>
                  <a:pt x="1172349" y="1030480"/>
                  <a:pt x="1177003" y="1021204"/>
                  <a:pt x="1181069" y="1031006"/>
                </a:cubicBezTo>
                <a:cubicBezTo>
                  <a:pt x="1174994" y="1037545"/>
                  <a:pt x="1174761" y="1044532"/>
                  <a:pt x="1180466" y="1051969"/>
                </a:cubicBezTo>
                <a:cubicBezTo>
                  <a:pt x="1194364" y="1032413"/>
                  <a:pt x="1210814" y="1073783"/>
                  <a:pt x="1220121" y="1044549"/>
                </a:cubicBezTo>
                <a:cubicBezTo>
                  <a:pt x="1224433" y="1045738"/>
                  <a:pt x="1226011" y="1048567"/>
                  <a:pt x="1226335" y="1055540"/>
                </a:cubicBezTo>
                <a:cubicBezTo>
                  <a:pt x="1229148" y="1043141"/>
                  <a:pt x="1239166" y="1055540"/>
                  <a:pt x="1236477" y="1045816"/>
                </a:cubicBezTo>
                <a:cubicBezTo>
                  <a:pt x="1234389" y="1042956"/>
                  <a:pt x="1229906" y="1044008"/>
                  <a:pt x="1231807" y="1037576"/>
                </a:cubicBezTo>
                <a:cubicBezTo>
                  <a:pt x="1241639" y="1039122"/>
                  <a:pt x="1251070" y="1052495"/>
                  <a:pt x="1260840" y="1055618"/>
                </a:cubicBezTo>
                <a:cubicBezTo>
                  <a:pt x="1258800" y="1051969"/>
                  <a:pt x="1262434" y="1048691"/>
                  <a:pt x="1261165" y="1045089"/>
                </a:cubicBezTo>
                <a:cubicBezTo>
                  <a:pt x="1258615" y="1039353"/>
                  <a:pt x="1255785" y="1041826"/>
                  <a:pt x="1253220" y="1036586"/>
                </a:cubicBezTo>
                <a:cubicBezTo>
                  <a:pt x="1275512" y="1023848"/>
                  <a:pt x="1296306" y="1059435"/>
                  <a:pt x="1318937" y="1036478"/>
                </a:cubicBezTo>
                <a:cubicBezTo>
                  <a:pt x="1326992" y="1046712"/>
                  <a:pt x="1314253" y="1039199"/>
                  <a:pt x="1318612" y="1046899"/>
                </a:cubicBezTo>
                <a:cubicBezTo>
                  <a:pt x="1331987" y="1057272"/>
                  <a:pt x="1345899" y="1050005"/>
                  <a:pt x="1359349" y="1057982"/>
                </a:cubicBezTo>
                <a:cubicBezTo>
                  <a:pt x="1373990" y="1034731"/>
                  <a:pt x="1394396" y="1084326"/>
                  <a:pt x="1403842" y="1053561"/>
                </a:cubicBezTo>
                <a:cubicBezTo>
                  <a:pt x="1407351" y="1073442"/>
                  <a:pt x="1421218" y="1049604"/>
                  <a:pt x="1429597" y="1071338"/>
                </a:cubicBezTo>
                <a:cubicBezTo>
                  <a:pt x="1437157" y="1056359"/>
                  <a:pt x="1443990" y="1066161"/>
                  <a:pt x="1451148" y="1065078"/>
                </a:cubicBezTo>
                <a:cubicBezTo>
                  <a:pt x="1450839" y="1084975"/>
                  <a:pt x="1476070" y="1081929"/>
                  <a:pt x="1484062" y="1062404"/>
                </a:cubicBezTo>
                <a:cubicBezTo>
                  <a:pt x="1490942" y="1068201"/>
                  <a:pt x="1485158" y="1073025"/>
                  <a:pt x="1486874" y="1078389"/>
                </a:cubicBezTo>
                <a:cubicBezTo>
                  <a:pt x="1492022" y="1070722"/>
                  <a:pt x="1496367" y="1089814"/>
                  <a:pt x="1501547" y="1082145"/>
                </a:cubicBezTo>
                <a:cubicBezTo>
                  <a:pt x="1500000" y="1075050"/>
                  <a:pt x="1504901" y="1062079"/>
                  <a:pt x="1510126" y="1069701"/>
                </a:cubicBezTo>
                <a:cubicBezTo>
                  <a:pt x="1508503" y="1074788"/>
                  <a:pt x="1499443" y="1079363"/>
                  <a:pt x="1503108" y="1084881"/>
                </a:cubicBezTo>
                <a:cubicBezTo>
                  <a:pt x="1509941" y="1094313"/>
                  <a:pt x="1517732" y="1073117"/>
                  <a:pt x="1524828" y="1073473"/>
                </a:cubicBezTo>
                <a:cubicBezTo>
                  <a:pt x="1523159" y="1083351"/>
                  <a:pt x="1525988" y="1083971"/>
                  <a:pt x="1530905" y="1089660"/>
                </a:cubicBezTo>
                <a:cubicBezTo>
                  <a:pt x="1539515" y="1075916"/>
                  <a:pt x="1547570" y="1082145"/>
                  <a:pt x="1556211" y="1067985"/>
                </a:cubicBezTo>
                <a:cubicBezTo>
                  <a:pt x="1552006" y="1066856"/>
                  <a:pt x="1550522" y="1063981"/>
                  <a:pt x="1553211" y="1057271"/>
                </a:cubicBezTo>
                <a:cubicBezTo>
                  <a:pt x="1554820" y="1058833"/>
                  <a:pt x="1556351" y="1062590"/>
                  <a:pt x="1558052" y="1060285"/>
                </a:cubicBezTo>
                <a:cubicBezTo>
                  <a:pt x="1559504" y="1055092"/>
                  <a:pt x="1552346" y="1049341"/>
                  <a:pt x="1555269" y="1044300"/>
                </a:cubicBezTo>
                <a:cubicBezTo>
                  <a:pt x="1570048" y="1058710"/>
                  <a:pt x="1569088" y="1037128"/>
                  <a:pt x="1584441" y="1057070"/>
                </a:cubicBezTo>
                <a:cubicBezTo>
                  <a:pt x="1580529" y="1063145"/>
                  <a:pt x="1565703" y="1051289"/>
                  <a:pt x="1575845" y="1069561"/>
                </a:cubicBezTo>
                <a:cubicBezTo>
                  <a:pt x="1571593" y="1079827"/>
                  <a:pt x="1559798" y="1063145"/>
                  <a:pt x="1560880" y="1076240"/>
                </a:cubicBezTo>
                <a:cubicBezTo>
                  <a:pt x="1566276" y="1079239"/>
                  <a:pt x="1571981" y="1072220"/>
                  <a:pt x="1576958" y="1088036"/>
                </a:cubicBezTo>
                <a:cubicBezTo>
                  <a:pt x="1582849" y="1074184"/>
                  <a:pt x="1587872" y="1089103"/>
                  <a:pt x="1593655" y="1078791"/>
                </a:cubicBezTo>
                <a:cubicBezTo>
                  <a:pt x="1590670" y="1069454"/>
                  <a:pt x="1587116" y="1078235"/>
                  <a:pt x="1583991" y="1072745"/>
                </a:cubicBezTo>
                <a:cubicBezTo>
                  <a:pt x="1589696" y="1067985"/>
                  <a:pt x="1584116" y="1062295"/>
                  <a:pt x="1584472" y="1057070"/>
                </a:cubicBezTo>
                <a:cubicBezTo>
                  <a:pt x="1589665" y="1048197"/>
                  <a:pt x="1594613" y="1048290"/>
                  <a:pt x="1599297" y="1055571"/>
                </a:cubicBezTo>
                <a:cubicBezTo>
                  <a:pt x="1596993" y="1059745"/>
                  <a:pt x="1592402" y="1063811"/>
                  <a:pt x="1594010" y="1068310"/>
                </a:cubicBezTo>
                <a:cubicBezTo>
                  <a:pt x="1596314" y="1065048"/>
                  <a:pt x="1598308" y="1070829"/>
                  <a:pt x="1600550" y="1068773"/>
                </a:cubicBezTo>
                <a:cubicBezTo>
                  <a:pt x="1606997" y="1063193"/>
                  <a:pt x="1599576" y="1056468"/>
                  <a:pt x="1606023" y="1050839"/>
                </a:cubicBezTo>
                <a:cubicBezTo>
                  <a:pt x="1621806" y="1065789"/>
                  <a:pt x="1644316" y="1046186"/>
                  <a:pt x="1654411" y="1080863"/>
                </a:cubicBezTo>
                <a:cubicBezTo>
                  <a:pt x="1656899" y="1078683"/>
                  <a:pt x="1667179" y="1082517"/>
                  <a:pt x="1664552" y="1071184"/>
                </a:cubicBezTo>
                <a:cubicBezTo>
                  <a:pt x="1662388" y="1063038"/>
                  <a:pt x="1651658" y="1073890"/>
                  <a:pt x="1655060" y="1059868"/>
                </a:cubicBezTo>
                <a:cubicBezTo>
                  <a:pt x="1663995" y="1068386"/>
                  <a:pt x="1690940" y="1054628"/>
                  <a:pt x="1683922" y="1083151"/>
                </a:cubicBezTo>
                <a:cubicBezTo>
                  <a:pt x="1686040" y="1085717"/>
                  <a:pt x="1688251" y="1084651"/>
                  <a:pt x="1690493" y="1083661"/>
                </a:cubicBezTo>
                <a:cubicBezTo>
                  <a:pt x="1696925" y="1078034"/>
                  <a:pt x="1689488" y="1071324"/>
                  <a:pt x="1695920" y="1065713"/>
                </a:cubicBezTo>
                <a:cubicBezTo>
                  <a:pt x="1722231" y="1069222"/>
                  <a:pt x="1756676" y="1082533"/>
                  <a:pt x="1777902" y="1072066"/>
                </a:cubicBezTo>
                <a:cubicBezTo>
                  <a:pt x="1806950" y="1089923"/>
                  <a:pt x="1836741" y="1082765"/>
                  <a:pt x="1866083" y="1089380"/>
                </a:cubicBezTo>
                <a:cubicBezTo>
                  <a:pt x="1865293" y="1086705"/>
                  <a:pt x="1863083" y="1083907"/>
                  <a:pt x="1864706" y="1081434"/>
                </a:cubicBezTo>
                <a:cubicBezTo>
                  <a:pt x="1884170" y="1107020"/>
                  <a:pt x="1921398" y="1090494"/>
                  <a:pt x="1947879" y="1101006"/>
                </a:cubicBezTo>
                <a:cubicBezTo>
                  <a:pt x="1949982" y="1096787"/>
                  <a:pt x="1948219" y="1092256"/>
                  <a:pt x="1949920" y="1088020"/>
                </a:cubicBezTo>
                <a:cubicBezTo>
                  <a:pt x="1968224" y="1098642"/>
                  <a:pt x="1987039" y="1092936"/>
                  <a:pt x="2005328" y="1102815"/>
                </a:cubicBezTo>
                <a:cubicBezTo>
                  <a:pt x="2003626" y="1099182"/>
                  <a:pt x="2002143" y="1095533"/>
                  <a:pt x="2005653" y="1092318"/>
                </a:cubicBezTo>
                <a:cubicBezTo>
                  <a:pt x="2014618" y="1108443"/>
                  <a:pt x="2028409" y="1115028"/>
                  <a:pt x="2033432" y="1097142"/>
                </a:cubicBezTo>
                <a:cubicBezTo>
                  <a:pt x="2048552" y="1113582"/>
                  <a:pt x="2064498" y="1102136"/>
                  <a:pt x="2080043" y="1104262"/>
                </a:cubicBezTo>
                <a:lnTo>
                  <a:pt x="2095332" y="1112405"/>
                </a:lnTo>
                <a:lnTo>
                  <a:pt x="2095879" y="1112006"/>
                </a:lnTo>
                <a:lnTo>
                  <a:pt x="2102264" y="1105996"/>
                </a:lnTo>
                <a:lnTo>
                  <a:pt x="2102527" y="1107161"/>
                </a:lnTo>
                <a:lnTo>
                  <a:pt x="2102652" y="1107069"/>
                </a:lnTo>
                <a:cubicBezTo>
                  <a:pt x="2106923" y="1107728"/>
                  <a:pt x="2111805" y="1109521"/>
                  <a:pt x="2115260" y="1107357"/>
                </a:cubicBezTo>
                <a:lnTo>
                  <a:pt x="2104440" y="1115642"/>
                </a:lnTo>
                <a:lnTo>
                  <a:pt x="2105072" y="1118444"/>
                </a:lnTo>
                <a:lnTo>
                  <a:pt x="2103050" y="1115466"/>
                </a:lnTo>
                <a:lnTo>
                  <a:pt x="2098218" y="1114494"/>
                </a:lnTo>
                <a:lnTo>
                  <a:pt x="2097417" y="1114673"/>
                </a:lnTo>
                <a:cubicBezTo>
                  <a:pt x="2094537" y="1116780"/>
                  <a:pt x="2092257" y="1121313"/>
                  <a:pt x="2093370" y="1125464"/>
                </a:cubicBezTo>
                <a:cubicBezTo>
                  <a:pt x="2102290" y="1130457"/>
                  <a:pt x="2098424" y="1136455"/>
                  <a:pt x="2102568" y="1147184"/>
                </a:cubicBezTo>
                <a:cubicBezTo>
                  <a:pt x="2117255" y="1141587"/>
                  <a:pt x="2113993" y="1118785"/>
                  <a:pt x="2113498" y="1111211"/>
                </a:cubicBezTo>
                <a:cubicBezTo>
                  <a:pt x="2128649" y="1117996"/>
                  <a:pt x="2144170" y="1111519"/>
                  <a:pt x="2159568" y="1109586"/>
                </a:cubicBezTo>
                <a:cubicBezTo>
                  <a:pt x="2162892" y="1114194"/>
                  <a:pt x="2161082" y="1118444"/>
                  <a:pt x="2164081" y="1123021"/>
                </a:cubicBezTo>
                <a:cubicBezTo>
                  <a:pt x="2174127" y="1117081"/>
                  <a:pt x="2184604" y="1114677"/>
                  <a:pt x="2195210" y="1114172"/>
                </a:cubicBezTo>
                <a:lnTo>
                  <a:pt x="2204935" y="1114949"/>
                </a:lnTo>
                <a:lnTo>
                  <a:pt x="2203281" y="1107794"/>
                </a:lnTo>
                <a:cubicBezTo>
                  <a:pt x="2203711" y="1104758"/>
                  <a:pt x="2204144" y="1101728"/>
                  <a:pt x="2201122" y="1098436"/>
                </a:cubicBezTo>
                <a:cubicBezTo>
                  <a:pt x="2180560" y="1125181"/>
                  <a:pt x="2161793" y="1094371"/>
                  <a:pt x="2141927" y="1099131"/>
                </a:cubicBezTo>
                <a:lnTo>
                  <a:pt x="2142390" y="1083972"/>
                </a:lnTo>
                <a:lnTo>
                  <a:pt x="2141992" y="1083949"/>
                </a:lnTo>
                <a:lnTo>
                  <a:pt x="2132987" y="1095991"/>
                </a:lnTo>
                <a:cubicBezTo>
                  <a:pt x="2129878" y="1099120"/>
                  <a:pt x="2126808" y="1100878"/>
                  <a:pt x="2123809" y="1100368"/>
                </a:cubicBezTo>
                <a:cubicBezTo>
                  <a:pt x="2125432" y="1096968"/>
                  <a:pt x="2124768" y="1093380"/>
                  <a:pt x="2124134" y="1089825"/>
                </a:cubicBezTo>
                <a:cubicBezTo>
                  <a:pt x="2108551" y="1098667"/>
                  <a:pt x="2093709" y="1082621"/>
                  <a:pt x="2077956" y="1096766"/>
                </a:cubicBezTo>
                <a:cubicBezTo>
                  <a:pt x="2081000" y="1092608"/>
                  <a:pt x="2081126" y="1088232"/>
                  <a:pt x="2079982" y="1083780"/>
                </a:cubicBezTo>
                <a:cubicBezTo>
                  <a:pt x="2067675" y="1086725"/>
                  <a:pt x="2062354" y="1086289"/>
                  <a:pt x="2057676" y="1083954"/>
                </a:cubicBezTo>
                <a:lnTo>
                  <a:pt x="2044766" y="1076101"/>
                </a:lnTo>
                <a:lnTo>
                  <a:pt x="2013609" y="1072584"/>
                </a:lnTo>
                <a:lnTo>
                  <a:pt x="2014417" y="1078694"/>
                </a:lnTo>
                <a:lnTo>
                  <a:pt x="2006444" y="1071775"/>
                </a:lnTo>
                <a:lnTo>
                  <a:pt x="1997446" y="1070759"/>
                </a:lnTo>
                <a:lnTo>
                  <a:pt x="1999884" y="1074925"/>
                </a:lnTo>
                <a:cubicBezTo>
                  <a:pt x="2001133" y="1077646"/>
                  <a:pt x="2001245" y="1080286"/>
                  <a:pt x="1997876" y="1082652"/>
                </a:cubicBezTo>
                <a:cubicBezTo>
                  <a:pt x="1994734" y="1077140"/>
                  <a:pt x="1990522" y="1073662"/>
                  <a:pt x="1986137" y="1071113"/>
                </a:cubicBezTo>
                <a:lnTo>
                  <a:pt x="1981528" y="1068962"/>
                </a:lnTo>
                <a:lnTo>
                  <a:pt x="1952026" y="1065632"/>
                </a:lnTo>
                <a:lnTo>
                  <a:pt x="1950121" y="1081401"/>
                </a:lnTo>
                <a:cubicBezTo>
                  <a:pt x="1945714" y="1074150"/>
                  <a:pt x="1949858" y="1071753"/>
                  <a:pt x="1943890" y="1070440"/>
                </a:cubicBezTo>
                <a:lnTo>
                  <a:pt x="1947702" y="1065144"/>
                </a:lnTo>
                <a:lnTo>
                  <a:pt x="1914681" y="1061416"/>
                </a:lnTo>
                <a:lnTo>
                  <a:pt x="1914652" y="1061489"/>
                </a:lnTo>
                <a:cubicBezTo>
                  <a:pt x="1913851" y="1064063"/>
                  <a:pt x="1913010" y="1067108"/>
                  <a:pt x="1910930" y="1073114"/>
                </a:cubicBezTo>
                <a:cubicBezTo>
                  <a:pt x="1901840" y="1072835"/>
                  <a:pt x="1903339" y="1060082"/>
                  <a:pt x="1894713" y="1066637"/>
                </a:cubicBezTo>
                <a:lnTo>
                  <a:pt x="1902611" y="1060054"/>
                </a:lnTo>
                <a:lnTo>
                  <a:pt x="1879352" y="1057428"/>
                </a:lnTo>
                <a:cubicBezTo>
                  <a:pt x="1810356" y="1048117"/>
                  <a:pt x="1741407" y="1037214"/>
                  <a:pt x="1672514" y="1024497"/>
                </a:cubicBezTo>
                <a:cubicBezTo>
                  <a:pt x="1651226" y="1021775"/>
                  <a:pt x="1622131" y="1022751"/>
                  <a:pt x="1608835" y="1011665"/>
                </a:cubicBezTo>
                <a:cubicBezTo>
                  <a:pt x="1597024" y="1022626"/>
                  <a:pt x="1585815" y="1012577"/>
                  <a:pt x="1574021" y="1022086"/>
                </a:cubicBezTo>
                <a:cubicBezTo>
                  <a:pt x="1570836" y="1019410"/>
                  <a:pt x="1567977" y="1004987"/>
                  <a:pt x="1564513" y="1010846"/>
                </a:cubicBezTo>
                <a:cubicBezTo>
                  <a:pt x="1563399" y="1026615"/>
                  <a:pt x="1545158" y="1009223"/>
                  <a:pt x="1540024" y="1006348"/>
                </a:cubicBezTo>
                <a:cubicBezTo>
                  <a:pt x="1527441" y="999221"/>
                  <a:pt x="1510544" y="1018484"/>
                  <a:pt x="1507235" y="1003766"/>
                </a:cubicBezTo>
                <a:cubicBezTo>
                  <a:pt x="1512183" y="1002745"/>
                  <a:pt x="1517253" y="998989"/>
                  <a:pt x="1522046" y="1002297"/>
                </a:cubicBezTo>
                <a:cubicBezTo>
                  <a:pt x="1511472" y="972074"/>
                  <a:pt x="1483597" y="1017973"/>
                  <a:pt x="1469917" y="987750"/>
                </a:cubicBezTo>
                <a:cubicBezTo>
                  <a:pt x="1450437" y="1011248"/>
                  <a:pt x="1417833" y="967853"/>
                  <a:pt x="1408882" y="996128"/>
                </a:cubicBezTo>
                <a:cubicBezTo>
                  <a:pt x="1405821" y="988477"/>
                  <a:pt x="1402357" y="994722"/>
                  <a:pt x="1399390" y="984890"/>
                </a:cubicBezTo>
                <a:cubicBezTo>
                  <a:pt x="1395741" y="997535"/>
                  <a:pt x="1377359" y="995109"/>
                  <a:pt x="1378287" y="975397"/>
                </a:cubicBezTo>
                <a:cubicBezTo>
                  <a:pt x="1362982" y="975397"/>
                  <a:pt x="1347167" y="991088"/>
                  <a:pt x="1332247" y="977052"/>
                </a:cubicBezTo>
                <a:cubicBezTo>
                  <a:pt x="1330580" y="970791"/>
                  <a:pt x="1340519" y="965426"/>
                  <a:pt x="1337721" y="959088"/>
                </a:cubicBezTo>
                <a:cubicBezTo>
                  <a:pt x="1334970" y="962443"/>
                  <a:pt x="1325708" y="966476"/>
                  <a:pt x="1330703" y="974300"/>
                </a:cubicBezTo>
                <a:cubicBezTo>
                  <a:pt x="1312367" y="982556"/>
                  <a:pt x="1295038" y="958253"/>
                  <a:pt x="1276532" y="972738"/>
                </a:cubicBezTo>
                <a:cubicBezTo>
                  <a:pt x="1277676" y="961159"/>
                  <a:pt x="1265958" y="960757"/>
                  <a:pt x="1264969" y="974439"/>
                </a:cubicBezTo>
                <a:cubicBezTo>
                  <a:pt x="1261382" y="969800"/>
                  <a:pt x="1264211" y="965642"/>
                  <a:pt x="1263716" y="961205"/>
                </a:cubicBezTo>
                <a:cubicBezTo>
                  <a:pt x="1255369" y="965410"/>
                  <a:pt x="1244484" y="950199"/>
                  <a:pt x="1240464" y="969909"/>
                </a:cubicBezTo>
                <a:cubicBezTo>
                  <a:pt x="1233986" y="966291"/>
                  <a:pt x="1227447" y="965673"/>
                  <a:pt x="1220939" y="963168"/>
                </a:cubicBezTo>
                <a:cubicBezTo>
                  <a:pt x="1211803" y="934368"/>
                  <a:pt x="1172937" y="959520"/>
                  <a:pt x="1152886" y="931617"/>
                </a:cubicBezTo>
                <a:cubicBezTo>
                  <a:pt x="1130856" y="954326"/>
                  <a:pt x="1110961" y="906185"/>
                  <a:pt x="1088745" y="934491"/>
                </a:cubicBezTo>
                <a:cubicBezTo>
                  <a:pt x="1085313" y="920531"/>
                  <a:pt x="1080999" y="936052"/>
                  <a:pt x="1077490" y="925741"/>
                </a:cubicBezTo>
                <a:cubicBezTo>
                  <a:pt x="1090585" y="913281"/>
                  <a:pt x="1106647" y="924426"/>
                  <a:pt x="1123698" y="918815"/>
                </a:cubicBezTo>
                <a:cubicBezTo>
                  <a:pt x="1124426" y="912771"/>
                  <a:pt x="1126312" y="906789"/>
                  <a:pt x="1125864" y="900605"/>
                </a:cubicBezTo>
                <a:cubicBezTo>
                  <a:pt x="1121070" y="896847"/>
                  <a:pt x="1116138" y="897032"/>
                  <a:pt x="1110883" y="907344"/>
                </a:cubicBezTo>
                <a:cubicBezTo>
                  <a:pt x="1102643" y="898811"/>
                  <a:pt x="1121642" y="892395"/>
                  <a:pt x="1109970" y="883629"/>
                </a:cubicBezTo>
                <a:cubicBezTo>
                  <a:pt x="1109893" y="896708"/>
                  <a:pt x="1091960" y="884139"/>
                  <a:pt x="1096227" y="903588"/>
                </a:cubicBezTo>
                <a:cubicBezTo>
                  <a:pt x="1087910" y="891915"/>
                  <a:pt x="1081279" y="908519"/>
                  <a:pt x="1076733" y="896817"/>
                </a:cubicBezTo>
                <a:cubicBezTo>
                  <a:pt x="1080829" y="911688"/>
                  <a:pt x="1073934" y="909386"/>
                  <a:pt x="1072652" y="922773"/>
                </a:cubicBezTo>
                <a:cubicBezTo>
                  <a:pt x="1062602" y="907438"/>
                  <a:pt x="1055166" y="915925"/>
                  <a:pt x="1047978" y="923483"/>
                </a:cubicBezTo>
                <a:cubicBezTo>
                  <a:pt x="1042475" y="917825"/>
                  <a:pt x="1048256" y="913004"/>
                  <a:pt x="1045195" y="907530"/>
                </a:cubicBezTo>
                <a:cubicBezTo>
                  <a:pt x="1034667" y="911658"/>
                  <a:pt x="1015621" y="908921"/>
                  <a:pt x="1011014" y="896987"/>
                </a:cubicBezTo>
                <a:cubicBezTo>
                  <a:pt x="1019021" y="903046"/>
                  <a:pt x="1027555" y="892951"/>
                  <a:pt x="1035672" y="896244"/>
                </a:cubicBezTo>
                <a:cubicBezTo>
                  <a:pt x="1030647" y="887989"/>
                  <a:pt x="1036616" y="880615"/>
                  <a:pt x="1028190" y="872034"/>
                </a:cubicBezTo>
                <a:cubicBezTo>
                  <a:pt x="1027989" y="883227"/>
                  <a:pt x="1022500" y="877770"/>
                  <a:pt x="1017879" y="887046"/>
                </a:cubicBezTo>
                <a:cubicBezTo>
                  <a:pt x="1021372" y="866902"/>
                  <a:pt x="983357" y="851427"/>
                  <a:pt x="975720" y="868016"/>
                </a:cubicBezTo>
                <a:cubicBezTo>
                  <a:pt x="968563" y="862157"/>
                  <a:pt x="980094" y="857828"/>
                  <a:pt x="972922" y="852014"/>
                </a:cubicBezTo>
                <a:cubicBezTo>
                  <a:pt x="971190" y="854534"/>
                  <a:pt x="969582" y="852757"/>
                  <a:pt x="967928" y="854272"/>
                </a:cubicBezTo>
                <a:cubicBezTo>
                  <a:pt x="965733" y="866175"/>
                  <a:pt x="961637" y="871989"/>
                  <a:pt x="968686" y="883227"/>
                </a:cubicBezTo>
                <a:cubicBezTo>
                  <a:pt x="963893" y="878528"/>
                  <a:pt x="958915" y="880120"/>
                  <a:pt x="954030" y="879424"/>
                </a:cubicBezTo>
                <a:cubicBezTo>
                  <a:pt x="956102" y="890803"/>
                  <a:pt x="966598" y="886613"/>
                  <a:pt x="963367" y="895919"/>
                </a:cubicBezTo>
                <a:cubicBezTo>
                  <a:pt x="957770" y="882347"/>
                  <a:pt x="951124" y="902119"/>
                  <a:pt x="945573" y="886643"/>
                </a:cubicBezTo>
                <a:cubicBezTo>
                  <a:pt x="949269" y="874076"/>
                  <a:pt x="955436" y="877986"/>
                  <a:pt x="956055" y="866454"/>
                </a:cubicBezTo>
                <a:cubicBezTo>
                  <a:pt x="950288" y="857935"/>
                  <a:pt x="943903" y="869546"/>
                  <a:pt x="938091" y="862419"/>
                </a:cubicBezTo>
                <a:cubicBezTo>
                  <a:pt x="942372" y="855709"/>
                  <a:pt x="934473" y="848135"/>
                  <a:pt x="938740" y="841487"/>
                </a:cubicBezTo>
                <a:cubicBezTo>
                  <a:pt x="943379" y="840482"/>
                  <a:pt x="955313" y="834391"/>
                  <a:pt x="950767" y="824018"/>
                </a:cubicBezTo>
                <a:cubicBezTo>
                  <a:pt x="946486" y="820322"/>
                  <a:pt x="941570" y="838580"/>
                  <a:pt x="937333" y="833432"/>
                </a:cubicBezTo>
                <a:cubicBezTo>
                  <a:pt x="943827" y="822255"/>
                  <a:pt x="926264" y="819704"/>
                  <a:pt x="934689" y="812269"/>
                </a:cubicBezTo>
                <a:cubicBezTo>
                  <a:pt x="928336" y="809608"/>
                  <a:pt x="916633" y="814989"/>
                  <a:pt x="925925" y="829953"/>
                </a:cubicBezTo>
                <a:cubicBezTo>
                  <a:pt x="930005" y="813876"/>
                  <a:pt x="928568" y="834607"/>
                  <a:pt x="932201" y="840946"/>
                </a:cubicBezTo>
                <a:cubicBezTo>
                  <a:pt x="933855" y="839601"/>
                  <a:pt x="935618" y="836106"/>
                  <a:pt x="937164" y="838734"/>
                </a:cubicBezTo>
                <a:cubicBezTo>
                  <a:pt x="933592" y="842800"/>
                  <a:pt x="935139" y="847284"/>
                  <a:pt x="931877" y="851443"/>
                </a:cubicBezTo>
                <a:cubicBezTo>
                  <a:pt x="924271" y="850872"/>
                  <a:pt x="930005" y="837931"/>
                  <a:pt x="922662" y="829676"/>
                </a:cubicBezTo>
                <a:cubicBezTo>
                  <a:pt x="919848" y="832211"/>
                  <a:pt x="917175" y="830557"/>
                  <a:pt x="914237" y="836957"/>
                </a:cubicBezTo>
                <a:cubicBezTo>
                  <a:pt x="915520" y="844456"/>
                  <a:pt x="924610" y="838672"/>
                  <a:pt x="920483" y="847917"/>
                </a:cubicBezTo>
                <a:cubicBezTo>
                  <a:pt x="909212" y="840513"/>
                  <a:pt x="897432" y="850113"/>
                  <a:pt x="886301" y="837374"/>
                </a:cubicBezTo>
                <a:cubicBezTo>
                  <a:pt x="899952" y="832211"/>
                  <a:pt x="904976" y="823352"/>
                  <a:pt x="919725" y="818946"/>
                </a:cubicBezTo>
                <a:cubicBezTo>
                  <a:pt x="918163" y="816225"/>
                  <a:pt x="919262" y="813674"/>
                  <a:pt x="918303" y="811032"/>
                </a:cubicBezTo>
                <a:cubicBezTo>
                  <a:pt x="904575" y="812501"/>
                  <a:pt x="890585" y="822270"/>
                  <a:pt x="876949" y="820879"/>
                </a:cubicBezTo>
                <a:cubicBezTo>
                  <a:pt x="873363" y="816242"/>
                  <a:pt x="876144" y="812082"/>
                  <a:pt x="875696" y="807677"/>
                </a:cubicBezTo>
                <a:cubicBezTo>
                  <a:pt x="873995" y="810196"/>
                  <a:pt x="872403" y="808450"/>
                  <a:pt x="870671" y="809933"/>
                </a:cubicBezTo>
                <a:cubicBezTo>
                  <a:pt x="868430" y="813273"/>
                  <a:pt x="871862" y="817014"/>
                  <a:pt x="870363" y="820431"/>
                </a:cubicBezTo>
                <a:cubicBezTo>
                  <a:pt x="864411" y="821807"/>
                  <a:pt x="852970" y="824805"/>
                  <a:pt x="852569" y="811139"/>
                </a:cubicBezTo>
                <a:cubicBezTo>
                  <a:pt x="842010" y="815498"/>
                  <a:pt x="822129" y="841053"/>
                  <a:pt x="817753" y="821590"/>
                </a:cubicBezTo>
                <a:cubicBezTo>
                  <a:pt x="821139" y="820818"/>
                  <a:pt x="831018" y="810150"/>
                  <a:pt x="846324" y="800164"/>
                </a:cubicBezTo>
                <a:cubicBezTo>
                  <a:pt x="834944" y="795958"/>
                  <a:pt x="822887" y="814586"/>
                  <a:pt x="811833" y="800117"/>
                </a:cubicBezTo>
                <a:cubicBezTo>
                  <a:pt x="818821" y="809393"/>
                  <a:pt x="808046" y="817292"/>
                  <a:pt x="811013" y="826321"/>
                </a:cubicBezTo>
                <a:cubicBezTo>
                  <a:pt x="808432" y="822208"/>
                  <a:pt x="805402" y="830541"/>
                  <a:pt x="802912" y="823058"/>
                </a:cubicBezTo>
                <a:cubicBezTo>
                  <a:pt x="810195" y="819240"/>
                  <a:pt x="812776" y="806410"/>
                  <a:pt x="808695" y="794629"/>
                </a:cubicBezTo>
                <a:cubicBezTo>
                  <a:pt x="800038" y="810042"/>
                  <a:pt x="797052" y="799977"/>
                  <a:pt x="792447" y="788088"/>
                </a:cubicBezTo>
                <a:cubicBezTo>
                  <a:pt x="771870" y="807197"/>
                  <a:pt x="761418" y="787827"/>
                  <a:pt x="742992" y="794784"/>
                </a:cubicBezTo>
                <a:cubicBezTo>
                  <a:pt x="744862" y="776294"/>
                  <a:pt x="762162" y="791073"/>
                  <a:pt x="763444" y="770094"/>
                </a:cubicBezTo>
                <a:cubicBezTo>
                  <a:pt x="751650" y="761761"/>
                  <a:pt x="738925" y="784317"/>
                  <a:pt x="727687" y="756861"/>
                </a:cubicBezTo>
                <a:cubicBezTo>
                  <a:pt x="717544" y="766291"/>
                  <a:pt x="707836" y="760896"/>
                  <a:pt x="698035" y="759768"/>
                </a:cubicBezTo>
                <a:cubicBezTo>
                  <a:pt x="693922" y="765580"/>
                  <a:pt x="695654" y="771856"/>
                  <a:pt x="689286" y="777515"/>
                </a:cubicBezTo>
                <a:cubicBezTo>
                  <a:pt x="687167" y="774640"/>
                  <a:pt x="685142" y="769259"/>
                  <a:pt x="682884" y="771733"/>
                </a:cubicBezTo>
                <a:cubicBezTo>
                  <a:pt x="687476" y="778907"/>
                  <a:pt x="685606" y="784998"/>
                  <a:pt x="680828" y="784688"/>
                </a:cubicBezTo>
                <a:cubicBezTo>
                  <a:pt x="673037" y="771361"/>
                  <a:pt x="684492" y="769491"/>
                  <a:pt x="689934" y="761917"/>
                </a:cubicBezTo>
                <a:cubicBezTo>
                  <a:pt x="679422" y="761313"/>
                  <a:pt x="694496" y="753444"/>
                  <a:pt x="687120" y="745915"/>
                </a:cubicBezTo>
                <a:cubicBezTo>
                  <a:pt x="683720" y="758391"/>
                  <a:pt x="675603" y="762580"/>
                  <a:pt x="675572" y="747677"/>
                </a:cubicBezTo>
                <a:cubicBezTo>
                  <a:pt x="684831" y="742932"/>
                  <a:pt x="687368" y="732945"/>
                  <a:pt x="695562" y="738726"/>
                </a:cubicBezTo>
                <a:cubicBezTo>
                  <a:pt x="694015" y="735959"/>
                  <a:pt x="695114" y="733409"/>
                  <a:pt x="694171" y="730719"/>
                </a:cubicBezTo>
                <a:cubicBezTo>
                  <a:pt x="689610" y="722897"/>
                  <a:pt x="680796" y="738278"/>
                  <a:pt x="681230" y="724427"/>
                </a:cubicBezTo>
                <a:cubicBezTo>
                  <a:pt x="692917" y="718722"/>
                  <a:pt x="703987" y="732898"/>
                  <a:pt x="715720" y="724504"/>
                </a:cubicBezTo>
                <a:cubicBezTo>
                  <a:pt x="717158" y="719341"/>
                  <a:pt x="710000" y="713543"/>
                  <a:pt x="712938" y="708535"/>
                </a:cubicBezTo>
                <a:cubicBezTo>
                  <a:pt x="717034" y="718412"/>
                  <a:pt x="721735" y="707066"/>
                  <a:pt x="725723" y="720037"/>
                </a:cubicBezTo>
                <a:cubicBezTo>
                  <a:pt x="723961" y="723376"/>
                  <a:pt x="720591" y="726622"/>
                  <a:pt x="722136" y="730224"/>
                </a:cubicBezTo>
                <a:cubicBezTo>
                  <a:pt x="728521" y="731399"/>
                  <a:pt x="743827" y="724103"/>
                  <a:pt x="740734" y="713327"/>
                </a:cubicBezTo>
                <a:cubicBezTo>
                  <a:pt x="744259" y="723515"/>
                  <a:pt x="748278" y="717114"/>
                  <a:pt x="751803" y="727271"/>
                </a:cubicBezTo>
                <a:cubicBezTo>
                  <a:pt x="745959" y="739747"/>
                  <a:pt x="741104" y="718784"/>
                  <a:pt x="735262" y="731275"/>
                </a:cubicBezTo>
                <a:cubicBezTo>
                  <a:pt x="745527" y="741124"/>
                  <a:pt x="748046" y="735928"/>
                  <a:pt x="755854" y="756489"/>
                </a:cubicBezTo>
                <a:cubicBezTo>
                  <a:pt x="758142" y="752918"/>
                  <a:pt x="760368" y="752316"/>
                  <a:pt x="762563" y="751760"/>
                </a:cubicBezTo>
                <a:cubicBezTo>
                  <a:pt x="762331" y="742159"/>
                  <a:pt x="760445" y="748497"/>
                  <a:pt x="756334" y="740752"/>
                </a:cubicBezTo>
                <a:cubicBezTo>
                  <a:pt x="759379" y="736639"/>
                  <a:pt x="759549" y="732280"/>
                  <a:pt x="758388" y="727811"/>
                </a:cubicBezTo>
                <a:cubicBezTo>
                  <a:pt x="764124" y="718196"/>
                  <a:pt x="769334" y="726885"/>
                  <a:pt x="775101" y="718552"/>
                </a:cubicBezTo>
                <a:cubicBezTo>
                  <a:pt x="772952" y="705334"/>
                  <a:pt x="759348" y="717301"/>
                  <a:pt x="767278" y="704824"/>
                </a:cubicBezTo>
                <a:cubicBezTo>
                  <a:pt x="776013" y="706803"/>
                  <a:pt x="793404" y="708380"/>
                  <a:pt x="796451" y="717625"/>
                </a:cubicBezTo>
                <a:cubicBezTo>
                  <a:pt x="792785" y="711966"/>
                  <a:pt x="788767" y="717995"/>
                  <a:pt x="784763" y="724551"/>
                </a:cubicBezTo>
                <a:cubicBezTo>
                  <a:pt x="796048" y="740319"/>
                  <a:pt x="814260" y="724473"/>
                  <a:pt x="820490" y="737831"/>
                </a:cubicBezTo>
                <a:cubicBezTo>
                  <a:pt x="823768" y="733718"/>
                  <a:pt x="822932" y="729296"/>
                  <a:pt x="819238" y="724644"/>
                </a:cubicBezTo>
                <a:cubicBezTo>
                  <a:pt x="825051" y="713126"/>
                  <a:pt x="830461" y="715739"/>
                  <a:pt x="835935" y="715382"/>
                </a:cubicBezTo>
                <a:cubicBezTo>
                  <a:pt x="847297" y="736608"/>
                  <a:pt x="864797" y="727318"/>
                  <a:pt x="883396" y="721706"/>
                </a:cubicBezTo>
                <a:cubicBezTo>
                  <a:pt x="881261" y="727781"/>
                  <a:pt x="871678" y="723994"/>
                  <a:pt x="874800" y="734182"/>
                </a:cubicBezTo>
                <a:cubicBezTo>
                  <a:pt x="881030" y="745808"/>
                  <a:pt x="888218" y="725633"/>
                  <a:pt x="894634" y="730471"/>
                </a:cubicBezTo>
                <a:cubicBezTo>
                  <a:pt x="894696" y="735727"/>
                  <a:pt x="888774" y="740536"/>
                  <a:pt x="894156" y="746163"/>
                </a:cubicBezTo>
                <a:cubicBezTo>
                  <a:pt x="896427" y="742901"/>
                  <a:pt x="898730" y="739532"/>
                  <a:pt x="901002" y="736238"/>
                </a:cubicBezTo>
                <a:cubicBezTo>
                  <a:pt x="911439" y="754527"/>
                  <a:pt x="923404" y="721087"/>
                  <a:pt x="934289" y="723035"/>
                </a:cubicBezTo>
                <a:cubicBezTo>
                  <a:pt x="942266" y="742098"/>
                  <a:pt x="961791" y="731863"/>
                  <a:pt x="960848" y="714579"/>
                </a:cubicBezTo>
                <a:cubicBezTo>
                  <a:pt x="958420" y="714069"/>
                  <a:pt x="947630" y="727287"/>
                  <a:pt x="950984" y="713837"/>
                </a:cubicBezTo>
                <a:cubicBezTo>
                  <a:pt x="957524" y="719820"/>
                  <a:pt x="948140" y="703602"/>
                  <a:pt x="953025" y="700851"/>
                </a:cubicBezTo>
                <a:cubicBezTo>
                  <a:pt x="958313" y="707236"/>
                  <a:pt x="963677" y="711487"/>
                  <a:pt x="968949" y="717872"/>
                </a:cubicBezTo>
                <a:cubicBezTo>
                  <a:pt x="961405" y="732048"/>
                  <a:pt x="962393" y="729806"/>
                  <a:pt x="953628" y="735063"/>
                </a:cubicBezTo>
                <a:cubicBezTo>
                  <a:pt x="968330" y="746673"/>
                  <a:pt x="986495" y="744865"/>
                  <a:pt x="993144" y="732853"/>
                </a:cubicBezTo>
                <a:cubicBezTo>
                  <a:pt x="990483" y="738480"/>
                  <a:pt x="1001306" y="746533"/>
                  <a:pt x="1004227" y="746843"/>
                </a:cubicBezTo>
                <a:cubicBezTo>
                  <a:pt x="1006390" y="727287"/>
                  <a:pt x="1018635" y="751774"/>
                  <a:pt x="1025577" y="745869"/>
                </a:cubicBezTo>
                <a:cubicBezTo>
                  <a:pt x="1025577" y="741185"/>
                  <a:pt x="1033213" y="724103"/>
                  <a:pt x="1037634" y="728401"/>
                </a:cubicBezTo>
                <a:cubicBezTo>
                  <a:pt x="1036691" y="736238"/>
                  <a:pt x="1034095" y="743906"/>
                  <a:pt x="1038578" y="752115"/>
                </a:cubicBezTo>
                <a:cubicBezTo>
                  <a:pt x="1048812" y="737150"/>
                  <a:pt x="1049755" y="767683"/>
                  <a:pt x="1061659" y="748668"/>
                </a:cubicBezTo>
                <a:cubicBezTo>
                  <a:pt x="1054965" y="748033"/>
                  <a:pt x="1059247" y="742159"/>
                  <a:pt x="1060408" y="735450"/>
                </a:cubicBezTo>
                <a:cubicBezTo>
                  <a:pt x="1068833" y="738881"/>
                  <a:pt x="1084601" y="735727"/>
                  <a:pt x="1074754" y="749672"/>
                </a:cubicBezTo>
                <a:cubicBezTo>
                  <a:pt x="1084771" y="740999"/>
                  <a:pt x="1101915" y="733239"/>
                  <a:pt x="1115984" y="745019"/>
                </a:cubicBezTo>
                <a:cubicBezTo>
                  <a:pt x="1118256" y="741710"/>
                  <a:pt x="1120576" y="738387"/>
                  <a:pt x="1122879" y="735033"/>
                </a:cubicBezTo>
                <a:cubicBezTo>
                  <a:pt x="1131754" y="741865"/>
                  <a:pt x="1115970" y="746766"/>
                  <a:pt x="1120637" y="753243"/>
                </a:cubicBezTo>
                <a:cubicBezTo>
                  <a:pt x="1134444" y="750956"/>
                  <a:pt x="1140457" y="738387"/>
                  <a:pt x="1155468" y="742839"/>
                </a:cubicBezTo>
                <a:cubicBezTo>
                  <a:pt x="1151928" y="732543"/>
                  <a:pt x="1147754" y="744384"/>
                  <a:pt x="1144228" y="734073"/>
                </a:cubicBezTo>
                <a:cubicBezTo>
                  <a:pt x="1152376" y="738063"/>
                  <a:pt x="1169629" y="725046"/>
                  <a:pt x="1172010" y="738881"/>
                </a:cubicBezTo>
                <a:cubicBezTo>
                  <a:pt x="1169707" y="735310"/>
                  <a:pt x="1159209" y="737907"/>
                  <a:pt x="1162038" y="743349"/>
                </a:cubicBezTo>
                <a:cubicBezTo>
                  <a:pt x="1169660" y="744060"/>
                  <a:pt x="1177081" y="751836"/>
                  <a:pt x="1185120" y="739840"/>
                </a:cubicBezTo>
                <a:cubicBezTo>
                  <a:pt x="1180869" y="737243"/>
                  <a:pt x="1174530" y="739731"/>
                  <a:pt x="1178889" y="728911"/>
                </a:cubicBezTo>
                <a:cubicBezTo>
                  <a:pt x="1184548" y="733208"/>
                  <a:pt x="1191582" y="726267"/>
                  <a:pt x="1188382" y="740134"/>
                </a:cubicBezTo>
                <a:cubicBezTo>
                  <a:pt x="1191519" y="722942"/>
                  <a:pt x="1196699" y="734059"/>
                  <a:pt x="1203531" y="728169"/>
                </a:cubicBezTo>
                <a:cubicBezTo>
                  <a:pt x="1199312" y="722542"/>
                  <a:pt x="1194983" y="721798"/>
                  <a:pt x="1190901" y="711456"/>
                </a:cubicBezTo>
                <a:cubicBezTo>
                  <a:pt x="1187408" y="718583"/>
                  <a:pt x="1184300" y="711812"/>
                  <a:pt x="1180744" y="721196"/>
                </a:cubicBezTo>
                <a:cubicBezTo>
                  <a:pt x="1169738" y="685731"/>
                  <a:pt x="1143750" y="727195"/>
                  <a:pt x="1127223" y="698640"/>
                </a:cubicBezTo>
                <a:cubicBezTo>
                  <a:pt x="1117050" y="709648"/>
                  <a:pt x="1107900" y="685624"/>
                  <a:pt x="1097556" y="701609"/>
                </a:cubicBezTo>
                <a:cubicBezTo>
                  <a:pt x="1080241" y="694620"/>
                  <a:pt x="1062912" y="688561"/>
                  <a:pt x="1045273" y="692255"/>
                </a:cubicBezTo>
                <a:cubicBezTo>
                  <a:pt x="1046062" y="686242"/>
                  <a:pt x="1042226" y="679826"/>
                  <a:pt x="1044190" y="673796"/>
                </a:cubicBezTo>
                <a:cubicBezTo>
                  <a:pt x="1039784" y="674322"/>
                  <a:pt x="1035673" y="665341"/>
                  <a:pt x="1031065" y="672808"/>
                </a:cubicBezTo>
                <a:cubicBezTo>
                  <a:pt x="1024418" y="663547"/>
                  <a:pt x="1027139" y="654982"/>
                  <a:pt x="1025299" y="646078"/>
                </a:cubicBezTo>
                <a:cubicBezTo>
                  <a:pt x="1020738" y="652787"/>
                  <a:pt x="1014894" y="659296"/>
                  <a:pt x="1014832" y="666299"/>
                </a:cubicBezTo>
                <a:cubicBezTo>
                  <a:pt x="1005433" y="664381"/>
                  <a:pt x="1000873" y="653700"/>
                  <a:pt x="998909" y="649293"/>
                </a:cubicBezTo>
                <a:cubicBezTo>
                  <a:pt x="995369" y="657116"/>
                  <a:pt x="994983" y="661692"/>
                  <a:pt x="988751" y="659017"/>
                </a:cubicBezTo>
                <a:cubicBezTo>
                  <a:pt x="990407" y="645429"/>
                  <a:pt x="1001569" y="647716"/>
                  <a:pt x="997672" y="636044"/>
                </a:cubicBezTo>
                <a:cubicBezTo>
                  <a:pt x="992106" y="639027"/>
                  <a:pt x="981394" y="646850"/>
                  <a:pt x="981456" y="629597"/>
                </a:cubicBezTo>
                <a:cubicBezTo>
                  <a:pt x="977421" y="636198"/>
                  <a:pt x="973694" y="632952"/>
                  <a:pt x="969722" y="636539"/>
                </a:cubicBezTo>
                <a:cubicBezTo>
                  <a:pt x="971638" y="644547"/>
                  <a:pt x="971005" y="652401"/>
                  <a:pt x="964111" y="659728"/>
                </a:cubicBezTo>
                <a:cubicBezTo>
                  <a:pt x="958761" y="650283"/>
                  <a:pt x="968763" y="653607"/>
                  <a:pt x="963028" y="641240"/>
                </a:cubicBezTo>
                <a:cubicBezTo>
                  <a:pt x="952638" y="651458"/>
                  <a:pt x="947862" y="634421"/>
                  <a:pt x="935232" y="636462"/>
                </a:cubicBezTo>
                <a:cubicBezTo>
                  <a:pt x="943903" y="625780"/>
                  <a:pt x="945853" y="627403"/>
                  <a:pt x="944136" y="613505"/>
                </a:cubicBezTo>
                <a:cubicBezTo>
                  <a:pt x="947227" y="619935"/>
                  <a:pt x="950954" y="605944"/>
                  <a:pt x="954308" y="603812"/>
                </a:cubicBezTo>
                <a:cubicBezTo>
                  <a:pt x="960151" y="610057"/>
                  <a:pt x="966212" y="608094"/>
                  <a:pt x="972256" y="607847"/>
                </a:cubicBezTo>
                <a:cubicBezTo>
                  <a:pt x="970015" y="617585"/>
                  <a:pt x="960538" y="610164"/>
                  <a:pt x="963677" y="620322"/>
                </a:cubicBezTo>
                <a:cubicBezTo>
                  <a:pt x="971206" y="607629"/>
                  <a:pt x="978502" y="636013"/>
                  <a:pt x="981918" y="613860"/>
                </a:cubicBezTo>
                <a:cubicBezTo>
                  <a:pt x="993175" y="627635"/>
                  <a:pt x="1000084" y="630232"/>
                  <a:pt x="1014060" y="637343"/>
                </a:cubicBezTo>
                <a:cubicBezTo>
                  <a:pt x="1017182" y="633215"/>
                  <a:pt x="1019052" y="629026"/>
                  <a:pt x="1019393" y="624681"/>
                </a:cubicBezTo>
                <a:cubicBezTo>
                  <a:pt x="1021480" y="627697"/>
                  <a:pt x="1023583" y="630417"/>
                  <a:pt x="1025948" y="625145"/>
                </a:cubicBezTo>
                <a:cubicBezTo>
                  <a:pt x="1034156" y="631035"/>
                  <a:pt x="1021047" y="635271"/>
                  <a:pt x="1025468" y="640868"/>
                </a:cubicBezTo>
                <a:cubicBezTo>
                  <a:pt x="1032332" y="647469"/>
                  <a:pt x="1037698" y="640171"/>
                  <a:pt x="1037326" y="628671"/>
                </a:cubicBezTo>
                <a:cubicBezTo>
                  <a:pt x="1043138" y="634406"/>
                  <a:pt x="1038949" y="639290"/>
                  <a:pt x="1043402" y="644918"/>
                </a:cubicBezTo>
                <a:cubicBezTo>
                  <a:pt x="1054408" y="646355"/>
                  <a:pt x="1057685" y="631206"/>
                  <a:pt x="1069465" y="652200"/>
                </a:cubicBezTo>
                <a:cubicBezTo>
                  <a:pt x="1072868" y="647206"/>
                  <a:pt x="1067395" y="641548"/>
                  <a:pt x="1073223" y="636709"/>
                </a:cubicBezTo>
                <a:cubicBezTo>
                  <a:pt x="1082916" y="642320"/>
                  <a:pt x="1084245" y="644052"/>
                  <a:pt x="1079933" y="631964"/>
                </a:cubicBezTo>
                <a:cubicBezTo>
                  <a:pt x="1084911" y="630078"/>
                  <a:pt x="1089517" y="641145"/>
                  <a:pt x="1094450" y="641008"/>
                </a:cubicBezTo>
                <a:cubicBezTo>
                  <a:pt x="1112769" y="625842"/>
                  <a:pt x="1127826" y="650715"/>
                  <a:pt x="1141741" y="652540"/>
                </a:cubicBezTo>
                <a:cubicBezTo>
                  <a:pt x="1147924" y="642507"/>
                  <a:pt x="1158838" y="632860"/>
                  <a:pt x="1152531" y="621869"/>
                </a:cubicBezTo>
                <a:cubicBezTo>
                  <a:pt x="1148450" y="628377"/>
                  <a:pt x="1150149" y="634731"/>
                  <a:pt x="1143951" y="634298"/>
                </a:cubicBezTo>
                <a:cubicBezTo>
                  <a:pt x="1136763" y="628531"/>
                  <a:pt x="1148295" y="624156"/>
                  <a:pt x="1141153" y="618343"/>
                </a:cubicBezTo>
                <a:cubicBezTo>
                  <a:pt x="1116062" y="614510"/>
                  <a:pt x="1090971" y="611510"/>
                  <a:pt x="1066205" y="596792"/>
                </a:cubicBezTo>
                <a:cubicBezTo>
                  <a:pt x="1071492" y="584704"/>
                  <a:pt x="1076145" y="594613"/>
                  <a:pt x="1081201" y="590052"/>
                </a:cubicBezTo>
                <a:cubicBezTo>
                  <a:pt x="1083395" y="578319"/>
                  <a:pt x="1074429" y="580174"/>
                  <a:pt x="1080103" y="571578"/>
                </a:cubicBezTo>
                <a:cubicBezTo>
                  <a:pt x="1082328" y="575288"/>
                  <a:pt x="1082715" y="578814"/>
                  <a:pt x="1083086" y="582292"/>
                </a:cubicBezTo>
                <a:cubicBezTo>
                  <a:pt x="1093490" y="574654"/>
                  <a:pt x="1094819" y="567188"/>
                  <a:pt x="1103216" y="568115"/>
                </a:cubicBezTo>
                <a:cubicBezTo>
                  <a:pt x="1092609" y="571640"/>
                  <a:pt x="1101484" y="578612"/>
                  <a:pt x="1096041" y="588599"/>
                </a:cubicBezTo>
                <a:cubicBezTo>
                  <a:pt x="1093398" y="584889"/>
                  <a:pt x="1090893" y="577530"/>
                  <a:pt x="1088065" y="580051"/>
                </a:cubicBezTo>
                <a:cubicBezTo>
                  <a:pt x="1088342" y="587083"/>
                  <a:pt x="1082715" y="593655"/>
                  <a:pt x="1087415" y="601028"/>
                </a:cubicBezTo>
                <a:cubicBezTo>
                  <a:pt x="1088250" y="579525"/>
                  <a:pt x="1095315" y="602775"/>
                  <a:pt x="1104128" y="591769"/>
                </a:cubicBezTo>
                <a:cubicBezTo>
                  <a:pt x="1099042" y="583358"/>
                  <a:pt x="1110682" y="575691"/>
                  <a:pt x="1112878" y="574097"/>
                </a:cubicBezTo>
                <a:cubicBezTo>
                  <a:pt x="1127008" y="581766"/>
                  <a:pt x="1165748" y="564297"/>
                  <a:pt x="1175010" y="584162"/>
                </a:cubicBezTo>
                <a:cubicBezTo>
                  <a:pt x="1177683" y="578241"/>
                  <a:pt x="1170325" y="571531"/>
                  <a:pt x="1177204" y="565982"/>
                </a:cubicBezTo>
                <a:cubicBezTo>
                  <a:pt x="1185923" y="587888"/>
                  <a:pt x="1188690" y="584548"/>
                  <a:pt x="1199527" y="588692"/>
                </a:cubicBezTo>
                <a:cubicBezTo>
                  <a:pt x="1191396" y="590748"/>
                  <a:pt x="1193128" y="604661"/>
                  <a:pt x="1186094" y="598138"/>
                </a:cubicBezTo>
                <a:cubicBezTo>
                  <a:pt x="1188010" y="594814"/>
                  <a:pt x="1189664" y="591428"/>
                  <a:pt x="1186418" y="587687"/>
                </a:cubicBezTo>
                <a:cubicBezTo>
                  <a:pt x="1183249" y="591862"/>
                  <a:pt x="1175164" y="595231"/>
                  <a:pt x="1174375" y="605111"/>
                </a:cubicBezTo>
                <a:cubicBezTo>
                  <a:pt x="1180729" y="599467"/>
                  <a:pt x="1202636" y="616860"/>
                  <a:pt x="1206237" y="583960"/>
                </a:cubicBezTo>
                <a:cubicBezTo>
                  <a:pt x="1212158" y="588583"/>
                  <a:pt x="1218311" y="583311"/>
                  <a:pt x="1224201" y="587995"/>
                </a:cubicBezTo>
                <a:cubicBezTo>
                  <a:pt x="1219363" y="600502"/>
                  <a:pt x="1209360" y="596252"/>
                  <a:pt x="1213735" y="608155"/>
                </a:cubicBezTo>
                <a:cubicBezTo>
                  <a:pt x="1219471" y="616796"/>
                  <a:pt x="1226196" y="593885"/>
                  <a:pt x="1231977" y="601725"/>
                </a:cubicBezTo>
                <a:cubicBezTo>
                  <a:pt x="1229165" y="576262"/>
                  <a:pt x="1254256" y="596314"/>
                  <a:pt x="1257286" y="580065"/>
                </a:cubicBezTo>
                <a:cubicBezTo>
                  <a:pt x="1258754" y="590099"/>
                  <a:pt x="1254826" y="586727"/>
                  <a:pt x="1255244" y="593004"/>
                </a:cubicBezTo>
                <a:cubicBezTo>
                  <a:pt x="1259913" y="598415"/>
                  <a:pt x="1268198" y="600116"/>
                  <a:pt x="1268524" y="588815"/>
                </a:cubicBezTo>
                <a:cubicBezTo>
                  <a:pt x="1274508" y="601988"/>
                  <a:pt x="1277119" y="586960"/>
                  <a:pt x="1279593" y="602760"/>
                </a:cubicBezTo>
                <a:cubicBezTo>
                  <a:pt x="1286797" y="599576"/>
                  <a:pt x="1294078" y="595757"/>
                  <a:pt x="1293336" y="582832"/>
                </a:cubicBezTo>
                <a:cubicBezTo>
                  <a:pt x="1301622" y="580065"/>
                  <a:pt x="1292841" y="600533"/>
                  <a:pt x="1301129" y="596607"/>
                </a:cubicBezTo>
                <a:cubicBezTo>
                  <a:pt x="1300757" y="587083"/>
                  <a:pt x="1304328" y="579494"/>
                  <a:pt x="1314563" y="587114"/>
                </a:cubicBezTo>
                <a:cubicBezTo>
                  <a:pt x="1317113" y="591691"/>
                  <a:pt x="1310682" y="595572"/>
                  <a:pt x="1312537" y="600085"/>
                </a:cubicBezTo>
                <a:cubicBezTo>
                  <a:pt x="1319138" y="600550"/>
                  <a:pt x="1315212" y="593994"/>
                  <a:pt x="1317840" y="587362"/>
                </a:cubicBezTo>
                <a:cubicBezTo>
                  <a:pt x="1320406" y="593129"/>
                  <a:pt x="1323235" y="590640"/>
                  <a:pt x="1325817" y="595880"/>
                </a:cubicBezTo>
                <a:cubicBezTo>
                  <a:pt x="1327549" y="609098"/>
                  <a:pt x="1314764" y="595077"/>
                  <a:pt x="1317221" y="608356"/>
                </a:cubicBezTo>
                <a:cubicBezTo>
                  <a:pt x="1326220" y="615560"/>
                  <a:pt x="1337257" y="604924"/>
                  <a:pt x="1334273" y="588691"/>
                </a:cubicBezTo>
                <a:cubicBezTo>
                  <a:pt x="1338881" y="603069"/>
                  <a:pt x="1349563" y="616225"/>
                  <a:pt x="1350474" y="595154"/>
                </a:cubicBezTo>
                <a:cubicBezTo>
                  <a:pt x="1357122" y="595788"/>
                  <a:pt x="1352779" y="601678"/>
                  <a:pt x="1355004" y="608650"/>
                </a:cubicBezTo>
                <a:cubicBezTo>
                  <a:pt x="1376340" y="601538"/>
                  <a:pt x="1386975" y="614649"/>
                  <a:pt x="1407769" y="602281"/>
                </a:cubicBezTo>
                <a:cubicBezTo>
                  <a:pt x="1414184" y="608944"/>
                  <a:pt x="1409887" y="614695"/>
                  <a:pt x="1412113" y="620971"/>
                </a:cubicBezTo>
                <a:cubicBezTo>
                  <a:pt x="1423831" y="616379"/>
                  <a:pt x="1430509" y="597906"/>
                  <a:pt x="1435224" y="617509"/>
                </a:cubicBezTo>
                <a:cubicBezTo>
                  <a:pt x="1442476" y="606471"/>
                  <a:pt x="1449060" y="616194"/>
                  <a:pt x="1451936" y="608279"/>
                </a:cubicBezTo>
                <a:cubicBezTo>
                  <a:pt x="1450174" y="611681"/>
                  <a:pt x="1452524" y="615360"/>
                  <a:pt x="1454905" y="619039"/>
                </a:cubicBezTo>
                <a:cubicBezTo>
                  <a:pt x="1458971" y="611387"/>
                  <a:pt x="1486071" y="592990"/>
                  <a:pt x="1484557" y="616071"/>
                </a:cubicBezTo>
                <a:cubicBezTo>
                  <a:pt x="1493492" y="604893"/>
                  <a:pt x="1505937" y="599730"/>
                  <a:pt x="1510018" y="589187"/>
                </a:cubicBezTo>
                <a:cubicBezTo>
                  <a:pt x="1520236" y="614711"/>
                  <a:pt x="1555747" y="588460"/>
                  <a:pt x="1545452" y="612932"/>
                </a:cubicBezTo>
                <a:cubicBezTo>
                  <a:pt x="1553552" y="620291"/>
                  <a:pt x="1552361" y="597302"/>
                  <a:pt x="1560294" y="611449"/>
                </a:cubicBezTo>
                <a:cubicBezTo>
                  <a:pt x="1564899" y="621389"/>
                  <a:pt x="1548869" y="608449"/>
                  <a:pt x="1553397" y="621420"/>
                </a:cubicBezTo>
                <a:cubicBezTo>
                  <a:pt x="1560694" y="626707"/>
                  <a:pt x="1576757" y="630571"/>
                  <a:pt x="1575103" y="609963"/>
                </a:cubicBezTo>
                <a:cubicBezTo>
                  <a:pt x="1571578" y="612871"/>
                  <a:pt x="1559938" y="610397"/>
                  <a:pt x="1562132" y="603734"/>
                </a:cubicBezTo>
                <a:cubicBezTo>
                  <a:pt x="1573974" y="608155"/>
                  <a:pt x="1589402" y="606099"/>
                  <a:pt x="1596159" y="619502"/>
                </a:cubicBezTo>
                <a:cubicBezTo>
                  <a:pt x="1603642" y="614849"/>
                  <a:pt x="1592419" y="608728"/>
                  <a:pt x="1599915" y="604042"/>
                </a:cubicBezTo>
                <a:cubicBezTo>
                  <a:pt x="1608108" y="616488"/>
                  <a:pt x="1607568" y="604615"/>
                  <a:pt x="1614587" y="607847"/>
                </a:cubicBezTo>
                <a:cubicBezTo>
                  <a:pt x="1610505" y="601384"/>
                  <a:pt x="1606810" y="594953"/>
                  <a:pt x="1606966" y="588831"/>
                </a:cubicBezTo>
                <a:cubicBezTo>
                  <a:pt x="1600209" y="594179"/>
                  <a:pt x="1593546" y="597365"/>
                  <a:pt x="1587440" y="582060"/>
                </a:cubicBezTo>
                <a:cubicBezTo>
                  <a:pt x="1593686" y="575412"/>
                  <a:pt x="1599235" y="590686"/>
                  <a:pt x="1605558" y="580838"/>
                </a:cubicBezTo>
                <a:cubicBezTo>
                  <a:pt x="1614417" y="589218"/>
                  <a:pt x="1612685" y="610226"/>
                  <a:pt x="1621311" y="603085"/>
                </a:cubicBezTo>
                <a:cubicBezTo>
                  <a:pt x="1626738" y="596468"/>
                  <a:pt x="1623074" y="589187"/>
                  <a:pt x="1628500" y="582631"/>
                </a:cubicBezTo>
                <a:cubicBezTo>
                  <a:pt x="1629552" y="584503"/>
                  <a:pt x="1630602" y="586296"/>
                  <a:pt x="1631623" y="588151"/>
                </a:cubicBezTo>
                <a:cubicBezTo>
                  <a:pt x="1632751" y="586775"/>
                  <a:pt x="1633896" y="585600"/>
                  <a:pt x="1634885" y="588398"/>
                </a:cubicBezTo>
                <a:cubicBezTo>
                  <a:pt x="1629242" y="595835"/>
                  <a:pt x="1624512" y="603317"/>
                  <a:pt x="1625996" y="611325"/>
                </a:cubicBezTo>
                <a:cubicBezTo>
                  <a:pt x="1635952" y="607677"/>
                  <a:pt x="1629427" y="618033"/>
                  <a:pt x="1628809" y="627294"/>
                </a:cubicBezTo>
                <a:cubicBezTo>
                  <a:pt x="1637729" y="633201"/>
                  <a:pt x="1637127" y="617292"/>
                  <a:pt x="1645661" y="612840"/>
                </a:cubicBezTo>
                <a:cubicBezTo>
                  <a:pt x="1655431" y="624743"/>
                  <a:pt x="1676441" y="627712"/>
                  <a:pt x="1677213" y="602142"/>
                </a:cubicBezTo>
                <a:cubicBezTo>
                  <a:pt x="1684756" y="613272"/>
                  <a:pt x="1672019" y="622764"/>
                  <a:pt x="1676255" y="633601"/>
                </a:cubicBezTo>
                <a:cubicBezTo>
                  <a:pt x="1678558" y="625037"/>
                  <a:pt x="1685624" y="616796"/>
                  <a:pt x="1686891" y="608155"/>
                </a:cubicBezTo>
                <a:cubicBezTo>
                  <a:pt x="1693816" y="614694"/>
                  <a:pt x="1700851" y="617478"/>
                  <a:pt x="1708288" y="607181"/>
                </a:cubicBezTo>
                <a:cubicBezTo>
                  <a:pt x="1714595" y="616441"/>
                  <a:pt x="1699830" y="624048"/>
                  <a:pt x="1710745" y="633694"/>
                </a:cubicBezTo>
                <a:cubicBezTo>
                  <a:pt x="1714780" y="627835"/>
                  <a:pt x="1718784" y="622023"/>
                  <a:pt x="1722788" y="616241"/>
                </a:cubicBezTo>
                <a:cubicBezTo>
                  <a:pt x="1722184" y="633694"/>
                  <a:pt x="1731955" y="626522"/>
                  <a:pt x="1740243" y="635968"/>
                </a:cubicBezTo>
                <a:cubicBezTo>
                  <a:pt x="1742360" y="632627"/>
                  <a:pt x="1740629" y="628979"/>
                  <a:pt x="1743860" y="625764"/>
                </a:cubicBezTo>
                <a:cubicBezTo>
                  <a:pt x="1753923" y="634992"/>
                  <a:pt x="1769399" y="637250"/>
                  <a:pt x="1775381" y="615050"/>
                </a:cubicBezTo>
                <a:cubicBezTo>
                  <a:pt x="1776541" y="628918"/>
                  <a:pt x="1790394" y="628160"/>
                  <a:pt x="1791769" y="616287"/>
                </a:cubicBezTo>
                <a:cubicBezTo>
                  <a:pt x="1800302" y="641811"/>
                  <a:pt x="1810444" y="614927"/>
                  <a:pt x="1819396" y="626321"/>
                </a:cubicBezTo>
                <a:cubicBezTo>
                  <a:pt x="1820261" y="615112"/>
                  <a:pt x="1821698" y="624264"/>
                  <a:pt x="1826120" y="621589"/>
                </a:cubicBezTo>
                <a:cubicBezTo>
                  <a:pt x="1823893" y="617941"/>
                  <a:pt x="1823492" y="614401"/>
                  <a:pt x="1823137" y="610861"/>
                </a:cubicBezTo>
                <a:cubicBezTo>
                  <a:pt x="1828733" y="607181"/>
                  <a:pt x="1834469" y="598957"/>
                  <a:pt x="1839693" y="606902"/>
                </a:cubicBezTo>
                <a:cubicBezTo>
                  <a:pt x="1835025" y="613659"/>
                  <a:pt x="1825099" y="607027"/>
                  <a:pt x="1829382" y="621899"/>
                </a:cubicBezTo>
                <a:cubicBezTo>
                  <a:pt x="1842167" y="615344"/>
                  <a:pt x="1853963" y="641842"/>
                  <a:pt x="1866686" y="637885"/>
                </a:cubicBezTo>
                <a:cubicBezTo>
                  <a:pt x="1873008" y="634035"/>
                  <a:pt x="1875714" y="627960"/>
                  <a:pt x="1873858" y="617416"/>
                </a:cubicBezTo>
                <a:cubicBezTo>
                  <a:pt x="1861630" y="604042"/>
                  <a:pt x="1867258" y="635333"/>
                  <a:pt x="1857209" y="626660"/>
                </a:cubicBezTo>
                <a:cubicBezTo>
                  <a:pt x="1864924" y="616751"/>
                  <a:pt x="1858941" y="605760"/>
                  <a:pt x="1861398" y="595432"/>
                </a:cubicBezTo>
                <a:cubicBezTo>
                  <a:pt x="1863810" y="612593"/>
                  <a:pt x="1873241" y="607522"/>
                  <a:pt x="1880584" y="612669"/>
                </a:cubicBezTo>
                <a:cubicBezTo>
                  <a:pt x="1877569" y="621203"/>
                  <a:pt x="1873427" y="629628"/>
                  <a:pt x="1879810" y="638904"/>
                </a:cubicBezTo>
                <a:cubicBezTo>
                  <a:pt x="1881805" y="637482"/>
                  <a:pt x="1882443" y="632879"/>
                  <a:pt x="1883335" y="629372"/>
                </a:cubicBezTo>
                <a:lnTo>
                  <a:pt x="1886731" y="627384"/>
                </a:lnTo>
                <a:lnTo>
                  <a:pt x="1886705" y="627337"/>
                </a:lnTo>
                <a:lnTo>
                  <a:pt x="1886764" y="627365"/>
                </a:lnTo>
                <a:lnTo>
                  <a:pt x="1888391" y="626413"/>
                </a:lnTo>
                <a:lnTo>
                  <a:pt x="1888136" y="628031"/>
                </a:lnTo>
                <a:lnTo>
                  <a:pt x="1899646" y="633613"/>
                </a:lnTo>
                <a:lnTo>
                  <a:pt x="1897867" y="636070"/>
                </a:lnTo>
                <a:lnTo>
                  <a:pt x="1907886" y="633201"/>
                </a:lnTo>
                <a:cubicBezTo>
                  <a:pt x="1910878" y="643613"/>
                  <a:pt x="1917695" y="644525"/>
                  <a:pt x="1925235" y="644069"/>
                </a:cubicBezTo>
                <a:lnTo>
                  <a:pt x="1925906" y="644028"/>
                </a:lnTo>
                <a:lnTo>
                  <a:pt x="1927003" y="642967"/>
                </a:lnTo>
                <a:cubicBezTo>
                  <a:pt x="1931005" y="642386"/>
                  <a:pt x="1935619" y="642935"/>
                  <a:pt x="1938836" y="641869"/>
                </a:cubicBezTo>
                <a:lnTo>
                  <a:pt x="1937268" y="643561"/>
                </a:lnTo>
                <a:lnTo>
                  <a:pt x="1946921" y="646727"/>
                </a:lnTo>
                <a:cubicBezTo>
                  <a:pt x="1945174" y="642197"/>
                  <a:pt x="1948915" y="638115"/>
                  <a:pt x="1948946" y="633741"/>
                </a:cubicBezTo>
                <a:lnTo>
                  <a:pt x="1954587" y="637482"/>
                </a:lnTo>
                <a:lnTo>
                  <a:pt x="1955850" y="635912"/>
                </a:lnTo>
                <a:lnTo>
                  <a:pt x="1957189" y="635080"/>
                </a:lnTo>
                <a:lnTo>
                  <a:pt x="1960510" y="632009"/>
                </a:lnTo>
                <a:lnTo>
                  <a:pt x="1960892" y="632777"/>
                </a:lnTo>
                <a:lnTo>
                  <a:pt x="1961402" y="632461"/>
                </a:lnTo>
                <a:cubicBezTo>
                  <a:pt x="1963353" y="632769"/>
                  <a:pt x="1965557" y="634745"/>
                  <a:pt x="1968471" y="639024"/>
                </a:cubicBezTo>
                <a:cubicBezTo>
                  <a:pt x="1977515" y="629918"/>
                  <a:pt x="1986018" y="637710"/>
                  <a:pt x="1995000" y="630567"/>
                </a:cubicBezTo>
                <a:cubicBezTo>
                  <a:pt x="2000781" y="637957"/>
                  <a:pt x="1997365" y="646723"/>
                  <a:pt x="2004353" y="647032"/>
                </a:cubicBezTo>
                <a:cubicBezTo>
                  <a:pt x="2003510" y="650665"/>
                  <a:pt x="2000916" y="650696"/>
                  <a:pt x="1998974" y="651049"/>
                </a:cubicBezTo>
                <a:lnTo>
                  <a:pt x="1998109" y="654554"/>
                </a:lnTo>
                <a:lnTo>
                  <a:pt x="2015786" y="651455"/>
                </a:lnTo>
                <a:lnTo>
                  <a:pt x="2035856" y="644466"/>
                </a:lnTo>
                <a:lnTo>
                  <a:pt x="2038701" y="642122"/>
                </a:lnTo>
                <a:lnTo>
                  <a:pt x="2036062" y="632628"/>
                </a:lnTo>
                <a:cubicBezTo>
                  <a:pt x="2038936" y="628439"/>
                  <a:pt x="2041796" y="624295"/>
                  <a:pt x="2044672" y="620151"/>
                </a:cubicBezTo>
                <a:cubicBezTo>
                  <a:pt x="2051119" y="628516"/>
                  <a:pt x="2042414" y="635719"/>
                  <a:pt x="2048861" y="644130"/>
                </a:cubicBezTo>
                <a:cubicBezTo>
                  <a:pt x="2061307" y="656961"/>
                  <a:pt x="2061415" y="630464"/>
                  <a:pt x="2070104" y="648397"/>
                </a:cubicBezTo>
                <a:cubicBezTo>
                  <a:pt x="2075359" y="633741"/>
                  <a:pt x="2061091" y="626660"/>
                  <a:pt x="2055926" y="628933"/>
                </a:cubicBezTo>
                <a:cubicBezTo>
                  <a:pt x="2061863" y="614169"/>
                  <a:pt x="2071618" y="636911"/>
                  <a:pt x="2072608" y="619672"/>
                </a:cubicBezTo>
                <a:cubicBezTo>
                  <a:pt x="2079735" y="633400"/>
                  <a:pt x="2067860" y="645599"/>
                  <a:pt x="2079626" y="659621"/>
                </a:cubicBezTo>
                <a:cubicBezTo>
                  <a:pt x="2088205" y="650283"/>
                  <a:pt x="2114796" y="663208"/>
                  <a:pt x="2111813" y="627991"/>
                </a:cubicBezTo>
                <a:cubicBezTo>
                  <a:pt x="2103928" y="635518"/>
                  <a:pt x="2096214" y="636570"/>
                  <a:pt x="2088530" y="636693"/>
                </a:cubicBezTo>
                <a:cubicBezTo>
                  <a:pt x="2089273" y="624063"/>
                  <a:pt x="2098580" y="636880"/>
                  <a:pt x="2095581" y="621466"/>
                </a:cubicBezTo>
                <a:cubicBezTo>
                  <a:pt x="2107932" y="630803"/>
                  <a:pt x="2129654" y="617092"/>
                  <a:pt x="2136486" y="627280"/>
                </a:cubicBezTo>
                <a:cubicBezTo>
                  <a:pt x="2134368" y="624712"/>
                  <a:pt x="2132142" y="625795"/>
                  <a:pt x="2129917" y="626769"/>
                </a:cubicBezTo>
                <a:cubicBezTo>
                  <a:pt x="2133935" y="636663"/>
                  <a:pt x="2141573" y="632225"/>
                  <a:pt x="2132698" y="642770"/>
                </a:cubicBezTo>
                <a:cubicBezTo>
                  <a:pt x="2126220" y="650731"/>
                  <a:pt x="2134584" y="626506"/>
                  <a:pt x="2128045" y="634530"/>
                </a:cubicBezTo>
                <a:cubicBezTo>
                  <a:pt x="2119940" y="642320"/>
                  <a:pt x="2125593" y="642025"/>
                  <a:pt x="2127523" y="645329"/>
                </a:cubicBezTo>
                <a:lnTo>
                  <a:pt x="2127537" y="646878"/>
                </a:lnTo>
                <a:lnTo>
                  <a:pt x="2132603" y="644480"/>
                </a:lnTo>
                <a:lnTo>
                  <a:pt x="2135214" y="644461"/>
                </a:lnTo>
                <a:lnTo>
                  <a:pt x="2138969" y="640083"/>
                </a:lnTo>
                <a:cubicBezTo>
                  <a:pt x="2143514" y="639069"/>
                  <a:pt x="2147730" y="649081"/>
                  <a:pt x="2152240" y="649509"/>
                </a:cubicBezTo>
                <a:cubicBezTo>
                  <a:pt x="2154543" y="645336"/>
                  <a:pt x="2159119" y="641332"/>
                  <a:pt x="2157573" y="636802"/>
                </a:cubicBezTo>
                <a:cubicBezTo>
                  <a:pt x="2152517" y="640465"/>
                  <a:pt x="2147726" y="636013"/>
                  <a:pt x="2142886" y="633045"/>
                </a:cubicBezTo>
                <a:cubicBezTo>
                  <a:pt x="2146319" y="617663"/>
                  <a:pt x="2148003" y="633075"/>
                  <a:pt x="2154758" y="620847"/>
                </a:cubicBezTo>
                <a:cubicBezTo>
                  <a:pt x="2146691" y="616133"/>
                  <a:pt x="2138342" y="621002"/>
                  <a:pt x="2130272" y="616303"/>
                </a:cubicBezTo>
                <a:cubicBezTo>
                  <a:pt x="2132034" y="612963"/>
                  <a:pt x="2135404" y="609700"/>
                  <a:pt x="2133858" y="606115"/>
                </a:cubicBezTo>
                <a:cubicBezTo>
                  <a:pt x="2127860" y="606516"/>
                  <a:pt x="2123469" y="607120"/>
                  <a:pt x="2125247" y="618559"/>
                </a:cubicBezTo>
                <a:cubicBezTo>
                  <a:pt x="2116203" y="612005"/>
                  <a:pt x="2107638" y="609624"/>
                  <a:pt x="2102321" y="616782"/>
                </a:cubicBezTo>
                <a:cubicBezTo>
                  <a:pt x="2106401" y="608728"/>
                  <a:pt x="2097481" y="608032"/>
                  <a:pt x="2095751" y="616272"/>
                </a:cubicBezTo>
                <a:cubicBezTo>
                  <a:pt x="2093510" y="612593"/>
                  <a:pt x="2093138" y="609084"/>
                  <a:pt x="2092797" y="605558"/>
                </a:cubicBezTo>
                <a:cubicBezTo>
                  <a:pt x="2089489" y="606161"/>
                  <a:pt x="2086151" y="608603"/>
                  <a:pt x="2082656" y="615282"/>
                </a:cubicBezTo>
                <a:cubicBezTo>
                  <a:pt x="2074989" y="596591"/>
                  <a:pt x="2066500" y="605635"/>
                  <a:pt x="2058122" y="610783"/>
                </a:cubicBezTo>
                <a:cubicBezTo>
                  <a:pt x="2061105" y="605743"/>
                  <a:pt x="2053917" y="599931"/>
                  <a:pt x="2055339" y="594799"/>
                </a:cubicBezTo>
                <a:cubicBezTo>
                  <a:pt x="2041921" y="613071"/>
                  <a:pt x="2022256" y="577793"/>
                  <a:pt x="2013969" y="604708"/>
                </a:cubicBezTo>
                <a:cubicBezTo>
                  <a:pt x="2009441" y="591381"/>
                  <a:pt x="2004152" y="603393"/>
                  <a:pt x="1999127" y="606146"/>
                </a:cubicBezTo>
                <a:cubicBezTo>
                  <a:pt x="1993131" y="599591"/>
                  <a:pt x="1995201" y="593577"/>
                  <a:pt x="1991507" y="587147"/>
                </a:cubicBezTo>
                <a:cubicBezTo>
                  <a:pt x="1985399" y="609083"/>
                  <a:pt x="1968054" y="577592"/>
                  <a:pt x="1957172" y="581906"/>
                </a:cubicBezTo>
                <a:cubicBezTo>
                  <a:pt x="1955068" y="586157"/>
                  <a:pt x="1956831" y="590656"/>
                  <a:pt x="1955130" y="594892"/>
                </a:cubicBezTo>
                <a:cubicBezTo>
                  <a:pt x="1946797" y="591350"/>
                  <a:pt x="1944447" y="591999"/>
                  <a:pt x="1933904" y="590609"/>
                </a:cubicBezTo>
                <a:cubicBezTo>
                  <a:pt x="1933441" y="581534"/>
                  <a:pt x="1943875" y="584919"/>
                  <a:pt x="1939346" y="572661"/>
                </a:cubicBezTo>
                <a:cubicBezTo>
                  <a:pt x="1923855" y="606423"/>
                  <a:pt x="1897743" y="579446"/>
                  <a:pt x="1883305" y="578814"/>
                </a:cubicBezTo>
                <a:cubicBezTo>
                  <a:pt x="1884124" y="584981"/>
                  <a:pt x="1885686" y="591227"/>
                  <a:pt x="1881141" y="596994"/>
                </a:cubicBezTo>
                <a:cubicBezTo>
                  <a:pt x="1875359" y="588708"/>
                  <a:pt x="1869082" y="596747"/>
                  <a:pt x="1863192" y="592973"/>
                </a:cubicBezTo>
                <a:cubicBezTo>
                  <a:pt x="1867398" y="586311"/>
                  <a:pt x="1870473" y="579570"/>
                  <a:pt x="1870366" y="572505"/>
                </a:cubicBezTo>
                <a:cubicBezTo>
                  <a:pt x="1840544" y="563044"/>
                  <a:pt x="1800967" y="585367"/>
                  <a:pt x="1777175" y="557448"/>
                </a:cubicBezTo>
                <a:cubicBezTo>
                  <a:pt x="1780961" y="559287"/>
                  <a:pt x="1784705" y="562411"/>
                  <a:pt x="1788739" y="555701"/>
                </a:cubicBezTo>
                <a:cubicBezTo>
                  <a:pt x="1782880" y="549966"/>
                  <a:pt x="1787100" y="545033"/>
                  <a:pt x="1782632" y="539468"/>
                </a:cubicBezTo>
                <a:cubicBezTo>
                  <a:pt x="1773635" y="559287"/>
                  <a:pt x="1769631" y="534104"/>
                  <a:pt x="1764715" y="535433"/>
                </a:cubicBezTo>
                <a:cubicBezTo>
                  <a:pt x="1758314" y="541029"/>
                  <a:pt x="1762333" y="547461"/>
                  <a:pt x="1755949" y="553166"/>
                </a:cubicBezTo>
                <a:cubicBezTo>
                  <a:pt x="1752130" y="538664"/>
                  <a:pt x="1748436" y="542282"/>
                  <a:pt x="1743319" y="536376"/>
                </a:cubicBezTo>
                <a:cubicBezTo>
                  <a:pt x="1739468" y="540505"/>
                  <a:pt x="1742020" y="545033"/>
                  <a:pt x="1741278" y="549393"/>
                </a:cubicBezTo>
                <a:cubicBezTo>
                  <a:pt x="1735327" y="544106"/>
                  <a:pt x="1720298" y="558670"/>
                  <a:pt x="1720052" y="545111"/>
                </a:cubicBezTo>
                <a:cubicBezTo>
                  <a:pt x="1724489" y="543410"/>
                  <a:pt x="1728647" y="551171"/>
                  <a:pt x="1733332" y="540891"/>
                </a:cubicBezTo>
                <a:cubicBezTo>
                  <a:pt x="1719587" y="536515"/>
                  <a:pt x="1729174" y="529420"/>
                  <a:pt x="1724288" y="513929"/>
                </a:cubicBezTo>
                <a:cubicBezTo>
                  <a:pt x="1717469" y="519511"/>
                  <a:pt x="1719140" y="525787"/>
                  <a:pt x="1718831" y="531893"/>
                </a:cubicBezTo>
                <a:cubicBezTo>
                  <a:pt x="1709307" y="536330"/>
                  <a:pt x="1693478" y="527889"/>
                  <a:pt x="1679641" y="523577"/>
                </a:cubicBezTo>
                <a:cubicBezTo>
                  <a:pt x="1679300" y="535975"/>
                  <a:pt x="1670922" y="535433"/>
                  <a:pt x="1665866" y="543535"/>
                </a:cubicBezTo>
                <a:cubicBezTo>
                  <a:pt x="1659249" y="535989"/>
                  <a:pt x="1670861" y="529931"/>
                  <a:pt x="1663253" y="522293"/>
                </a:cubicBezTo>
                <a:cubicBezTo>
                  <a:pt x="1656218" y="536686"/>
                  <a:pt x="1649649" y="537382"/>
                  <a:pt x="1642924" y="541756"/>
                </a:cubicBezTo>
                <a:cubicBezTo>
                  <a:pt x="1644919" y="547476"/>
                  <a:pt x="1649478" y="545096"/>
                  <a:pt x="1647592" y="549997"/>
                </a:cubicBezTo>
                <a:cubicBezTo>
                  <a:pt x="1641873" y="542405"/>
                  <a:pt x="1637065" y="555315"/>
                  <a:pt x="1638996" y="562487"/>
                </a:cubicBezTo>
                <a:cubicBezTo>
                  <a:pt x="1633710" y="556552"/>
                  <a:pt x="1627928" y="566043"/>
                  <a:pt x="1622795" y="555964"/>
                </a:cubicBezTo>
                <a:cubicBezTo>
                  <a:pt x="1626382" y="544971"/>
                  <a:pt x="1629396" y="554186"/>
                  <a:pt x="1632767" y="551480"/>
                </a:cubicBezTo>
                <a:cubicBezTo>
                  <a:pt x="1626399" y="544045"/>
                  <a:pt x="1633803" y="541910"/>
                  <a:pt x="1636338" y="541246"/>
                </a:cubicBezTo>
                <a:cubicBezTo>
                  <a:pt x="1628316" y="540273"/>
                  <a:pt x="1622115" y="535696"/>
                  <a:pt x="1620445" y="524271"/>
                </a:cubicBezTo>
                <a:cubicBezTo>
                  <a:pt x="1621620" y="534908"/>
                  <a:pt x="1630865" y="523839"/>
                  <a:pt x="1627171" y="519542"/>
                </a:cubicBezTo>
                <a:cubicBezTo>
                  <a:pt x="1615947" y="509972"/>
                  <a:pt x="1603827" y="530827"/>
                  <a:pt x="1592340" y="529962"/>
                </a:cubicBezTo>
                <a:cubicBezTo>
                  <a:pt x="1596823" y="523283"/>
                  <a:pt x="1604585" y="516881"/>
                  <a:pt x="1596266" y="509230"/>
                </a:cubicBezTo>
                <a:cubicBezTo>
                  <a:pt x="1591274" y="524349"/>
                  <a:pt x="1576927" y="542204"/>
                  <a:pt x="1571100" y="525664"/>
                </a:cubicBezTo>
                <a:cubicBezTo>
                  <a:pt x="1572475" y="529760"/>
                  <a:pt x="1581456" y="527936"/>
                  <a:pt x="1577823" y="520932"/>
                </a:cubicBezTo>
                <a:cubicBezTo>
                  <a:pt x="1569631" y="520546"/>
                  <a:pt x="1561530" y="516743"/>
                  <a:pt x="1553167" y="521629"/>
                </a:cubicBezTo>
                <a:cubicBezTo>
                  <a:pt x="1549023" y="516078"/>
                  <a:pt x="1547461" y="510697"/>
                  <a:pt x="1547089" y="505395"/>
                </a:cubicBezTo>
                <a:cubicBezTo>
                  <a:pt x="1539932" y="510157"/>
                  <a:pt x="1543055" y="510806"/>
                  <a:pt x="1536764" y="520376"/>
                </a:cubicBezTo>
                <a:cubicBezTo>
                  <a:pt x="1534213" y="514640"/>
                  <a:pt x="1531383" y="517083"/>
                  <a:pt x="1528832" y="511889"/>
                </a:cubicBezTo>
                <a:cubicBezTo>
                  <a:pt x="1526761" y="508209"/>
                  <a:pt x="1530393" y="504947"/>
                  <a:pt x="1529111" y="501376"/>
                </a:cubicBezTo>
                <a:cubicBezTo>
                  <a:pt x="1510389" y="489658"/>
                  <a:pt x="1497820" y="508162"/>
                  <a:pt x="1481171" y="510791"/>
                </a:cubicBezTo>
                <a:cubicBezTo>
                  <a:pt x="1483412" y="502227"/>
                  <a:pt x="1485206" y="493584"/>
                  <a:pt x="1485282" y="484834"/>
                </a:cubicBezTo>
                <a:cubicBezTo>
                  <a:pt x="1479160" y="487324"/>
                  <a:pt x="1473348" y="480150"/>
                  <a:pt x="1466979" y="491312"/>
                </a:cubicBezTo>
                <a:cubicBezTo>
                  <a:pt x="1471400" y="498285"/>
                  <a:pt x="1483598" y="483752"/>
                  <a:pt x="1478217" y="500061"/>
                </a:cubicBezTo>
                <a:cubicBezTo>
                  <a:pt x="1470813" y="503540"/>
                  <a:pt x="1464103" y="494095"/>
                  <a:pt x="1455787" y="482546"/>
                </a:cubicBezTo>
                <a:cubicBezTo>
                  <a:pt x="1445736" y="494636"/>
                  <a:pt x="1461196" y="492456"/>
                  <a:pt x="1458398" y="503741"/>
                </a:cubicBezTo>
                <a:cubicBezTo>
                  <a:pt x="1439244" y="490137"/>
                  <a:pt x="1419565" y="504314"/>
                  <a:pt x="1404074" y="507406"/>
                </a:cubicBezTo>
                <a:cubicBezTo>
                  <a:pt x="1407614" y="498624"/>
                  <a:pt x="1410645" y="507838"/>
                  <a:pt x="1414061" y="502952"/>
                </a:cubicBezTo>
                <a:cubicBezTo>
                  <a:pt x="1408000" y="496320"/>
                  <a:pt x="1415776" y="490786"/>
                  <a:pt x="1409732" y="484201"/>
                </a:cubicBezTo>
                <a:cubicBezTo>
                  <a:pt x="1389170" y="510946"/>
                  <a:pt x="1370403" y="480135"/>
                  <a:pt x="1350537" y="484896"/>
                </a:cubicBezTo>
                <a:cubicBezTo>
                  <a:pt x="1355933" y="480011"/>
                  <a:pt x="1356102" y="474770"/>
                  <a:pt x="1351017" y="469159"/>
                </a:cubicBezTo>
                <a:cubicBezTo>
                  <a:pt x="1344694" y="479099"/>
                  <a:pt x="1338417" y="487154"/>
                  <a:pt x="1332418" y="486133"/>
                </a:cubicBezTo>
                <a:cubicBezTo>
                  <a:pt x="1334042" y="482732"/>
                  <a:pt x="1333377" y="479145"/>
                  <a:pt x="1332743" y="475589"/>
                </a:cubicBezTo>
                <a:cubicBezTo>
                  <a:pt x="1317160" y="484432"/>
                  <a:pt x="1302319" y="468386"/>
                  <a:pt x="1286566" y="482531"/>
                </a:cubicBezTo>
                <a:cubicBezTo>
                  <a:pt x="1289610" y="478373"/>
                  <a:pt x="1289735" y="473997"/>
                  <a:pt x="1288591" y="469545"/>
                </a:cubicBezTo>
                <a:cubicBezTo>
                  <a:pt x="1263979" y="475435"/>
                  <a:pt x="1267303" y="467799"/>
                  <a:pt x="1247854" y="458506"/>
                </a:cubicBezTo>
                <a:cubicBezTo>
                  <a:pt x="1252199" y="453590"/>
                  <a:pt x="1253930" y="448473"/>
                  <a:pt x="1251611" y="443032"/>
                </a:cubicBezTo>
                <a:cubicBezTo>
                  <a:pt x="1243155" y="456187"/>
                  <a:pt x="1245968" y="434297"/>
                  <a:pt x="1238485" y="442042"/>
                </a:cubicBezTo>
                <a:cubicBezTo>
                  <a:pt x="1234019" y="446942"/>
                  <a:pt x="1232148" y="452060"/>
                  <a:pt x="1231468" y="457256"/>
                </a:cubicBezTo>
                <a:cubicBezTo>
                  <a:pt x="1228345" y="452446"/>
                  <a:pt x="1225130" y="449695"/>
                  <a:pt x="1221806" y="451240"/>
                </a:cubicBezTo>
                <a:cubicBezTo>
                  <a:pt x="1218960" y="455384"/>
                  <a:pt x="1225161" y="460270"/>
                  <a:pt x="1223026" y="464459"/>
                </a:cubicBezTo>
                <a:cubicBezTo>
                  <a:pt x="1210952" y="456976"/>
                  <a:pt x="1216904" y="454549"/>
                  <a:pt x="1203686" y="452477"/>
                </a:cubicBezTo>
                <a:cubicBezTo>
                  <a:pt x="1206036" y="457857"/>
                  <a:pt x="1213224" y="463686"/>
                  <a:pt x="1206485" y="468417"/>
                </a:cubicBezTo>
                <a:cubicBezTo>
                  <a:pt x="1193917" y="446371"/>
                  <a:pt x="1164235" y="456853"/>
                  <a:pt x="1174808" y="429227"/>
                </a:cubicBezTo>
                <a:cubicBezTo>
                  <a:pt x="1166846" y="421991"/>
                  <a:pt x="1158266" y="433617"/>
                  <a:pt x="1150150" y="429907"/>
                </a:cubicBezTo>
                <a:cubicBezTo>
                  <a:pt x="1151928" y="426536"/>
                  <a:pt x="1155298" y="423306"/>
                  <a:pt x="1153753" y="419672"/>
                </a:cubicBezTo>
                <a:cubicBezTo>
                  <a:pt x="1144090" y="426846"/>
                  <a:pt x="1145496" y="405759"/>
                  <a:pt x="1135927" y="410443"/>
                </a:cubicBezTo>
                <a:cubicBezTo>
                  <a:pt x="1132048" y="421482"/>
                  <a:pt x="1136948" y="433215"/>
                  <a:pt x="1133254" y="444346"/>
                </a:cubicBezTo>
                <a:cubicBezTo>
                  <a:pt x="1130500" y="428376"/>
                  <a:pt x="1114409" y="415900"/>
                  <a:pt x="1110480" y="437296"/>
                </a:cubicBezTo>
                <a:cubicBezTo>
                  <a:pt x="1060206" y="415127"/>
                  <a:pt x="1009376" y="412066"/>
                  <a:pt x="958931" y="396685"/>
                </a:cubicBezTo>
                <a:cubicBezTo>
                  <a:pt x="964203" y="385244"/>
                  <a:pt x="968638" y="401708"/>
                  <a:pt x="973742" y="395216"/>
                </a:cubicBezTo>
                <a:cubicBezTo>
                  <a:pt x="973848" y="385599"/>
                  <a:pt x="981208" y="391243"/>
                  <a:pt x="977514" y="379709"/>
                </a:cubicBezTo>
                <a:cubicBezTo>
                  <a:pt x="975211" y="382972"/>
                  <a:pt x="973185" y="377221"/>
                  <a:pt x="970958" y="379245"/>
                </a:cubicBezTo>
                <a:cubicBezTo>
                  <a:pt x="969103" y="383450"/>
                  <a:pt x="969875" y="387888"/>
                  <a:pt x="965624" y="391906"/>
                </a:cubicBezTo>
                <a:cubicBezTo>
                  <a:pt x="958775" y="386139"/>
                  <a:pt x="964527" y="381348"/>
                  <a:pt x="962810" y="375984"/>
                </a:cubicBezTo>
                <a:cubicBezTo>
                  <a:pt x="959038" y="374793"/>
                  <a:pt x="955297" y="371779"/>
                  <a:pt x="951418" y="372442"/>
                </a:cubicBezTo>
                <a:cubicBezTo>
                  <a:pt x="950165" y="376726"/>
                  <a:pt x="949175" y="381039"/>
                  <a:pt x="949407" y="385429"/>
                </a:cubicBezTo>
                <a:cubicBezTo>
                  <a:pt x="957555" y="395927"/>
                  <a:pt x="957415" y="405496"/>
                  <a:pt x="959997" y="415173"/>
                </a:cubicBezTo>
                <a:cubicBezTo>
                  <a:pt x="955778" y="409439"/>
                  <a:pt x="951093" y="418714"/>
                  <a:pt x="947059" y="408913"/>
                </a:cubicBezTo>
                <a:cubicBezTo>
                  <a:pt x="949700" y="403873"/>
                  <a:pt x="957230" y="399189"/>
                  <a:pt x="950783" y="393406"/>
                </a:cubicBezTo>
                <a:cubicBezTo>
                  <a:pt x="938014" y="399405"/>
                  <a:pt x="926295" y="370094"/>
                  <a:pt x="913154" y="387902"/>
                </a:cubicBezTo>
                <a:cubicBezTo>
                  <a:pt x="910202" y="376602"/>
                  <a:pt x="908702" y="376494"/>
                  <a:pt x="906615" y="387409"/>
                </a:cubicBezTo>
                <a:cubicBezTo>
                  <a:pt x="902597" y="375906"/>
                  <a:pt x="898097" y="378534"/>
                  <a:pt x="893814" y="375859"/>
                </a:cubicBezTo>
                <a:cubicBezTo>
                  <a:pt x="900586" y="369182"/>
                  <a:pt x="907017" y="374546"/>
                  <a:pt x="913803" y="366924"/>
                </a:cubicBezTo>
                <a:cubicBezTo>
                  <a:pt x="903509" y="345915"/>
                  <a:pt x="891990" y="364048"/>
                  <a:pt x="881183" y="359132"/>
                </a:cubicBezTo>
                <a:cubicBezTo>
                  <a:pt x="883133" y="343797"/>
                  <a:pt x="870595" y="352005"/>
                  <a:pt x="866838" y="344909"/>
                </a:cubicBezTo>
                <a:cubicBezTo>
                  <a:pt x="868337" y="335370"/>
                  <a:pt x="879823" y="326668"/>
                  <a:pt x="875897" y="316696"/>
                </a:cubicBezTo>
                <a:cubicBezTo>
                  <a:pt x="868384" y="329743"/>
                  <a:pt x="861582" y="319911"/>
                  <a:pt x="854346" y="322941"/>
                </a:cubicBezTo>
                <a:cubicBezTo>
                  <a:pt x="848039" y="333980"/>
                  <a:pt x="851115" y="330811"/>
                  <a:pt x="847172" y="343395"/>
                </a:cubicBezTo>
                <a:cubicBezTo>
                  <a:pt x="842242" y="330084"/>
                  <a:pt x="842071" y="333501"/>
                  <a:pt x="834681" y="321380"/>
                </a:cubicBezTo>
                <a:cubicBezTo>
                  <a:pt x="840278" y="313666"/>
                  <a:pt x="838022" y="310744"/>
                  <a:pt x="840309" y="298175"/>
                </a:cubicBezTo>
                <a:cubicBezTo>
                  <a:pt x="845828" y="296645"/>
                  <a:pt x="850991" y="306972"/>
                  <a:pt x="856867" y="294171"/>
                </a:cubicBezTo>
                <a:cubicBezTo>
                  <a:pt x="870857" y="313589"/>
                  <a:pt x="884694" y="303091"/>
                  <a:pt x="902272" y="313464"/>
                </a:cubicBezTo>
                <a:cubicBezTo>
                  <a:pt x="912830" y="290785"/>
                  <a:pt x="921935" y="316155"/>
                  <a:pt x="931938" y="310543"/>
                </a:cubicBezTo>
                <a:cubicBezTo>
                  <a:pt x="930237" y="306910"/>
                  <a:pt x="928768" y="303276"/>
                  <a:pt x="932248" y="300061"/>
                </a:cubicBezTo>
                <a:cubicBezTo>
                  <a:pt x="936328" y="309910"/>
                  <a:pt x="941060" y="298639"/>
                  <a:pt x="945048" y="311564"/>
                </a:cubicBezTo>
                <a:cubicBezTo>
                  <a:pt x="944322" y="318505"/>
                  <a:pt x="938693" y="325090"/>
                  <a:pt x="944399" y="332542"/>
                </a:cubicBezTo>
                <a:cubicBezTo>
                  <a:pt x="946130" y="330007"/>
                  <a:pt x="947722" y="331800"/>
                  <a:pt x="949423" y="330285"/>
                </a:cubicBezTo>
                <a:cubicBezTo>
                  <a:pt x="959024" y="321380"/>
                  <a:pt x="948867" y="310993"/>
                  <a:pt x="958482" y="302087"/>
                </a:cubicBezTo>
                <a:cubicBezTo>
                  <a:pt x="964310" y="312383"/>
                  <a:pt x="965857" y="311625"/>
                  <a:pt x="973308" y="300603"/>
                </a:cubicBezTo>
                <a:cubicBezTo>
                  <a:pt x="975535" y="304283"/>
                  <a:pt x="975936" y="307822"/>
                  <a:pt x="976261" y="311393"/>
                </a:cubicBezTo>
                <a:cubicBezTo>
                  <a:pt x="980698" y="309476"/>
                  <a:pt x="985382" y="299876"/>
                  <a:pt x="989711" y="301855"/>
                </a:cubicBezTo>
                <a:cubicBezTo>
                  <a:pt x="990561" y="323112"/>
                  <a:pt x="976121" y="309523"/>
                  <a:pt x="968005" y="313310"/>
                </a:cubicBezTo>
                <a:cubicBezTo>
                  <a:pt x="970309" y="319634"/>
                  <a:pt x="962549" y="325199"/>
                  <a:pt x="969072" y="331785"/>
                </a:cubicBezTo>
                <a:cubicBezTo>
                  <a:pt x="977002" y="323405"/>
                  <a:pt x="984453" y="330625"/>
                  <a:pt x="992339" y="323081"/>
                </a:cubicBezTo>
                <a:cubicBezTo>
                  <a:pt x="999496" y="326853"/>
                  <a:pt x="996111" y="338974"/>
                  <a:pt x="1003749" y="326621"/>
                </a:cubicBezTo>
                <a:cubicBezTo>
                  <a:pt x="1008201" y="332233"/>
                  <a:pt x="1003965" y="337164"/>
                  <a:pt x="1009823" y="342853"/>
                </a:cubicBezTo>
                <a:cubicBezTo>
                  <a:pt x="1013936" y="333269"/>
                  <a:pt x="1017678" y="336577"/>
                  <a:pt x="1021682" y="330672"/>
                </a:cubicBezTo>
                <a:cubicBezTo>
                  <a:pt x="1024897" y="334785"/>
                  <a:pt x="1024634" y="351356"/>
                  <a:pt x="1031050" y="347105"/>
                </a:cubicBezTo>
                <a:cubicBezTo>
                  <a:pt x="1028591" y="337287"/>
                  <a:pt x="1025082" y="327410"/>
                  <a:pt x="1033554" y="318444"/>
                </a:cubicBezTo>
                <a:cubicBezTo>
                  <a:pt x="1036336" y="342312"/>
                  <a:pt x="1042444" y="322540"/>
                  <a:pt x="1045861" y="345637"/>
                </a:cubicBezTo>
                <a:cubicBezTo>
                  <a:pt x="1051642" y="331615"/>
                  <a:pt x="1051533" y="337458"/>
                  <a:pt x="1059479" y="330949"/>
                </a:cubicBezTo>
                <a:cubicBezTo>
                  <a:pt x="1055181" y="324519"/>
                  <a:pt x="1042010" y="334041"/>
                  <a:pt x="1043402" y="319169"/>
                </a:cubicBezTo>
                <a:cubicBezTo>
                  <a:pt x="1053326" y="316480"/>
                  <a:pt x="1062881" y="326327"/>
                  <a:pt x="1072744" y="326713"/>
                </a:cubicBezTo>
                <a:cubicBezTo>
                  <a:pt x="1072342" y="306818"/>
                  <a:pt x="1096026" y="324426"/>
                  <a:pt x="1105827" y="318736"/>
                </a:cubicBezTo>
                <a:cubicBezTo>
                  <a:pt x="1097326" y="307900"/>
                  <a:pt x="1072065" y="299784"/>
                  <a:pt x="1079161" y="277275"/>
                </a:cubicBezTo>
                <a:cubicBezTo>
                  <a:pt x="1075929" y="275264"/>
                  <a:pt x="1072574" y="277505"/>
                  <a:pt x="1069141" y="281758"/>
                </a:cubicBezTo>
                <a:cubicBezTo>
                  <a:pt x="1071939" y="286349"/>
                  <a:pt x="1071833" y="290724"/>
                  <a:pt x="1070394" y="295007"/>
                </a:cubicBezTo>
                <a:cubicBezTo>
                  <a:pt x="1057422" y="284293"/>
                  <a:pt x="1062339" y="314841"/>
                  <a:pt x="1050234" y="309213"/>
                </a:cubicBezTo>
                <a:cubicBezTo>
                  <a:pt x="1054750" y="303416"/>
                  <a:pt x="1058861" y="297588"/>
                  <a:pt x="1055707" y="291250"/>
                </a:cubicBezTo>
                <a:cubicBezTo>
                  <a:pt x="1053049" y="289224"/>
                  <a:pt x="1050343" y="287663"/>
                  <a:pt x="1047606" y="287987"/>
                </a:cubicBezTo>
                <a:cubicBezTo>
                  <a:pt x="1045304" y="291311"/>
                  <a:pt x="1043015" y="294619"/>
                  <a:pt x="1040726" y="297959"/>
                </a:cubicBezTo>
                <a:cubicBezTo>
                  <a:pt x="1036028" y="290584"/>
                  <a:pt x="1031064" y="291064"/>
                  <a:pt x="1026380" y="283706"/>
                </a:cubicBezTo>
                <a:cubicBezTo>
                  <a:pt x="1031714" y="270210"/>
                  <a:pt x="1036352" y="279794"/>
                  <a:pt x="1041532" y="271741"/>
                </a:cubicBezTo>
                <a:cubicBezTo>
                  <a:pt x="1038392" y="266962"/>
                  <a:pt x="1035177" y="264211"/>
                  <a:pt x="1031870" y="265726"/>
                </a:cubicBezTo>
                <a:cubicBezTo>
                  <a:pt x="1028406" y="270751"/>
                  <a:pt x="1024990" y="275714"/>
                  <a:pt x="1021557" y="280722"/>
                </a:cubicBezTo>
                <a:cubicBezTo>
                  <a:pt x="1025717" y="281835"/>
                  <a:pt x="1027216" y="284726"/>
                  <a:pt x="1024510" y="291451"/>
                </a:cubicBezTo>
                <a:cubicBezTo>
                  <a:pt x="1014415" y="281526"/>
                  <a:pt x="1003917" y="284587"/>
                  <a:pt x="993606" y="281170"/>
                </a:cubicBezTo>
                <a:cubicBezTo>
                  <a:pt x="977018" y="327457"/>
                  <a:pt x="947476" y="262974"/>
                  <a:pt x="931012" y="286829"/>
                </a:cubicBezTo>
                <a:cubicBezTo>
                  <a:pt x="938261" y="279484"/>
                  <a:pt x="939081" y="271693"/>
                  <a:pt x="939899" y="263825"/>
                </a:cubicBezTo>
                <a:cubicBezTo>
                  <a:pt x="949871" y="276795"/>
                  <a:pt x="964866" y="295687"/>
                  <a:pt x="970819" y="274167"/>
                </a:cubicBezTo>
                <a:cubicBezTo>
                  <a:pt x="976431" y="287817"/>
                  <a:pt x="982536" y="284895"/>
                  <a:pt x="988597" y="283396"/>
                </a:cubicBezTo>
                <a:cubicBezTo>
                  <a:pt x="987732" y="271447"/>
                  <a:pt x="978843" y="280690"/>
                  <a:pt x="980944" y="264443"/>
                </a:cubicBezTo>
                <a:cubicBezTo>
                  <a:pt x="972782" y="286998"/>
                  <a:pt x="964712" y="245968"/>
                  <a:pt x="960955" y="273378"/>
                </a:cubicBezTo>
                <a:cubicBezTo>
                  <a:pt x="952793" y="253637"/>
                  <a:pt x="943673" y="265680"/>
                  <a:pt x="935215" y="255616"/>
                </a:cubicBezTo>
                <a:cubicBezTo>
                  <a:pt x="939714" y="249725"/>
                  <a:pt x="943564" y="253095"/>
                  <a:pt x="940534" y="242907"/>
                </a:cubicBezTo>
                <a:cubicBezTo>
                  <a:pt x="936020" y="248690"/>
                  <a:pt x="934736" y="234344"/>
                  <a:pt x="934289" y="231901"/>
                </a:cubicBezTo>
                <a:cubicBezTo>
                  <a:pt x="934073" y="245011"/>
                  <a:pt x="927346" y="231451"/>
                  <a:pt x="922430" y="244113"/>
                </a:cubicBezTo>
                <a:cubicBezTo>
                  <a:pt x="926588" y="245304"/>
                  <a:pt x="928104" y="248178"/>
                  <a:pt x="925399" y="254874"/>
                </a:cubicBezTo>
                <a:cubicBezTo>
                  <a:pt x="918488" y="247747"/>
                  <a:pt x="911084" y="257317"/>
                  <a:pt x="904497" y="240109"/>
                </a:cubicBezTo>
                <a:cubicBezTo>
                  <a:pt x="906785" y="235920"/>
                  <a:pt x="911392" y="231901"/>
                  <a:pt x="909785" y="227402"/>
                </a:cubicBezTo>
                <a:cubicBezTo>
                  <a:pt x="900710" y="226350"/>
                  <a:pt x="901467" y="237713"/>
                  <a:pt x="892933" y="241810"/>
                </a:cubicBezTo>
                <a:cubicBezTo>
                  <a:pt x="888589" y="220320"/>
                  <a:pt x="878047" y="234375"/>
                  <a:pt x="872496" y="211369"/>
                </a:cubicBezTo>
                <a:cubicBezTo>
                  <a:pt x="864520" y="217136"/>
                  <a:pt x="854439" y="199080"/>
                  <a:pt x="849863" y="199080"/>
                </a:cubicBezTo>
                <a:cubicBezTo>
                  <a:pt x="853975" y="204908"/>
                  <a:pt x="856093" y="189572"/>
                  <a:pt x="855150" y="186418"/>
                </a:cubicBezTo>
                <a:cubicBezTo>
                  <a:pt x="849321" y="186418"/>
                  <a:pt x="839150" y="167170"/>
                  <a:pt x="842057" y="185383"/>
                </a:cubicBezTo>
                <a:cubicBezTo>
                  <a:pt x="832842" y="179957"/>
                  <a:pt x="840295" y="177019"/>
                  <a:pt x="837681" y="166661"/>
                </a:cubicBezTo>
                <a:cubicBezTo>
                  <a:pt x="833631" y="174731"/>
                  <a:pt x="830260" y="158745"/>
                  <a:pt x="826318" y="163166"/>
                </a:cubicBezTo>
                <a:cubicBezTo>
                  <a:pt x="824139" y="177204"/>
                  <a:pt x="828839" y="170587"/>
                  <a:pt x="834125" y="176865"/>
                </a:cubicBezTo>
                <a:cubicBezTo>
                  <a:pt x="833769" y="186774"/>
                  <a:pt x="830090" y="179770"/>
                  <a:pt x="825515" y="189371"/>
                </a:cubicBezTo>
                <a:cubicBezTo>
                  <a:pt x="822500" y="180682"/>
                  <a:pt x="819222" y="180466"/>
                  <a:pt x="815699" y="188553"/>
                </a:cubicBezTo>
                <a:cubicBezTo>
                  <a:pt x="816037" y="177050"/>
                  <a:pt x="802928" y="179446"/>
                  <a:pt x="809761" y="167094"/>
                </a:cubicBezTo>
                <a:cubicBezTo>
                  <a:pt x="812219" y="168609"/>
                  <a:pt x="814524" y="187902"/>
                  <a:pt x="824432" y="170897"/>
                </a:cubicBezTo>
                <a:cubicBezTo>
                  <a:pt x="812853" y="162055"/>
                  <a:pt x="819887" y="157354"/>
                  <a:pt x="815405" y="143904"/>
                </a:cubicBezTo>
                <a:cubicBezTo>
                  <a:pt x="807828" y="158761"/>
                  <a:pt x="801521" y="131460"/>
                  <a:pt x="794179" y="139623"/>
                </a:cubicBezTo>
                <a:cubicBezTo>
                  <a:pt x="798290" y="130006"/>
                  <a:pt x="801893" y="137025"/>
                  <a:pt x="806051" y="127409"/>
                </a:cubicBezTo>
                <a:cubicBezTo>
                  <a:pt x="811648" y="141091"/>
                  <a:pt x="817769" y="138139"/>
                  <a:pt x="823830" y="136685"/>
                </a:cubicBezTo>
                <a:cubicBezTo>
                  <a:pt x="822563" y="133114"/>
                  <a:pt x="822917" y="126002"/>
                  <a:pt x="825716" y="128940"/>
                </a:cubicBezTo>
                <a:cubicBezTo>
                  <a:pt x="828158" y="141106"/>
                  <a:pt x="845302" y="131815"/>
                  <a:pt x="853806" y="123296"/>
                </a:cubicBezTo>
                <a:cubicBezTo>
                  <a:pt x="858272" y="128847"/>
                  <a:pt x="854069" y="133747"/>
                  <a:pt x="859881" y="139483"/>
                </a:cubicBezTo>
                <a:cubicBezTo>
                  <a:pt x="866899" y="132031"/>
                  <a:pt x="879885" y="131413"/>
                  <a:pt x="881107" y="143735"/>
                </a:cubicBezTo>
                <a:cubicBezTo>
                  <a:pt x="876855" y="157973"/>
                  <a:pt x="873810" y="132759"/>
                  <a:pt x="869744" y="140241"/>
                </a:cubicBezTo>
                <a:cubicBezTo>
                  <a:pt x="870486" y="149069"/>
                  <a:pt x="857237" y="156798"/>
                  <a:pt x="862371" y="165934"/>
                </a:cubicBezTo>
                <a:cubicBezTo>
                  <a:pt x="868569" y="166352"/>
                  <a:pt x="864565" y="159797"/>
                  <a:pt x="870950" y="153443"/>
                </a:cubicBezTo>
                <a:cubicBezTo>
                  <a:pt x="875604" y="163060"/>
                  <a:pt x="880797" y="153675"/>
                  <a:pt x="885637" y="157246"/>
                </a:cubicBezTo>
                <a:cubicBezTo>
                  <a:pt x="892795" y="163059"/>
                  <a:pt x="881262" y="167388"/>
                  <a:pt x="888436" y="173200"/>
                </a:cubicBezTo>
                <a:cubicBezTo>
                  <a:pt x="889332" y="159859"/>
                  <a:pt x="899891" y="155731"/>
                  <a:pt x="905317" y="158731"/>
                </a:cubicBezTo>
                <a:cubicBezTo>
                  <a:pt x="906368" y="146114"/>
                  <a:pt x="907172" y="143409"/>
                  <a:pt x="910944" y="135541"/>
                </a:cubicBezTo>
                <a:cubicBezTo>
                  <a:pt x="919973" y="144477"/>
                  <a:pt x="929588" y="133655"/>
                  <a:pt x="938556" y="145558"/>
                </a:cubicBezTo>
                <a:cubicBezTo>
                  <a:pt x="936838" y="152855"/>
                  <a:pt x="928119" y="145683"/>
                  <a:pt x="931675" y="155530"/>
                </a:cubicBezTo>
                <a:cubicBezTo>
                  <a:pt x="941430" y="149408"/>
                  <a:pt x="940920" y="165919"/>
                  <a:pt x="951340" y="157077"/>
                </a:cubicBezTo>
                <a:cubicBezTo>
                  <a:pt x="952252" y="165997"/>
                  <a:pt x="967093" y="176957"/>
                  <a:pt x="973974" y="169336"/>
                </a:cubicBezTo>
                <a:cubicBezTo>
                  <a:pt x="980435" y="178626"/>
                  <a:pt x="971081" y="186650"/>
                  <a:pt x="979739" y="196035"/>
                </a:cubicBezTo>
                <a:cubicBezTo>
                  <a:pt x="981006" y="181116"/>
                  <a:pt x="991473" y="190994"/>
                  <a:pt x="993513" y="176107"/>
                </a:cubicBezTo>
                <a:cubicBezTo>
                  <a:pt x="996482" y="185428"/>
                  <a:pt x="1000053" y="176678"/>
                  <a:pt x="1003145" y="182120"/>
                </a:cubicBezTo>
                <a:cubicBezTo>
                  <a:pt x="1000609" y="186278"/>
                  <a:pt x="996992" y="190422"/>
                  <a:pt x="1001119" y="195076"/>
                </a:cubicBezTo>
                <a:cubicBezTo>
                  <a:pt x="1004026" y="189757"/>
                  <a:pt x="1006684" y="192664"/>
                  <a:pt x="1009561" y="187887"/>
                </a:cubicBezTo>
                <a:cubicBezTo>
                  <a:pt x="1015265" y="195353"/>
                  <a:pt x="1009051" y="201816"/>
                  <a:pt x="1012205" y="209083"/>
                </a:cubicBezTo>
                <a:cubicBezTo>
                  <a:pt x="1019315" y="191489"/>
                  <a:pt x="1025454" y="205759"/>
                  <a:pt x="1032194" y="200100"/>
                </a:cubicBezTo>
                <a:cubicBezTo>
                  <a:pt x="1026397" y="192803"/>
                  <a:pt x="1020475" y="189169"/>
                  <a:pt x="1014569" y="185615"/>
                </a:cubicBezTo>
                <a:cubicBezTo>
                  <a:pt x="1026288" y="177467"/>
                  <a:pt x="1037141" y="199373"/>
                  <a:pt x="1048921" y="190901"/>
                </a:cubicBezTo>
                <a:cubicBezTo>
                  <a:pt x="1035424" y="183172"/>
                  <a:pt x="1022239" y="166445"/>
                  <a:pt x="1008478" y="169397"/>
                </a:cubicBezTo>
                <a:cubicBezTo>
                  <a:pt x="1010736" y="173911"/>
                  <a:pt x="1014105" y="178611"/>
                  <a:pt x="1009701" y="182616"/>
                </a:cubicBezTo>
                <a:cubicBezTo>
                  <a:pt x="1004026" y="172118"/>
                  <a:pt x="1007180" y="171994"/>
                  <a:pt x="1000347" y="166121"/>
                </a:cubicBezTo>
                <a:cubicBezTo>
                  <a:pt x="1000995" y="160043"/>
                  <a:pt x="1005154" y="154215"/>
                  <a:pt x="1005820" y="148171"/>
                </a:cubicBezTo>
                <a:cubicBezTo>
                  <a:pt x="1019625" y="167976"/>
                  <a:pt x="1036212" y="178936"/>
                  <a:pt x="1046555" y="159226"/>
                </a:cubicBezTo>
                <a:cubicBezTo>
                  <a:pt x="1042922" y="166538"/>
                  <a:pt x="1052368" y="173679"/>
                  <a:pt x="1054672" y="162487"/>
                </a:cubicBezTo>
                <a:cubicBezTo>
                  <a:pt x="1061242" y="169954"/>
                  <a:pt x="1050883" y="176199"/>
                  <a:pt x="1054022" y="183404"/>
                </a:cubicBezTo>
                <a:cubicBezTo>
                  <a:pt x="1058553" y="178441"/>
                  <a:pt x="1062711" y="186357"/>
                  <a:pt x="1067132" y="184440"/>
                </a:cubicBezTo>
                <a:cubicBezTo>
                  <a:pt x="1064907" y="178936"/>
                  <a:pt x="1053281" y="177652"/>
                  <a:pt x="1061057" y="168208"/>
                </a:cubicBezTo>
                <a:cubicBezTo>
                  <a:pt x="1064613" y="159456"/>
                  <a:pt x="1067194" y="182955"/>
                  <a:pt x="1070750" y="174221"/>
                </a:cubicBezTo>
                <a:cubicBezTo>
                  <a:pt x="1074878" y="159812"/>
                  <a:pt x="1073346" y="162008"/>
                  <a:pt x="1082777" y="156798"/>
                </a:cubicBezTo>
                <a:cubicBezTo>
                  <a:pt x="1076284" y="150119"/>
                  <a:pt x="1080551" y="144352"/>
                  <a:pt x="1081680" y="138308"/>
                </a:cubicBezTo>
                <a:cubicBezTo>
                  <a:pt x="1087678" y="150862"/>
                  <a:pt x="1090522" y="129899"/>
                  <a:pt x="1093538" y="126064"/>
                </a:cubicBezTo>
                <a:cubicBezTo>
                  <a:pt x="1099211" y="135263"/>
                  <a:pt x="1087354" y="143101"/>
                  <a:pt x="1092749" y="152284"/>
                </a:cubicBezTo>
                <a:cubicBezTo>
                  <a:pt x="1100077" y="145451"/>
                  <a:pt x="1107111" y="148558"/>
                  <a:pt x="1114160" y="151310"/>
                </a:cubicBezTo>
                <a:cubicBezTo>
                  <a:pt x="1109615" y="157231"/>
                  <a:pt x="1105766" y="153860"/>
                  <a:pt x="1108827" y="164048"/>
                </a:cubicBezTo>
                <a:cubicBezTo>
                  <a:pt x="1115814" y="164310"/>
                  <a:pt x="1112414" y="173093"/>
                  <a:pt x="1118180" y="180528"/>
                </a:cubicBezTo>
                <a:cubicBezTo>
                  <a:pt x="1118829" y="165223"/>
                  <a:pt x="1127857" y="179075"/>
                  <a:pt x="1132697" y="189526"/>
                </a:cubicBezTo>
                <a:cubicBezTo>
                  <a:pt x="1139994" y="181935"/>
                  <a:pt x="1145219" y="179569"/>
                  <a:pt x="1144878" y="166800"/>
                </a:cubicBezTo>
                <a:cubicBezTo>
                  <a:pt x="1152980" y="176216"/>
                  <a:pt x="1151912" y="184888"/>
                  <a:pt x="1150644" y="193530"/>
                </a:cubicBezTo>
                <a:cubicBezTo>
                  <a:pt x="1157401" y="179400"/>
                  <a:pt x="1169089" y="195711"/>
                  <a:pt x="1170774" y="179353"/>
                </a:cubicBezTo>
                <a:cubicBezTo>
                  <a:pt x="1174005" y="181981"/>
                  <a:pt x="1176834" y="196452"/>
                  <a:pt x="1180296" y="190593"/>
                </a:cubicBezTo>
                <a:cubicBezTo>
                  <a:pt x="1181687" y="162349"/>
                  <a:pt x="1152068" y="175010"/>
                  <a:pt x="1151912" y="151618"/>
                </a:cubicBezTo>
                <a:cubicBezTo>
                  <a:pt x="1159998" y="155561"/>
                  <a:pt x="1167976" y="163105"/>
                  <a:pt x="1176091" y="166616"/>
                </a:cubicBezTo>
                <a:cubicBezTo>
                  <a:pt x="1172288" y="141354"/>
                  <a:pt x="1184269" y="131768"/>
                  <a:pt x="1184409" y="109476"/>
                </a:cubicBezTo>
                <a:cubicBezTo>
                  <a:pt x="1192046" y="126575"/>
                  <a:pt x="1209113" y="109585"/>
                  <a:pt x="1225454" y="110049"/>
                </a:cubicBezTo>
                <a:cubicBezTo>
                  <a:pt x="1218296" y="116309"/>
                  <a:pt x="1217648" y="122045"/>
                  <a:pt x="1208433" y="129712"/>
                </a:cubicBezTo>
                <a:cubicBezTo>
                  <a:pt x="1222702" y="147382"/>
                  <a:pt x="1237142" y="158745"/>
                  <a:pt x="1252291" y="146270"/>
                </a:cubicBezTo>
                <a:cubicBezTo>
                  <a:pt x="1265694" y="173572"/>
                  <a:pt x="1280753" y="146873"/>
                  <a:pt x="1294126" y="175783"/>
                </a:cubicBezTo>
                <a:cubicBezTo>
                  <a:pt x="1297649" y="166986"/>
                  <a:pt x="1300679" y="176199"/>
                  <a:pt x="1304112" y="171283"/>
                </a:cubicBezTo>
                <a:cubicBezTo>
                  <a:pt x="1306725" y="175860"/>
                  <a:pt x="1309337" y="180467"/>
                  <a:pt x="1311919" y="185042"/>
                </a:cubicBezTo>
                <a:cubicBezTo>
                  <a:pt x="1330486" y="171700"/>
                  <a:pt x="1350430" y="204800"/>
                  <a:pt x="1363863" y="204830"/>
                </a:cubicBezTo>
                <a:cubicBezTo>
                  <a:pt x="1362318" y="201214"/>
                  <a:pt x="1359148" y="197457"/>
                  <a:pt x="1360926" y="194102"/>
                </a:cubicBezTo>
                <a:cubicBezTo>
                  <a:pt x="1364204" y="194133"/>
                  <a:pt x="1370866" y="182260"/>
                  <a:pt x="1370758" y="194860"/>
                </a:cubicBezTo>
                <a:cubicBezTo>
                  <a:pt x="1367064" y="188428"/>
                  <a:pt x="1366630" y="202636"/>
                  <a:pt x="1370433" y="205356"/>
                </a:cubicBezTo>
                <a:cubicBezTo>
                  <a:pt x="1375165" y="201569"/>
                  <a:pt x="1401307" y="219069"/>
                  <a:pt x="1399760" y="212869"/>
                </a:cubicBezTo>
                <a:cubicBezTo>
                  <a:pt x="1396637" y="219609"/>
                  <a:pt x="1385630" y="217909"/>
                  <a:pt x="1387919" y="225083"/>
                </a:cubicBezTo>
                <a:cubicBezTo>
                  <a:pt x="1394798" y="231963"/>
                  <a:pt x="1401940" y="231003"/>
                  <a:pt x="1408958" y="234636"/>
                </a:cubicBezTo>
                <a:cubicBezTo>
                  <a:pt x="1411927" y="224341"/>
                  <a:pt x="1408789" y="213580"/>
                  <a:pt x="1413194" y="203408"/>
                </a:cubicBezTo>
                <a:cubicBezTo>
                  <a:pt x="1413781" y="225175"/>
                  <a:pt x="1418203" y="255012"/>
                  <a:pt x="1436724" y="239367"/>
                </a:cubicBezTo>
                <a:cubicBezTo>
                  <a:pt x="1432318" y="232086"/>
                  <a:pt x="1436460" y="229674"/>
                  <a:pt x="1430509" y="228360"/>
                </a:cubicBezTo>
                <a:cubicBezTo>
                  <a:pt x="1443094" y="211370"/>
                  <a:pt x="1451705" y="226412"/>
                  <a:pt x="1467024" y="215451"/>
                </a:cubicBezTo>
                <a:cubicBezTo>
                  <a:pt x="1473983" y="235612"/>
                  <a:pt x="1490847" y="212437"/>
                  <a:pt x="1502459" y="239227"/>
                </a:cubicBezTo>
                <a:cubicBezTo>
                  <a:pt x="1507127" y="230030"/>
                  <a:pt x="1511131" y="241995"/>
                  <a:pt x="1515893" y="229721"/>
                </a:cubicBezTo>
                <a:cubicBezTo>
                  <a:pt x="1514331" y="226118"/>
                  <a:pt x="1511178" y="222393"/>
                  <a:pt x="1512924" y="218991"/>
                </a:cubicBezTo>
                <a:cubicBezTo>
                  <a:pt x="1521922" y="236848"/>
                  <a:pt x="1534274" y="210426"/>
                  <a:pt x="1547291" y="224310"/>
                </a:cubicBezTo>
                <a:cubicBezTo>
                  <a:pt x="1540752" y="238934"/>
                  <a:pt x="1526637" y="221867"/>
                  <a:pt x="1525571" y="235749"/>
                </a:cubicBezTo>
                <a:cubicBezTo>
                  <a:pt x="1536670" y="244314"/>
                  <a:pt x="1572521" y="238734"/>
                  <a:pt x="1562735" y="257037"/>
                </a:cubicBezTo>
                <a:cubicBezTo>
                  <a:pt x="1573819" y="256651"/>
                  <a:pt x="1590377" y="244345"/>
                  <a:pt x="1605481" y="255106"/>
                </a:cubicBezTo>
                <a:cubicBezTo>
                  <a:pt x="1613458" y="266993"/>
                  <a:pt x="1611339" y="275124"/>
                  <a:pt x="1619688" y="274584"/>
                </a:cubicBezTo>
                <a:cubicBezTo>
                  <a:pt x="1621528" y="287106"/>
                  <a:pt x="1612406" y="286504"/>
                  <a:pt x="1612515" y="295038"/>
                </a:cubicBezTo>
                <a:cubicBezTo>
                  <a:pt x="1614633" y="297604"/>
                  <a:pt x="1616829" y="296552"/>
                  <a:pt x="1619071" y="295548"/>
                </a:cubicBezTo>
                <a:cubicBezTo>
                  <a:pt x="1623151" y="289766"/>
                  <a:pt x="1621435" y="283474"/>
                  <a:pt x="1627820" y="277847"/>
                </a:cubicBezTo>
                <a:cubicBezTo>
                  <a:pt x="1634807" y="286241"/>
                  <a:pt x="1623167" y="293259"/>
                  <a:pt x="1625439" y="301283"/>
                </a:cubicBezTo>
                <a:cubicBezTo>
                  <a:pt x="1633556" y="312538"/>
                  <a:pt x="1633400" y="280784"/>
                  <a:pt x="1642167" y="292084"/>
                </a:cubicBezTo>
                <a:cubicBezTo>
                  <a:pt x="1638117" y="297016"/>
                  <a:pt x="1637961" y="302288"/>
                  <a:pt x="1641671" y="307822"/>
                </a:cubicBezTo>
                <a:cubicBezTo>
                  <a:pt x="1650700" y="303833"/>
                  <a:pt x="1646464" y="299969"/>
                  <a:pt x="1650437" y="290121"/>
                </a:cubicBezTo>
                <a:cubicBezTo>
                  <a:pt x="1653375" y="302087"/>
                  <a:pt x="1657178" y="284122"/>
                  <a:pt x="1660099" y="296088"/>
                </a:cubicBezTo>
                <a:cubicBezTo>
                  <a:pt x="1661646" y="306199"/>
                  <a:pt x="1652107" y="298686"/>
                  <a:pt x="1654782" y="308780"/>
                </a:cubicBezTo>
                <a:cubicBezTo>
                  <a:pt x="1660424" y="320917"/>
                  <a:pt x="1667212" y="296336"/>
                  <a:pt x="1673395" y="291899"/>
                </a:cubicBezTo>
                <a:cubicBezTo>
                  <a:pt x="1667505" y="293259"/>
                  <a:pt x="1657223" y="280969"/>
                  <a:pt x="1664182" y="270163"/>
                </a:cubicBezTo>
                <a:cubicBezTo>
                  <a:pt x="1670418" y="272397"/>
                  <a:pt x="1676614" y="275841"/>
                  <a:pt x="1682856" y="277694"/>
                </a:cubicBezTo>
                <a:lnTo>
                  <a:pt x="1701393" y="275725"/>
                </a:lnTo>
                <a:lnTo>
                  <a:pt x="1702333" y="283587"/>
                </a:lnTo>
                <a:cubicBezTo>
                  <a:pt x="1700804" y="288721"/>
                  <a:pt x="1699026" y="293846"/>
                  <a:pt x="1702737" y="299412"/>
                </a:cubicBezTo>
                <a:cubicBezTo>
                  <a:pt x="1709214" y="284478"/>
                  <a:pt x="1714394" y="312336"/>
                  <a:pt x="1720701" y="303432"/>
                </a:cubicBezTo>
                <a:cubicBezTo>
                  <a:pt x="1718737" y="294249"/>
                  <a:pt x="1707777" y="294002"/>
                  <a:pt x="1714920" y="276702"/>
                </a:cubicBezTo>
                <a:cubicBezTo>
                  <a:pt x="1720994" y="284123"/>
                  <a:pt x="1721026" y="291188"/>
                  <a:pt x="1724118" y="298455"/>
                </a:cubicBezTo>
                <a:cubicBezTo>
                  <a:pt x="1728138" y="292610"/>
                  <a:pt x="1732142" y="286798"/>
                  <a:pt x="1736160" y="280953"/>
                </a:cubicBezTo>
                <a:cubicBezTo>
                  <a:pt x="1745715" y="291141"/>
                  <a:pt x="1755826" y="282777"/>
                  <a:pt x="1765348" y="293739"/>
                </a:cubicBezTo>
                <a:cubicBezTo>
                  <a:pt x="1758948" y="306633"/>
                  <a:pt x="1763632" y="286302"/>
                  <a:pt x="1758794" y="293228"/>
                </a:cubicBezTo>
                <a:cubicBezTo>
                  <a:pt x="1756783" y="297449"/>
                  <a:pt x="1760277" y="302103"/>
                  <a:pt x="1760045" y="306477"/>
                </a:cubicBezTo>
                <a:cubicBezTo>
                  <a:pt x="1767126" y="296846"/>
                  <a:pt x="1781890" y="287833"/>
                  <a:pt x="1793298" y="293275"/>
                </a:cubicBezTo>
                <a:cubicBezTo>
                  <a:pt x="1799359" y="299876"/>
                  <a:pt x="1791568" y="305380"/>
                  <a:pt x="1797643" y="311981"/>
                </a:cubicBezTo>
                <a:cubicBezTo>
                  <a:pt x="1805512" y="314918"/>
                  <a:pt x="1807090" y="319989"/>
                  <a:pt x="1812639" y="305302"/>
                </a:cubicBezTo>
                <a:cubicBezTo>
                  <a:pt x="1820277" y="312862"/>
                  <a:pt x="1814077" y="319401"/>
                  <a:pt x="1815283" y="326452"/>
                </a:cubicBezTo>
                <a:cubicBezTo>
                  <a:pt x="1820770" y="326296"/>
                  <a:pt x="1826291" y="324240"/>
                  <a:pt x="1831825" y="322540"/>
                </a:cubicBezTo>
                <a:cubicBezTo>
                  <a:pt x="1828231" y="328214"/>
                  <a:pt x="1828127" y="330544"/>
                  <a:pt x="1829520" y="332631"/>
                </a:cubicBezTo>
                <a:lnTo>
                  <a:pt x="1835334" y="340144"/>
                </a:lnTo>
                <a:lnTo>
                  <a:pt x="1816593" y="336909"/>
                </a:lnTo>
                <a:cubicBezTo>
                  <a:pt x="1806834" y="333690"/>
                  <a:pt x="1797102" y="329651"/>
                  <a:pt x="1787332" y="326914"/>
                </a:cubicBezTo>
                <a:cubicBezTo>
                  <a:pt x="1790253" y="334164"/>
                  <a:pt x="1782509" y="340597"/>
                  <a:pt x="1783420" y="347646"/>
                </a:cubicBezTo>
                <a:cubicBezTo>
                  <a:pt x="1804429" y="347167"/>
                  <a:pt x="1839508" y="377375"/>
                  <a:pt x="1851009" y="339746"/>
                </a:cubicBezTo>
                <a:cubicBezTo>
                  <a:pt x="1858879" y="340149"/>
                  <a:pt x="1851319" y="348605"/>
                  <a:pt x="1857086" y="355979"/>
                </a:cubicBezTo>
                <a:cubicBezTo>
                  <a:pt x="1863857" y="348775"/>
                  <a:pt x="1870271" y="353613"/>
                  <a:pt x="1876889" y="352268"/>
                </a:cubicBezTo>
                <a:cubicBezTo>
                  <a:pt x="1878605" y="341199"/>
                  <a:pt x="1884681" y="346703"/>
                  <a:pt x="1883909" y="337088"/>
                </a:cubicBezTo>
                <a:cubicBezTo>
                  <a:pt x="1878512" y="334598"/>
                  <a:pt x="1873256" y="327101"/>
                  <a:pt x="1867520" y="335820"/>
                </a:cubicBezTo>
                <a:cubicBezTo>
                  <a:pt x="1869098" y="339405"/>
                  <a:pt x="1872235" y="343194"/>
                  <a:pt x="1870504" y="346532"/>
                </a:cubicBezTo>
                <a:cubicBezTo>
                  <a:pt x="1866331" y="339220"/>
                  <a:pt x="1861692" y="348418"/>
                  <a:pt x="1857549" y="340334"/>
                </a:cubicBezTo>
                <a:cubicBezTo>
                  <a:pt x="1862759" y="330177"/>
                  <a:pt x="1856776" y="319247"/>
                  <a:pt x="1861754" y="309104"/>
                </a:cubicBezTo>
                <a:cubicBezTo>
                  <a:pt x="1869653" y="309462"/>
                  <a:pt x="1862126" y="317918"/>
                  <a:pt x="1867861" y="325308"/>
                </a:cubicBezTo>
                <a:cubicBezTo>
                  <a:pt x="1877043" y="305472"/>
                  <a:pt x="1891360" y="346719"/>
                  <a:pt x="1892827" y="314099"/>
                </a:cubicBezTo>
                <a:cubicBezTo>
                  <a:pt x="1895488" y="316542"/>
                  <a:pt x="1898224" y="316525"/>
                  <a:pt x="1901099" y="312121"/>
                </a:cubicBezTo>
                <a:cubicBezTo>
                  <a:pt x="1907220" y="315722"/>
                  <a:pt x="1902537" y="330904"/>
                  <a:pt x="1908921" y="325848"/>
                </a:cubicBezTo>
                <a:cubicBezTo>
                  <a:pt x="1911163" y="322541"/>
                  <a:pt x="1907732" y="318783"/>
                  <a:pt x="1909231" y="315367"/>
                </a:cubicBezTo>
                <a:cubicBezTo>
                  <a:pt x="1916775" y="318752"/>
                  <a:pt x="1924520" y="316773"/>
                  <a:pt x="1932003" y="322415"/>
                </a:cubicBezTo>
                <a:cubicBezTo>
                  <a:pt x="1926684" y="312398"/>
                  <a:pt x="1940999" y="319989"/>
                  <a:pt x="1935635" y="312151"/>
                </a:cubicBezTo>
                <a:cubicBezTo>
                  <a:pt x="1928338" y="317238"/>
                  <a:pt x="1921521" y="307451"/>
                  <a:pt x="1914533" y="302674"/>
                </a:cubicBezTo>
                <a:cubicBezTo>
                  <a:pt x="1926159" y="307776"/>
                  <a:pt x="1929437" y="298639"/>
                  <a:pt x="1939376" y="296706"/>
                </a:cubicBezTo>
                <a:cubicBezTo>
                  <a:pt x="1939438" y="301963"/>
                  <a:pt x="1933517" y="306756"/>
                  <a:pt x="1938898" y="312429"/>
                </a:cubicBezTo>
                <a:cubicBezTo>
                  <a:pt x="1941186" y="309399"/>
                  <a:pt x="1943257" y="312538"/>
                  <a:pt x="1945607" y="307699"/>
                </a:cubicBezTo>
                <a:cubicBezTo>
                  <a:pt x="1944586" y="300618"/>
                  <a:pt x="1948188" y="293908"/>
                  <a:pt x="1946257" y="286767"/>
                </a:cubicBezTo>
                <a:cubicBezTo>
                  <a:pt x="1938928" y="293415"/>
                  <a:pt x="1932204" y="281310"/>
                  <a:pt x="1924722" y="292934"/>
                </a:cubicBezTo>
                <a:cubicBezTo>
                  <a:pt x="1918723" y="286333"/>
                  <a:pt x="1920763" y="280381"/>
                  <a:pt x="1917084" y="273966"/>
                </a:cubicBezTo>
                <a:cubicBezTo>
                  <a:pt x="1902785" y="279948"/>
                  <a:pt x="1897838" y="301499"/>
                  <a:pt x="1883970" y="281912"/>
                </a:cubicBezTo>
                <a:cubicBezTo>
                  <a:pt x="1882115" y="272189"/>
                  <a:pt x="1894870" y="278202"/>
                  <a:pt x="1887726" y="266422"/>
                </a:cubicBezTo>
                <a:cubicBezTo>
                  <a:pt x="1882222" y="279083"/>
                  <a:pt x="1880537" y="279128"/>
                  <a:pt x="1872561" y="278356"/>
                </a:cubicBezTo>
                <a:cubicBezTo>
                  <a:pt x="1870118" y="269637"/>
                  <a:pt x="1887525" y="270874"/>
                  <a:pt x="1879779" y="257935"/>
                </a:cubicBezTo>
                <a:cubicBezTo>
                  <a:pt x="1875250" y="269684"/>
                  <a:pt x="1869160" y="263979"/>
                  <a:pt x="1865867" y="283118"/>
                </a:cubicBezTo>
                <a:cubicBezTo>
                  <a:pt x="1854612" y="268772"/>
                  <a:pt x="1875621" y="272157"/>
                  <a:pt x="1866640" y="256898"/>
                </a:cubicBezTo>
                <a:cubicBezTo>
                  <a:pt x="1858771" y="271539"/>
                  <a:pt x="1851658" y="259404"/>
                  <a:pt x="1856174" y="277119"/>
                </a:cubicBezTo>
                <a:cubicBezTo>
                  <a:pt x="1848211" y="260053"/>
                  <a:pt x="1840452" y="259480"/>
                  <a:pt x="1839786" y="275852"/>
                </a:cubicBezTo>
                <a:cubicBezTo>
                  <a:pt x="1837684" y="272760"/>
                  <a:pt x="1835597" y="270101"/>
                  <a:pt x="1833232" y="275373"/>
                </a:cubicBezTo>
                <a:cubicBezTo>
                  <a:pt x="1829722" y="270395"/>
                  <a:pt x="1834576" y="253080"/>
                  <a:pt x="1825594" y="256373"/>
                </a:cubicBezTo>
                <a:cubicBezTo>
                  <a:pt x="1822935" y="263190"/>
                  <a:pt x="1823338" y="270163"/>
                  <a:pt x="1821668" y="277105"/>
                </a:cubicBezTo>
                <a:cubicBezTo>
                  <a:pt x="1816643" y="277012"/>
                  <a:pt x="1803054" y="280938"/>
                  <a:pt x="1803874" y="267798"/>
                </a:cubicBezTo>
                <a:cubicBezTo>
                  <a:pt x="1808589" y="274894"/>
                  <a:pt x="1813752" y="267673"/>
                  <a:pt x="1818529" y="271554"/>
                </a:cubicBezTo>
                <a:cubicBezTo>
                  <a:pt x="1805791" y="255306"/>
                  <a:pt x="1787223" y="272265"/>
                  <a:pt x="1788275" y="240341"/>
                </a:cubicBezTo>
                <a:cubicBezTo>
                  <a:pt x="1780329" y="250190"/>
                  <a:pt x="1773155" y="233044"/>
                  <a:pt x="1765179" y="243774"/>
                </a:cubicBezTo>
                <a:cubicBezTo>
                  <a:pt x="1771162" y="244546"/>
                  <a:pt x="1776665" y="262186"/>
                  <a:pt x="1783143" y="247808"/>
                </a:cubicBezTo>
                <a:cubicBezTo>
                  <a:pt x="1785214" y="251488"/>
                  <a:pt x="1787301" y="255182"/>
                  <a:pt x="1789372" y="258816"/>
                </a:cubicBezTo>
                <a:cubicBezTo>
                  <a:pt x="1787069" y="262138"/>
                  <a:pt x="1784749" y="265510"/>
                  <a:pt x="1782492" y="268787"/>
                </a:cubicBezTo>
                <a:cubicBezTo>
                  <a:pt x="1777623" y="260207"/>
                  <a:pt x="1769044" y="258661"/>
                  <a:pt x="1760015" y="251318"/>
                </a:cubicBezTo>
                <a:cubicBezTo>
                  <a:pt x="1760742" y="244330"/>
                  <a:pt x="1766369" y="237806"/>
                  <a:pt x="1760664" y="230293"/>
                </a:cubicBezTo>
                <a:cubicBezTo>
                  <a:pt x="1750800" y="243975"/>
                  <a:pt x="1737274" y="227881"/>
                  <a:pt x="1732883" y="225530"/>
                </a:cubicBezTo>
                <a:cubicBezTo>
                  <a:pt x="1730564" y="238841"/>
                  <a:pt x="1719572" y="236213"/>
                  <a:pt x="1722248" y="250977"/>
                </a:cubicBezTo>
                <a:cubicBezTo>
                  <a:pt x="1720654" y="249432"/>
                  <a:pt x="1719000" y="249865"/>
                  <a:pt x="1717239" y="253189"/>
                </a:cubicBezTo>
                <a:cubicBezTo>
                  <a:pt x="1717069" y="237652"/>
                  <a:pt x="1708350" y="237110"/>
                  <a:pt x="1713171" y="224016"/>
                </a:cubicBezTo>
                <a:cubicBezTo>
                  <a:pt x="1706324" y="223784"/>
                  <a:pt x="1703865" y="238687"/>
                  <a:pt x="1704299" y="246942"/>
                </a:cubicBezTo>
                <a:cubicBezTo>
                  <a:pt x="1695951" y="237142"/>
                  <a:pt x="1672128" y="253498"/>
                  <a:pt x="1683397" y="232195"/>
                </a:cubicBezTo>
                <a:cubicBezTo>
                  <a:pt x="1680058" y="228113"/>
                  <a:pt x="1668200" y="234636"/>
                  <a:pt x="1670598" y="220676"/>
                </a:cubicBezTo>
                <a:cubicBezTo>
                  <a:pt x="1674477" y="218852"/>
                  <a:pt x="1678094" y="225717"/>
                  <a:pt x="1682129" y="218977"/>
                </a:cubicBezTo>
                <a:cubicBezTo>
                  <a:pt x="1676625" y="201800"/>
                  <a:pt x="1670164" y="216797"/>
                  <a:pt x="1664350" y="209701"/>
                </a:cubicBezTo>
                <a:cubicBezTo>
                  <a:pt x="1665479" y="208045"/>
                  <a:pt x="1666655" y="206377"/>
                  <a:pt x="1667783" y="204723"/>
                </a:cubicBezTo>
                <a:cubicBezTo>
                  <a:pt x="1666949" y="202048"/>
                  <a:pt x="1667396" y="199435"/>
                  <a:pt x="1669669" y="196978"/>
                </a:cubicBezTo>
                <a:cubicBezTo>
                  <a:pt x="1672282" y="200672"/>
                  <a:pt x="1674817" y="208045"/>
                  <a:pt x="1677646" y="205496"/>
                </a:cubicBezTo>
                <a:cubicBezTo>
                  <a:pt x="1679409" y="202125"/>
                  <a:pt x="1682763" y="198895"/>
                  <a:pt x="1681233" y="195230"/>
                </a:cubicBezTo>
                <a:cubicBezTo>
                  <a:pt x="1673102" y="192479"/>
                  <a:pt x="1661985" y="183975"/>
                  <a:pt x="1657951" y="203981"/>
                </a:cubicBezTo>
                <a:cubicBezTo>
                  <a:pt x="1646666" y="196808"/>
                  <a:pt x="1635288" y="193128"/>
                  <a:pt x="1623631" y="198663"/>
                </a:cubicBezTo>
                <a:cubicBezTo>
                  <a:pt x="1626320" y="207645"/>
                  <a:pt x="1626058" y="216364"/>
                  <a:pt x="1622843" y="224851"/>
                </a:cubicBezTo>
                <a:cubicBezTo>
                  <a:pt x="1621096" y="199250"/>
                  <a:pt x="1618019" y="227061"/>
                  <a:pt x="1608295" y="215868"/>
                </a:cubicBezTo>
                <a:cubicBezTo>
                  <a:pt x="1609655" y="201383"/>
                  <a:pt x="1623074" y="204212"/>
                  <a:pt x="1618931" y="190422"/>
                </a:cubicBezTo>
                <a:cubicBezTo>
                  <a:pt x="1605852" y="189107"/>
                  <a:pt x="1593082" y="176802"/>
                  <a:pt x="1579463" y="192586"/>
                </a:cubicBezTo>
                <a:cubicBezTo>
                  <a:pt x="1568719" y="171824"/>
                  <a:pt x="1546734" y="181843"/>
                  <a:pt x="1537629" y="163136"/>
                </a:cubicBezTo>
                <a:cubicBezTo>
                  <a:pt x="1539979" y="157740"/>
                  <a:pt x="1544353" y="160787"/>
                  <a:pt x="1542761" y="155670"/>
                </a:cubicBezTo>
                <a:cubicBezTo>
                  <a:pt x="1534954" y="150336"/>
                  <a:pt x="1545033" y="133484"/>
                  <a:pt x="1535155" y="136670"/>
                </a:cubicBezTo>
                <a:cubicBezTo>
                  <a:pt x="1532790" y="143456"/>
                  <a:pt x="1535959" y="150737"/>
                  <a:pt x="1534506" y="157602"/>
                </a:cubicBezTo>
                <a:cubicBezTo>
                  <a:pt x="1524813" y="169104"/>
                  <a:pt x="1515784" y="160354"/>
                  <a:pt x="1506416" y="163322"/>
                </a:cubicBezTo>
                <a:cubicBezTo>
                  <a:pt x="1510482" y="170665"/>
                  <a:pt x="1516542" y="178102"/>
                  <a:pt x="1512306" y="184795"/>
                </a:cubicBezTo>
                <a:cubicBezTo>
                  <a:pt x="1506262" y="185722"/>
                  <a:pt x="1500480" y="177436"/>
                  <a:pt x="1494359" y="180775"/>
                </a:cubicBezTo>
                <a:cubicBezTo>
                  <a:pt x="1498779" y="175797"/>
                  <a:pt x="1491760" y="170030"/>
                  <a:pt x="1494821" y="165038"/>
                </a:cubicBezTo>
                <a:cubicBezTo>
                  <a:pt x="1499986" y="175335"/>
                  <a:pt x="1505365" y="179848"/>
                  <a:pt x="1510915" y="176787"/>
                </a:cubicBezTo>
                <a:cubicBezTo>
                  <a:pt x="1503061" y="169026"/>
                  <a:pt x="1501469" y="174808"/>
                  <a:pt x="1504824" y="160569"/>
                </a:cubicBezTo>
                <a:cubicBezTo>
                  <a:pt x="1494481" y="159333"/>
                  <a:pt x="1484325" y="151016"/>
                  <a:pt x="1473935" y="150289"/>
                </a:cubicBezTo>
                <a:cubicBezTo>
                  <a:pt x="1480104" y="142560"/>
                  <a:pt x="1477043" y="127177"/>
                  <a:pt x="1469730" y="126326"/>
                </a:cubicBezTo>
                <a:cubicBezTo>
                  <a:pt x="1474475" y="114624"/>
                  <a:pt x="1478217" y="136561"/>
                  <a:pt x="1482856" y="127331"/>
                </a:cubicBezTo>
                <a:cubicBezTo>
                  <a:pt x="1480211" y="113913"/>
                  <a:pt x="1471075" y="104081"/>
                  <a:pt x="1460084" y="120313"/>
                </a:cubicBezTo>
                <a:cubicBezTo>
                  <a:pt x="1464134" y="133022"/>
                  <a:pt x="1465325" y="130764"/>
                  <a:pt x="1461134" y="138756"/>
                </a:cubicBezTo>
                <a:cubicBezTo>
                  <a:pt x="1469251" y="146332"/>
                  <a:pt x="1468029" y="125137"/>
                  <a:pt x="1475976" y="137319"/>
                </a:cubicBezTo>
                <a:cubicBezTo>
                  <a:pt x="1471941" y="143210"/>
                  <a:pt x="1468246" y="139885"/>
                  <a:pt x="1464103" y="149486"/>
                </a:cubicBezTo>
                <a:cubicBezTo>
                  <a:pt x="1448567" y="143409"/>
                  <a:pt x="1427789" y="127331"/>
                  <a:pt x="1416642" y="143193"/>
                </a:cubicBezTo>
                <a:cubicBezTo>
                  <a:pt x="1410644" y="136623"/>
                  <a:pt x="1415019" y="130780"/>
                  <a:pt x="1409005" y="124194"/>
                </a:cubicBezTo>
                <a:cubicBezTo>
                  <a:pt x="1407273" y="126745"/>
                  <a:pt x="1405697" y="124952"/>
                  <a:pt x="1404027" y="126466"/>
                </a:cubicBezTo>
                <a:cubicBezTo>
                  <a:pt x="1399313" y="128476"/>
                  <a:pt x="1402930" y="143008"/>
                  <a:pt x="1397147" y="136453"/>
                </a:cubicBezTo>
                <a:cubicBezTo>
                  <a:pt x="1391288" y="121952"/>
                  <a:pt x="1363198" y="110729"/>
                  <a:pt x="1356241" y="130609"/>
                </a:cubicBezTo>
                <a:cubicBezTo>
                  <a:pt x="1348032" y="124703"/>
                  <a:pt x="1361143" y="120453"/>
                  <a:pt x="1356736" y="114871"/>
                </a:cubicBezTo>
                <a:cubicBezTo>
                  <a:pt x="1353891" y="118041"/>
                  <a:pt x="1351372" y="110528"/>
                  <a:pt x="1348759" y="106384"/>
                </a:cubicBezTo>
                <a:cubicBezTo>
                  <a:pt x="1344585" y="117437"/>
                  <a:pt x="1340968" y="110743"/>
                  <a:pt x="1337365" y="102844"/>
                </a:cubicBezTo>
                <a:cubicBezTo>
                  <a:pt x="1335264" y="106214"/>
                  <a:pt x="1336995" y="109817"/>
                  <a:pt x="1333764" y="113077"/>
                </a:cubicBezTo>
                <a:cubicBezTo>
                  <a:pt x="1329636" y="104436"/>
                  <a:pt x="1325090" y="110295"/>
                  <a:pt x="1320994" y="101560"/>
                </a:cubicBezTo>
                <a:cubicBezTo>
                  <a:pt x="1324009" y="97449"/>
                  <a:pt x="1324164" y="93074"/>
                  <a:pt x="1322989" y="88591"/>
                </a:cubicBezTo>
                <a:cubicBezTo>
                  <a:pt x="1319650" y="90910"/>
                  <a:pt x="1316371" y="90832"/>
                  <a:pt x="1313016" y="93073"/>
                </a:cubicBezTo>
                <a:cubicBezTo>
                  <a:pt x="1315568" y="98840"/>
                  <a:pt x="1318380" y="96367"/>
                  <a:pt x="1320994" y="101560"/>
                </a:cubicBezTo>
                <a:cubicBezTo>
                  <a:pt x="1314222" y="104173"/>
                  <a:pt x="1308749" y="103076"/>
                  <a:pt x="1305951" y="108331"/>
                </a:cubicBezTo>
                <a:cubicBezTo>
                  <a:pt x="1311317" y="91635"/>
                  <a:pt x="1293600" y="104406"/>
                  <a:pt x="1293491" y="86349"/>
                </a:cubicBezTo>
                <a:cubicBezTo>
                  <a:pt x="1276300" y="92950"/>
                  <a:pt x="1259496" y="87802"/>
                  <a:pt x="1243077" y="69281"/>
                </a:cubicBezTo>
                <a:cubicBezTo>
                  <a:pt x="1236538" y="80180"/>
                  <a:pt x="1238642" y="73904"/>
                  <a:pt x="1234976" y="66035"/>
                </a:cubicBezTo>
                <a:cubicBezTo>
                  <a:pt x="1224031" y="71693"/>
                  <a:pt x="1205711" y="71461"/>
                  <a:pt x="1200795" y="55506"/>
                </a:cubicBezTo>
                <a:cubicBezTo>
                  <a:pt x="1192602" y="71430"/>
                  <a:pt x="1177034" y="46308"/>
                  <a:pt x="1175040" y="37712"/>
                </a:cubicBezTo>
                <a:cubicBezTo>
                  <a:pt x="1176446" y="39615"/>
                  <a:pt x="1185461" y="37836"/>
                  <a:pt x="1181750" y="33013"/>
                </a:cubicBezTo>
                <a:cubicBezTo>
                  <a:pt x="1177514" y="28762"/>
                  <a:pt x="1173155" y="28437"/>
                  <a:pt x="1168656" y="31977"/>
                </a:cubicBezTo>
                <a:cubicBezTo>
                  <a:pt x="1170356" y="35625"/>
                  <a:pt x="1171825" y="39227"/>
                  <a:pt x="1168314" y="42474"/>
                </a:cubicBezTo>
                <a:cubicBezTo>
                  <a:pt x="1161359" y="36708"/>
                  <a:pt x="1154108" y="42458"/>
                  <a:pt x="1146934" y="43448"/>
                </a:cubicBezTo>
                <a:cubicBezTo>
                  <a:pt x="1165130" y="27385"/>
                  <a:pt x="1165424" y="7675"/>
                  <a:pt x="1177081" y="24788"/>
                </a:cubicBezTo>
                <a:cubicBezTo>
                  <a:pt x="1186124" y="15683"/>
                  <a:pt x="1194627" y="23475"/>
                  <a:pt x="1203609" y="16332"/>
                </a:cubicBezTo>
                <a:cubicBezTo>
                  <a:pt x="1209391" y="23722"/>
                  <a:pt x="1205974" y="32488"/>
                  <a:pt x="1212962" y="32797"/>
                </a:cubicBezTo>
                <a:cubicBezTo>
                  <a:pt x="1211277" y="40063"/>
                  <a:pt x="1202589" y="32920"/>
                  <a:pt x="1206114" y="42768"/>
                </a:cubicBezTo>
                <a:cubicBezTo>
                  <a:pt x="1221465" y="42892"/>
                  <a:pt x="1240852" y="45844"/>
                  <a:pt x="1247638" y="27617"/>
                </a:cubicBezTo>
                <a:cubicBezTo>
                  <a:pt x="1254085" y="35981"/>
                  <a:pt x="1245380" y="43155"/>
                  <a:pt x="1251827" y="51564"/>
                </a:cubicBezTo>
                <a:cubicBezTo>
                  <a:pt x="1260439" y="33832"/>
                  <a:pt x="1272729" y="54115"/>
                  <a:pt x="1278093" y="53651"/>
                </a:cubicBezTo>
                <a:cubicBezTo>
                  <a:pt x="1273734" y="52755"/>
                  <a:pt x="1269220" y="56991"/>
                  <a:pt x="1264645" y="63114"/>
                </a:cubicBezTo>
                <a:cubicBezTo>
                  <a:pt x="1260022" y="50282"/>
                  <a:pt x="1246510" y="50869"/>
                  <a:pt x="1246555" y="64319"/>
                </a:cubicBezTo>
                <a:cubicBezTo>
                  <a:pt x="1256032" y="76007"/>
                  <a:pt x="1266189" y="66374"/>
                  <a:pt x="1275713" y="77088"/>
                </a:cubicBezTo>
                <a:cubicBezTo>
                  <a:pt x="1277444" y="74614"/>
                  <a:pt x="1279145" y="72064"/>
                  <a:pt x="1280861" y="69637"/>
                </a:cubicBezTo>
                <a:cubicBezTo>
                  <a:pt x="1279670" y="59896"/>
                  <a:pt x="1270597" y="65711"/>
                  <a:pt x="1274631" y="58614"/>
                </a:cubicBezTo>
                <a:cubicBezTo>
                  <a:pt x="1277754" y="65014"/>
                  <a:pt x="1281464" y="51054"/>
                  <a:pt x="1284819" y="48891"/>
                </a:cubicBezTo>
                <a:cubicBezTo>
                  <a:pt x="1296831" y="70162"/>
                  <a:pt x="1300495" y="34204"/>
                  <a:pt x="1312909" y="43155"/>
                </a:cubicBezTo>
                <a:cubicBezTo>
                  <a:pt x="1310651" y="52940"/>
                  <a:pt x="1301082" y="49199"/>
                  <a:pt x="1304297" y="55677"/>
                </a:cubicBezTo>
                <a:cubicBezTo>
                  <a:pt x="1314146" y="56311"/>
                  <a:pt x="1323870" y="60872"/>
                  <a:pt x="1333809" y="57965"/>
                </a:cubicBezTo>
                <a:cubicBezTo>
                  <a:pt x="1339638" y="63654"/>
                  <a:pt x="1335434" y="68585"/>
                  <a:pt x="1339886" y="74214"/>
                </a:cubicBezTo>
                <a:cubicBezTo>
                  <a:pt x="1344987" y="68848"/>
                  <a:pt x="1350908" y="65076"/>
                  <a:pt x="1355035" y="62232"/>
                </a:cubicBezTo>
                <a:cubicBezTo>
                  <a:pt x="1357540" y="72034"/>
                  <a:pt x="1345868" y="80784"/>
                  <a:pt x="1345978" y="90399"/>
                </a:cubicBezTo>
                <a:cubicBezTo>
                  <a:pt x="1349563" y="97727"/>
                  <a:pt x="1353630" y="91497"/>
                  <a:pt x="1357371" y="93924"/>
                </a:cubicBezTo>
                <a:cubicBezTo>
                  <a:pt x="1355315" y="80180"/>
                  <a:pt x="1366228" y="84508"/>
                  <a:pt x="1369057" y="86951"/>
                </a:cubicBezTo>
                <a:cubicBezTo>
                  <a:pt x="1367327" y="72358"/>
                  <a:pt x="1376278" y="78897"/>
                  <a:pt x="1376123" y="71740"/>
                </a:cubicBezTo>
                <a:cubicBezTo>
                  <a:pt x="1375257" y="69916"/>
                  <a:pt x="1374515" y="68137"/>
                  <a:pt x="1376277" y="66530"/>
                </a:cubicBezTo>
                <a:cubicBezTo>
                  <a:pt x="1383914" y="74088"/>
                  <a:pt x="1372288" y="80227"/>
                  <a:pt x="1378920" y="87740"/>
                </a:cubicBezTo>
                <a:cubicBezTo>
                  <a:pt x="1388908" y="95376"/>
                  <a:pt x="1395787" y="63978"/>
                  <a:pt x="1402342" y="73794"/>
                </a:cubicBezTo>
                <a:cubicBezTo>
                  <a:pt x="1397998" y="78711"/>
                  <a:pt x="1396266" y="83845"/>
                  <a:pt x="1398585" y="89285"/>
                </a:cubicBezTo>
                <a:cubicBezTo>
                  <a:pt x="1411478" y="102844"/>
                  <a:pt x="1420507" y="71183"/>
                  <a:pt x="1423893" y="67596"/>
                </a:cubicBezTo>
                <a:cubicBezTo>
                  <a:pt x="1420816" y="73517"/>
                  <a:pt x="1424635" y="79886"/>
                  <a:pt x="1424975" y="86070"/>
                </a:cubicBezTo>
                <a:cubicBezTo>
                  <a:pt x="1420802" y="93012"/>
                  <a:pt x="1408479" y="93969"/>
                  <a:pt x="1409671" y="103261"/>
                </a:cubicBezTo>
                <a:cubicBezTo>
                  <a:pt x="1425948" y="114733"/>
                  <a:pt x="1425902" y="90337"/>
                  <a:pt x="1439816" y="84586"/>
                </a:cubicBezTo>
                <a:cubicBezTo>
                  <a:pt x="1443140" y="89255"/>
                  <a:pt x="1441315" y="93476"/>
                  <a:pt x="1444315" y="98067"/>
                </a:cubicBezTo>
                <a:cubicBezTo>
                  <a:pt x="1447778" y="93043"/>
                  <a:pt x="1451195" y="88079"/>
                  <a:pt x="1454626" y="83118"/>
                </a:cubicBezTo>
                <a:cubicBezTo>
                  <a:pt x="1451858" y="77938"/>
                  <a:pt x="1440543" y="86581"/>
                  <a:pt x="1443403" y="74368"/>
                </a:cubicBezTo>
                <a:cubicBezTo>
                  <a:pt x="1449942" y="75929"/>
                  <a:pt x="1456327" y="82128"/>
                  <a:pt x="1463082" y="75882"/>
                </a:cubicBezTo>
                <a:cubicBezTo>
                  <a:pt x="1444160" y="67643"/>
                  <a:pt x="1425066" y="64071"/>
                  <a:pt x="1406084" y="58335"/>
                </a:cubicBezTo>
                <a:cubicBezTo>
                  <a:pt x="1422671" y="40774"/>
                  <a:pt x="1454441" y="82978"/>
                  <a:pt x="1460423" y="54687"/>
                </a:cubicBezTo>
                <a:cubicBezTo>
                  <a:pt x="1465572" y="47560"/>
                  <a:pt x="1470395" y="51689"/>
                  <a:pt x="1475281" y="53172"/>
                </a:cubicBezTo>
                <a:cubicBezTo>
                  <a:pt x="1473471" y="56558"/>
                  <a:pt x="1470101" y="59804"/>
                  <a:pt x="1471646" y="63438"/>
                </a:cubicBezTo>
                <a:cubicBezTo>
                  <a:pt x="1482005" y="65493"/>
                  <a:pt x="1492039" y="76995"/>
                  <a:pt x="1502398" y="78943"/>
                </a:cubicBezTo>
                <a:cubicBezTo>
                  <a:pt x="1500618" y="82283"/>
                  <a:pt x="1497263" y="85575"/>
                  <a:pt x="1498825" y="89162"/>
                </a:cubicBezTo>
                <a:cubicBezTo>
                  <a:pt x="1503942" y="82298"/>
                  <a:pt x="1508441" y="96552"/>
                  <a:pt x="1513651" y="87662"/>
                </a:cubicBezTo>
                <a:cubicBezTo>
                  <a:pt x="1509911" y="83520"/>
                  <a:pt x="1506030" y="86162"/>
                  <a:pt x="1502398" y="78943"/>
                </a:cubicBezTo>
                <a:cubicBezTo>
                  <a:pt x="1513836" y="68245"/>
                  <a:pt x="1518938" y="72048"/>
                  <a:pt x="1527874" y="52028"/>
                </a:cubicBezTo>
                <a:cubicBezTo>
                  <a:pt x="1536269" y="62758"/>
                  <a:pt x="1532883" y="43340"/>
                  <a:pt x="1547384" y="58799"/>
                </a:cubicBezTo>
                <a:cubicBezTo>
                  <a:pt x="1557850" y="39847"/>
                  <a:pt x="1581256" y="60886"/>
                  <a:pt x="1596529" y="62602"/>
                </a:cubicBezTo>
                <a:cubicBezTo>
                  <a:pt x="1594766" y="65926"/>
                  <a:pt x="1591412" y="69219"/>
                  <a:pt x="1592944" y="72821"/>
                </a:cubicBezTo>
                <a:cubicBezTo>
                  <a:pt x="1594643" y="71492"/>
                  <a:pt x="1596266" y="72202"/>
                  <a:pt x="1597782" y="75836"/>
                </a:cubicBezTo>
                <a:cubicBezTo>
                  <a:pt x="1597025" y="63670"/>
                  <a:pt x="1604445" y="54950"/>
                  <a:pt x="1611217" y="66343"/>
                </a:cubicBezTo>
                <a:cubicBezTo>
                  <a:pt x="1613272" y="70022"/>
                  <a:pt x="1609638" y="73285"/>
                  <a:pt x="1610907" y="76856"/>
                </a:cubicBezTo>
                <a:cubicBezTo>
                  <a:pt x="1615730" y="70302"/>
                  <a:pt x="1611773" y="67272"/>
                  <a:pt x="1617803" y="66869"/>
                </a:cubicBezTo>
                <a:cubicBezTo>
                  <a:pt x="1621343" y="71539"/>
                  <a:pt x="1618576" y="75681"/>
                  <a:pt x="1619008" y="80104"/>
                </a:cubicBezTo>
                <a:cubicBezTo>
                  <a:pt x="1622641" y="76038"/>
                  <a:pt x="1621049" y="71508"/>
                  <a:pt x="1624342" y="67395"/>
                </a:cubicBezTo>
                <a:cubicBezTo>
                  <a:pt x="1635210" y="66359"/>
                  <a:pt x="1650978" y="84338"/>
                  <a:pt x="1657131" y="69961"/>
                </a:cubicBezTo>
                <a:cubicBezTo>
                  <a:pt x="1664445" y="77522"/>
                  <a:pt x="1650715" y="83442"/>
                  <a:pt x="1656482" y="90894"/>
                </a:cubicBezTo>
                <a:cubicBezTo>
                  <a:pt x="1674602" y="63623"/>
                  <a:pt x="1689875" y="81139"/>
                  <a:pt x="1700666" y="96969"/>
                </a:cubicBezTo>
                <a:cubicBezTo>
                  <a:pt x="1698934" y="94218"/>
                  <a:pt x="1697233" y="97990"/>
                  <a:pt x="1700527" y="102210"/>
                </a:cubicBezTo>
                <a:cubicBezTo>
                  <a:pt x="1692936" y="101314"/>
                  <a:pt x="1681975" y="118366"/>
                  <a:pt x="1686443" y="132635"/>
                </a:cubicBezTo>
                <a:cubicBezTo>
                  <a:pt x="1693816" y="128368"/>
                  <a:pt x="1691916" y="119726"/>
                  <a:pt x="1699893" y="123189"/>
                </a:cubicBezTo>
                <a:cubicBezTo>
                  <a:pt x="1698733" y="116093"/>
                  <a:pt x="1697650" y="109012"/>
                  <a:pt x="1703789" y="102458"/>
                </a:cubicBezTo>
                <a:cubicBezTo>
                  <a:pt x="1709338" y="110774"/>
                  <a:pt x="1700434" y="117948"/>
                  <a:pt x="1704731" y="126203"/>
                </a:cubicBezTo>
                <a:cubicBezTo>
                  <a:pt x="1709987" y="129032"/>
                  <a:pt x="1709771" y="137689"/>
                  <a:pt x="1717687" y="132418"/>
                </a:cubicBezTo>
                <a:cubicBezTo>
                  <a:pt x="1729792" y="101345"/>
                  <a:pt x="1753492" y="115352"/>
                  <a:pt x="1769506" y="102318"/>
                </a:cubicBezTo>
                <a:cubicBezTo>
                  <a:pt x="1765008" y="108054"/>
                  <a:pt x="1760896" y="113883"/>
                  <a:pt x="1764049" y="120267"/>
                </a:cubicBezTo>
                <a:cubicBezTo>
                  <a:pt x="1773434" y="119988"/>
                  <a:pt x="1776140" y="126776"/>
                  <a:pt x="1779201" y="108332"/>
                </a:cubicBezTo>
                <a:cubicBezTo>
                  <a:pt x="1789526" y="125770"/>
                  <a:pt x="1783281" y="93120"/>
                  <a:pt x="1792481" y="104081"/>
                </a:cubicBezTo>
                <a:cubicBezTo>
                  <a:pt x="1786065" y="111485"/>
                  <a:pt x="1787842" y="119463"/>
                  <a:pt x="1786853" y="127300"/>
                </a:cubicBezTo>
                <a:cubicBezTo>
                  <a:pt x="1788925" y="129852"/>
                  <a:pt x="1791182" y="128800"/>
                  <a:pt x="1793377" y="127843"/>
                </a:cubicBezTo>
                <a:cubicBezTo>
                  <a:pt x="1793701" y="121720"/>
                  <a:pt x="1792062" y="115459"/>
                  <a:pt x="1798864" y="109848"/>
                </a:cubicBezTo>
                <a:cubicBezTo>
                  <a:pt x="1801586" y="126125"/>
                  <a:pt x="1809331" y="116975"/>
                  <a:pt x="1808883" y="105363"/>
                </a:cubicBezTo>
                <a:cubicBezTo>
                  <a:pt x="1838364" y="125198"/>
                  <a:pt x="1870257" y="100200"/>
                  <a:pt x="1886752" y="137644"/>
                </a:cubicBezTo>
                <a:cubicBezTo>
                  <a:pt x="1892597" y="125971"/>
                  <a:pt x="1897791" y="134877"/>
                  <a:pt x="1903619" y="123234"/>
                </a:cubicBezTo>
                <a:cubicBezTo>
                  <a:pt x="1911767" y="140767"/>
                  <a:pt x="1918167" y="132434"/>
                  <a:pt x="1923438" y="119510"/>
                </a:cubicBezTo>
                <a:cubicBezTo>
                  <a:pt x="1935311" y="125028"/>
                  <a:pt x="1938464" y="135294"/>
                  <a:pt x="1944835" y="118567"/>
                </a:cubicBezTo>
                <a:cubicBezTo>
                  <a:pt x="1953739" y="125353"/>
                  <a:pt x="1937955" y="130316"/>
                  <a:pt x="1942639" y="136747"/>
                </a:cubicBezTo>
                <a:cubicBezTo>
                  <a:pt x="1948870" y="145497"/>
                  <a:pt x="1953213" y="131274"/>
                  <a:pt x="1955439" y="148280"/>
                </a:cubicBezTo>
                <a:cubicBezTo>
                  <a:pt x="1960155" y="137488"/>
                  <a:pt x="1964452" y="139885"/>
                  <a:pt x="1968703" y="144060"/>
                </a:cubicBezTo>
                <a:cubicBezTo>
                  <a:pt x="1966926" y="147398"/>
                  <a:pt x="1963571" y="150614"/>
                  <a:pt x="1965117" y="154263"/>
                </a:cubicBezTo>
                <a:cubicBezTo>
                  <a:pt x="1997196" y="145759"/>
                  <a:pt x="2037097" y="162548"/>
                  <a:pt x="2063934" y="146161"/>
                </a:cubicBezTo>
                <a:cubicBezTo>
                  <a:pt x="2055850" y="140781"/>
                  <a:pt x="2038734" y="148233"/>
                  <a:pt x="2036323" y="136175"/>
                </a:cubicBezTo>
                <a:cubicBezTo>
                  <a:pt x="2038441" y="138571"/>
                  <a:pt x="2042909" y="138663"/>
                  <a:pt x="2041317" y="133917"/>
                </a:cubicBezTo>
                <a:cubicBezTo>
                  <a:pt x="2035597" y="129806"/>
                  <a:pt x="2028950" y="124658"/>
                  <a:pt x="2031300" y="138386"/>
                </a:cubicBezTo>
                <a:cubicBezTo>
                  <a:pt x="2020152" y="136206"/>
                  <a:pt x="2024993" y="118458"/>
                  <a:pt x="2030558" y="109429"/>
                </a:cubicBezTo>
                <a:cubicBezTo>
                  <a:pt x="2041952" y="123312"/>
                  <a:pt x="2059605" y="142513"/>
                  <a:pt x="2063176" y="117252"/>
                </a:cubicBezTo>
                <a:cubicBezTo>
                  <a:pt x="2067149" y="130114"/>
                  <a:pt x="2072097" y="112229"/>
                  <a:pt x="2076131" y="123497"/>
                </a:cubicBezTo>
                <a:cubicBezTo>
                  <a:pt x="2074354" y="132960"/>
                  <a:pt x="2065650" y="125817"/>
                  <a:pt x="2069253" y="133484"/>
                </a:cubicBezTo>
                <a:cubicBezTo>
                  <a:pt x="2071572" y="137983"/>
                  <a:pt x="2074006" y="138741"/>
                  <a:pt x="2076499" y="137811"/>
                </a:cubicBezTo>
                <a:lnTo>
                  <a:pt x="2081042" y="134345"/>
                </a:lnTo>
                <a:lnTo>
                  <a:pt x="2078591" y="149918"/>
                </a:lnTo>
                <a:cubicBezTo>
                  <a:pt x="2073381" y="146162"/>
                  <a:pt x="2073534" y="139143"/>
                  <a:pt x="2065526" y="148944"/>
                </a:cubicBezTo>
                <a:cubicBezTo>
                  <a:pt x="2074215" y="158375"/>
                  <a:pt x="2061709" y="166151"/>
                  <a:pt x="2067986" y="175380"/>
                </a:cubicBezTo>
                <a:cubicBezTo>
                  <a:pt x="2071973" y="171160"/>
                  <a:pt x="2075700" y="174267"/>
                  <a:pt x="2079548" y="173679"/>
                </a:cubicBezTo>
                <a:cubicBezTo>
                  <a:pt x="2085177" y="143240"/>
                  <a:pt x="2104330" y="127857"/>
                  <a:pt x="2118755" y="126838"/>
                </a:cubicBezTo>
                <a:cubicBezTo>
                  <a:pt x="2111040" y="134320"/>
                  <a:pt x="2122526" y="139793"/>
                  <a:pt x="2124983" y="137767"/>
                </a:cubicBezTo>
                <a:cubicBezTo>
                  <a:pt x="2128416" y="121983"/>
                  <a:pt x="2143057" y="137581"/>
                  <a:pt x="2151204" y="139838"/>
                </a:cubicBezTo>
                <a:cubicBezTo>
                  <a:pt x="2148916" y="144013"/>
                  <a:pt x="2144309" y="148048"/>
                  <a:pt x="2145902" y="152561"/>
                </a:cubicBezTo>
                <a:cubicBezTo>
                  <a:pt x="2153909" y="160818"/>
                  <a:pt x="2157495" y="132835"/>
                  <a:pt x="2162767" y="138106"/>
                </a:cubicBezTo>
                <a:cubicBezTo>
                  <a:pt x="2159769" y="155174"/>
                  <a:pt x="2171286" y="139992"/>
                  <a:pt x="2174161" y="141617"/>
                </a:cubicBezTo>
                <a:cubicBezTo>
                  <a:pt x="2170560" y="147475"/>
                  <a:pt x="2180067" y="154340"/>
                  <a:pt x="2181798" y="160617"/>
                </a:cubicBezTo>
                <a:cubicBezTo>
                  <a:pt x="2184706" y="155267"/>
                  <a:pt x="2187348" y="158174"/>
                  <a:pt x="2190239" y="153336"/>
                </a:cubicBezTo>
                <a:cubicBezTo>
                  <a:pt x="2185848" y="154928"/>
                  <a:pt x="2179695" y="152021"/>
                  <a:pt x="2184009" y="142373"/>
                </a:cubicBezTo>
                <a:cubicBezTo>
                  <a:pt x="2190966" y="150382"/>
                  <a:pt x="2199933" y="151588"/>
                  <a:pt x="2199021" y="135664"/>
                </a:cubicBezTo>
                <a:cubicBezTo>
                  <a:pt x="2206162" y="141461"/>
                  <a:pt x="2194631" y="145806"/>
                  <a:pt x="2201803" y="151588"/>
                </a:cubicBezTo>
                <a:cubicBezTo>
                  <a:pt x="2209764" y="134877"/>
                  <a:pt x="2207647" y="150877"/>
                  <a:pt x="2213337" y="149887"/>
                </a:cubicBezTo>
                <a:cubicBezTo>
                  <a:pt x="2217928" y="144136"/>
                  <a:pt x="2216336" y="137860"/>
                  <a:pt x="2215547" y="131660"/>
                </a:cubicBezTo>
                <a:cubicBezTo>
                  <a:pt x="2213938" y="144600"/>
                  <a:pt x="2202220" y="129404"/>
                  <a:pt x="2195882" y="130115"/>
                </a:cubicBezTo>
                <a:cubicBezTo>
                  <a:pt x="2201680" y="125307"/>
                  <a:pt x="2196237" y="119680"/>
                  <a:pt x="2199623" y="114655"/>
                </a:cubicBezTo>
                <a:cubicBezTo>
                  <a:pt x="2204508" y="116200"/>
                  <a:pt x="2209302" y="120313"/>
                  <a:pt x="2214465" y="113217"/>
                </a:cubicBezTo>
                <a:cubicBezTo>
                  <a:pt x="2214897" y="103199"/>
                  <a:pt x="2209285" y="102334"/>
                  <a:pt x="2205096" y="96706"/>
                </a:cubicBezTo>
                <a:cubicBezTo>
                  <a:pt x="2219859" y="99551"/>
                  <a:pt x="2221143" y="108270"/>
                  <a:pt x="2227249" y="124734"/>
                </a:cubicBezTo>
                <a:cubicBezTo>
                  <a:pt x="2236186" y="116479"/>
                  <a:pt x="2242540" y="137751"/>
                  <a:pt x="2249728" y="142205"/>
                </a:cubicBezTo>
                <a:cubicBezTo>
                  <a:pt x="2249295" y="150043"/>
                  <a:pt x="2243776" y="157477"/>
                  <a:pt x="2244085" y="165409"/>
                </a:cubicBezTo>
                <a:cubicBezTo>
                  <a:pt x="2251800" y="163863"/>
                  <a:pt x="2259282" y="170912"/>
                  <a:pt x="2267058" y="167187"/>
                </a:cubicBezTo>
                <a:cubicBezTo>
                  <a:pt x="2269439" y="160415"/>
                  <a:pt x="2269021" y="147074"/>
                  <a:pt x="2275637" y="154711"/>
                </a:cubicBezTo>
                <a:cubicBezTo>
                  <a:pt x="2275421" y="163739"/>
                  <a:pt x="2266624" y="160524"/>
                  <a:pt x="2273474" y="172923"/>
                </a:cubicBezTo>
                <a:cubicBezTo>
                  <a:pt x="2277215" y="158994"/>
                  <a:pt x="2277153" y="168639"/>
                  <a:pt x="2283460" y="168469"/>
                </a:cubicBezTo>
                <a:cubicBezTo>
                  <a:pt x="2284171" y="162394"/>
                  <a:pt x="2286073" y="156427"/>
                  <a:pt x="2285656" y="150228"/>
                </a:cubicBezTo>
                <a:cubicBezTo>
                  <a:pt x="2283645" y="151727"/>
                  <a:pt x="2274061" y="148403"/>
                  <a:pt x="2277694" y="141741"/>
                </a:cubicBezTo>
                <a:cubicBezTo>
                  <a:pt x="2282038" y="142854"/>
                  <a:pt x="2286151" y="151836"/>
                  <a:pt x="2290788" y="142729"/>
                </a:cubicBezTo>
                <a:cubicBezTo>
                  <a:pt x="2289599" y="133083"/>
                  <a:pt x="2280522" y="138850"/>
                  <a:pt x="2284557" y="131769"/>
                </a:cubicBezTo>
                <a:cubicBezTo>
                  <a:pt x="2287419" y="135417"/>
                  <a:pt x="2289412" y="128182"/>
                  <a:pt x="2289736" y="124302"/>
                </a:cubicBezTo>
                <a:cubicBezTo>
                  <a:pt x="2295735" y="131754"/>
                  <a:pt x="2297050" y="138865"/>
                  <a:pt x="2295627" y="145776"/>
                </a:cubicBezTo>
                <a:cubicBezTo>
                  <a:pt x="2300095" y="143859"/>
                  <a:pt x="2304222" y="151772"/>
                  <a:pt x="2308737" y="146764"/>
                </a:cubicBezTo>
                <a:cubicBezTo>
                  <a:pt x="2313576" y="154866"/>
                  <a:pt x="2313699" y="176014"/>
                  <a:pt x="2321228" y="168779"/>
                </a:cubicBezTo>
                <a:cubicBezTo>
                  <a:pt x="2329252" y="161498"/>
                  <a:pt x="2317224" y="152670"/>
                  <a:pt x="2326856" y="145558"/>
                </a:cubicBezTo>
                <a:cubicBezTo>
                  <a:pt x="2334246" y="154016"/>
                  <a:pt x="2320440" y="160787"/>
                  <a:pt x="2327798" y="169243"/>
                </a:cubicBezTo>
                <a:cubicBezTo>
                  <a:pt x="2340274" y="172937"/>
                  <a:pt x="2352719" y="177730"/>
                  <a:pt x="2365736" y="164327"/>
                </a:cubicBezTo>
                <a:cubicBezTo>
                  <a:pt x="2363757" y="181068"/>
                  <a:pt x="2376481" y="166059"/>
                  <a:pt x="2380392" y="168082"/>
                </a:cubicBezTo>
                <a:cubicBezTo>
                  <a:pt x="2385879" y="173200"/>
                  <a:pt x="2383747" y="190716"/>
                  <a:pt x="2391307" y="187347"/>
                </a:cubicBezTo>
                <a:cubicBezTo>
                  <a:pt x="2397058" y="177652"/>
                  <a:pt x="2404602" y="162224"/>
                  <a:pt x="2408667" y="157184"/>
                </a:cubicBezTo>
                <a:cubicBezTo>
                  <a:pt x="2409101" y="163167"/>
                  <a:pt x="2413043" y="167295"/>
                  <a:pt x="2418021" y="173617"/>
                </a:cubicBezTo>
                <a:cubicBezTo>
                  <a:pt x="2419753" y="186835"/>
                  <a:pt x="2406952" y="172861"/>
                  <a:pt x="2409440" y="186124"/>
                </a:cubicBezTo>
                <a:cubicBezTo>
                  <a:pt x="2417109" y="187145"/>
                  <a:pt x="2433310" y="191365"/>
                  <a:pt x="2435969" y="177652"/>
                </a:cubicBezTo>
                <a:cubicBezTo>
                  <a:pt x="2431610" y="172397"/>
                  <a:pt x="2424205" y="181348"/>
                  <a:pt x="2424731" y="168933"/>
                </a:cubicBezTo>
                <a:cubicBezTo>
                  <a:pt x="2439849" y="158437"/>
                  <a:pt x="2460796" y="181348"/>
                  <a:pt x="2470768" y="167232"/>
                </a:cubicBezTo>
                <a:cubicBezTo>
                  <a:pt x="2488284" y="177699"/>
                  <a:pt x="2497700" y="198276"/>
                  <a:pt x="2508243" y="178008"/>
                </a:cubicBezTo>
                <a:cubicBezTo>
                  <a:pt x="2511349" y="185181"/>
                  <a:pt x="2511288" y="195184"/>
                  <a:pt x="2517766" y="189294"/>
                </a:cubicBezTo>
                <a:cubicBezTo>
                  <a:pt x="2516188" y="184795"/>
                  <a:pt x="2517240" y="180467"/>
                  <a:pt x="2513235" y="175797"/>
                </a:cubicBezTo>
                <a:cubicBezTo>
                  <a:pt x="2516669" y="170850"/>
                  <a:pt x="2520100" y="165796"/>
                  <a:pt x="2523532" y="160848"/>
                </a:cubicBezTo>
                <a:cubicBezTo>
                  <a:pt x="2524753" y="186371"/>
                  <a:pt x="2545285" y="154866"/>
                  <a:pt x="2546166" y="173093"/>
                </a:cubicBezTo>
                <a:cubicBezTo>
                  <a:pt x="2541343" y="166322"/>
                  <a:pt x="2538158" y="176076"/>
                  <a:pt x="2539316" y="183079"/>
                </a:cubicBezTo>
                <a:cubicBezTo>
                  <a:pt x="2544929" y="178318"/>
                  <a:pt x="2549875" y="195540"/>
                  <a:pt x="2555703" y="184378"/>
                </a:cubicBezTo>
                <a:cubicBezTo>
                  <a:pt x="2552905" y="170464"/>
                  <a:pt x="2561579" y="179756"/>
                  <a:pt x="2567577" y="172134"/>
                </a:cubicBezTo>
                <a:cubicBezTo>
                  <a:pt x="2574735" y="177946"/>
                  <a:pt x="2563217" y="182322"/>
                  <a:pt x="2570390" y="188119"/>
                </a:cubicBezTo>
                <a:cubicBezTo>
                  <a:pt x="2572044" y="186790"/>
                  <a:pt x="2573806" y="183295"/>
                  <a:pt x="2575368" y="185847"/>
                </a:cubicBezTo>
                <a:cubicBezTo>
                  <a:pt x="2574349" y="197952"/>
                  <a:pt x="2557233" y="191320"/>
                  <a:pt x="2561470" y="211030"/>
                </a:cubicBezTo>
                <a:cubicBezTo>
                  <a:pt x="2570560" y="198013"/>
                  <a:pt x="2585463" y="228283"/>
                  <a:pt x="2589731" y="200115"/>
                </a:cubicBezTo>
                <a:cubicBezTo>
                  <a:pt x="2593085" y="204769"/>
                  <a:pt x="2591230" y="209021"/>
                  <a:pt x="2594260" y="213596"/>
                </a:cubicBezTo>
                <a:cubicBezTo>
                  <a:pt x="2599702" y="203068"/>
                  <a:pt x="2608807" y="214523"/>
                  <a:pt x="2609410" y="201662"/>
                </a:cubicBezTo>
                <a:cubicBezTo>
                  <a:pt x="2605822" y="193715"/>
                  <a:pt x="2601510" y="209175"/>
                  <a:pt x="2598001" y="198120"/>
                </a:cubicBezTo>
                <a:cubicBezTo>
                  <a:pt x="2612085" y="186944"/>
                  <a:pt x="2619443" y="194767"/>
                  <a:pt x="2626570" y="176709"/>
                </a:cubicBezTo>
                <a:cubicBezTo>
                  <a:pt x="2630312" y="184873"/>
                  <a:pt x="2623942" y="192247"/>
                  <a:pt x="2627483" y="200409"/>
                </a:cubicBezTo>
                <a:cubicBezTo>
                  <a:pt x="2620062" y="185182"/>
                  <a:pt x="2610384" y="204413"/>
                  <a:pt x="2613909" y="215096"/>
                </a:cubicBezTo>
                <a:cubicBezTo>
                  <a:pt x="2621824" y="206685"/>
                  <a:pt x="2629338" y="212066"/>
                  <a:pt x="2637192" y="206439"/>
                </a:cubicBezTo>
                <a:cubicBezTo>
                  <a:pt x="2636789" y="201105"/>
                  <a:pt x="2635258" y="195741"/>
                  <a:pt x="2631069" y="190207"/>
                </a:cubicBezTo>
                <a:cubicBezTo>
                  <a:pt x="2637531" y="176633"/>
                  <a:pt x="2643328" y="184130"/>
                  <a:pt x="2649529" y="178472"/>
                </a:cubicBezTo>
                <a:cubicBezTo>
                  <a:pt x="2655975" y="185104"/>
                  <a:pt x="2651647" y="190917"/>
                  <a:pt x="2653871" y="197224"/>
                </a:cubicBezTo>
                <a:cubicBezTo>
                  <a:pt x="2666642" y="177761"/>
                  <a:pt x="2688456" y="198786"/>
                  <a:pt x="2700421" y="179786"/>
                </a:cubicBezTo>
                <a:cubicBezTo>
                  <a:pt x="2701781" y="187809"/>
                  <a:pt x="2697576" y="195370"/>
                  <a:pt x="2698040" y="203300"/>
                </a:cubicBezTo>
                <a:cubicBezTo>
                  <a:pt x="2708737" y="208696"/>
                  <a:pt x="2702198" y="186156"/>
                  <a:pt x="2711473" y="193823"/>
                </a:cubicBezTo>
                <a:cubicBezTo>
                  <a:pt x="2709557" y="197146"/>
                  <a:pt x="2707903" y="200549"/>
                  <a:pt x="2711149" y="204320"/>
                </a:cubicBezTo>
                <a:cubicBezTo>
                  <a:pt x="2714551" y="200982"/>
                  <a:pt x="2720967" y="196729"/>
                  <a:pt x="2721460" y="189325"/>
                </a:cubicBezTo>
                <a:cubicBezTo>
                  <a:pt x="2716546" y="188984"/>
                  <a:pt x="2711644" y="188505"/>
                  <a:pt x="2706805" y="185584"/>
                </a:cubicBezTo>
                <a:cubicBezTo>
                  <a:pt x="2709450" y="180514"/>
                  <a:pt x="2708043" y="175148"/>
                  <a:pt x="2704008" y="169629"/>
                </a:cubicBezTo>
                <a:cubicBezTo>
                  <a:pt x="2715077" y="165393"/>
                  <a:pt x="2725836" y="171639"/>
                  <a:pt x="2736797" y="172165"/>
                </a:cubicBezTo>
                <a:cubicBezTo>
                  <a:pt x="2746878" y="164141"/>
                  <a:pt x="2740909" y="154959"/>
                  <a:pt x="2740831" y="146161"/>
                </a:cubicBezTo>
                <a:cubicBezTo>
                  <a:pt x="2750880" y="155499"/>
                  <a:pt x="2743336" y="155035"/>
                  <a:pt x="2750046" y="167898"/>
                </a:cubicBezTo>
                <a:cubicBezTo>
                  <a:pt x="2735266" y="187053"/>
                  <a:pt x="2728603" y="176029"/>
                  <a:pt x="2716762" y="181085"/>
                </a:cubicBezTo>
                <a:cubicBezTo>
                  <a:pt x="2720704" y="184370"/>
                  <a:pt x="2722114" y="186924"/>
                  <a:pt x="2723417" y="189472"/>
                </a:cubicBezTo>
                <a:lnTo>
                  <a:pt x="2729422" y="197811"/>
                </a:lnTo>
                <a:lnTo>
                  <a:pt x="2729407" y="197812"/>
                </a:lnTo>
                <a:lnTo>
                  <a:pt x="2729415" y="197840"/>
                </a:lnTo>
                <a:lnTo>
                  <a:pt x="2725057" y="211178"/>
                </a:lnTo>
                <a:cubicBezTo>
                  <a:pt x="2723610" y="214663"/>
                  <a:pt x="2722652" y="218435"/>
                  <a:pt x="2723626" y="226272"/>
                </a:cubicBezTo>
                <a:cubicBezTo>
                  <a:pt x="2720379" y="219841"/>
                  <a:pt x="2708460" y="227540"/>
                  <a:pt x="2710362" y="230508"/>
                </a:cubicBezTo>
                <a:cubicBezTo>
                  <a:pt x="2716082" y="244314"/>
                  <a:pt x="2730366" y="228639"/>
                  <a:pt x="2727212" y="216008"/>
                </a:cubicBezTo>
                <a:cubicBezTo>
                  <a:pt x="2731340" y="228345"/>
                  <a:pt x="2744511" y="219564"/>
                  <a:pt x="2743769" y="212097"/>
                </a:cubicBezTo>
                <a:cubicBezTo>
                  <a:pt x="2740291" y="201027"/>
                  <a:pt x="2735946" y="216534"/>
                  <a:pt x="2732361" y="208541"/>
                </a:cubicBezTo>
                <a:lnTo>
                  <a:pt x="2729415" y="197840"/>
                </a:lnTo>
                <a:lnTo>
                  <a:pt x="2729423" y="197812"/>
                </a:lnTo>
                <a:lnTo>
                  <a:pt x="2729422" y="197811"/>
                </a:lnTo>
                <a:lnTo>
                  <a:pt x="2751913" y="195401"/>
                </a:lnTo>
                <a:cubicBezTo>
                  <a:pt x="2776359" y="199536"/>
                  <a:pt x="2803262" y="215849"/>
                  <a:pt x="2802345" y="177204"/>
                </a:cubicBezTo>
                <a:cubicBezTo>
                  <a:pt x="2804124" y="186774"/>
                  <a:pt x="2792482" y="185923"/>
                  <a:pt x="2795775" y="176709"/>
                </a:cubicBezTo>
                <a:cubicBezTo>
                  <a:pt x="2798218" y="176060"/>
                  <a:pt x="2808545" y="178874"/>
                  <a:pt x="2805762" y="172242"/>
                </a:cubicBezTo>
                <a:cubicBezTo>
                  <a:pt x="2797630" y="169675"/>
                  <a:pt x="2789127" y="178332"/>
                  <a:pt x="2780609" y="188676"/>
                </a:cubicBezTo>
                <a:cubicBezTo>
                  <a:pt x="2774086" y="168779"/>
                  <a:pt x="2766325" y="190283"/>
                  <a:pt x="2759539" y="179199"/>
                </a:cubicBezTo>
                <a:cubicBezTo>
                  <a:pt x="2763697" y="168748"/>
                  <a:pt x="2767128" y="181147"/>
                  <a:pt x="2771102" y="177453"/>
                </a:cubicBezTo>
                <a:cubicBezTo>
                  <a:pt x="2770715" y="171314"/>
                  <a:pt x="2772663" y="165285"/>
                  <a:pt x="2770004" y="158977"/>
                </a:cubicBezTo>
                <a:cubicBezTo>
                  <a:pt x="2778522" y="153118"/>
                  <a:pt x="2776991" y="141601"/>
                  <a:pt x="2785000" y="152237"/>
                </a:cubicBezTo>
                <a:cubicBezTo>
                  <a:pt x="2784923" y="163398"/>
                  <a:pt x="2770407" y="162998"/>
                  <a:pt x="2777657" y="177931"/>
                </a:cubicBezTo>
                <a:cubicBezTo>
                  <a:pt x="2786407" y="162735"/>
                  <a:pt x="2796038" y="156134"/>
                  <a:pt x="2793441" y="145034"/>
                </a:cubicBezTo>
                <a:cubicBezTo>
                  <a:pt x="2791261" y="136948"/>
                  <a:pt x="2780548" y="147754"/>
                  <a:pt x="2783917" y="133778"/>
                </a:cubicBezTo>
                <a:cubicBezTo>
                  <a:pt x="2786592" y="136221"/>
                  <a:pt x="2789314" y="136144"/>
                  <a:pt x="2792204" y="131769"/>
                </a:cubicBezTo>
                <a:cubicBezTo>
                  <a:pt x="2795993" y="150955"/>
                  <a:pt x="2812240" y="138232"/>
                  <a:pt x="2807633" y="164543"/>
                </a:cubicBezTo>
                <a:cubicBezTo>
                  <a:pt x="2813724" y="149825"/>
                  <a:pt x="2838614" y="135417"/>
                  <a:pt x="2847442" y="151867"/>
                </a:cubicBezTo>
                <a:cubicBezTo>
                  <a:pt x="2846080" y="148233"/>
                  <a:pt x="2846946" y="144785"/>
                  <a:pt x="2847797" y="141323"/>
                </a:cubicBezTo>
                <a:cubicBezTo>
                  <a:pt x="2849868" y="144430"/>
                  <a:pt x="2852003" y="147105"/>
                  <a:pt x="2854336" y="141864"/>
                </a:cubicBezTo>
                <a:cubicBezTo>
                  <a:pt x="2857057" y="149069"/>
                  <a:pt x="2856855" y="156040"/>
                  <a:pt x="2853687" y="162811"/>
                </a:cubicBezTo>
                <a:cubicBezTo>
                  <a:pt x="2845092" y="157679"/>
                  <a:pt x="2836233" y="160771"/>
                  <a:pt x="2827467" y="160771"/>
                </a:cubicBezTo>
                <a:cubicBezTo>
                  <a:pt x="2829772" y="167078"/>
                  <a:pt x="2822026" y="172613"/>
                  <a:pt x="2828566" y="179230"/>
                </a:cubicBezTo>
                <a:cubicBezTo>
                  <a:pt x="2834456" y="162967"/>
                  <a:pt x="2852233" y="180528"/>
                  <a:pt x="2863534" y="163555"/>
                </a:cubicBezTo>
                <a:cubicBezTo>
                  <a:pt x="2859407" y="156999"/>
                  <a:pt x="2855358" y="159750"/>
                  <a:pt x="2859005" y="150057"/>
                </a:cubicBezTo>
                <a:cubicBezTo>
                  <a:pt x="2869287" y="145558"/>
                  <a:pt x="2889862" y="161342"/>
                  <a:pt x="2890527" y="139406"/>
                </a:cubicBezTo>
                <a:cubicBezTo>
                  <a:pt x="2892691" y="151495"/>
                  <a:pt x="2895164" y="165254"/>
                  <a:pt x="2905075" y="148434"/>
                </a:cubicBezTo>
                <a:cubicBezTo>
                  <a:pt x="2908413" y="153057"/>
                  <a:pt x="2906574" y="157231"/>
                  <a:pt x="2909589" y="161915"/>
                </a:cubicBezTo>
                <a:cubicBezTo>
                  <a:pt x="2905971" y="173385"/>
                  <a:pt x="2903234" y="154911"/>
                  <a:pt x="2899602" y="166367"/>
                </a:cubicBezTo>
                <a:cubicBezTo>
                  <a:pt x="2910718" y="181147"/>
                  <a:pt x="2894408" y="170681"/>
                  <a:pt x="2897545" y="179353"/>
                </a:cubicBezTo>
                <a:cubicBezTo>
                  <a:pt x="2901689" y="187501"/>
                  <a:pt x="2906326" y="179199"/>
                  <a:pt x="2910686" y="180327"/>
                </a:cubicBezTo>
                <a:cubicBezTo>
                  <a:pt x="2905229" y="164898"/>
                  <a:pt x="2917596" y="167047"/>
                  <a:pt x="2913175" y="151666"/>
                </a:cubicBezTo>
                <a:cubicBezTo>
                  <a:pt x="2915741" y="161993"/>
                  <a:pt x="2929284" y="175441"/>
                  <a:pt x="2932701" y="158437"/>
                </a:cubicBezTo>
                <a:cubicBezTo>
                  <a:pt x="2935236" y="164157"/>
                  <a:pt x="2938065" y="161683"/>
                  <a:pt x="2940631" y="166955"/>
                </a:cubicBezTo>
                <a:cubicBezTo>
                  <a:pt x="2943507" y="187809"/>
                  <a:pt x="2920487" y="176602"/>
                  <a:pt x="2928296" y="194891"/>
                </a:cubicBezTo>
                <a:cubicBezTo>
                  <a:pt x="2906312" y="181301"/>
                  <a:pt x="2890542" y="196760"/>
                  <a:pt x="2870692" y="198322"/>
                </a:cubicBezTo>
                <a:cubicBezTo>
                  <a:pt x="2877619" y="216442"/>
                  <a:pt x="2887713" y="190176"/>
                  <a:pt x="2890032" y="210272"/>
                </a:cubicBezTo>
                <a:cubicBezTo>
                  <a:pt x="2897237" y="206129"/>
                  <a:pt x="2897917" y="202681"/>
                  <a:pt x="2898782" y="192571"/>
                </a:cubicBezTo>
                <a:cubicBezTo>
                  <a:pt x="2910562" y="202219"/>
                  <a:pt x="2904210" y="193190"/>
                  <a:pt x="2904859" y="208820"/>
                </a:cubicBezTo>
                <a:cubicBezTo>
                  <a:pt x="2911010" y="203423"/>
                  <a:pt x="2915154" y="210659"/>
                  <a:pt x="2913469" y="196329"/>
                </a:cubicBezTo>
                <a:cubicBezTo>
                  <a:pt x="2924491" y="199111"/>
                  <a:pt x="2911010" y="217523"/>
                  <a:pt x="2912526" y="227772"/>
                </a:cubicBezTo>
                <a:cubicBezTo>
                  <a:pt x="2920395" y="220043"/>
                  <a:pt x="2927583" y="236661"/>
                  <a:pt x="2935453" y="229551"/>
                </a:cubicBezTo>
                <a:cubicBezTo>
                  <a:pt x="2934061" y="224201"/>
                  <a:pt x="2934077" y="218915"/>
                  <a:pt x="2932625" y="213566"/>
                </a:cubicBezTo>
                <a:cubicBezTo>
                  <a:pt x="2928511" y="223908"/>
                  <a:pt x="2924877" y="216966"/>
                  <a:pt x="2920935" y="220538"/>
                </a:cubicBezTo>
                <a:cubicBezTo>
                  <a:pt x="2916777" y="215560"/>
                  <a:pt x="2917487" y="197921"/>
                  <a:pt x="2923147" y="202311"/>
                </a:cubicBezTo>
                <a:cubicBezTo>
                  <a:pt x="2919174" y="204382"/>
                  <a:pt x="2918757" y="218636"/>
                  <a:pt x="2922823" y="212824"/>
                </a:cubicBezTo>
                <a:cubicBezTo>
                  <a:pt x="2927306" y="207907"/>
                  <a:pt x="2929192" y="202790"/>
                  <a:pt x="2929872" y="197596"/>
                </a:cubicBezTo>
                <a:cubicBezTo>
                  <a:pt x="2935376" y="198693"/>
                  <a:pt x="2949134" y="208974"/>
                  <a:pt x="2949506" y="199172"/>
                </a:cubicBezTo>
                <a:cubicBezTo>
                  <a:pt x="2944327" y="189340"/>
                  <a:pt x="2938467" y="202387"/>
                  <a:pt x="2933304" y="192602"/>
                </a:cubicBezTo>
                <a:cubicBezTo>
                  <a:pt x="2938205" y="179941"/>
                  <a:pt x="2944883" y="193467"/>
                  <a:pt x="2945161" y="180436"/>
                </a:cubicBezTo>
                <a:cubicBezTo>
                  <a:pt x="2948222" y="203501"/>
                  <a:pt x="2977271" y="202295"/>
                  <a:pt x="2976405" y="180203"/>
                </a:cubicBezTo>
                <a:cubicBezTo>
                  <a:pt x="2983408" y="187717"/>
                  <a:pt x="2979991" y="200781"/>
                  <a:pt x="2987474" y="194194"/>
                </a:cubicBezTo>
                <a:cubicBezTo>
                  <a:pt x="2989530" y="189958"/>
                  <a:pt x="2987784" y="185428"/>
                  <a:pt x="2989514" y="181224"/>
                </a:cubicBezTo>
                <a:cubicBezTo>
                  <a:pt x="2994508" y="189664"/>
                  <a:pt x="2995404" y="178998"/>
                  <a:pt x="2997941" y="173989"/>
                </a:cubicBezTo>
                <a:cubicBezTo>
                  <a:pt x="3003319" y="177405"/>
                  <a:pt x="3008591" y="183604"/>
                  <a:pt x="3013988" y="185738"/>
                </a:cubicBezTo>
                <a:cubicBezTo>
                  <a:pt x="3007734" y="190817"/>
                  <a:pt x="3001450" y="196610"/>
                  <a:pt x="2996220" y="203536"/>
                </a:cubicBezTo>
                <a:lnTo>
                  <a:pt x="2991842" y="212951"/>
                </a:lnTo>
                <a:lnTo>
                  <a:pt x="2991803" y="212900"/>
                </a:lnTo>
                <a:lnTo>
                  <a:pt x="2991774" y="213099"/>
                </a:lnTo>
                <a:lnTo>
                  <a:pt x="2984784" y="228129"/>
                </a:lnTo>
                <a:cubicBezTo>
                  <a:pt x="2988255" y="228515"/>
                  <a:pt x="2989596" y="226420"/>
                  <a:pt x="2990276" y="223373"/>
                </a:cubicBezTo>
                <a:lnTo>
                  <a:pt x="2991774" y="213099"/>
                </a:lnTo>
                <a:lnTo>
                  <a:pt x="2991842" y="212951"/>
                </a:lnTo>
                <a:lnTo>
                  <a:pt x="2996150" y="218491"/>
                </a:lnTo>
                <a:cubicBezTo>
                  <a:pt x="3000602" y="220655"/>
                  <a:pt x="3005295" y="214872"/>
                  <a:pt x="3009596" y="222176"/>
                </a:cubicBezTo>
                <a:cubicBezTo>
                  <a:pt x="3006056" y="228051"/>
                  <a:pt x="3009859" y="234451"/>
                  <a:pt x="3013972" y="240914"/>
                </a:cubicBezTo>
                <a:cubicBezTo>
                  <a:pt x="3021345" y="225144"/>
                  <a:pt x="3027685" y="243449"/>
                  <a:pt x="3030344" y="242165"/>
                </a:cubicBezTo>
                <a:cubicBezTo>
                  <a:pt x="3032678" y="237991"/>
                  <a:pt x="3037255" y="233956"/>
                  <a:pt x="3035662" y="229442"/>
                </a:cubicBezTo>
                <a:cubicBezTo>
                  <a:pt x="3033326" y="226985"/>
                  <a:pt x="3022660" y="235780"/>
                  <a:pt x="3025999" y="223474"/>
                </a:cubicBezTo>
                <a:cubicBezTo>
                  <a:pt x="3028365" y="225298"/>
                  <a:pt x="3039048" y="216148"/>
                  <a:pt x="3036141" y="213720"/>
                </a:cubicBezTo>
                <a:cubicBezTo>
                  <a:pt x="3033049" y="219455"/>
                  <a:pt x="3022103" y="215776"/>
                  <a:pt x="3024901" y="204953"/>
                </a:cubicBezTo>
                <a:cubicBezTo>
                  <a:pt x="3033713" y="188103"/>
                  <a:pt x="3041335" y="205124"/>
                  <a:pt x="3046777" y="188288"/>
                </a:cubicBezTo>
                <a:cubicBezTo>
                  <a:pt x="3050364" y="192988"/>
                  <a:pt x="3047580" y="197132"/>
                  <a:pt x="3048030" y="201522"/>
                </a:cubicBezTo>
                <a:cubicBezTo>
                  <a:pt x="3055342" y="199899"/>
                  <a:pt x="3068807" y="208092"/>
                  <a:pt x="3071296" y="192818"/>
                </a:cubicBezTo>
                <a:cubicBezTo>
                  <a:pt x="3083695" y="209298"/>
                  <a:pt x="3087806" y="188660"/>
                  <a:pt x="3099401" y="187129"/>
                </a:cubicBezTo>
                <a:cubicBezTo>
                  <a:pt x="3099031" y="187145"/>
                  <a:pt x="3107270" y="201399"/>
                  <a:pt x="3107656" y="185165"/>
                </a:cubicBezTo>
                <a:cubicBezTo>
                  <a:pt x="3113515" y="190809"/>
                  <a:pt x="3109281" y="195756"/>
                  <a:pt x="3113747" y="201352"/>
                </a:cubicBezTo>
                <a:cubicBezTo>
                  <a:pt x="3117211" y="185089"/>
                  <a:pt x="3131882" y="200115"/>
                  <a:pt x="3140307" y="192943"/>
                </a:cubicBezTo>
                <a:cubicBezTo>
                  <a:pt x="3137665" y="197952"/>
                  <a:pt x="3139086" y="203330"/>
                  <a:pt x="3143105" y="208896"/>
                </a:cubicBezTo>
                <a:cubicBezTo>
                  <a:pt x="3151578" y="216148"/>
                  <a:pt x="3146337" y="198956"/>
                  <a:pt x="3151546" y="201631"/>
                </a:cubicBezTo>
                <a:cubicBezTo>
                  <a:pt x="3150016" y="205882"/>
                  <a:pt x="3150016" y="210289"/>
                  <a:pt x="3152783" y="214895"/>
                </a:cubicBezTo>
                <a:cubicBezTo>
                  <a:pt x="3156477" y="201785"/>
                  <a:pt x="3159121" y="222702"/>
                  <a:pt x="3162616" y="215636"/>
                </a:cubicBezTo>
                <a:cubicBezTo>
                  <a:pt x="3167053" y="210767"/>
                  <a:pt x="3160034" y="204923"/>
                  <a:pt x="3163095" y="199945"/>
                </a:cubicBezTo>
                <a:cubicBezTo>
                  <a:pt x="3173853" y="206223"/>
                  <a:pt x="3185342" y="189107"/>
                  <a:pt x="3196054" y="197225"/>
                </a:cubicBezTo>
                <a:cubicBezTo>
                  <a:pt x="3193009" y="201338"/>
                  <a:pt x="3192855" y="205712"/>
                  <a:pt x="3193999" y="210210"/>
                </a:cubicBezTo>
                <a:cubicBezTo>
                  <a:pt x="3202810" y="199002"/>
                  <a:pt x="3208639" y="198013"/>
                  <a:pt x="3208685" y="213983"/>
                </a:cubicBezTo>
                <a:cubicBezTo>
                  <a:pt x="3220450" y="206562"/>
                  <a:pt x="3235261" y="196962"/>
                  <a:pt x="3241444" y="216487"/>
                </a:cubicBezTo>
                <a:cubicBezTo>
                  <a:pt x="3247256" y="205944"/>
                  <a:pt x="3252421" y="216255"/>
                  <a:pt x="3258017" y="212530"/>
                </a:cubicBezTo>
                <a:cubicBezTo>
                  <a:pt x="3259562" y="203641"/>
                  <a:pt x="3263876" y="206515"/>
                  <a:pt x="3266782" y="194843"/>
                </a:cubicBezTo>
                <a:cubicBezTo>
                  <a:pt x="3269812" y="205062"/>
                  <a:pt x="3269968" y="207521"/>
                  <a:pt x="3276306" y="206098"/>
                </a:cubicBezTo>
                <a:cubicBezTo>
                  <a:pt x="3275981" y="217152"/>
                  <a:pt x="3267772" y="212561"/>
                  <a:pt x="3262855" y="215544"/>
                </a:cubicBezTo>
                <a:cubicBezTo>
                  <a:pt x="3267215" y="226366"/>
                  <a:pt x="3261185" y="236399"/>
                  <a:pt x="3258619" y="246742"/>
                </a:cubicBezTo>
                <a:cubicBezTo>
                  <a:pt x="3265391" y="250344"/>
                  <a:pt x="3272254" y="251813"/>
                  <a:pt x="3275301" y="237481"/>
                </a:cubicBezTo>
                <a:cubicBezTo>
                  <a:pt x="3285056" y="241872"/>
                  <a:pt x="3294501" y="255430"/>
                  <a:pt x="3304998" y="234574"/>
                </a:cubicBezTo>
                <a:cubicBezTo>
                  <a:pt x="3311151" y="238130"/>
                  <a:pt x="3303081" y="253019"/>
                  <a:pt x="3309497" y="248024"/>
                </a:cubicBezTo>
                <a:cubicBezTo>
                  <a:pt x="3311229" y="245582"/>
                  <a:pt x="3310286" y="242831"/>
                  <a:pt x="3311383" y="240279"/>
                </a:cubicBezTo>
                <a:cubicBezTo>
                  <a:pt x="3324879" y="258676"/>
                  <a:pt x="3351315" y="237914"/>
                  <a:pt x="3370238" y="250126"/>
                </a:cubicBezTo>
                <a:cubicBezTo>
                  <a:pt x="3362863" y="237991"/>
                  <a:pt x="3362693" y="241424"/>
                  <a:pt x="3357777" y="228144"/>
                </a:cubicBezTo>
                <a:cubicBezTo>
                  <a:pt x="3354113" y="239616"/>
                  <a:pt x="3351424" y="221171"/>
                  <a:pt x="3347775" y="232612"/>
                </a:cubicBezTo>
                <a:cubicBezTo>
                  <a:pt x="3349336" y="235951"/>
                  <a:pt x="3352692" y="233292"/>
                  <a:pt x="3350867" y="238099"/>
                </a:cubicBezTo>
                <a:cubicBezTo>
                  <a:pt x="3334464" y="243758"/>
                  <a:pt x="3328342" y="228267"/>
                  <a:pt x="3313238" y="232565"/>
                </a:cubicBezTo>
                <a:cubicBezTo>
                  <a:pt x="3317706" y="227603"/>
                  <a:pt x="3325220" y="227788"/>
                  <a:pt x="3317010" y="217105"/>
                </a:cubicBezTo>
                <a:cubicBezTo>
                  <a:pt x="3323734" y="209530"/>
                  <a:pt x="3327585" y="212298"/>
                  <a:pt x="3329949" y="223382"/>
                </a:cubicBezTo>
                <a:cubicBezTo>
                  <a:pt x="3334495" y="218496"/>
                  <a:pt x="3351980" y="205835"/>
                  <a:pt x="3361489" y="212684"/>
                </a:cubicBezTo>
                <a:cubicBezTo>
                  <a:pt x="3358937" y="216842"/>
                  <a:pt x="3355319" y="220939"/>
                  <a:pt x="3359463" y="225670"/>
                </a:cubicBezTo>
                <a:cubicBezTo>
                  <a:pt x="3363621" y="232458"/>
                  <a:pt x="3368383" y="220801"/>
                  <a:pt x="3372726" y="221450"/>
                </a:cubicBezTo>
                <a:cubicBezTo>
                  <a:pt x="3371165" y="218697"/>
                  <a:pt x="3369620" y="215977"/>
                  <a:pt x="3368073" y="213210"/>
                </a:cubicBezTo>
                <a:cubicBezTo>
                  <a:pt x="3383857" y="215404"/>
                  <a:pt x="3399843" y="212312"/>
                  <a:pt x="3415812" y="209021"/>
                </a:cubicBezTo>
                <a:cubicBezTo>
                  <a:pt x="3421640" y="214740"/>
                  <a:pt x="3417437" y="219671"/>
                  <a:pt x="3421889" y="225253"/>
                </a:cubicBezTo>
                <a:cubicBezTo>
                  <a:pt x="3424192" y="221960"/>
                  <a:pt x="3426495" y="218590"/>
                  <a:pt x="3428767" y="215281"/>
                </a:cubicBezTo>
                <a:cubicBezTo>
                  <a:pt x="3432354" y="219920"/>
                  <a:pt x="3429556" y="224078"/>
                  <a:pt x="3430004" y="228484"/>
                </a:cubicBezTo>
                <a:cubicBezTo>
                  <a:pt x="3433451" y="223599"/>
                  <a:pt x="3436467" y="232828"/>
                  <a:pt x="3440007" y="224031"/>
                </a:cubicBezTo>
                <a:cubicBezTo>
                  <a:pt x="3438429" y="220446"/>
                  <a:pt x="3435276" y="216674"/>
                  <a:pt x="3437038" y="213333"/>
                </a:cubicBezTo>
                <a:cubicBezTo>
                  <a:pt x="3441862" y="217693"/>
                  <a:pt x="3447041" y="209777"/>
                  <a:pt x="3451740" y="217060"/>
                </a:cubicBezTo>
                <a:cubicBezTo>
                  <a:pt x="3449190" y="221218"/>
                  <a:pt x="3445556" y="225315"/>
                  <a:pt x="3449700" y="230015"/>
                </a:cubicBezTo>
                <a:cubicBezTo>
                  <a:pt x="3453194" y="222919"/>
                  <a:pt x="3456270" y="229627"/>
                  <a:pt x="3459826" y="220351"/>
                </a:cubicBezTo>
                <a:cubicBezTo>
                  <a:pt x="3457058" y="215714"/>
                  <a:pt x="3457167" y="211339"/>
                  <a:pt x="3458589" y="207104"/>
                </a:cubicBezTo>
                <a:cubicBezTo>
                  <a:pt x="3467230" y="229458"/>
                  <a:pt x="3477249" y="206145"/>
                  <a:pt x="3486369" y="211881"/>
                </a:cubicBezTo>
                <a:cubicBezTo>
                  <a:pt x="3487483" y="217245"/>
                  <a:pt x="3480000" y="221913"/>
                  <a:pt x="3482628" y="227340"/>
                </a:cubicBezTo>
                <a:cubicBezTo>
                  <a:pt x="3503051" y="243494"/>
                  <a:pt x="3534357" y="213658"/>
                  <a:pt x="3559262" y="246402"/>
                </a:cubicBezTo>
                <a:cubicBezTo>
                  <a:pt x="3561828" y="242243"/>
                  <a:pt x="3556618" y="237450"/>
                  <a:pt x="3561302" y="233462"/>
                </a:cubicBezTo>
                <a:cubicBezTo>
                  <a:pt x="3569837" y="234188"/>
                  <a:pt x="3559741" y="239646"/>
                  <a:pt x="3565801" y="246896"/>
                </a:cubicBezTo>
                <a:cubicBezTo>
                  <a:pt x="3574397" y="247529"/>
                  <a:pt x="3564672" y="240511"/>
                  <a:pt x="3571135" y="234235"/>
                </a:cubicBezTo>
                <a:cubicBezTo>
                  <a:pt x="3575618" y="239815"/>
                  <a:pt x="3571412" y="244748"/>
                  <a:pt x="3577241" y="250437"/>
                </a:cubicBezTo>
                <a:cubicBezTo>
                  <a:pt x="3584569" y="242800"/>
                  <a:pt x="3591387" y="252926"/>
                  <a:pt x="3598792" y="244269"/>
                </a:cubicBezTo>
                <a:cubicBezTo>
                  <a:pt x="3595979" y="239646"/>
                  <a:pt x="3596086" y="235301"/>
                  <a:pt x="3597540" y="231034"/>
                </a:cubicBezTo>
                <a:cubicBezTo>
                  <a:pt x="3599642" y="233801"/>
                  <a:pt x="3601945" y="230077"/>
                  <a:pt x="3604265" y="226305"/>
                </a:cubicBezTo>
                <a:cubicBezTo>
                  <a:pt x="3615720" y="243063"/>
                  <a:pt x="3623574" y="222424"/>
                  <a:pt x="3632030" y="231081"/>
                </a:cubicBezTo>
                <a:cubicBezTo>
                  <a:pt x="3631071" y="247082"/>
                  <a:pt x="3620961" y="235688"/>
                  <a:pt x="3615317" y="240310"/>
                </a:cubicBezTo>
                <a:cubicBezTo>
                  <a:pt x="3616895" y="243077"/>
                  <a:pt x="3615798" y="245613"/>
                  <a:pt x="3616741" y="248287"/>
                </a:cubicBezTo>
                <a:cubicBezTo>
                  <a:pt x="3628784" y="247624"/>
                  <a:pt x="3640780" y="250050"/>
                  <a:pt x="3652778" y="251055"/>
                </a:cubicBezTo>
                <a:cubicBezTo>
                  <a:pt x="3645897" y="242876"/>
                  <a:pt x="3638956" y="238516"/>
                  <a:pt x="3631720" y="241563"/>
                </a:cubicBezTo>
                <a:cubicBezTo>
                  <a:pt x="3635570" y="237481"/>
                  <a:pt x="3633020" y="232921"/>
                  <a:pt x="3633777" y="228622"/>
                </a:cubicBezTo>
                <a:cubicBezTo>
                  <a:pt x="3645403" y="245118"/>
                  <a:pt x="3641522" y="226892"/>
                  <a:pt x="3650134" y="229859"/>
                </a:cubicBezTo>
                <a:cubicBezTo>
                  <a:pt x="3652546" y="237296"/>
                  <a:pt x="3659672" y="248164"/>
                  <a:pt x="3666072" y="246880"/>
                </a:cubicBezTo>
                <a:cubicBezTo>
                  <a:pt x="3663985" y="234344"/>
                  <a:pt x="3661497" y="234050"/>
                  <a:pt x="3660136" y="225407"/>
                </a:cubicBezTo>
                <a:cubicBezTo>
                  <a:pt x="3664773" y="234157"/>
                  <a:pt x="3669984" y="225407"/>
                  <a:pt x="3674483" y="239615"/>
                </a:cubicBezTo>
                <a:cubicBezTo>
                  <a:pt x="3675596" y="229691"/>
                  <a:pt x="3686464" y="225948"/>
                  <a:pt x="3687592" y="240651"/>
                </a:cubicBezTo>
                <a:cubicBezTo>
                  <a:pt x="3700656" y="225623"/>
                  <a:pt x="3713022" y="233647"/>
                  <a:pt x="3725560" y="235704"/>
                </a:cubicBezTo>
                <a:cubicBezTo>
                  <a:pt x="3733120" y="231638"/>
                  <a:pt x="3732054" y="213859"/>
                  <a:pt x="3737572" y="218235"/>
                </a:cubicBezTo>
                <a:cubicBezTo>
                  <a:pt x="3733845" y="233183"/>
                  <a:pt x="3744097" y="222438"/>
                  <a:pt x="3746739" y="239971"/>
                </a:cubicBezTo>
                <a:cubicBezTo>
                  <a:pt x="3759293" y="215513"/>
                  <a:pt x="3776423" y="235967"/>
                  <a:pt x="3783797" y="211355"/>
                </a:cubicBezTo>
                <a:cubicBezTo>
                  <a:pt x="3788419" y="220894"/>
                  <a:pt x="3793722" y="208649"/>
                  <a:pt x="3798607" y="209855"/>
                </a:cubicBezTo>
                <a:cubicBezTo>
                  <a:pt x="3790908" y="240187"/>
                  <a:pt x="3830732" y="219301"/>
                  <a:pt x="3839667" y="210396"/>
                </a:cubicBezTo>
                <a:cubicBezTo>
                  <a:pt x="3842620" y="227772"/>
                  <a:pt x="3827548" y="219764"/>
                  <a:pt x="3827641" y="227866"/>
                </a:cubicBezTo>
                <a:cubicBezTo>
                  <a:pt x="3832370" y="234065"/>
                  <a:pt x="3837101" y="241686"/>
                  <a:pt x="3841972" y="242120"/>
                </a:cubicBezTo>
                <a:cubicBezTo>
                  <a:pt x="3838416" y="227618"/>
                  <a:pt x="3844351" y="237699"/>
                  <a:pt x="3848696" y="237358"/>
                </a:cubicBezTo>
                <a:cubicBezTo>
                  <a:pt x="3848061" y="224974"/>
                  <a:pt x="3849608" y="224974"/>
                  <a:pt x="3852608" y="216657"/>
                </a:cubicBezTo>
                <a:cubicBezTo>
                  <a:pt x="3859209" y="224201"/>
                  <a:pt x="3848897" y="230354"/>
                  <a:pt x="3851989" y="237621"/>
                </a:cubicBezTo>
                <a:cubicBezTo>
                  <a:pt x="3858266" y="246958"/>
                  <a:pt x="3866506" y="246216"/>
                  <a:pt x="3864326" y="264891"/>
                </a:cubicBezTo>
                <a:cubicBezTo>
                  <a:pt x="3868499" y="253775"/>
                  <a:pt x="3868809" y="242428"/>
                  <a:pt x="3873555" y="231437"/>
                </a:cubicBezTo>
                <a:cubicBezTo>
                  <a:pt x="3877064" y="244980"/>
                  <a:pt x="3888335" y="243650"/>
                  <a:pt x="3892585" y="253915"/>
                </a:cubicBezTo>
                <a:cubicBezTo>
                  <a:pt x="3894440" y="242675"/>
                  <a:pt x="3882351" y="230354"/>
                  <a:pt x="3882120" y="218946"/>
                </a:cubicBezTo>
                <a:cubicBezTo>
                  <a:pt x="3893947" y="215143"/>
                  <a:pt x="3895539" y="253374"/>
                  <a:pt x="3911323" y="231715"/>
                </a:cubicBezTo>
                <a:cubicBezTo>
                  <a:pt x="3894828" y="225948"/>
                  <a:pt x="3898151" y="208974"/>
                  <a:pt x="3881054" y="200501"/>
                </a:cubicBezTo>
                <a:cubicBezTo>
                  <a:pt x="3887638" y="201878"/>
                  <a:pt x="3902960" y="197518"/>
                  <a:pt x="3903839" y="207521"/>
                </a:cubicBezTo>
                <a:cubicBezTo>
                  <a:pt x="3902232" y="205943"/>
                  <a:pt x="3900563" y="206408"/>
                  <a:pt x="3898847" y="209715"/>
                </a:cubicBezTo>
                <a:cubicBezTo>
                  <a:pt x="3905479" y="225871"/>
                  <a:pt x="3912513" y="229335"/>
                  <a:pt x="3919609" y="229752"/>
                </a:cubicBezTo>
                <a:cubicBezTo>
                  <a:pt x="3917228" y="238038"/>
                  <a:pt x="3912823" y="237853"/>
                  <a:pt x="3918960" y="250683"/>
                </a:cubicBezTo>
                <a:cubicBezTo>
                  <a:pt x="3922855" y="248844"/>
                  <a:pt x="3926489" y="255661"/>
                  <a:pt x="3930524" y="248967"/>
                </a:cubicBezTo>
                <a:cubicBezTo>
                  <a:pt x="3928221" y="241362"/>
                  <a:pt x="3920706" y="247297"/>
                  <a:pt x="3927539" y="238239"/>
                </a:cubicBezTo>
                <a:cubicBezTo>
                  <a:pt x="3935858" y="242352"/>
                  <a:pt x="3940371" y="250730"/>
                  <a:pt x="3945828" y="231807"/>
                </a:cubicBezTo>
                <a:cubicBezTo>
                  <a:pt x="3952306" y="250050"/>
                  <a:pt x="3969838" y="245134"/>
                  <a:pt x="3967208" y="230833"/>
                </a:cubicBezTo>
                <a:cubicBezTo>
                  <a:pt x="3969281" y="234482"/>
                  <a:pt x="3971382" y="238161"/>
                  <a:pt x="3973439" y="241764"/>
                </a:cubicBezTo>
                <a:cubicBezTo>
                  <a:pt x="3976609" y="227942"/>
                  <a:pt x="3980288" y="235718"/>
                  <a:pt x="3986873" y="232318"/>
                </a:cubicBezTo>
                <a:cubicBezTo>
                  <a:pt x="3991851" y="243094"/>
                  <a:pt x="3987986" y="249091"/>
                  <a:pt x="3996087" y="254054"/>
                </a:cubicBezTo>
                <a:cubicBezTo>
                  <a:pt x="4003354" y="244624"/>
                  <a:pt x="4011083" y="234174"/>
                  <a:pt x="4021071" y="242892"/>
                </a:cubicBezTo>
                <a:cubicBezTo>
                  <a:pt x="4017360" y="251024"/>
                  <a:pt x="4005905" y="244269"/>
                  <a:pt x="4007467" y="257579"/>
                </a:cubicBezTo>
                <a:cubicBezTo>
                  <a:pt x="4013880" y="255800"/>
                  <a:pt x="4015752" y="266623"/>
                  <a:pt x="4018721" y="266313"/>
                </a:cubicBezTo>
                <a:cubicBezTo>
                  <a:pt x="4029697" y="255971"/>
                  <a:pt x="4033252" y="258954"/>
                  <a:pt x="4039158" y="241594"/>
                </a:cubicBezTo>
                <a:cubicBezTo>
                  <a:pt x="4055066" y="259234"/>
                  <a:pt x="4072859" y="215452"/>
                  <a:pt x="4088350" y="245428"/>
                </a:cubicBezTo>
                <a:cubicBezTo>
                  <a:pt x="4089093" y="238564"/>
                  <a:pt x="4090870" y="235967"/>
                  <a:pt x="4095213" y="235441"/>
                </a:cubicBezTo>
                <a:cubicBezTo>
                  <a:pt x="4102960" y="241563"/>
                  <a:pt x="4094827" y="259620"/>
                  <a:pt x="4104427" y="257207"/>
                </a:cubicBezTo>
                <a:cubicBezTo>
                  <a:pt x="4109422" y="251457"/>
                  <a:pt x="4099729" y="244577"/>
                  <a:pt x="4106624" y="238981"/>
                </a:cubicBezTo>
                <a:cubicBezTo>
                  <a:pt x="4117492" y="237884"/>
                  <a:pt x="4125577" y="246449"/>
                  <a:pt x="4133152" y="230525"/>
                </a:cubicBezTo>
                <a:cubicBezTo>
                  <a:pt x="4141377" y="236462"/>
                  <a:pt x="4128267" y="240651"/>
                  <a:pt x="4132673" y="246278"/>
                </a:cubicBezTo>
                <a:cubicBezTo>
                  <a:pt x="4141267" y="247468"/>
                  <a:pt x="4153343" y="253080"/>
                  <a:pt x="4157655" y="235100"/>
                </a:cubicBezTo>
                <a:cubicBezTo>
                  <a:pt x="4164721" y="237342"/>
                  <a:pt x="4171601" y="244423"/>
                  <a:pt x="4179067" y="234126"/>
                </a:cubicBezTo>
                <a:cubicBezTo>
                  <a:pt x="4182777" y="240512"/>
                  <a:pt x="4180690" y="246479"/>
                  <a:pt x="4186689" y="253080"/>
                </a:cubicBezTo>
                <a:cubicBezTo>
                  <a:pt x="4192671" y="236955"/>
                  <a:pt x="4197433" y="260501"/>
                  <a:pt x="4203245" y="249107"/>
                </a:cubicBezTo>
                <a:cubicBezTo>
                  <a:pt x="4202240" y="242027"/>
                  <a:pt x="4205240" y="235287"/>
                  <a:pt x="4207157" y="228391"/>
                </a:cubicBezTo>
                <a:cubicBezTo>
                  <a:pt x="4213201" y="240248"/>
                  <a:pt x="4199397" y="250560"/>
                  <a:pt x="4207775" y="262603"/>
                </a:cubicBezTo>
                <a:cubicBezTo>
                  <a:pt x="4210666" y="256898"/>
                  <a:pt x="4213279" y="261366"/>
                  <a:pt x="4216047" y="260624"/>
                </a:cubicBezTo>
                <a:cubicBezTo>
                  <a:pt x="4215258" y="254410"/>
                  <a:pt x="4213665" y="248179"/>
                  <a:pt x="4218241" y="242398"/>
                </a:cubicBezTo>
                <a:cubicBezTo>
                  <a:pt x="4223993" y="249771"/>
                  <a:pt x="4216418" y="258259"/>
                  <a:pt x="4224317" y="258615"/>
                </a:cubicBezTo>
                <a:cubicBezTo>
                  <a:pt x="4229729" y="250282"/>
                  <a:pt x="4226652" y="241331"/>
                  <a:pt x="4225106" y="232425"/>
                </a:cubicBezTo>
                <a:cubicBezTo>
                  <a:pt x="4230888" y="247422"/>
                  <a:pt x="4227410" y="222161"/>
                  <a:pt x="4233376" y="230447"/>
                </a:cubicBezTo>
                <a:cubicBezTo>
                  <a:pt x="4231089" y="235780"/>
                  <a:pt x="4235757" y="233432"/>
                  <a:pt x="4238045" y="238687"/>
                </a:cubicBezTo>
                <a:cubicBezTo>
                  <a:pt x="4235726" y="244037"/>
                  <a:pt x="4231352" y="241006"/>
                  <a:pt x="4232897" y="246169"/>
                </a:cubicBezTo>
                <a:cubicBezTo>
                  <a:pt x="4238029" y="257703"/>
                  <a:pt x="4243796" y="248411"/>
                  <a:pt x="4249285" y="247437"/>
                </a:cubicBezTo>
                <a:cubicBezTo>
                  <a:pt x="4245776" y="237078"/>
                  <a:pt x="4241447" y="252694"/>
                  <a:pt x="4238045" y="238687"/>
                </a:cubicBezTo>
                <a:cubicBezTo>
                  <a:pt x="4247044" y="222455"/>
                  <a:pt x="4255886" y="240033"/>
                  <a:pt x="4256782" y="216487"/>
                </a:cubicBezTo>
                <a:cubicBezTo>
                  <a:pt x="4256952" y="228886"/>
                  <a:pt x="4261684" y="229350"/>
                  <a:pt x="4262719" y="237960"/>
                </a:cubicBezTo>
                <a:cubicBezTo>
                  <a:pt x="4260385" y="239507"/>
                  <a:pt x="4255855" y="247716"/>
                  <a:pt x="4257246" y="255924"/>
                </a:cubicBezTo>
                <a:cubicBezTo>
                  <a:pt x="4263306" y="256836"/>
                  <a:pt x="4277606" y="267874"/>
                  <a:pt x="4278797" y="249709"/>
                </a:cubicBezTo>
                <a:cubicBezTo>
                  <a:pt x="4273803" y="257161"/>
                  <a:pt x="4265641" y="248922"/>
                  <a:pt x="4265996" y="238192"/>
                </a:cubicBezTo>
                <a:cubicBezTo>
                  <a:pt x="4276122" y="229627"/>
                  <a:pt x="4285800" y="234621"/>
                  <a:pt x="4296126" y="219548"/>
                </a:cubicBezTo>
                <a:cubicBezTo>
                  <a:pt x="4304321" y="233385"/>
                  <a:pt x="4314523" y="212670"/>
                  <a:pt x="4313767" y="234050"/>
                </a:cubicBezTo>
                <a:cubicBezTo>
                  <a:pt x="4322624" y="224742"/>
                  <a:pt x="4328438" y="229009"/>
                  <a:pt x="4333942" y="219873"/>
                </a:cubicBezTo>
                <a:cubicBezTo>
                  <a:pt x="4332982" y="237467"/>
                  <a:pt x="4347082" y="216487"/>
                  <a:pt x="4351735" y="229134"/>
                </a:cubicBezTo>
                <a:cubicBezTo>
                  <a:pt x="4346478" y="239445"/>
                  <a:pt x="4341950" y="225547"/>
                  <a:pt x="4336740" y="235873"/>
                </a:cubicBezTo>
                <a:cubicBezTo>
                  <a:pt x="4349245" y="254163"/>
                  <a:pt x="4326242" y="240805"/>
                  <a:pt x="4329566" y="256312"/>
                </a:cubicBezTo>
                <a:cubicBezTo>
                  <a:pt x="4335873" y="261800"/>
                  <a:pt x="4339939" y="257470"/>
                  <a:pt x="4342505" y="262541"/>
                </a:cubicBezTo>
                <a:cubicBezTo>
                  <a:pt x="4350823" y="245612"/>
                  <a:pt x="4363855" y="243494"/>
                  <a:pt x="4373116" y="228160"/>
                </a:cubicBezTo>
                <a:cubicBezTo>
                  <a:pt x="4375573" y="236230"/>
                  <a:pt x="4367597" y="243511"/>
                  <a:pt x="4370735" y="251611"/>
                </a:cubicBezTo>
                <a:cubicBezTo>
                  <a:pt x="4367565" y="260145"/>
                  <a:pt x="4356744" y="252353"/>
                  <a:pt x="4358893" y="263856"/>
                </a:cubicBezTo>
                <a:cubicBezTo>
                  <a:pt x="4368323" y="260053"/>
                  <a:pt x="4377831" y="253544"/>
                  <a:pt x="4386674" y="268663"/>
                </a:cubicBezTo>
                <a:cubicBezTo>
                  <a:pt x="4394527" y="262526"/>
                  <a:pt x="4402628" y="248055"/>
                  <a:pt x="4409770" y="265138"/>
                </a:cubicBezTo>
                <a:cubicBezTo>
                  <a:pt x="4421427" y="263083"/>
                  <a:pt x="4423932" y="228515"/>
                  <a:pt x="4435063" y="243449"/>
                </a:cubicBezTo>
                <a:cubicBezTo>
                  <a:pt x="4427363" y="247067"/>
                  <a:pt x="4428692" y="255956"/>
                  <a:pt x="4426173" y="266406"/>
                </a:cubicBezTo>
                <a:cubicBezTo>
                  <a:pt x="4440735" y="253343"/>
                  <a:pt x="4464667" y="268137"/>
                  <a:pt x="4469429" y="248783"/>
                </a:cubicBezTo>
                <a:cubicBezTo>
                  <a:pt x="4463646" y="234467"/>
                  <a:pt x="4467095" y="259790"/>
                  <a:pt x="4461329" y="245489"/>
                </a:cubicBezTo>
                <a:cubicBezTo>
                  <a:pt x="4464188" y="241331"/>
                  <a:pt x="4467032" y="237187"/>
                  <a:pt x="4469908" y="232998"/>
                </a:cubicBezTo>
                <a:cubicBezTo>
                  <a:pt x="4472165" y="248968"/>
                  <a:pt x="4480373" y="247453"/>
                  <a:pt x="4487563" y="247529"/>
                </a:cubicBezTo>
                <a:cubicBezTo>
                  <a:pt x="4491072" y="227696"/>
                  <a:pt x="4500039" y="237960"/>
                  <a:pt x="4507861" y="228113"/>
                </a:cubicBezTo>
                <a:cubicBezTo>
                  <a:pt x="4515112" y="234529"/>
                  <a:pt x="4513304" y="241547"/>
                  <a:pt x="4518931" y="242089"/>
                </a:cubicBezTo>
                <a:cubicBezTo>
                  <a:pt x="4528763" y="226443"/>
                  <a:pt x="4500981" y="219672"/>
                  <a:pt x="4516597" y="210350"/>
                </a:cubicBezTo>
                <a:cubicBezTo>
                  <a:pt x="4516009" y="228129"/>
                  <a:pt x="4538115" y="246463"/>
                  <a:pt x="4548582" y="239166"/>
                </a:cubicBezTo>
                <a:cubicBezTo>
                  <a:pt x="4545799" y="234529"/>
                  <a:pt x="4545907" y="230153"/>
                  <a:pt x="4547329" y="225902"/>
                </a:cubicBezTo>
                <a:cubicBezTo>
                  <a:pt x="4553158" y="231591"/>
                  <a:pt x="4548952" y="236555"/>
                  <a:pt x="4553404" y="242135"/>
                </a:cubicBezTo>
                <a:cubicBezTo>
                  <a:pt x="4565679" y="239538"/>
                  <a:pt x="4564381" y="223043"/>
                  <a:pt x="4573240" y="238410"/>
                </a:cubicBezTo>
                <a:cubicBezTo>
                  <a:pt x="4576300" y="232519"/>
                  <a:pt x="4572420" y="226087"/>
                  <a:pt x="4575436" y="220197"/>
                </a:cubicBezTo>
                <a:cubicBezTo>
                  <a:pt x="4581248" y="225902"/>
                  <a:pt x="4577058" y="230802"/>
                  <a:pt x="4581558" y="236446"/>
                </a:cubicBezTo>
                <a:cubicBezTo>
                  <a:pt x="4589533" y="226056"/>
                  <a:pt x="4597295" y="221867"/>
                  <a:pt x="4604637" y="232951"/>
                </a:cubicBezTo>
                <a:cubicBezTo>
                  <a:pt x="4611703" y="226504"/>
                  <a:pt x="4600479" y="218652"/>
                  <a:pt x="4608535" y="212251"/>
                </a:cubicBezTo>
                <a:cubicBezTo>
                  <a:pt x="4613404" y="215189"/>
                  <a:pt x="4618505" y="209268"/>
                  <a:pt x="4623391" y="210813"/>
                </a:cubicBezTo>
                <a:cubicBezTo>
                  <a:pt x="4619031" y="215698"/>
                  <a:pt x="4617299" y="220785"/>
                  <a:pt x="4619635" y="226272"/>
                </a:cubicBezTo>
                <a:cubicBezTo>
                  <a:pt x="4649578" y="220320"/>
                  <a:pt x="4670016" y="215961"/>
                  <a:pt x="4700349" y="219377"/>
                </a:cubicBezTo>
                <a:cubicBezTo>
                  <a:pt x="4698617" y="215729"/>
                  <a:pt x="4697163" y="212128"/>
                  <a:pt x="4700657" y="208865"/>
                </a:cubicBezTo>
                <a:cubicBezTo>
                  <a:pt x="4704183" y="219920"/>
                  <a:pt x="4708357" y="208171"/>
                  <a:pt x="4712051" y="212407"/>
                </a:cubicBezTo>
                <a:cubicBezTo>
                  <a:pt x="4710535" y="216673"/>
                  <a:pt x="4710568" y="221079"/>
                  <a:pt x="4713304" y="225623"/>
                </a:cubicBezTo>
                <a:cubicBezTo>
                  <a:pt x="4721156" y="220058"/>
                  <a:pt x="4728516" y="228840"/>
                  <a:pt x="4736585" y="216920"/>
                </a:cubicBezTo>
                <a:cubicBezTo>
                  <a:pt x="4739909" y="221574"/>
                  <a:pt x="4738085" y="225794"/>
                  <a:pt x="4741084" y="230401"/>
                </a:cubicBezTo>
                <a:cubicBezTo>
                  <a:pt x="4751504" y="211819"/>
                  <a:pt x="4760780" y="231266"/>
                  <a:pt x="4770906" y="222239"/>
                </a:cubicBezTo>
                <a:cubicBezTo>
                  <a:pt x="4769360" y="219455"/>
                  <a:pt x="4770457" y="216920"/>
                  <a:pt x="4769530" y="214262"/>
                </a:cubicBezTo>
                <a:cubicBezTo>
                  <a:pt x="4764474" y="217894"/>
                  <a:pt x="4759667" y="213395"/>
                  <a:pt x="4754828" y="210457"/>
                </a:cubicBezTo>
                <a:cubicBezTo>
                  <a:pt x="4762124" y="207010"/>
                  <a:pt x="4770395" y="203037"/>
                  <a:pt x="4773612" y="188257"/>
                </a:cubicBezTo>
                <a:cubicBezTo>
                  <a:pt x="4782794" y="195988"/>
                  <a:pt x="4764954" y="201615"/>
                  <a:pt x="4769684" y="208990"/>
                </a:cubicBezTo>
                <a:cubicBezTo>
                  <a:pt x="4792055" y="203717"/>
                  <a:pt x="4831352" y="164095"/>
                  <a:pt x="4852749" y="178595"/>
                </a:cubicBezTo>
                <a:cubicBezTo>
                  <a:pt x="4856073" y="166476"/>
                  <a:pt x="4858082" y="172087"/>
                  <a:pt x="4864453" y="171624"/>
                </a:cubicBezTo>
                <a:cubicBezTo>
                  <a:pt x="4864529" y="190825"/>
                  <a:pt x="4842004" y="183883"/>
                  <a:pt x="4847122" y="201847"/>
                </a:cubicBezTo>
                <a:cubicBezTo>
                  <a:pt x="4861437" y="202435"/>
                  <a:pt x="4878288" y="196653"/>
                  <a:pt x="4896948" y="184733"/>
                </a:cubicBezTo>
                <a:cubicBezTo>
                  <a:pt x="4903828" y="192834"/>
                  <a:pt x="4899592" y="198956"/>
                  <a:pt x="4895216" y="187207"/>
                </a:cubicBezTo>
                <a:cubicBezTo>
                  <a:pt x="4896251" y="195076"/>
                  <a:pt x="4878382" y="201306"/>
                  <a:pt x="4879602" y="214878"/>
                </a:cubicBezTo>
                <a:cubicBezTo>
                  <a:pt x="4890717" y="213473"/>
                  <a:pt x="4907939" y="199219"/>
                  <a:pt x="4909872" y="190932"/>
                </a:cubicBezTo>
                <a:cubicBezTo>
                  <a:pt x="4908140" y="194318"/>
                  <a:pt x="4910474" y="198013"/>
                  <a:pt x="4912855" y="201707"/>
                </a:cubicBezTo>
                <a:cubicBezTo>
                  <a:pt x="4935318" y="182647"/>
                  <a:pt x="4957178" y="184625"/>
                  <a:pt x="4980321" y="143889"/>
                </a:cubicBezTo>
                <a:cubicBezTo>
                  <a:pt x="4984789" y="152144"/>
                  <a:pt x="4982223" y="159812"/>
                  <a:pt x="4981233" y="167604"/>
                </a:cubicBezTo>
                <a:cubicBezTo>
                  <a:pt x="4977911" y="163848"/>
                  <a:pt x="4979796" y="156859"/>
                  <a:pt x="4976580" y="159395"/>
                </a:cubicBezTo>
                <a:cubicBezTo>
                  <a:pt x="4972343" y="159875"/>
                  <a:pt x="4970690" y="162486"/>
                  <a:pt x="4972994" y="169582"/>
                </a:cubicBezTo>
                <a:cubicBezTo>
                  <a:pt x="4978451" y="169120"/>
                  <a:pt x="4983753" y="174808"/>
                  <a:pt x="4989381" y="170850"/>
                </a:cubicBezTo>
                <a:cubicBezTo>
                  <a:pt x="4987618" y="166336"/>
                  <a:pt x="4991345" y="162287"/>
                  <a:pt x="4991406" y="157895"/>
                </a:cubicBezTo>
                <a:cubicBezTo>
                  <a:pt x="4995873" y="154850"/>
                  <a:pt x="4999661" y="173835"/>
                  <a:pt x="5004191" y="169381"/>
                </a:cubicBezTo>
                <a:cubicBezTo>
                  <a:pt x="5005968" y="166012"/>
                  <a:pt x="5009339" y="162796"/>
                  <a:pt x="5007793" y="159195"/>
                </a:cubicBezTo>
                <a:cubicBezTo>
                  <a:pt x="4998997" y="160122"/>
                  <a:pt x="5000434" y="161529"/>
                  <a:pt x="4998253" y="147924"/>
                </a:cubicBezTo>
                <a:cubicBezTo>
                  <a:pt x="4993183" y="152500"/>
                  <a:pt x="4988314" y="150599"/>
                  <a:pt x="4983443" y="149408"/>
                </a:cubicBezTo>
                <a:cubicBezTo>
                  <a:pt x="4989041" y="139947"/>
                  <a:pt x="4973303" y="145404"/>
                  <a:pt x="4978915" y="135912"/>
                </a:cubicBezTo>
                <a:cubicBezTo>
                  <a:pt x="4985980" y="134567"/>
                  <a:pt x="4982780" y="136732"/>
                  <a:pt x="4988438" y="147166"/>
                </a:cubicBezTo>
                <a:cubicBezTo>
                  <a:pt x="5004530" y="151680"/>
                  <a:pt x="5009941" y="130161"/>
                  <a:pt x="5021861" y="128724"/>
                </a:cubicBezTo>
                <a:cubicBezTo>
                  <a:pt x="5016681" y="143224"/>
                  <a:pt x="5006541" y="157338"/>
                  <a:pt x="5012308" y="172691"/>
                </a:cubicBezTo>
                <a:cubicBezTo>
                  <a:pt x="5021366" y="181332"/>
                  <a:pt x="5031478" y="154618"/>
                  <a:pt x="5040706" y="156458"/>
                </a:cubicBezTo>
                <a:cubicBezTo>
                  <a:pt x="5046829" y="172165"/>
                  <a:pt x="5053692" y="161930"/>
                  <a:pt x="5060232" y="163275"/>
                </a:cubicBezTo>
                <a:cubicBezTo>
                  <a:pt x="5059938" y="151448"/>
                  <a:pt x="5079015" y="137057"/>
                  <a:pt x="5080361" y="149053"/>
                </a:cubicBezTo>
                <a:cubicBezTo>
                  <a:pt x="5075367" y="148325"/>
                  <a:pt x="5066044" y="154061"/>
                  <a:pt x="5073341" y="164249"/>
                </a:cubicBezTo>
                <a:cubicBezTo>
                  <a:pt x="5077979" y="155097"/>
                  <a:pt x="5082278" y="158421"/>
                  <a:pt x="5086791" y="154788"/>
                </a:cubicBezTo>
                <a:cubicBezTo>
                  <a:pt x="5084488" y="150258"/>
                  <a:pt x="5089914" y="146332"/>
                  <a:pt x="5085540" y="141554"/>
                </a:cubicBezTo>
                <a:cubicBezTo>
                  <a:pt x="5100164" y="133763"/>
                  <a:pt x="5095093" y="137149"/>
                  <a:pt x="5110662" y="125151"/>
                </a:cubicBezTo>
                <a:cubicBezTo>
                  <a:pt x="5124328" y="150289"/>
                  <a:pt x="5130651" y="106756"/>
                  <a:pt x="5144841" y="135664"/>
                </a:cubicBezTo>
                <a:cubicBezTo>
                  <a:pt x="5149527" y="126466"/>
                  <a:pt x="5153716" y="131816"/>
                  <a:pt x="5158447" y="120979"/>
                </a:cubicBezTo>
                <a:cubicBezTo>
                  <a:pt x="5156901" y="139962"/>
                  <a:pt x="5153392" y="151588"/>
                  <a:pt x="5147192" y="167388"/>
                </a:cubicBezTo>
                <a:cubicBezTo>
                  <a:pt x="5168295" y="164573"/>
                  <a:pt x="5191499" y="168222"/>
                  <a:pt x="5202476" y="132263"/>
                </a:cubicBezTo>
                <a:cubicBezTo>
                  <a:pt x="5218817" y="135927"/>
                  <a:pt x="5243984" y="135154"/>
                  <a:pt x="5255873" y="104884"/>
                </a:cubicBezTo>
                <a:cubicBezTo>
                  <a:pt x="5237537" y="75527"/>
                  <a:pt x="5209865" y="137258"/>
                  <a:pt x="5196399" y="116031"/>
                </a:cubicBezTo>
                <a:cubicBezTo>
                  <a:pt x="5200280" y="120190"/>
                  <a:pt x="5193525" y="136313"/>
                  <a:pt x="5189350" y="131243"/>
                </a:cubicBezTo>
                <a:cubicBezTo>
                  <a:pt x="5190881" y="127006"/>
                  <a:pt x="5190881" y="122616"/>
                  <a:pt x="5188097" y="118040"/>
                </a:cubicBezTo>
                <a:cubicBezTo>
                  <a:pt x="5178018" y="124471"/>
                  <a:pt x="5172808" y="159210"/>
                  <a:pt x="5157503" y="152454"/>
                </a:cubicBezTo>
                <a:cubicBezTo>
                  <a:pt x="5164646" y="134119"/>
                  <a:pt x="5180291" y="99165"/>
                  <a:pt x="5195317" y="97587"/>
                </a:cubicBezTo>
                <a:cubicBezTo>
                  <a:pt x="5197204" y="104714"/>
                  <a:pt x="5184093" y="110729"/>
                  <a:pt x="5191391" y="118304"/>
                </a:cubicBezTo>
                <a:cubicBezTo>
                  <a:pt x="5202924" y="104870"/>
                  <a:pt x="5212570" y="100494"/>
                  <a:pt x="5220594" y="75882"/>
                </a:cubicBezTo>
                <a:cubicBezTo>
                  <a:pt x="5230211" y="83364"/>
                  <a:pt x="5240074" y="83968"/>
                  <a:pt x="5249798" y="88683"/>
                </a:cubicBezTo>
                <a:cubicBezTo>
                  <a:pt x="5260542" y="68168"/>
                  <a:pt x="5269492" y="76424"/>
                  <a:pt x="5272306" y="51009"/>
                </a:cubicBezTo>
                <a:cubicBezTo>
                  <a:pt x="5278923" y="58505"/>
                  <a:pt x="5267281" y="64644"/>
                  <a:pt x="5274933" y="72203"/>
                </a:cubicBezTo>
                <a:cubicBezTo>
                  <a:pt x="5286081" y="73671"/>
                  <a:pt x="5280423" y="70395"/>
                  <a:pt x="5282741" y="85994"/>
                </a:cubicBezTo>
                <a:cubicBezTo>
                  <a:pt x="5287905" y="78479"/>
                  <a:pt x="5293068" y="71013"/>
                  <a:pt x="5298217" y="63530"/>
                </a:cubicBezTo>
                <a:cubicBezTo>
                  <a:pt x="5303457" y="70395"/>
                  <a:pt x="5308930" y="70812"/>
                  <a:pt x="5314603" y="64798"/>
                </a:cubicBezTo>
                <a:cubicBezTo>
                  <a:pt x="5311667" y="53296"/>
                  <a:pt x="5308095" y="62045"/>
                  <a:pt x="5304910" y="58799"/>
                </a:cubicBezTo>
                <a:cubicBezTo>
                  <a:pt x="5311373" y="52307"/>
                  <a:pt x="5313072" y="45396"/>
                  <a:pt x="5312099" y="38331"/>
                </a:cubicBezTo>
                <a:cubicBezTo>
                  <a:pt x="5317541" y="40743"/>
                  <a:pt x="5323260" y="31251"/>
                  <a:pt x="5328347" y="44856"/>
                </a:cubicBezTo>
                <a:cubicBezTo>
                  <a:pt x="5324885" y="51549"/>
                  <a:pt x="5321282" y="58335"/>
                  <a:pt x="5327698" y="65817"/>
                </a:cubicBezTo>
                <a:cubicBezTo>
                  <a:pt x="5334685" y="51487"/>
                  <a:pt x="5342693" y="37218"/>
                  <a:pt x="5350346" y="22950"/>
                </a:cubicBezTo>
                <a:cubicBezTo>
                  <a:pt x="5357349" y="45103"/>
                  <a:pt x="5366440" y="-1461"/>
                  <a:pt x="5373458" y="19439"/>
                </a:cubicBezTo>
                <a:cubicBezTo>
                  <a:pt x="5372237" y="30972"/>
                  <a:pt x="5365805" y="25655"/>
                  <a:pt x="5368001" y="37435"/>
                </a:cubicBezTo>
                <a:cubicBezTo>
                  <a:pt x="5363812" y="30617"/>
                  <a:pt x="5359081" y="42274"/>
                  <a:pt x="5354705" y="41624"/>
                </a:cubicBezTo>
                <a:cubicBezTo>
                  <a:pt x="5356299" y="46076"/>
                  <a:pt x="5355262" y="50436"/>
                  <a:pt x="5359235" y="55105"/>
                </a:cubicBezTo>
                <a:cubicBezTo>
                  <a:pt x="5362683" y="50158"/>
                  <a:pt x="5366130" y="45133"/>
                  <a:pt x="5369563" y="40172"/>
                </a:cubicBezTo>
                <a:cubicBezTo>
                  <a:pt x="5371743" y="59140"/>
                  <a:pt x="5380445" y="40758"/>
                  <a:pt x="5387356" y="49401"/>
                </a:cubicBezTo>
                <a:cubicBezTo>
                  <a:pt x="5373906" y="65061"/>
                  <a:pt x="5356437" y="54054"/>
                  <a:pt x="5351583" y="91296"/>
                </a:cubicBezTo>
                <a:cubicBezTo>
                  <a:pt x="5365310" y="99520"/>
                  <a:pt x="5392026" y="47854"/>
                  <a:pt x="5397622" y="89657"/>
                </a:cubicBezTo>
                <a:cubicBezTo>
                  <a:pt x="5401456" y="89827"/>
                  <a:pt x="5405476" y="83937"/>
                  <a:pt x="5409495" y="77398"/>
                </a:cubicBezTo>
                <a:cubicBezTo>
                  <a:pt x="5407917" y="73795"/>
                  <a:pt x="5404764" y="70039"/>
                  <a:pt x="5406542" y="66668"/>
                </a:cubicBezTo>
                <a:cubicBezTo>
                  <a:pt x="5430349" y="75063"/>
                  <a:pt x="5455207" y="50853"/>
                  <a:pt x="5478969" y="61813"/>
                </a:cubicBezTo>
                <a:cubicBezTo>
                  <a:pt x="5477223" y="57285"/>
                  <a:pt x="5480948" y="53172"/>
                  <a:pt x="5480995" y="48843"/>
                </a:cubicBezTo>
                <a:cubicBezTo>
                  <a:pt x="5485540" y="61010"/>
                  <a:pt x="5490967" y="45287"/>
                  <a:pt x="5495666" y="52601"/>
                </a:cubicBezTo>
                <a:cubicBezTo>
                  <a:pt x="5490950" y="63839"/>
                  <a:pt x="5482836" y="58366"/>
                  <a:pt x="5486947" y="70271"/>
                </a:cubicBezTo>
                <a:cubicBezTo>
                  <a:pt x="5496765" y="70935"/>
                  <a:pt x="5506566" y="73022"/>
                  <a:pt x="5516598" y="67333"/>
                </a:cubicBezTo>
                <a:cubicBezTo>
                  <a:pt x="5522412" y="73022"/>
                  <a:pt x="5518176" y="78000"/>
                  <a:pt x="5522675" y="83566"/>
                </a:cubicBezTo>
                <a:cubicBezTo>
                  <a:pt x="5524497" y="79391"/>
                  <a:pt x="5523725" y="74970"/>
                  <a:pt x="5527961" y="70873"/>
                </a:cubicBezTo>
                <a:cubicBezTo>
                  <a:pt x="5531688" y="77289"/>
                  <a:pt x="5529631" y="83257"/>
                  <a:pt x="5535614" y="89858"/>
                </a:cubicBezTo>
                <a:cubicBezTo>
                  <a:pt x="5542168" y="80798"/>
                  <a:pt x="5542277" y="85854"/>
                  <a:pt x="5545941" y="74908"/>
                </a:cubicBezTo>
                <a:cubicBezTo>
                  <a:pt x="5549033" y="85637"/>
                  <a:pt x="5545214" y="95871"/>
                  <a:pt x="5548244" y="106600"/>
                </a:cubicBezTo>
                <a:cubicBezTo>
                  <a:pt x="5554954" y="102427"/>
                  <a:pt x="5561802" y="93151"/>
                  <a:pt x="5568078" y="102922"/>
                </a:cubicBezTo>
                <a:cubicBezTo>
                  <a:pt x="5566936" y="104590"/>
                  <a:pt x="5565791" y="106261"/>
                  <a:pt x="5564662" y="107883"/>
                </a:cubicBezTo>
                <a:cubicBezTo>
                  <a:pt x="5565467" y="109692"/>
                  <a:pt x="5566209" y="111485"/>
                  <a:pt x="5564476" y="113108"/>
                </a:cubicBezTo>
                <a:cubicBezTo>
                  <a:pt x="5561894" y="101638"/>
                  <a:pt x="5550687" y="107156"/>
                  <a:pt x="5552912" y="114856"/>
                </a:cubicBezTo>
                <a:cubicBezTo>
                  <a:pt x="5565265" y="114501"/>
                  <a:pt x="5573613" y="115226"/>
                  <a:pt x="5582905" y="101375"/>
                </a:cubicBezTo>
                <a:cubicBezTo>
                  <a:pt x="5584450" y="116695"/>
                  <a:pt x="5591640" y="105209"/>
                  <a:pt x="5592259" y="117870"/>
                </a:cubicBezTo>
                <a:cubicBezTo>
                  <a:pt x="5592521" y="111007"/>
                  <a:pt x="5596587" y="105008"/>
                  <a:pt x="5600684" y="110666"/>
                </a:cubicBezTo>
                <a:cubicBezTo>
                  <a:pt x="5593989" y="120654"/>
                  <a:pt x="5593649" y="131105"/>
                  <a:pt x="5599725" y="142080"/>
                </a:cubicBezTo>
                <a:cubicBezTo>
                  <a:pt x="5593076" y="145404"/>
                  <a:pt x="5586444" y="147058"/>
                  <a:pt x="5579735" y="151061"/>
                </a:cubicBezTo>
                <a:cubicBezTo>
                  <a:pt x="5583631" y="158390"/>
                  <a:pt x="5574030" y="164635"/>
                  <a:pt x="5582379" y="172257"/>
                </a:cubicBezTo>
                <a:cubicBezTo>
                  <a:pt x="5590541" y="151294"/>
                  <a:pt x="5601053" y="150599"/>
                  <a:pt x="5612696" y="148356"/>
                </a:cubicBezTo>
                <a:cubicBezTo>
                  <a:pt x="5612216" y="137581"/>
                  <a:pt x="5616869" y="118751"/>
                  <a:pt x="5626469" y="128399"/>
                </a:cubicBezTo>
                <a:cubicBezTo>
                  <a:pt x="5622420" y="134365"/>
                  <a:pt x="5618693" y="131027"/>
                  <a:pt x="5614566" y="140643"/>
                </a:cubicBezTo>
                <a:cubicBezTo>
                  <a:pt x="5615323" y="148991"/>
                  <a:pt x="5621925" y="156025"/>
                  <a:pt x="5623934" y="157108"/>
                </a:cubicBezTo>
                <a:cubicBezTo>
                  <a:pt x="5625495" y="153350"/>
                  <a:pt x="5624151" y="136609"/>
                  <a:pt x="5630953" y="141864"/>
                </a:cubicBezTo>
                <a:cubicBezTo>
                  <a:pt x="5628417" y="144105"/>
                  <a:pt x="5629547" y="158421"/>
                  <a:pt x="5633921" y="152608"/>
                </a:cubicBezTo>
                <a:cubicBezTo>
                  <a:pt x="5639424" y="145172"/>
                  <a:pt x="5633937" y="136886"/>
                  <a:pt x="5642810" y="129667"/>
                </a:cubicBezTo>
                <a:cubicBezTo>
                  <a:pt x="5647046" y="134737"/>
                  <a:pt x="5645995" y="152268"/>
                  <a:pt x="5650462" y="148666"/>
                </a:cubicBezTo>
                <a:cubicBezTo>
                  <a:pt x="5648345" y="141292"/>
                  <a:pt x="5654483" y="121211"/>
                  <a:pt x="5661099" y="123220"/>
                </a:cubicBezTo>
                <a:cubicBezTo>
                  <a:pt x="5663960" y="133515"/>
                  <a:pt x="5656415" y="133315"/>
                  <a:pt x="5657358" y="138710"/>
                </a:cubicBezTo>
                <a:cubicBezTo>
                  <a:pt x="5663821" y="130717"/>
                  <a:pt x="5661177" y="155407"/>
                  <a:pt x="5665304" y="147183"/>
                </a:cubicBezTo>
                <a:cubicBezTo>
                  <a:pt x="5661300" y="125802"/>
                  <a:pt x="5682867" y="116619"/>
                  <a:pt x="5692342" y="123050"/>
                </a:cubicBezTo>
                <a:cubicBezTo>
                  <a:pt x="5694060" y="116138"/>
                  <a:pt x="5694290" y="109137"/>
                  <a:pt x="5692961" y="102041"/>
                </a:cubicBezTo>
                <a:cubicBezTo>
                  <a:pt x="5698758" y="108488"/>
                  <a:pt x="5703195" y="106014"/>
                  <a:pt x="5701402" y="94867"/>
                </a:cubicBezTo>
                <a:cubicBezTo>
                  <a:pt x="5705561" y="102148"/>
                  <a:pt x="5710199" y="92919"/>
                  <a:pt x="5714357" y="101065"/>
                </a:cubicBezTo>
                <a:cubicBezTo>
                  <a:pt x="5709024" y="114624"/>
                  <a:pt x="5693889" y="127193"/>
                  <a:pt x="5683886" y="130238"/>
                </a:cubicBezTo>
                <a:cubicBezTo>
                  <a:pt x="5685464" y="132974"/>
                  <a:pt x="5684365" y="135526"/>
                  <a:pt x="5685308" y="138246"/>
                </a:cubicBezTo>
                <a:cubicBezTo>
                  <a:pt x="5712981" y="119555"/>
                  <a:pt x="5730142" y="130378"/>
                  <a:pt x="5758664" y="101885"/>
                </a:cubicBezTo>
                <a:cubicBezTo>
                  <a:pt x="5761648" y="111734"/>
                  <a:pt x="5765127" y="105503"/>
                  <a:pt x="5768202" y="113141"/>
                </a:cubicBezTo>
                <a:cubicBezTo>
                  <a:pt x="5758618" y="131598"/>
                  <a:pt x="5740298" y="132418"/>
                  <a:pt x="5732229" y="160245"/>
                </a:cubicBezTo>
                <a:cubicBezTo>
                  <a:pt x="5733295" y="162100"/>
                  <a:pt x="5734331" y="163955"/>
                  <a:pt x="5735366" y="165779"/>
                </a:cubicBezTo>
                <a:cubicBezTo>
                  <a:pt x="5754569" y="147569"/>
                  <a:pt x="5774170" y="114160"/>
                  <a:pt x="5792042" y="138633"/>
                </a:cubicBezTo>
                <a:cubicBezTo>
                  <a:pt x="5808165" y="129048"/>
                  <a:pt x="5831571" y="112786"/>
                  <a:pt x="5841543" y="131954"/>
                </a:cubicBezTo>
                <a:cubicBezTo>
                  <a:pt x="5841791" y="125075"/>
                  <a:pt x="5845779" y="122772"/>
                  <a:pt x="5849968" y="124750"/>
                </a:cubicBezTo>
                <a:cubicBezTo>
                  <a:pt x="5845052" y="130470"/>
                  <a:pt x="5843152" y="136484"/>
                  <a:pt x="5847805" y="142961"/>
                </a:cubicBezTo>
                <a:cubicBezTo>
                  <a:pt x="5852226" y="141369"/>
                  <a:pt x="5856524" y="144153"/>
                  <a:pt x="5860590" y="154463"/>
                </a:cubicBezTo>
                <a:cubicBezTo>
                  <a:pt x="5865058" y="148527"/>
                  <a:pt x="5868953" y="151912"/>
                  <a:pt x="5865892" y="141724"/>
                </a:cubicBezTo>
                <a:cubicBezTo>
                  <a:pt x="5863620" y="144245"/>
                  <a:pt x="5861284" y="149284"/>
                  <a:pt x="5859167" y="146456"/>
                </a:cubicBezTo>
                <a:cubicBezTo>
                  <a:pt x="5860883" y="129944"/>
                  <a:pt x="5872879" y="136190"/>
                  <a:pt x="5879636" y="121766"/>
                </a:cubicBezTo>
                <a:cubicBezTo>
                  <a:pt x="5883221" y="155082"/>
                  <a:pt x="5905499" y="151820"/>
                  <a:pt x="5919429" y="164280"/>
                </a:cubicBezTo>
                <a:cubicBezTo>
                  <a:pt x="5916353" y="177484"/>
                  <a:pt x="5927235" y="185970"/>
                  <a:pt x="5933295" y="194256"/>
                </a:cubicBezTo>
                <a:cubicBezTo>
                  <a:pt x="5931130" y="230015"/>
                  <a:pt x="5904881" y="256435"/>
                  <a:pt x="5878321" y="274027"/>
                </a:cubicBezTo>
                <a:cubicBezTo>
                  <a:pt x="5877224" y="262032"/>
                  <a:pt x="5883856" y="265107"/>
                  <a:pt x="5883794" y="256049"/>
                </a:cubicBezTo>
                <a:cubicBezTo>
                  <a:pt x="5874085" y="247809"/>
                  <a:pt x="5869231" y="271013"/>
                  <a:pt x="5857251" y="264505"/>
                </a:cubicBezTo>
                <a:cubicBezTo>
                  <a:pt x="5852890" y="310528"/>
                  <a:pt x="5805878" y="287895"/>
                  <a:pt x="5791826" y="309337"/>
                </a:cubicBezTo>
                <a:cubicBezTo>
                  <a:pt x="5771851" y="291079"/>
                  <a:pt x="5743777" y="310265"/>
                  <a:pt x="5732336" y="320484"/>
                </a:cubicBezTo>
                <a:cubicBezTo>
                  <a:pt x="5736759" y="322818"/>
                  <a:pt x="5750053" y="309183"/>
                  <a:pt x="5748539" y="326992"/>
                </a:cubicBezTo>
                <a:cubicBezTo>
                  <a:pt x="5734904" y="334320"/>
                  <a:pt x="5723602" y="326452"/>
                  <a:pt x="5713600" y="342684"/>
                </a:cubicBezTo>
                <a:cubicBezTo>
                  <a:pt x="5701850" y="337875"/>
                  <a:pt x="5679311" y="337768"/>
                  <a:pt x="5677039" y="355592"/>
                </a:cubicBezTo>
                <a:cubicBezTo>
                  <a:pt x="5668488" y="354865"/>
                  <a:pt x="5678600" y="349408"/>
                  <a:pt x="5672523" y="342111"/>
                </a:cubicBezTo>
                <a:cubicBezTo>
                  <a:pt x="5663664" y="345158"/>
                  <a:pt x="5654220" y="367666"/>
                  <a:pt x="5645840" y="355824"/>
                </a:cubicBezTo>
                <a:cubicBezTo>
                  <a:pt x="5648963" y="347894"/>
                  <a:pt x="5659693" y="360060"/>
                  <a:pt x="5657544" y="348852"/>
                </a:cubicBezTo>
                <a:cubicBezTo>
                  <a:pt x="5649349" y="346764"/>
                  <a:pt x="5634323" y="339422"/>
                  <a:pt x="5639116" y="360570"/>
                </a:cubicBezTo>
                <a:cubicBezTo>
                  <a:pt x="5619127" y="351078"/>
                  <a:pt x="5598642" y="358329"/>
                  <a:pt x="5578220" y="363709"/>
                </a:cubicBezTo>
                <a:cubicBezTo>
                  <a:pt x="5574108" y="385352"/>
                  <a:pt x="5554010" y="405295"/>
                  <a:pt x="5540731" y="408062"/>
                </a:cubicBezTo>
                <a:cubicBezTo>
                  <a:pt x="5542013" y="418636"/>
                  <a:pt x="5543082" y="429257"/>
                  <a:pt x="5546328" y="440048"/>
                </a:cubicBezTo>
                <a:cubicBezTo>
                  <a:pt x="5549636" y="439429"/>
                  <a:pt x="5552990" y="436956"/>
                  <a:pt x="5556485" y="430263"/>
                </a:cubicBezTo>
                <a:cubicBezTo>
                  <a:pt x="5552727" y="422965"/>
                  <a:pt x="5552945" y="415992"/>
                  <a:pt x="5557103" y="409330"/>
                </a:cubicBezTo>
                <a:cubicBezTo>
                  <a:pt x="5567985" y="412268"/>
                  <a:pt x="5578839" y="415343"/>
                  <a:pt x="5590063" y="406640"/>
                </a:cubicBezTo>
                <a:cubicBezTo>
                  <a:pt x="5593401" y="411232"/>
                  <a:pt x="5591576" y="415483"/>
                  <a:pt x="5594576" y="420120"/>
                </a:cubicBezTo>
                <a:cubicBezTo>
                  <a:pt x="5597746" y="405759"/>
                  <a:pt x="5601317" y="417044"/>
                  <a:pt x="5608026" y="410644"/>
                </a:cubicBezTo>
                <a:cubicBezTo>
                  <a:pt x="5607176" y="407923"/>
                  <a:pt x="5604965" y="405141"/>
                  <a:pt x="5606588" y="402667"/>
                </a:cubicBezTo>
                <a:cubicBezTo>
                  <a:pt x="5609202" y="407629"/>
                  <a:pt x="5611846" y="410644"/>
                  <a:pt x="5614566" y="411185"/>
                </a:cubicBezTo>
                <a:cubicBezTo>
                  <a:pt x="5608629" y="418653"/>
                  <a:pt x="5591515" y="429180"/>
                  <a:pt x="5595504" y="443774"/>
                </a:cubicBezTo>
                <a:cubicBezTo>
                  <a:pt x="5610593" y="439661"/>
                  <a:pt x="5617843" y="419904"/>
                  <a:pt x="5630504" y="428144"/>
                </a:cubicBezTo>
                <a:cubicBezTo>
                  <a:pt x="5635096" y="434622"/>
                  <a:pt x="5625033" y="439955"/>
                  <a:pt x="5631556" y="446618"/>
                </a:cubicBezTo>
                <a:cubicBezTo>
                  <a:pt x="5640213" y="450112"/>
                  <a:pt x="5649349" y="437683"/>
                  <a:pt x="5657775" y="448643"/>
                </a:cubicBezTo>
                <a:cubicBezTo>
                  <a:pt x="5653292" y="454441"/>
                  <a:pt x="5649164" y="460191"/>
                  <a:pt x="5652334" y="466624"/>
                </a:cubicBezTo>
                <a:cubicBezTo>
                  <a:pt x="5659167" y="474662"/>
                  <a:pt x="5666803" y="458244"/>
                  <a:pt x="5673373" y="476162"/>
                </a:cubicBezTo>
                <a:cubicBezTo>
                  <a:pt x="5675492" y="472776"/>
                  <a:pt x="5673745" y="469142"/>
                  <a:pt x="5676960" y="465896"/>
                </a:cubicBezTo>
                <a:cubicBezTo>
                  <a:pt x="5685881" y="479842"/>
                  <a:pt x="5695171" y="480830"/>
                  <a:pt x="5704618" y="475930"/>
                </a:cubicBezTo>
                <a:cubicBezTo>
                  <a:pt x="5712811" y="494868"/>
                  <a:pt x="5721824" y="485917"/>
                  <a:pt x="5730203" y="498887"/>
                </a:cubicBezTo>
                <a:cubicBezTo>
                  <a:pt x="5690473" y="526946"/>
                  <a:pt x="5651932" y="515552"/>
                  <a:pt x="5612000" y="550182"/>
                </a:cubicBezTo>
                <a:cubicBezTo>
                  <a:pt x="5599725" y="540088"/>
                  <a:pt x="5586755" y="551929"/>
                  <a:pt x="5573736" y="565565"/>
                </a:cubicBezTo>
                <a:cubicBezTo>
                  <a:pt x="5563209" y="551264"/>
                  <a:pt x="5543312" y="558592"/>
                  <a:pt x="5537067" y="583730"/>
                </a:cubicBezTo>
                <a:cubicBezTo>
                  <a:pt x="5547115" y="576897"/>
                  <a:pt x="5557627" y="556505"/>
                  <a:pt x="5567199" y="565054"/>
                </a:cubicBezTo>
                <a:cubicBezTo>
                  <a:pt x="5550933" y="577545"/>
                  <a:pt x="5534392" y="599621"/>
                  <a:pt x="5518778" y="590222"/>
                </a:cubicBezTo>
                <a:cubicBezTo>
                  <a:pt x="5521948" y="602651"/>
                  <a:pt x="5509426" y="607954"/>
                  <a:pt x="5503489" y="607366"/>
                </a:cubicBezTo>
                <a:cubicBezTo>
                  <a:pt x="5507709" y="598107"/>
                  <a:pt x="5520247" y="589480"/>
                  <a:pt x="5519103" y="579710"/>
                </a:cubicBezTo>
                <a:cubicBezTo>
                  <a:pt x="5505962" y="584626"/>
                  <a:pt x="5502887" y="611619"/>
                  <a:pt x="5488338" y="619333"/>
                </a:cubicBezTo>
                <a:cubicBezTo>
                  <a:pt x="5485015" y="614725"/>
                  <a:pt x="5486840" y="610474"/>
                  <a:pt x="5483793" y="605867"/>
                </a:cubicBezTo>
                <a:cubicBezTo>
                  <a:pt x="5477578" y="608496"/>
                  <a:pt x="5463403" y="620539"/>
                  <a:pt x="5467421" y="604615"/>
                </a:cubicBezTo>
                <a:cubicBezTo>
                  <a:pt x="5465690" y="607103"/>
                  <a:pt x="5464114" y="605310"/>
                  <a:pt x="5462429" y="606857"/>
                </a:cubicBezTo>
                <a:cubicBezTo>
                  <a:pt x="5462458" y="615576"/>
                  <a:pt x="5455255" y="623800"/>
                  <a:pt x="5455054" y="632551"/>
                </a:cubicBezTo>
                <a:cubicBezTo>
                  <a:pt x="5457202" y="635117"/>
                  <a:pt x="5459413" y="634050"/>
                  <a:pt x="5461640" y="633061"/>
                </a:cubicBezTo>
                <a:cubicBezTo>
                  <a:pt x="5466386" y="628190"/>
                  <a:pt x="5462505" y="622610"/>
                  <a:pt x="5468658" y="617848"/>
                </a:cubicBezTo>
                <a:cubicBezTo>
                  <a:pt x="5472029" y="632644"/>
                  <a:pt x="5476605" y="608047"/>
                  <a:pt x="5480192" y="616102"/>
                </a:cubicBezTo>
                <a:cubicBezTo>
                  <a:pt x="5474610" y="632102"/>
                  <a:pt x="5473203" y="622100"/>
                  <a:pt x="5464917" y="633293"/>
                </a:cubicBezTo>
                <a:cubicBezTo>
                  <a:pt x="5464469" y="642815"/>
                  <a:pt x="5471363" y="650345"/>
                  <a:pt x="5475986" y="647284"/>
                </a:cubicBezTo>
                <a:cubicBezTo>
                  <a:pt x="5471179" y="655648"/>
                  <a:pt x="5464005" y="663857"/>
                  <a:pt x="5468613" y="672931"/>
                </a:cubicBezTo>
                <a:cubicBezTo>
                  <a:pt x="5477811" y="655956"/>
                  <a:pt x="5497212" y="617478"/>
                  <a:pt x="5504060" y="641595"/>
                </a:cubicBezTo>
                <a:cubicBezTo>
                  <a:pt x="5509085" y="638797"/>
                  <a:pt x="5514125" y="634762"/>
                  <a:pt x="5519057" y="634869"/>
                </a:cubicBezTo>
                <a:cubicBezTo>
                  <a:pt x="5518036" y="630417"/>
                  <a:pt x="5517356" y="625965"/>
                  <a:pt x="5517835" y="621667"/>
                </a:cubicBezTo>
                <a:cubicBezTo>
                  <a:pt x="5522026" y="627202"/>
                  <a:pt x="5526291" y="630912"/>
                  <a:pt x="5530774" y="627896"/>
                </a:cubicBezTo>
                <a:cubicBezTo>
                  <a:pt x="5576195" y="593655"/>
                  <a:pt x="5629407" y="589789"/>
                  <a:pt x="5668505" y="583420"/>
                </a:cubicBezTo>
                <a:cubicBezTo>
                  <a:pt x="5655270" y="604769"/>
                  <a:pt x="5650849" y="605326"/>
                  <a:pt x="5641156" y="618066"/>
                </a:cubicBezTo>
                <a:cubicBezTo>
                  <a:pt x="5651545" y="617834"/>
                  <a:pt x="5661996" y="616395"/>
                  <a:pt x="5672540" y="612654"/>
                </a:cubicBezTo>
                <a:cubicBezTo>
                  <a:pt x="5676264" y="616009"/>
                  <a:pt x="5679619" y="631777"/>
                  <a:pt x="5683593" y="626645"/>
                </a:cubicBezTo>
                <a:cubicBezTo>
                  <a:pt x="5686670" y="607567"/>
                  <a:pt x="5700305" y="633462"/>
                  <a:pt x="5708576" y="615405"/>
                </a:cubicBezTo>
                <a:cubicBezTo>
                  <a:pt x="5710879" y="620948"/>
                  <a:pt x="5712939" y="621257"/>
                  <a:pt x="5715423" y="620842"/>
                </a:cubicBezTo>
                <a:lnTo>
                  <a:pt x="5724275" y="621867"/>
                </a:lnTo>
                <a:lnTo>
                  <a:pt x="5724806" y="620504"/>
                </a:lnTo>
                <a:cubicBezTo>
                  <a:pt x="5727451" y="623411"/>
                  <a:pt x="5730232" y="622174"/>
                  <a:pt x="5732783" y="628991"/>
                </a:cubicBezTo>
                <a:cubicBezTo>
                  <a:pt x="5730058" y="633096"/>
                  <a:pt x="5722733" y="637070"/>
                  <a:pt x="5720226" y="633844"/>
                </a:cubicBezTo>
                <a:cubicBezTo>
                  <a:pt x="5719390" y="632769"/>
                  <a:pt x="5719090" y="630893"/>
                  <a:pt x="5719674" y="627956"/>
                </a:cubicBezTo>
                <a:cubicBezTo>
                  <a:pt x="5721351" y="629795"/>
                  <a:pt x="5721822" y="628848"/>
                  <a:pt x="5722280" y="626983"/>
                </a:cubicBezTo>
                <a:lnTo>
                  <a:pt x="5724034" y="622484"/>
                </a:lnTo>
                <a:lnTo>
                  <a:pt x="5718110" y="626645"/>
                </a:lnTo>
                <a:cubicBezTo>
                  <a:pt x="5715907" y="627008"/>
                  <a:pt x="5713701" y="627379"/>
                  <a:pt x="5711374" y="631407"/>
                </a:cubicBezTo>
                <a:cubicBezTo>
                  <a:pt x="5714512" y="638565"/>
                  <a:pt x="5714466" y="647592"/>
                  <a:pt x="5720743" y="647871"/>
                </a:cubicBezTo>
                <a:cubicBezTo>
                  <a:pt x="5703319" y="675343"/>
                  <a:pt x="5682742" y="691220"/>
                  <a:pt x="5659661" y="711411"/>
                </a:cubicBezTo>
                <a:cubicBezTo>
                  <a:pt x="5645995" y="723406"/>
                  <a:pt x="5614519" y="754156"/>
                  <a:pt x="5597668" y="751264"/>
                </a:cubicBezTo>
                <a:lnTo>
                  <a:pt x="5567043" y="776817"/>
                </a:lnTo>
                <a:lnTo>
                  <a:pt x="5566046" y="778939"/>
                </a:lnTo>
                <a:lnTo>
                  <a:pt x="5563680" y="779624"/>
                </a:lnTo>
                <a:lnTo>
                  <a:pt x="5560173" y="782549"/>
                </a:lnTo>
                <a:cubicBezTo>
                  <a:pt x="5546177" y="789033"/>
                  <a:pt x="5531587" y="792387"/>
                  <a:pt x="5519119" y="795061"/>
                </a:cubicBezTo>
                <a:cubicBezTo>
                  <a:pt x="5499980" y="818590"/>
                  <a:pt x="5477748" y="822301"/>
                  <a:pt x="5454002" y="829397"/>
                </a:cubicBezTo>
                <a:cubicBezTo>
                  <a:pt x="5455627" y="826028"/>
                  <a:pt x="5454945" y="822487"/>
                  <a:pt x="5454327" y="818931"/>
                </a:cubicBezTo>
                <a:cubicBezTo>
                  <a:pt x="5450686" y="823615"/>
                  <a:pt x="5444545" y="824844"/>
                  <a:pt x="5439634" y="827028"/>
                </a:cubicBezTo>
                <a:lnTo>
                  <a:pt x="5434673" y="836414"/>
                </a:lnTo>
                <a:lnTo>
                  <a:pt x="5451236" y="833547"/>
                </a:lnTo>
                <a:cubicBezTo>
                  <a:pt x="5463880" y="832140"/>
                  <a:pt x="5476573" y="831904"/>
                  <a:pt x="5491739" y="833613"/>
                </a:cubicBezTo>
                <a:cubicBezTo>
                  <a:pt x="5490008" y="829964"/>
                  <a:pt x="5488553" y="826363"/>
                  <a:pt x="5492048" y="823100"/>
                </a:cubicBezTo>
                <a:cubicBezTo>
                  <a:pt x="5495573" y="834155"/>
                  <a:pt x="5499748" y="822406"/>
                  <a:pt x="5503442" y="826642"/>
                </a:cubicBezTo>
                <a:cubicBezTo>
                  <a:pt x="5501926" y="830909"/>
                  <a:pt x="5501958" y="835314"/>
                  <a:pt x="5504695" y="839859"/>
                </a:cubicBezTo>
                <a:cubicBezTo>
                  <a:pt x="5512547" y="834293"/>
                  <a:pt x="5519906" y="843075"/>
                  <a:pt x="5527976" y="831156"/>
                </a:cubicBezTo>
                <a:cubicBezTo>
                  <a:pt x="5531300" y="835809"/>
                  <a:pt x="5529475" y="840029"/>
                  <a:pt x="5532475" y="844636"/>
                </a:cubicBezTo>
                <a:cubicBezTo>
                  <a:pt x="5542895" y="826054"/>
                  <a:pt x="5552171" y="845502"/>
                  <a:pt x="5562297" y="836474"/>
                </a:cubicBezTo>
                <a:cubicBezTo>
                  <a:pt x="5560751" y="833691"/>
                  <a:pt x="5561847" y="831155"/>
                  <a:pt x="5560921" y="828497"/>
                </a:cubicBezTo>
                <a:cubicBezTo>
                  <a:pt x="5555865" y="832130"/>
                  <a:pt x="5551057" y="827630"/>
                  <a:pt x="5546219" y="824692"/>
                </a:cubicBezTo>
                <a:cubicBezTo>
                  <a:pt x="5553514" y="821245"/>
                  <a:pt x="5561786" y="817272"/>
                  <a:pt x="5565002" y="802492"/>
                </a:cubicBezTo>
                <a:cubicBezTo>
                  <a:pt x="5574184" y="810223"/>
                  <a:pt x="5556345" y="815850"/>
                  <a:pt x="5561075" y="823225"/>
                </a:cubicBezTo>
                <a:cubicBezTo>
                  <a:pt x="5583445" y="817952"/>
                  <a:pt x="5622743" y="778330"/>
                  <a:pt x="5644139" y="792830"/>
                </a:cubicBezTo>
                <a:cubicBezTo>
                  <a:pt x="5647463" y="780711"/>
                  <a:pt x="5649473" y="786322"/>
                  <a:pt x="5655843" y="785859"/>
                </a:cubicBezTo>
                <a:cubicBezTo>
                  <a:pt x="5655920" y="805060"/>
                  <a:pt x="5633395" y="798118"/>
                  <a:pt x="5638512" y="816082"/>
                </a:cubicBezTo>
                <a:cubicBezTo>
                  <a:pt x="5652828" y="816670"/>
                  <a:pt x="5669678" y="810889"/>
                  <a:pt x="5688338" y="798969"/>
                </a:cubicBezTo>
                <a:cubicBezTo>
                  <a:pt x="5695218" y="807070"/>
                  <a:pt x="5690982" y="813192"/>
                  <a:pt x="5686606" y="801443"/>
                </a:cubicBezTo>
                <a:cubicBezTo>
                  <a:pt x="5687642" y="809311"/>
                  <a:pt x="5669772" y="815542"/>
                  <a:pt x="5670993" y="829114"/>
                </a:cubicBezTo>
                <a:cubicBezTo>
                  <a:pt x="5682107" y="827708"/>
                  <a:pt x="5699330" y="813455"/>
                  <a:pt x="5701263" y="805167"/>
                </a:cubicBezTo>
                <a:cubicBezTo>
                  <a:pt x="5699531" y="808553"/>
                  <a:pt x="5701865" y="812249"/>
                  <a:pt x="5704246" y="815943"/>
                </a:cubicBezTo>
                <a:cubicBezTo>
                  <a:pt x="5726709" y="796882"/>
                  <a:pt x="5748568" y="798860"/>
                  <a:pt x="5771711" y="758125"/>
                </a:cubicBezTo>
                <a:cubicBezTo>
                  <a:pt x="5776179" y="766379"/>
                  <a:pt x="5773613" y="774047"/>
                  <a:pt x="5772623" y="781839"/>
                </a:cubicBezTo>
                <a:cubicBezTo>
                  <a:pt x="5769301" y="778084"/>
                  <a:pt x="5771187" y="771094"/>
                  <a:pt x="5767970" y="773630"/>
                </a:cubicBezTo>
                <a:cubicBezTo>
                  <a:pt x="5763734" y="774110"/>
                  <a:pt x="5762080" y="776722"/>
                  <a:pt x="5764385" y="783818"/>
                </a:cubicBezTo>
                <a:cubicBezTo>
                  <a:pt x="5769841" y="783355"/>
                  <a:pt x="5775144" y="789044"/>
                  <a:pt x="5780772" y="785085"/>
                </a:cubicBezTo>
                <a:cubicBezTo>
                  <a:pt x="5779008" y="780571"/>
                  <a:pt x="5782735" y="776522"/>
                  <a:pt x="5782797" y="772130"/>
                </a:cubicBezTo>
                <a:cubicBezTo>
                  <a:pt x="5787263" y="769085"/>
                  <a:pt x="5791052" y="788070"/>
                  <a:pt x="5795581" y="783616"/>
                </a:cubicBezTo>
                <a:cubicBezTo>
                  <a:pt x="5797359" y="780247"/>
                  <a:pt x="5800730" y="777031"/>
                  <a:pt x="5799183" y="773430"/>
                </a:cubicBezTo>
                <a:cubicBezTo>
                  <a:pt x="5790388" y="774357"/>
                  <a:pt x="5791825" y="775764"/>
                  <a:pt x="5789644" y="762160"/>
                </a:cubicBezTo>
                <a:cubicBezTo>
                  <a:pt x="5784574" y="766735"/>
                  <a:pt x="5779705" y="764834"/>
                  <a:pt x="5774834" y="763643"/>
                </a:cubicBezTo>
                <a:cubicBezTo>
                  <a:pt x="5780432" y="754182"/>
                  <a:pt x="5764693" y="759639"/>
                  <a:pt x="5770306" y="750148"/>
                </a:cubicBezTo>
                <a:cubicBezTo>
                  <a:pt x="5777371" y="748802"/>
                  <a:pt x="5774170" y="750967"/>
                  <a:pt x="5779828" y="761402"/>
                </a:cubicBezTo>
                <a:cubicBezTo>
                  <a:pt x="5795921" y="765915"/>
                  <a:pt x="5801332" y="744397"/>
                  <a:pt x="5813252" y="742959"/>
                </a:cubicBezTo>
                <a:cubicBezTo>
                  <a:pt x="5808072" y="757459"/>
                  <a:pt x="5797932" y="771573"/>
                  <a:pt x="5803698" y="786926"/>
                </a:cubicBezTo>
                <a:cubicBezTo>
                  <a:pt x="5812757" y="795567"/>
                  <a:pt x="5822869" y="768853"/>
                  <a:pt x="5832097" y="770694"/>
                </a:cubicBezTo>
                <a:cubicBezTo>
                  <a:pt x="5838219" y="786400"/>
                  <a:pt x="5845083" y="776165"/>
                  <a:pt x="5851622" y="777510"/>
                </a:cubicBezTo>
                <a:cubicBezTo>
                  <a:pt x="5851328" y="765683"/>
                  <a:pt x="5870405" y="751292"/>
                  <a:pt x="5871751" y="763288"/>
                </a:cubicBezTo>
                <a:cubicBezTo>
                  <a:pt x="5866757" y="762560"/>
                  <a:pt x="5857434" y="768296"/>
                  <a:pt x="5864732" y="778484"/>
                </a:cubicBezTo>
                <a:cubicBezTo>
                  <a:pt x="5869370" y="769332"/>
                  <a:pt x="5873668" y="772656"/>
                  <a:pt x="5878182" y="769024"/>
                </a:cubicBezTo>
                <a:cubicBezTo>
                  <a:pt x="5875879" y="764494"/>
                  <a:pt x="5881305" y="760568"/>
                  <a:pt x="5876930" y="755789"/>
                </a:cubicBezTo>
                <a:cubicBezTo>
                  <a:pt x="5891554" y="747999"/>
                  <a:pt x="5886484" y="751384"/>
                  <a:pt x="5902052" y="739387"/>
                </a:cubicBezTo>
                <a:cubicBezTo>
                  <a:pt x="5915718" y="764525"/>
                  <a:pt x="5922042" y="720991"/>
                  <a:pt x="5936232" y="749899"/>
                </a:cubicBezTo>
                <a:cubicBezTo>
                  <a:pt x="5940918" y="740701"/>
                  <a:pt x="5945107" y="746051"/>
                  <a:pt x="5949838" y="735214"/>
                </a:cubicBezTo>
                <a:cubicBezTo>
                  <a:pt x="5948291" y="754197"/>
                  <a:pt x="5944782" y="765823"/>
                  <a:pt x="5938582" y="781623"/>
                </a:cubicBezTo>
                <a:cubicBezTo>
                  <a:pt x="5959685" y="778809"/>
                  <a:pt x="5982890" y="782457"/>
                  <a:pt x="5993867" y="746499"/>
                </a:cubicBezTo>
                <a:cubicBezTo>
                  <a:pt x="6010207" y="750162"/>
                  <a:pt x="6035374" y="749389"/>
                  <a:pt x="6047264" y="719120"/>
                </a:cubicBezTo>
                <a:cubicBezTo>
                  <a:pt x="6028928" y="689762"/>
                  <a:pt x="6001256" y="751493"/>
                  <a:pt x="5987790" y="730267"/>
                </a:cubicBezTo>
                <a:cubicBezTo>
                  <a:pt x="5991671" y="734425"/>
                  <a:pt x="5984915" y="750548"/>
                  <a:pt x="5980741" y="745478"/>
                </a:cubicBezTo>
                <a:cubicBezTo>
                  <a:pt x="5982271" y="741242"/>
                  <a:pt x="5982271" y="736852"/>
                  <a:pt x="5979488" y="732276"/>
                </a:cubicBezTo>
                <a:cubicBezTo>
                  <a:pt x="5969409" y="738706"/>
                  <a:pt x="5964199" y="773445"/>
                  <a:pt x="5948893" y="766690"/>
                </a:cubicBezTo>
                <a:cubicBezTo>
                  <a:pt x="5956036" y="748354"/>
                  <a:pt x="5971681" y="713400"/>
                  <a:pt x="5986707" y="711822"/>
                </a:cubicBezTo>
                <a:cubicBezTo>
                  <a:pt x="5988595" y="718949"/>
                  <a:pt x="5975484" y="724964"/>
                  <a:pt x="5982781" y="732539"/>
                </a:cubicBezTo>
                <a:cubicBezTo>
                  <a:pt x="5994314" y="719105"/>
                  <a:pt x="6003960" y="714729"/>
                  <a:pt x="6011985" y="690117"/>
                </a:cubicBezTo>
                <a:cubicBezTo>
                  <a:pt x="6021602" y="697599"/>
                  <a:pt x="6031465" y="698203"/>
                  <a:pt x="6041188" y="702918"/>
                </a:cubicBezTo>
                <a:cubicBezTo>
                  <a:pt x="6051933" y="682403"/>
                  <a:pt x="6060882" y="690659"/>
                  <a:pt x="6063697" y="665244"/>
                </a:cubicBezTo>
                <a:cubicBezTo>
                  <a:pt x="6070314" y="672740"/>
                  <a:pt x="6058672" y="678879"/>
                  <a:pt x="6066324" y="686438"/>
                </a:cubicBezTo>
                <a:cubicBezTo>
                  <a:pt x="6077472" y="687906"/>
                  <a:pt x="6071814" y="684630"/>
                  <a:pt x="6074131" y="700229"/>
                </a:cubicBezTo>
                <a:cubicBezTo>
                  <a:pt x="6079296" y="692714"/>
                  <a:pt x="6084459" y="685248"/>
                  <a:pt x="6089608" y="677766"/>
                </a:cubicBezTo>
                <a:cubicBezTo>
                  <a:pt x="6094847" y="684630"/>
                  <a:pt x="6100321" y="685047"/>
                  <a:pt x="6105993" y="679033"/>
                </a:cubicBezTo>
                <a:cubicBezTo>
                  <a:pt x="6103057" y="667531"/>
                  <a:pt x="6099485" y="676281"/>
                  <a:pt x="6096301" y="673034"/>
                </a:cubicBezTo>
                <a:cubicBezTo>
                  <a:pt x="6102764" y="666542"/>
                  <a:pt x="6104463" y="659631"/>
                  <a:pt x="6103489" y="652567"/>
                </a:cubicBezTo>
                <a:cubicBezTo>
                  <a:pt x="6108931" y="654978"/>
                  <a:pt x="6114651" y="645487"/>
                  <a:pt x="6119737" y="659091"/>
                </a:cubicBezTo>
                <a:cubicBezTo>
                  <a:pt x="6116275" y="665784"/>
                  <a:pt x="6112672" y="672570"/>
                  <a:pt x="6119088" y="680052"/>
                </a:cubicBezTo>
                <a:cubicBezTo>
                  <a:pt x="6126075" y="665723"/>
                  <a:pt x="6134084" y="651453"/>
                  <a:pt x="6141736" y="637185"/>
                </a:cubicBezTo>
                <a:cubicBezTo>
                  <a:pt x="6148740" y="659338"/>
                  <a:pt x="6157831" y="612774"/>
                  <a:pt x="6164849" y="633674"/>
                </a:cubicBezTo>
                <a:cubicBezTo>
                  <a:pt x="6163628" y="645207"/>
                  <a:pt x="6157196" y="639890"/>
                  <a:pt x="6159392" y="651670"/>
                </a:cubicBezTo>
                <a:cubicBezTo>
                  <a:pt x="6155203" y="644852"/>
                  <a:pt x="6150472" y="656509"/>
                  <a:pt x="6146096" y="655859"/>
                </a:cubicBezTo>
                <a:cubicBezTo>
                  <a:pt x="6147690" y="660311"/>
                  <a:pt x="6146653" y="664671"/>
                  <a:pt x="6150626" y="669341"/>
                </a:cubicBezTo>
                <a:cubicBezTo>
                  <a:pt x="6154073" y="664394"/>
                  <a:pt x="6157520" y="659368"/>
                  <a:pt x="6160953" y="654407"/>
                </a:cubicBezTo>
                <a:cubicBezTo>
                  <a:pt x="6163133" y="673375"/>
                  <a:pt x="6171836" y="654993"/>
                  <a:pt x="6178747" y="663636"/>
                </a:cubicBezTo>
                <a:cubicBezTo>
                  <a:pt x="6165297" y="679296"/>
                  <a:pt x="6147828" y="668289"/>
                  <a:pt x="6142973" y="705531"/>
                </a:cubicBezTo>
                <a:cubicBezTo>
                  <a:pt x="6156701" y="713756"/>
                  <a:pt x="6183416" y="662089"/>
                  <a:pt x="6189013" y="703892"/>
                </a:cubicBezTo>
                <a:cubicBezTo>
                  <a:pt x="6192846" y="704063"/>
                  <a:pt x="6196867" y="698172"/>
                  <a:pt x="6200885" y="691633"/>
                </a:cubicBezTo>
                <a:cubicBezTo>
                  <a:pt x="6199308" y="688030"/>
                  <a:pt x="6196154" y="684274"/>
                  <a:pt x="6197933" y="680903"/>
                </a:cubicBezTo>
                <a:cubicBezTo>
                  <a:pt x="6221740" y="689298"/>
                  <a:pt x="6246598" y="665088"/>
                  <a:pt x="6270360" y="676049"/>
                </a:cubicBezTo>
                <a:cubicBezTo>
                  <a:pt x="6268614" y="671520"/>
                  <a:pt x="6272338" y="667407"/>
                  <a:pt x="6272386" y="663079"/>
                </a:cubicBezTo>
                <a:cubicBezTo>
                  <a:pt x="6276930" y="675245"/>
                  <a:pt x="6282358" y="659523"/>
                  <a:pt x="6287056" y="666836"/>
                </a:cubicBezTo>
                <a:cubicBezTo>
                  <a:pt x="6282341" y="678074"/>
                  <a:pt x="6274226" y="672601"/>
                  <a:pt x="6278337" y="684506"/>
                </a:cubicBezTo>
                <a:cubicBezTo>
                  <a:pt x="6288155" y="685170"/>
                  <a:pt x="6297957" y="687257"/>
                  <a:pt x="6307989" y="681569"/>
                </a:cubicBezTo>
                <a:cubicBezTo>
                  <a:pt x="6313803" y="687257"/>
                  <a:pt x="6309566" y="692235"/>
                  <a:pt x="6314066" y="697801"/>
                </a:cubicBezTo>
                <a:cubicBezTo>
                  <a:pt x="6315888" y="693626"/>
                  <a:pt x="6315116" y="689205"/>
                  <a:pt x="6319352" y="685109"/>
                </a:cubicBezTo>
                <a:cubicBezTo>
                  <a:pt x="6323078" y="691524"/>
                  <a:pt x="6321022" y="697492"/>
                  <a:pt x="6327004" y="704093"/>
                </a:cubicBezTo>
                <a:cubicBezTo>
                  <a:pt x="6333558" y="695033"/>
                  <a:pt x="6333667" y="700089"/>
                  <a:pt x="6337332" y="689144"/>
                </a:cubicBezTo>
                <a:cubicBezTo>
                  <a:pt x="6340424" y="699872"/>
                  <a:pt x="6336605" y="710107"/>
                  <a:pt x="6339635" y="720835"/>
                </a:cubicBezTo>
                <a:cubicBezTo>
                  <a:pt x="6346345" y="716663"/>
                  <a:pt x="6353192" y="707386"/>
                  <a:pt x="6359469" y="717157"/>
                </a:cubicBezTo>
                <a:cubicBezTo>
                  <a:pt x="6358327" y="718826"/>
                  <a:pt x="6357182" y="720496"/>
                  <a:pt x="6356052" y="722119"/>
                </a:cubicBezTo>
                <a:cubicBezTo>
                  <a:pt x="6356858" y="723927"/>
                  <a:pt x="6357599" y="725720"/>
                  <a:pt x="6355867" y="727344"/>
                </a:cubicBezTo>
                <a:cubicBezTo>
                  <a:pt x="6353285" y="715873"/>
                  <a:pt x="6342078" y="721391"/>
                  <a:pt x="6344303" y="729092"/>
                </a:cubicBezTo>
                <a:cubicBezTo>
                  <a:pt x="6356656" y="728736"/>
                  <a:pt x="6365003" y="729461"/>
                  <a:pt x="6374296" y="715610"/>
                </a:cubicBezTo>
                <a:cubicBezTo>
                  <a:pt x="6375841" y="730930"/>
                  <a:pt x="6383031" y="719444"/>
                  <a:pt x="6383649" y="732106"/>
                </a:cubicBezTo>
                <a:cubicBezTo>
                  <a:pt x="6383912" y="725242"/>
                  <a:pt x="6387978" y="719243"/>
                  <a:pt x="6392074" y="724901"/>
                </a:cubicBezTo>
                <a:cubicBezTo>
                  <a:pt x="6385379" y="734889"/>
                  <a:pt x="6385040" y="745340"/>
                  <a:pt x="6391115" y="756315"/>
                </a:cubicBezTo>
                <a:cubicBezTo>
                  <a:pt x="6384467" y="759639"/>
                  <a:pt x="6377835" y="761293"/>
                  <a:pt x="6371126" y="765297"/>
                </a:cubicBezTo>
                <a:cubicBezTo>
                  <a:pt x="6375022" y="772625"/>
                  <a:pt x="6365420" y="778871"/>
                  <a:pt x="6373769" y="786492"/>
                </a:cubicBezTo>
                <a:cubicBezTo>
                  <a:pt x="6381932" y="765529"/>
                  <a:pt x="6392444" y="764834"/>
                  <a:pt x="6404086" y="762592"/>
                </a:cubicBezTo>
                <a:cubicBezTo>
                  <a:pt x="6403606" y="751816"/>
                  <a:pt x="6408259" y="732987"/>
                  <a:pt x="6417860" y="742634"/>
                </a:cubicBezTo>
                <a:cubicBezTo>
                  <a:pt x="6413810" y="748601"/>
                  <a:pt x="6410084" y="745262"/>
                  <a:pt x="6405956" y="754879"/>
                </a:cubicBezTo>
                <a:cubicBezTo>
                  <a:pt x="6406714" y="763226"/>
                  <a:pt x="6413315" y="770260"/>
                  <a:pt x="6415324" y="771343"/>
                </a:cubicBezTo>
                <a:cubicBezTo>
                  <a:pt x="6416886" y="767585"/>
                  <a:pt x="6415542" y="750844"/>
                  <a:pt x="6422344" y="756099"/>
                </a:cubicBezTo>
                <a:cubicBezTo>
                  <a:pt x="6419807" y="758341"/>
                  <a:pt x="6420937" y="772656"/>
                  <a:pt x="6425311" y="766844"/>
                </a:cubicBezTo>
                <a:cubicBezTo>
                  <a:pt x="6430815" y="759407"/>
                  <a:pt x="6425327" y="751121"/>
                  <a:pt x="6434201" y="743902"/>
                </a:cubicBezTo>
                <a:cubicBezTo>
                  <a:pt x="6438437" y="748972"/>
                  <a:pt x="6437385" y="766503"/>
                  <a:pt x="6441853" y="762901"/>
                </a:cubicBezTo>
                <a:cubicBezTo>
                  <a:pt x="6439735" y="755528"/>
                  <a:pt x="6445874" y="735446"/>
                  <a:pt x="6452489" y="737455"/>
                </a:cubicBezTo>
                <a:cubicBezTo>
                  <a:pt x="6455351" y="747750"/>
                  <a:pt x="6447806" y="747551"/>
                  <a:pt x="6448748" y="752946"/>
                </a:cubicBezTo>
                <a:cubicBezTo>
                  <a:pt x="6455212" y="744952"/>
                  <a:pt x="6452567" y="769642"/>
                  <a:pt x="6456694" y="761418"/>
                </a:cubicBezTo>
                <a:cubicBezTo>
                  <a:pt x="6452691" y="740037"/>
                  <a:pt x="6474258" y="730854"/>
                  <a:pt x="6483733" y="737285"/>
                </a:cubicBezTo>
                <a:cubicBezTo>
                  <a:pt x="6485450" y="730374"/>
                  <a:pt x="6485681" y="723372"/>
                  <a:pt x="6484351" y="716276"/>
                </a:cubicBezTo>
                <a:cubicBezTo>
                  <a:pt x="6490149" y="722723"/>
                  <a:pt x="6494586" y="720249"/>
                  <a:pt x="6492793" y="709102"/>
                </a:cubicBezTo>
                <a:cubicBezTo>
                  <a:pt x="6496951" y="716383"/>
                  <a:pt x="6501590" y="707155"/>
                  <a:pt x="6505748" y="715301"/>
                </a:cubicBezTo>
                <a:cubicBezTo>
                  <a:pt x="6500415" y="728860"/>
                  <a:pt x="6485280" y="741428"/>
                  <a:pt x="6475277" y="744473"/>
                </a:cubicBezTo>
                <a:cubicBezTo>
                  <a:pt x="6476854" y="747210"/>
                  <a:pt x="6475756" y="749761"/>
                  <a:pt x="6476699" y="752481"/>
                </a:cubicBezTo>
                <a:cubicBezTo>
                  <a:pt x="6504372" y="733790"/>
                  <a:pt x="6521532" y="744613"/>
                  <a:pt x="6550054" y="716120"/>
                </a:cubicBezTo>
                <a:cubicBezTo>
                  <a:pt x="6553039" y="725969"/>
                  <a:pt x="6556517" y="719738"/>
                  <a:pt x="6559593" y="727376"/>
                </a:cubicBezTo>
                <a:cubicBezTo>
                  <a:pt x="6550009" y="745833"/>
                  <a:pt x="6531689" y="746653"/>
                  <a:pt x="6523619" y="774480"/>
                </a:cubicBezTo>
                <a:cubicBezTo>
                  <a:pt x="6524686" y="776335"/>
                  <a:pt x="6525721" y="778190"/>
                  <a:pt x="6526757" y="780015"/>
                </a:cubicBezTo>
                <a:cubicBezTo>
                  <a:pt x="6545959" y="761804"/>
                  <a:pt x="6565561" y="728395"/>
                  <a:pt x="6583432" y="752868"/>
                </a:cubicBezTo>
                <a:cubicBezTo>
                  <a:pt x="6599556" y="743283"/>
                  <a:pt x="6622962" y="727021"/>
                  <a:pt x="6632934" y="746189"/>
                </a:cubicBezTo>
                <a:cubicBezTo>
                  <a:pt x="6633182" y="739310"/>
                  <a:pt x="6637170" y="737007"/>
                  <a:pt x="6641359" y="738986"/>
                </a:cubicBezTo>
                <a:cubicBezTo>
                  <a:pt x="6636443" y="744705"/>
                  <a:pt x="6634542" y="750719"/>
                  <a:pt x="6639196" y="757196"/>
                </a:cubicBezTo>
                <a:cubicBezTo>
                  <a:pt x="6643617" y="755604"/>
                  <a:pt x="6647914" y="758388"/>
                  <a:pt x="6651980" y="768699"/>
                </a:cubicBezTo>
                <a:cubicBezTo>
                  <a:pt x="6656448" y="762762"/>
                  <a:pt x="6660344" y="766147"/>
                  <a:pt x="6657283" y="755960"/>
                </a:cubicBezTo>
                <a:cubicBezTo>
                  <a:pt x="6655010" y="758480"/>
                  <a:pt x="6652675" y="763520"/>
                  <a:pt x="6650558" y="760691"/>
                </a:cubicBezTo>
                <a:cubicBezTo>
                  <a:pt x="6652274" y="744179"/>
                  <a:pt x="6664270" y="750425"/>
                  <a:pt x="6671027" y="736001"/>
                </a:cubicBezTo>
                <a:cubicBezTo>
                  <a:pt x="6674612" y="769317"/>
                  <a:pt x="6696890" y="766055"/>
                  <a:pt x="6710819" y="778515"/>
                </a:cubicBezTo>
                <a:cubicBezTo>
                  <a:pt x="6707743" y="791719"/>
                  <a:pt x="6718626" y="800206"/>
                  <a:pt x="6724686" y="808491"/>
                </a:cubicBezTo>
                <a:cubicBezTo>
                  <a:pt x="6722521" y="844250"/>
                  <a:pt x="6696272" y="870670"/>
                  <a:pt x="6669712" y="888263"/>
                </a:cubicBezTo>
                <a:cubicBezTo>
                  <a:pt x="6668615" y="876267"/>
                  <a:pt x="6675247" y="879342"/>
                  <a:pt x="6675185" y="870284"/>
                </a:cubicBezTo>
                <a:cubicBezTo>
                  <a:pt x="6665476" y="862044"/>
                  <a:pt x="6660621" y="885249"/>
                  <a:pt x="6648642" y="878740"/>
                </a:cubicBezTo>
                <a:cubicBezTo>
                  <a:pt x="6644280" y="924763"/>
                  <a:pt x="6597269" y="902130"/>
                  <a:pt x="6583216" y="923572"/>
                </a:cubicBezTo>
                <a:cubicBezTo>
                  <a:pt x="6563241" y="905314"/>
                  <a:pt x="6535167" y="924500"/>
                  <a:pt x="6523727" y="934719"/>
                </a:cubicBezTo>
                <a:cubicBezTo>
                  <a:pt x="6528149" y="937053"/>
                  <a:pt x="6541444" y="923418"/>
                  <a:pt x="6539929" y="941228"/>
                </a:cubicBezTo>
                <a:cubicBezTo>
                  <a:pt x="6526294" y="948556"/>
                  <a:pt x="6514993" y="940687"/>
                  <a:pt x="6504990" y="956920"/>
                </a:cubicBezTo>
                <a:cubicBezTo>
                  <a:pt x="6493241" y="952110"/>
                  <a:pt x="6470701" y="952003"/>
                  <a:pt x="6468429" y="969827"/>
                </a:cubicBezTo>
                <a:cubicBezTo>
                  <a:pt x="6459879" y="969100"/>
                  <a:pt x="6469991" y="963644"/>
                  <a:pt x="6463914" y="956346"/>
                </a:cubicBezTo>
                <a:cubicBezTo>
                  <a:pt x="6455055" y="959393"/>
                  <a:pt x="6445611" y="981901"/>
                  <a:pt x="6437231" y="970060"/>
                </a:cubicBezTo>
                <a:cubicBezTo>
                  <a:pt x="6440354" y="962129"/>
                  <a:pt x="6451084" y="974296"/>
                  <a:pt x="6448935" y="963087"/>
                </a:cubicBezTo>
                <a:cubicBezTo>
                  <a:pt x="6440740" y="960999"/>
                  <a:pt x="6425713" y="953657"/>
                  <a:pt x="6430507" y="974806"/>
                </a:cubicBezTo>
                <a:cubicBezTo>
                  <a:pt x="6410517" y="965314"/>
                  <a:pt x="6390032" y="972564"/>
                  <a:pt x="6369611" y="977944"/>
                </a:cubicBezTo>
                <a:cubicBezTo>
                  <a:pt x="6365498" y="999588"/>
                  <a:pt x="6345400" y="1019530"/>
                  <a:pt x="6332122" y="1022297"/>
                </a:cubicBezTo>
                <a:cubicBezTo>
                  <a:pt x="6333404" y="1032872"/>
                  <a:pt x="6334472" y="1043493"/>
                  <a:pt x="6337718" y="1054283"/>
                </a:cubicBezTo>
                <a:cubicBezTo>
                  <a:pt x="6341026" y="1053664"/>
                  <a:pt x="6344381" y="1051191"/>
                  <a:pt x="6347875" y="1044498"/>
                </a:cubicBezTo>
                <a:cubicBezTo>
                  <a:pt x="6344118" y="1037200"/>
                  <a:pt x="6344335" y="1030227"/>
                  <a:pt x="6348494" y="1023565"/>
                </a:cubicBezTo>
                <a:cubicBezTo>
                  <a:pt x="6359376" y="1026503"/>
                  <a:pt x="6370230" y="1029578"/>
                  <a:pt x="6381453" y="1020876"/>
                </a:cubicBezTo>
                <a:cubicBezTo>
                  <a:pt x="6384792" y="1025467"/>
                  <a:pt x="6382967" y="1029718"/>
                  <a:pt x="6385967" y="1034355"/>
                </a:cubicBezTo>
                <a:cubicBezTo>
                  <a:pt x="6389137" y="1019994"/>
                  <a:pt x="6392707" y="1031279"/>
                  <a:pt x="6399417" y="1024880"/>
                </a:cubicBezTo>
                <a:cubicBezTo>
                  <a:pt x="6398567" y="1022158"/>
                  <a:pt x="6396356" y="1019376"/>
                  <a:pt x="6397979" y="1016902"/>
                </a:cubicBezTo>
                <a:cubicBezTo>
                  <a:pt x="6400592" y="1021864"/>
                  <a:pt x="6403236" y="1024880"/>
                  <a:pt x="6405956" y="1025420"/>
                </a:cubicBezTo>
                <a:cubicBezTo>
                  <a:pt x="6400019" y="1032888"/>
                  <a:pt x="6382906" y="1043415"/>
                  <a:pt x="6386895" y="1058009"/>
                </a:cubicBezTo>
                <a:cubicBezTo>
                  <a:pt x="6401983" y="1053897"/>
                  <a:pt x="6409234" y="1034139"/>
                  <a:pt x="6421895" y="1042379"/>
                </a:cubicBezTo>
                <a:cubicBezTo>
                  <a:pt x="6426487" y="1048857"/>
                  <a:pt x="6416423" y="1054190"/>
                  <a:pt x="6422946" y="1060853"/>
                </a:cubicBezTo>
                <a:cubicBezTo>
                  <a:pt x="6431604" y="1064347"/>
                  <a:pt x="6440740" y="1051918"/>
                  <a:pt x="6449165" y="1062878"/>
                </a:cubicBezTo>
                <a:cubicBezTo>
                  <a:pt x="6444682" y="1068676"/>
                  <a:pt x="6440555" y="1074427"/>
                  <a:pt x="6443725" y="1080859"/>
                </a:cubicBezTo>
                <a:cubicBezTo>
                  <a:pt x="6450558" y="1088897"/>
                  <a:pt x="6458194" y="1072479"/>
                  <a:pt x="6464764" y="1090398"/>
                </a:cubicBezTo>
                <a:cubicBezTo>
                  <a:pt x="6466882" y="1087012"/>
                  <a:pt x="6465136" y="1083377"/>
                  <a:pt x="6468351" y="1080132"/>
                </a:cubicBezTo>
                <a:cubicBezTo>
                  <a:pt x="6477272" y="1094077"/>
                  <a:pt x="6486562" y="1095065"/>
                  <a:pt x="6496008" y="1090166"/>
                </a:cubicBezTo>
                <a:cubicBezTo>
                  <a:pt x="6504201" y="1109103"/>
                  <a:pt x="6513214" y="1100152"/>
                  <a:pt x="6521594" y="1113122"/>
                </a:cubicBezTo>
                <a:cubicBezTo>
                  <a:pt x="6481863" y="1141181"/>
                  <a:pt x="6443322" y="1129788"/>
                  <a:pt x="6403390" y="1164417"/>
                </a:cubicBezTo>
                <a:cubicBezTo>
                  <a:pt x="6391115" y="1154323"/>
                  <a:pt x="6378145" y="1166165"/>
                  <a:pt x="6365127" y="1179800"/>
                </a:cubicBezTo>
                <a:cubicBezTo>
                  <a:pt x="6354600" y="1165499"/>
                  <a:pt x="6334703" y="1172827"/>
                  <a:pt x="6328457" y="1197965"/>
                </a:cubicBezTo>
                <a:cubicBezTo>
                  <a:pt x="6338505" y="1191132"/>
                  <a:pt x="6349018" y="1170740"/>
                  <a:pt x="6358589" y="1179289"/>
                </a:cubicBezTo>
                <a:cubicBezTo>
                  <a:pt x="6342324" y="1191780"/>
                  <a:pt x="6325782" y="1213857"/>
                  <a:pt x="6310169" y="1204458"/>
                </a:cubicBezTo>
                <a:cubicBezTo>
                  <a:pt x="6313338" y="1216887"/>
                  <a:pt x="6300817" y="1222189"/>
                  <a:pt x="6294879" y="1221602"/>
                </a:cubicBezTo>
                <a:cubicBezTo>
                  <a:pt x="6299099" y="1212342"/>
                  <a:pt x="6311637" y="1203716"/>
                  <a:pt x="6310493" y="1193945"/>
                </a:cubicBezTo>
                <a:cubicBezTo>
                  <a:pt x="6297353" y="1198861"/>
                  <a:pt x="6294277" y="1225854"/>
                  <a:pt x="6279728" y="1233569"/>
                </a:cubicBezTo>
                <a:cubicBezTo>
                  <a:pt x="6276406" y="1228960"/>
                  <a:pt x="6278230" y="1224710"/>
                  <a:pt x="6275184" y="1220102"/>
                </a:cubicBezTo>
                <a:cubicBezTo>
                  <a:pt x="6268969" y="1222731"/>
                  <a:pt x="6254793" y="1234775"/>
                  <a:pt x="6258812" y="1218850"/>
                </a:cubicBezTo>
                <a:cubicBezTo>
                  <a:pt x="6257080" y="1221338"/>
                  <a:pt x="6255504" y="1219545"/>
                  <a:pt x="6253820" y="1221092"/>
                </a:cubicBezTo>
                <a:cubicBezTo>
                  <a:pt x="6253849" y="1229811"/>
                  <a:pt x="6246646" y="1238035"/>
                  <a:pt x="6246444" y="1246786"/>
                </a:cubicBezTo>
                <a:cubicBezTo>
                  <a:pt x="6248593" y="1249353"/>
                  <a:pt x="6250804" y="1248285"/>
                  <a:pt x="6253031" y="1247296"/>
                </a:cubicBezTo>
                <a:cubicBezTo>
                  <a:pt x="6257776" y="1242426"/>
                  <a:pt x="6253896" y="1236845"/>
                  <a:pt x="6260049" y="1232083"/>
                </a:cubicBezTo>
                <a:cubicBezTo>
                  <a:pt x="6263420" y="1246879"/>
                  <a:pt x="6267995" y="1222282"/>
                  <a:pt x="6271582" y="1230337"/>
                </a:cubicBezTo>
                <a:cubicBezTo>
                  <a:pt x="6266000" y="1246337"/>
                  <a:pt x="6264593" y="1236336"/>
                  <a:pt x="6256308" y="1247528"/>
                </a:cubicBezTo>
                <a:cubicBezTo>
                  <a:pt x="6255860" y="1257051"/>
                  <a:pt x="6262754" y="1264580"/>
                  <a:pt x="6267377" y="1261519"/>
                </a:cubicBezTo>
                <a:cubicBezTo>
                  <a:pt x="6262569" y="1269883"/>
                  <a:pt x="6255395" y="1278092"/>
                  <a:pt x="6260003" y="1287166"/>
                </a:cubicBezTo>
                <a:cubicBezTo>
                  <a:pt x="6269201" y="1270191"/>
                  <a:pt x="6288603" y="1231713"/>
                  <a:pt x="6295451" y="1255830"/>
                </a:cubicBezTo>
                <a:cubicBezTo>
                  <a:pt x="6300476" y="1253032"/>
                  <a:pt x="6305515" y="1248997"/>
                  <a:pt x="6310448" y="1249104"/>
                </a:cubicBezTo>
                <a:cubicBezTo>
                  <a:pt x="6309427" y="1244652"/>
                  <a:pt x="6308747" y="1240200"/>
                  <a:pt x="6309226" y="1235902"/>
                </a:cubicBezTo>
                <a:cubicBezTo>
                  <a:pt x="6313416" y="1241437"/>
                  <a:pt x="6317682" y="1245148"/>
                  <a:pt x="6322165" y="1242131"/>
                </a:cubicBezTo>
                <a:cubicBezTo>
                  <a:pt x="6367586" y="1207890"/>
                  <a:pt x="6420797" y="1204024"/>
                  <a:pt x="6459895" y="1197655"/>
                </a:cubicBezTo>
                <a:cubicBezTo>
                  <a:pt x="6446661" y="1219005"/>
                  <a:pt x="6442240" y="1219562"/>
                  <a:pt x="6432547" y="1232301"/>
                </a:cubicBezTo>
                <a:cubicBezTo>
                  <a:pt x="6442936" y="1232069"/>
                  <a:pt x="6453387" y="1230631"/>
                  <a:pt x="6463930" y="1226890"/>
                </a:cubicBezTo>
                <a:cubicBezTo>
                  <a:pt x="6467655" y="1230244"/>
                  <a:pt x="6471010" y="1246012"/>
                  <a:pt x="6474983" y="1240880"/>
                </a:cubicBezTo>
                <a:cubicBezTo>
                  <a:pt x="6478060" y="1221803"/>
                  <a:pt x="6491696" y="1247697"/>
                  <a:pt x="6499967" y="1229640"/>
                </a:cubicBezTo>
                <a:cubicBezTo>
                  <a:pt x="6504573" y="1240726"/>
                  <a:pt x="6508205" y="1230877"/>
                  <a:pt x="6516213" y="1236165"/>
                </a:cubicBezTo>
                <a:cubicBezTo>
                  <a:pt x="6511591" y="1244157"/>
                  <a:pt x="6507418" y="1237587"/>
                  <a:pt x="6502765" y="1245642"/>
                </a:cubicBezTo>
                <a:cubicBezTo>
                  <a:pt x="6505902" y="1252800"/>
                  <a:pt x="6505857" y="1261827"/>
                  <a:pt x="6512133" y="1262106"/>
                </a:cubicBezTo>
                <a:cubicBezTo>
                  <a:pt x="6494710" y="1289578"/>
                  <a:pt x="6474133" y="1305455"/>
                  <a:pt x="6451051" y="1325646"/>
                </a:cubicBezTo>
                <a:cubicBezTo>
                  <a:pt x="6437385" y="1337642"/>
                  <a:pt x="6405909" y="1368391"/>
                  <a:pt x="6389059" y="1365500"/>
                </a:cubicBezTo>
                <a:cubicBezTo>
                  <a:pt x="6368868" y="1395879"/>
                  <a:pt x="6335446" y="1403948"/>
                  <a:pt x="6310510" y="1409296"/>
                </a:cubicBezTo>
                <a:cubicBezTo>
                  <a:pt x="6291370" y="1432825"/>
                  <a:pt x="6269139" y="1436536"/>
                  <a:pt x="6245393" y="1443632"/>
                </a:cubicBezTo>
                <a:cubicBezTo>
                  <a:pt x="6247017" y="1440263"/>
                  <a:pt x="6246336" y="1436723"/>
                  <a:pt x="6245717" y="1433167"/>
                </a:cubicBezTo>
                <a:cubicBezTo>
                  <a:pt x="6238436" y="1442535"/>
                  <a:pt x="6221152" y="1438083"/>
                  <a:pt x="6223718" y="1455087"/>
                </a:cubicBezTo>
                <a:cubicBezTo>
                  <a:pt x="6220581" y="1449600"/>
                  <a:pt x="6217473" y="1444082"/>
                  <a:pt x="6214350" y="1438547"/>
                </a:cubicBezTo>
                <a:cubicBezTo>
                  <a:pt x="6187714" y="1452152"/>
                  <a:pt x="6160783" y="1472852"/>
                  <a:pt x="6139819" y="1511639"/>
                </a:cubicBezTo>
                <a:cubicBezTo>
                  <a:pt x="6129167" y="1507450"/>
                  <a:pt x="6119676" y="1511639"/>
                  <a:pt x="6116243" y="1530809"/>
                </a:cubicBezTo>
                <a:cubicBezTo>
                  <a:pt x="6090226" y="1504096"/>
                  <a:pt x="6054653" y="1503693"/>
                  <a:pt x="6032732" y="1521735"/>
                </a:cubicBezTo>
                <a:cubicBezTo>
                  <a:pt x="6035884" y="1526635"/>
                  <a:pt x="6039487" y="1515349"/>
                  <a:pt x="6042563" y="1522445"/>
                </a:cubicBezTo>
                <a:cubicBezTo>
                  <a:pt x="6038931" y="1535648"/>
                  <a:pt x="6034355" y="1533546"/>
                  <a:pt x="6031943" y="1547892"/>
                </a:cubicBezTo>
                <a:cubicBezTo>
                  <a:pt x="6026996" y="1548448"/>
                  <a:pt x="6022281" y="1542589"/>
                  <a:pt x="6016948" y="1554602"/>
                </a:cubicBezTo>
                <a:cubicBezTo>
                  <a:pt x="6011783" y="1544290"/>
                  <a:pt x="6006450" y="1539837"/>
                  <a:pt x="6000899" y="1542852"/>
                </a:cubicBezTo>
                <a:cubicBezTo>
                  <a:pt x="6003095" y="1551803"/>
                  <a:pt x="5998134" y="1560182"/>
                  <a:pt x="5993557" y="1568545"/>
                </a:cubicBezTo>
                <a:cubicBezTo>
                  <a:pt x="5959825" y="1542852"/>
                  <a:pt x="5925257" y="1544677"/>
                  <a:pt x="5889884" y="1573648"/>
                </a:cubicBezTo>
                <a:cubicBezTo>
                  <a:pt x="5883751" y="1558969"/>
                  <a:pt x="5876766" y="1572526"/>
                  <a:pt x="5869991" y="1579106"/>
                </a:cubicBezTo>
                <a:lnTo>
                  <a:pt x="5869599" y="1579280"/>
                </a:lnTo>
                <a:lnTo>
                  <a:pt x="5869596" y="1579388"/>
                </a:lnTo>
                <a:lnTo>
                  <a:pt x="5869474" y="1579335"/>
                </a:lnTo>
                <a:lnTo>
                  <a:pt x="5863326" y="1582057"/>
                </a:lnTo>
                <a:cubicBezTo>
                  <a:pt x="5863805" y="1589512"/>
                  <a:pt x="5862000" y="1594158"/>
                  <a:pt x="5859178" y="1597457"/>
                </a:cubicBezTo>
                <a:lnTo>
                  <a:pt x="5853613" y="1601426"/>
                </a:lnTo>
                <a:lnTo>
                  <a:pt x="5855620" y="1609937"/>
                </a:lnTo>
                <a:cubicBezTo>
                  <a:pt x="5859515" y="1608098"/>
                  <a:pt x="5863149" y="1614915"/>
                  <a:pt x="5867184" y="1608221"/>
                </a:cubicBezTo>
                <a:cubicBezTo>
                  <a:pt x="5864881" y="1600616"/>
                  <a:pt x="5857367" y="1606551"/>
                  <a:pt x="5864200" y="1597493"/>
                </a:cubicBezTo>
                <a:cubicBezTo>
                  <a:pt x="5872518" y="1601606"/>
                  <a:pt x="5877031" y="1609984"/>
                  <a:pt x="5882488" y="1591061"/>
                </a:cubicBezTo>
                <a:cubicBezTo>
                  <a:pt x="5888966" y="1609304"/>
                  <a:pt x="5906498" y="1604388"/>
                  <a:pt x="5903869" y="1590087"/>
                </a:cubicBezTo>
                <a:cubicBezTo>
                  <a:pt x="5905942" y="1593735"/>
                  <a:pt x="5908043" y="1597415"/>
                  <a:pt x="5910100" y="1601018"/>
                </a:cubicBezTo>
                <a:cubicBezTo>
                  <a:pt x="5913269" y="1587196"/>
                  <a:pt x="5916949" y="1594972"/>
                  <a:pt x="5923534" y="1591572"/>
                </a:cubicBezTo>
                <a:cubicBezTo>
                  <a:pt x="5928511" y="1602347"/>
                  <a:pt x="5924647" y="1608345"/>
                  <a:pt x="5932748" y="1613308"/>
                </a:cubicBezTo>
                <a:cubicBezTo>
                  <a:pt x="5940014" y="1603878"/>
                  <a:pt x="5947743" y="1593427"/>
                  <a:pt x="5957731" y="1602146"/>
                </a:cubicBezTo>
                <a:cubicBezTo>
                  <a:pt x="5954021" y="1610278"/>
                  <a:pt x="5942565" y="1603522"/>
                  <a:pt x="5944127" y="1616833"/>
                </a:cubicBezTo>
                <a:cubicBezTo>
                  <a:pt x="5950541" y="1615054"/>
                  <a:pt x="5952413" y="1625877"/>
                  <a:pt x="5955381" y="1625567"/>
                </a:cubicBezTo>
                <a:cubicBezTo>
                  <a:pt x="5966358" y="1615224"/>
                  <a:pt x="5969912" y="1618208"/>
                  <a:pt x="5975819" y="1600848"/>
                </a:cubicBezTo>
                <a:cubicBezTo>
                  <a:pt x="5991726" y="1618487"/>
                  <a:pt x="6009519" y="1574705"/>
                  <a:pt x="6025010" y="1604681"/>
                </a:cubicBezTo>
                <a:cubicBezTo>
                  <a:pt x="6025753" y="1597818"/>
                  <a:pt x="6027531" y="1595220"/>
                  <a:pt x="6031874" y="1594694"/>
                </a:cubicBezTo>
                <a:cubicBezTo>
                  <a:pt x="6039621" y="1600817"/>
                  <a:pt x="6031488" y="1618873"/>
                  <a:pt x="6041088" y="1616461"/>
                </a:cubicBezTo>
                <a:cubicBezTo>
                  <a:pt x="6046082" y="1610711"/>
                  <a:pt x="6036389" y="1603831"/>
                  <a:pt x="6043284" y="1598234"/>
                </a:cubicBezTo>
                <a:cubicBezTo>
                  <a:pt x="6054152" y="1597137"/>
                  <a:pt x="6062238" y="1605702"/>
                  <a:pt x="6069813" y="1589778"/>
                </a:cubicBezTo>
                <a:cubicBezTo>
                  <a:pt x="6078037" y="1595715"/>
                  <a:pt x="6064927" y="1599905"/>
                  <a:pt x="6069334" y="1605532"/>
                </a:cubicBezTo>
                <a:cubicBezTo>
                  <a:pt x="6077928" y="1606721"/>
                  <a:pt x="6090003" y="1612334"/>
                  <a:pt x="6094316" y="1594354"/>
                </a:cubicBezTo>
                <a:cubicBezTo>
                  <a:pt x="6101381" y="1596595"/>
                  <a:pt x="6108261" y="1603677"/>
                  <a:pt x="6115727" y="1593380"/>
                </a:cubicBezTo>
                <a:cubicBezTo>
                  <a:pt x="6119438" y="1599765"/>
                  <a:pt x="6117350" y="1605733"/>
                  <a:pt x="6123349" y="1612334"/>
                </a:cubicBezTo>
                <a:cubicBezTo>
                  <a:pt x="6129332" y="1596209"/>
                  <a:pt x="6134093" y="1619755"/>
                  <a:pt x="6139906" y="1608361"/>
                </a:cubicBezTo>
                <a:cubicBezTo>
                  <a:pt x="6138901" y="1601281"/>
                  <a:pt x="6141901" y="1594540"/>
                  <a:pt x="6143817" y="1587644"/>
                </a:cubicBezTo>
                <a:cubicBezTo>
                  <a:pt x="6149862" y="1599502"/>
                  <a:pt x="6136058" y="1609813"/>
                  <a:pt x="6144436" y="1621856"/>
                </a:cubicBezTo>
                <a:cubicBezTo>
                  <a:pt x="6147326" y="1616151"/>
                  <a:pt x="6149939" y="1620620"/>
                  <a:pt x="6152707" y="1619878"/>
                </a:cubicBezTo>
                <a:cubicBezTo>
                  <a:pt x="6151918" y="1613663"/>
                  <a:pt x="6150326" y="1607433"/>
                  <a:pt x="6154901" y="1601651"/>
                </a:cubicBezTo>
                <a:cubicBezTo>
                  <a:pt x="6160653" y="1609025"/>
                  <a:pt x="6153079" y="1617513"/>
                  <a:pt x="6160978" y="1617869"/>
                </a:cubicBezTo>
                <a:cubicBezTo>
                  <a:pt x="6166389" y="1609536"/>
                  <a:pt x="6163312" y="1600585"/>
                  <a:pt x="6161767" y="1591679"/>
                </a:cubicBezTo>
                <a:cubicBezTo>
                  <a:pt x="6167548" y="1606676"/>
                  <a:pt x="6164070" y="1581415"/>
                  <a:pt x="6170036" y="1589700"/>
                </a:cubicBezTo>
                <a:cubicBezTo>
                  <a:pt x="6167750" y="1595034"/>
                  <a:pt x="6172417" y="1592685"/>
                  <a:pt x="6174705" y="1597941"/>
                </a:cubicBezTo>
                <a:cubicBezTo>
                  <a:pt x="6172386" y="1603290"/>
                  <a:pt x="6168013" y="1600260"/>
                  <a:pt x="6169558" y="1605423"/>
                </a:cubicBezTo>
                <a:cubicBezTo>
                  <a:pt x="6174690" y="1616956"/>
                  <a:pt x="6180456" y="1607664"/>
                  <a:pt x="6185945" y="1606690"/>
                </a:cubicBezTo>
                <a:cubicBezTo>
                  <a:pt x="6182436" y="1596332"/>
                  <a:pt x="6178108" y="1611948"/>
                  <a:pt x="6174705" y="1597941"/>
                </a:cubicBezTo>
                <a:cubicBezTo>
                  <a:pt x="6183704" y="1581709"/>
                  <a:pt x="6192546" y="1599286"/>
                  <a:pt x="6193442" y="1575740"/>
                </a:cubicBezTo>
                <a:cubicBezTo>
                  <a:pt x="6193613" y="1588139"/>
                  <a:pt x="6198344" y="1588604"/>
                  <a:pt x="6199379" y="1597214"/>
                </a:cubicBezTo>
                <a:cubicBezTo>
                  <a:pt x="6197046" y="1598761"/>
                  <a:pt x="6192515" y="1606970"/>
                  <a:pt x="6193907" y="1615178"/>
                </a:cubicBezTo>
                <a:cubicBezTo>
                  <a:pt x="6199967" y="1616090"/>
                  <a:pt x="6214266" y="1627128"/>
                  <a:pt x="6215458" y="1608963"/>
                </a:cubicBezTo>
                <a:cubicBezTo>
                  <a:pt x="6210463" y="1616415"/>
                  <a:pt x="6202301" y="1608176"/>
                  <a:pt x="6202656" y="1597446"/>
                </a:cubicBezTo>
                <a:cubicBezTo>
                  <a:pt x="6212783" y="1588881"/>
                  <a:pt x="6222461" y="1593875"/>
                  <a:pt x="6232787" y="1578802"/>
                </a:cubicBezTo>
                <a:cubicBezTo>
                  <a:pt x="6240981" y="1592638"/>
                  <a:pt x="6251184" y="1571923"/>
                  <a:pt x="6250428" y="1593304"/>
                </a:cubicBezTo>
                <a:cubicBezTo>
                  <a:pt x="6259285" y="1583995"/>
                  <a:pt x="6265098" y="1588263"/>
                  <a:pt x="6270602" y="1579126"/>
                </a:cubicBezTo>
                <a:cubicBezTo>
                  <a:pt x="6269643" y="1596720"/>
                  <a:pt x="6283742" y="1575740"/>
                  <a:pt x="6288396" y="1588387"/>
                </a:cubicBezTo>
                <a:cubicBezTo>
                  <a:pt x="6283139" y="1598699"/>
                  <a:pt x="6278610" y="1584801"/>
                  <a:pt x="6273400" y="1595126"/>
                </a:cubicBezTo>
                <a:cubicBezTo>
                  <a:pt x="6285906" y="1613417"/>
                  <a:pt x="6262902" y="1600059"/>
                  <a:pt x="6266227" y="1615566"/>
                </a:cubicBezTo>
                <a:cubicBezTo>
                  <a:pt x="6272534" y="1621053"/>
                  <a:pt x="6276599" y="1616724"/>
                  <a:pt x="6279166" y="1621795"/>
                </a:cubicBezTo>
                <a:cubicBezTo>
                  <a:pt x="6287484" y="1604866"/>
                  <a:pt x="6300515" y="1602748"/>
                  <a:pt x="6309776" y="1587414"/>
                </a:cubicBezTo>
                <a:cubicBezTo>
                  <a:pt x="6312233" y="1595483"/>
                  <a:pt x="6304258" y="1602765"/>
                  <a:pt x="6307395" y="1610865"/>
                </a:cubicBezTo>
                <a:cubicBezTo>
                  <a:pt x="6304225" y="1619399"/>
                  <a:pt x="6293404" y="1611607"/>
                  <a:pt x="6295553" y="1623109"/>
                </a:cubicBezTo>
                <a:cubicBezTo>
                  <a:pt x="6304983" y="1619307"/>
                  <a:pt x="6314491" y="1612798"/>
                  <a:pt x="6323335" y="1627917"/>
                </a:cubicBezTo>
                <a:cubicBezTo>
                  <a:pt x="6331187" y="1621780"/>
                  <a:pt x="6339288" y="1607309"/>
                  <a:pt x="6346431" y="1624392"/>
                </a:cubicBezTo>
                <a:cubicBezTo>
                  <a:pt x="6358088" y="1622337"/>
                  <a:pt x="6360592" y="1587769"/>
                  <a:pt x="6371723" y="1602703"/>
                </a:cubicBezTo>
                <a:cubicBezTo>
                  <a:pt x="6364023" y="1606320"/>
                  <a:pt x="6365353" y="1615210"/>
                  <a:pt x="6362834" y="1625659"/>
                </a:cubicBezTo>
                <a:cubicBezTo>
                  <a:pt x="6377396" y="1612597"/>
                  <a:pt x="6401328" y="1627391"/>
                  <a:pt x="6406090" y="1608036"/>
                </a:cubicBezTo>
                <a:cubicBezTo>
                  <a:pt x="6400307" y="1593721"/>
                  <a:pt x="6403756" y="1619044"/>
                  <a:pt x="6397989" y="1604743"/>
                </a:cubicBezTo>
                <a:cubicBezTo>
                  <a:pt x="6400849" y="1600585"/>
                  <a:pt x="6403692" y="1596441"/>
                  <a:pt x="6406569" y="1592252"/>
                </a:cubicBezTo>
                <a:cubicBezTo>
                  <a:pt x="6408826" y="1608221"/>
                  <a:pt x="6417034" y="1606707"/>
                  <a:pt x="6424224" y="1606783"/>
                </a:cubicBezTo>
                <a:cubicBezTo>
                  <a:pt x="6427733" y="1586949"/>
                  <a:pt x="6436699" y="1597214"/>
                  <a:pt x="6444522" y="1587367"/>
                </a:cubicBezTo>
                <a:cubicBezTo>
                  <a:pt x="6451772" y="1593782"/>
                  <a:pt x="6449964" y="1600801"/>
                  <a:pt x="6455591" y="1601343"/>
                </a:cubicBezTo>
                <a:cubicBezTo>
                  <a:pt x="6465424" y="1585696"/>
                  <a:pt x="6437642" y="1578925"/>
                  <a:pt x="6453257" y="1569604"/>
                </a:cubicBezTo>
                <a:cubicBezTo>
                  <a:pt x="6452670" y="1587383"/>
                  <a:pt x="6474776" y="1605717"/>
                  <a:pt x="6485243" y="1598419"/>
                </a:cubicBezTo>
                <a:cubicBezTo>
                  <a:pt x="6482459" y="1593782"/>
                  <a:pt x="6482568" y="1589406"/>
                  <a:pt x="6483990" y="1585156"/>
                </a:cubicBezTo>
                <a:cubicBezTo>
                  <a:pt x="6489818" y="1590845"/>
                  <a:pt x="6485613" y="1595808"/>
                  <a:pt x="6490065" y="1601388"/>
                </a:cubicBezTo>
                <a:cubicBezTo>
                  <a:pt x="6502340" y="1598791"/>
                  <a:pt x="6501041" y="1582296"/>
                  <a:pt x="6509900" y="1597663"/>
                </a:cubicBezTo>
                <a:cubicBezTo>
                  <a:pt x="6512961" y="1591773"/>
                  <a:pt x="6509080" y="1585341"/>
                  <a:pt x="6512096" y="1579451"/>
                </a:cubicBezTo>
                <a:cubicBezTo>
                  <a:pt x="6517908" y="1585156"/>
                  <a:pt x="6513719" y="1590056"/>
                  <a:pt x="6518218" y="1595699"/>
                </a:cubicBezTo>
                <a:cubicBezTo>
                  <a:pt x="6526194" y="1585310"/>
                  <a:pt x="6533955" y="1581121"/>
                  <a:pt x="6541298" y="1592205"/>
                </a:cubicBezTo>
                <a:cubicBezTo>
                  <a:pt x="6548363" y="1585758"/>
                  <a:pt x="6537140" y="1577906"/>
                  <a:pt x="6545195" y="1571504"/>
                </a:cubicBezTo>
                <a:cubicBezTo>
                  <a:pt x="6550064" y="1574442"/>
                  <a:pt x="6555166" y="1568521"/>
                  <a:pt x="6560051" y="1570067"/>
                </a:cubicBezTo>
                <a:cubicBezTo>
                  <a:pt x="6555691" y="1574952"/>
                  <a:pt x="6553960" y="1580038"/>
                  <a:pt x="6556295" y="1585526"/>
                </a:cubicBezTo>
                <a:cubicBezTo>
                  <a:pt x="6586239" y="1579574"/>
                  <a:pt x="6606676" y="1575215"/>
                  <a:pt x="6637009" y="1578631"/>
                </a:cubicBezTo>
                <a:cubicBezTo>
                  <a:pt x="6635278" y="1574982"/>
                  <a:pt x="6633823" y="1571381"/>
                  <a:pt x="6637318" y="1568119"/>
                </a:cubicBezTo>
                <a:cubicBezTo>
                  <a:pt x="6640843" y="1579173"/>
                  <a:pt x="6645018" y="1567424"/>
                  <a:pt x="6648711" y="1571660"/>
                </a:cubicBezTo>
                <a:cubicBezTo>
                  <a:pt x="6647196" y="1575927"/>
                  <a:pt x="6647228" y="1580332"/>
                  <a:pt x="6649964" y="1584877"/>
                </a:cubicBezTo>
                <a:cubicBezTo>
                  <a:pt x="6657817" y="1579311"/>
                  <a:pt x="6665176" y="1588094"/>
                  <a:pt x="6673245" y="1576174"/>
                </a:cubicBezTo>
                <a:cubicBezTo>
                  <a:pt x="6676570" y="1580828"/>
                  <a:pt x="6674745" y="1585047"/>
                  <a:pt x="6677745" y="1589655"/>
                </a:cubicBezTo>
                <a:cubicBezTo>
                  <a:pt x="6688165" y="1571073"/>
                  <a:pt x="6697441" y="1590520"/>
                  <a:pt x="6707567" y="1581493"/>
                </a:cubicBezTo>
                <a:cubicBezTo>
                  <a:pt x="6706020" y="1578709"/>
                  <a:pt x="6707117" y="1576174"/>
                  <a:pt x="6706191" y="1573515"/>
                </a:cubicBezTo>
                <a:cubicBezTo>
                  <a:pt x="6701134" y="1577148"/>
                  <a:pt x="6696327" y="1572648"/>
                  <a:pt x="6691489" y="1569711"/>
                </a:cubicBezTo>
                <a:cubicBezTo>
                  <a:pt x="6698784" y="1566264"/>
                  <a:pt x="6707055" y="1562290"/>
                  <a:pt x="6710272" y="1547511"/>
                </a:cubicBezTo>
                <a:cubicBezTo>
                  <a:pt x="6719454" y="1555241"/>
                  <a:pt x="6701615" y="1560869"/>
                  <a:pt x="6706345" y="1568244"/>
                </a:cubicBezTo>
                <a:cubicBezTo>
                  <a:pt x="6728715" y="1562970"/>
                  <a:pt x="6768013" y="1523348"/>
                  <a:pt x="6789409" y="1537849"/>
                </a:cubicBezTo>
                <a:cubicBezTo>
                  <a:pt x="6792733" y="1525730"/>
                  <a:pt x="6794743" y="1531341"/>
                  <a:pt x="6801113" y="1530878"/>
                </a:cubicBezTo>
                <a:cubicBezTo>
                  <a:pt x="6801190" y="1550078"/>
                  <a:pt x="6778665" y="1543137"/>
                  <a:pt x="6783782" y="1561101"/>
                </a:cubicBezTo>
                <a:cubicBezTo>
                  <a:pt x="6798097" y="1561688"/>
                  <a:pt x="6814948" y="1555907"/>
                  <a:pt x="6833608" y="1543987"/>
                </a:cubicBezTo>
                <a:cubicBezTo>
                  <a:pt x="6840487" y="1552087"/>
                  <a:pt x="6836252" y="1558210"/>
                  <a:pt x="6831876" y="1546461"/>
                </a:cubicBezTo>
                <a:cubicBezTo>
                  <a:pt x="6832911" y="1554329"/>
                  <a:pt x="6815042" y="1560560"/>
                  <a:pt x="6816262" y="1574132"/>
                </a:cubicBezTo>
                <a:cubicBezTo>
                  <a:pt x="6827376" y="1572726"/>
                  <a:pt x="6844600" y="1558473"/>
                  <a:pt x="6846532" y="1550185"/>
                </a:cubicBezTo>
                <a:cubicBezTo>
                  <a:pt x="6844800" y="1553571"/>
                  <a:pt x="6847134" y="1557267"/>
                  <a:pt x="6849515" y="1560960"/>
                </a:cubicBezTo>
                <a:cubicBezTo>
                  <a:pt x="6871978" y="1541900"/>
                  <a:pt x="6893838" y="1543878"/>
                  <a:pt x="6916981" y="1503143"/>
                </a:cubicBezTo>
                <a:cubicBezTo>
                  <a:pt x="6921449" y="1511398"/>
                  <a:pt x="6918882" y="1519064"/>
                  <a:pt x="6917892" y="1526857"/>
                </a:cubicBezTo>
                <a:cubicBezTo>
                  <a:pt x="6914571" y="1523102"/>
                  <a:pt x="6916457" y="1516113"/>
                  <a:pt x="6913240" y="1518648"/>
                </a:cubicBezTo>
                <a:cubicBezTo>
                  <a:pt x="6909003" y="1519128"/>
                  <a:pt x="6907350" y="1521740"/>
                  <a:pt x="6909654" y="1528836"/>
                </a:cubicBezTo>
                <a:cubicBezTo>
                  <a:pt x="6915111" y="1528373"/>
                  <a:pt x="6920413" y="1534062"/>
                  <a:pt x="6926040" y="1530103"/>
                </a:cubicBezTo>
                <a:cubicBezTo>
                  <a:pt x="6924277" y="1525589"/>
                  <a:pt x="6928004" y="1521540"/>
                  <a:pt x="6928066" y="1517148"/>
                </a:cubicBezTo>
                <a:cubicBezTo>
                  <a:pt x="6932533" y="1514103"/>
                  <a:pt x="6936321" y="1533088"/>
                  <a:pt x="6940851" y="1528635"/>
                </a:cubicBezTo>
                <a:cubicBezTo>
                  <a:pt x="6942628" y="1525264"/>
                  <a:pt x="6946000" y="1522050"/>
                  <a:pt x="6944452" y="1518448"/>
                </a:cubicBezTo>
                <a:cubicBezTo>
                  <a:pt x="6935657" y="1519375"/>
                  <a:pt x="6937094" y="1520782"/>
                  <a:pt x="6934913" y="1507178"/>
                </a:cubicBezTo>
                <a:cubicBezTo>
                  <a:pt x="6929843" y="1511753"/>
                  <a:pt x="6924973" y="1509852"/>
                  <a:pt x="6920103" y="1508661"/>
                </a:cubicBezTo>
                <a:cubicBezTo>
                  <a:pt x="6925701" y="1499200"/>
                  <a:pt x="6909963" y="1504657"/>
                  <a:pt x="6915575" y="1495166"/>
                </a:cubicBezTo>
                <a:cubicBezTo>
                  <a:pt x="6922640" y="1493820"/>
                  <a:pt x="6919440" y="1495985"/>
                  <a:pt x="6925097" y="1506420"/>
                </a:cubicBezTo>
                <a:cubicBezTo>
                  <a:pt x="6941190" y="1510934"/>
                  <a:pt x="6946601" y="1489415"/>
                  <a:pt x="6958521" y="1487977"/>
                </a:cubicBezTo>
                <a:cubicBezTo>
                  <a:pt x="6953341" y="1502477"/>
                  <a:pt x="6943201" y="1516591"/>
                  <a:pt x="6948968" y="1531944"/>
                </a:cubicBezTo>
                <a:cubicBezTo>
                  <a:pt x="6958026" y="1540585"/>
                  <a:pt x="6968138" y="1513871"/>
                  <a:pt x="6977366" y="1515712"/>
                </a:cubicBezTo>
                <a:cubicBezTo>
                  <a:pt x="6983489" y="1531418"/>
                  <a:pt x="6990352" y="1521183"/>
                  <a:pt x="6996892" y="1522528"/>
                </a:cubicBezTo>
                <a:cubicBezTo>
                  <a:pt x="6996597" y="1510701"/>
                  <a:pt x="7015675" y="1496310"/>
                  <a:pt x="7017021" y="1508306"/>
                </a:cubicBezTo>
                <a:cubicBezTo>
                  <a:pt x="7012026" y="1507578"/>
                  <a:pt x="7002703" y="1513314"/>
                  <a:pt x="7010001" y="1523502"/>
                </a:cubicBezTo>
                <a:cubicBezTo>
                  <a:pt x="7014640" y="1514350"/>
                  <a:pt x="7018937" y="1517674"/>
                  <a:pt x="7023451" y="1514042"/>
                </a:cubicBezTo>
                <a:cubicBezTo>
                  <a:pt x="7021148" y="1509512"/>
                  <a:pt x="7026574" y="1505586"/>
                  <a:pt x="7022199" y="1500807"/>
                </a:cubicBezTo>
                <a:cubicBezTo>
                  <a:pt x="7036824" y="1493017"/>
                  <a:pt x="7031753" y="1496403"/>
                  <a:pt x="7047320" y="1484404"/>
                </a:cubicBezTo>
                <a:cubicBezTo>
                  <a:pt x="7060988" y="1509543"/>
                  <a:pt x="7067311" y="1466009"/>
                  <a:pt x="7081501" y="1494917"/>
                </a:cubicBezTo>
                <a:cubicBezTo>
                  <a:pt x="7086188" y="1485719"/>
                  <a:pt x="7090376" y="1491069"/>
                  <a:pt x="7095106" y="1480232"/>
                </a:cubicBezTo>
                <a:cubicBezTo>
                  <a:pt x="7093561" y="1499215"/>
                  <a:pt x="7090052" y="1510841"/>
                  <a:pt x="7083851" y="1526641"/>
                </a:cubicBezTo>
                <a:cubicBezTo>
                  <a:pt x="7104954" y="1523827"/>
                  <a:pt x="7128159" y="1527475"/>
                  <a:pt x="7139136" y="1491517"/>
                </a:cubicBezTo>
                <a:cubicBezTo>
                  <a:pt x="7155477" y="1495180"/>
                  <a:pt x="7180643" y="1494407"/>
                  <a:pt x="7192533" y="1464137"/>
                </a:cubicBezTo>
                <a:cubicBezTo>
                  <a:pt x="7174196" y="1434780"/>
                  <a:pt x="7146525" y="1496511"/>
                  <a:pt x="7133059" y="1475285"/>
                </a:cubicBezTo>
                <a:cubicBezTo>
                  <a:pt x="7136940" y="1479443"/>
                  <a:pt x="7130184" y="1495566"/>
                  <a:pt x="7126010" y="1490496"/>
                </a:cubicBezTo>
                <a:cubicBezTo>
                  <a:pt x="7127541" y="1486260"/>
                  <a:pt x="7127541" y="1481870"/>
                  <a:pt x="7124757" y="1477294"/>
                </a:cubicBezTo>
                <a:cubicBezTo>
                  <a:pt x="7114678" y="1483724"/>
                  <a:pt x="7109468" y="1518463"/>
                  <a:pt x="7094162" y="1511707"/>
                </a:cubicBezTo>
                <a:cubicBezTo>
                  <a:pt x="7101306" y="1493372"/>
                  <a:pt x="7116950" y="1458418"/>
                  <a:pt x="7131976" y="1456840"/>
                </a:cubicBezTo>
                <a:cubicBezTo>
                  <a:pt x="7133864" y="1463967"/>
                  <a:pt x="7120753" y="1469983"/>
                  <a:pt x="7128051" y="1477557"/>
                </a:cubicBezTo>
                <a:cubicBezTo>
                  <a:pt x="7139583" y="1464123"/>
                  <a:pt x="7149230" y="1459747"/>
                  <a:pt x="7157254" y="1435135"/>
                </a:cubicBezTo>
                <a:cubicBezTo>
                  <a:pt x="7166871" y="1442617"/>
                  <a:pt x="7176734" y="1443222"/>
                  <a:pt x="7186458" y="1447937"/>
                </a:cubicBezTo>
                <a:cubicBezTo>
                  <a:pt x="7197202" y="1427421"/>
                  <a:pt x="7206151" y="1435677"/>
                  <a:pt x="7208966" y="1410262"/>
                </a:cubicBezTo>
                <a:cubicBezTo>
                  <a:pt x="7215583" y="1417759"/>
                  <a:pt x="7203941" y="1423897"/>
                  <a:pt x="7211594" y="1431456"/>
                </a:cubicBezTo>
                <a:cubicBezTo>
                  <a:pt x="7222741" y="1432924"/>
                  <a:pt x="7217083" y="1429648"/>
                  <a:pt x="7219401" y="1445247"/>
                </a:cubicBezTo>
                <a:cubicBezTo>
                  <a:pt x="7224565" y="1437732"/>
                  <a:pt x="7229727" y="1430266"/>
                  <a:pt x="7234877" y="1422784"/>
                </a:cubicBezTo>
                <a:cubicBezTo>
                  <a:pt x="7240118" y="1429648"/>
                  <a:pt x="7245590" y="1430065"/>
                  <a:pt x="7251263" y="1424052"/>
                </a:cubicBezTo>
                <a:cubicBezTo>
                  <a:pt x="7248327" y="1412549"/>
                  <a:pt x="7244754" y="1421299"/>
                  <a:pt x="7241570" y="1418052"/>
                </a:cubicBezTo>
                <a:cubicBezTo>
                  <a:pt x="7248033" y="1411560"/>
                  <a:pt x="7249732" y="1404649"/>
                  <a:pt x="7248759" y="1397585"/>
                </a:cubicBezTo>
                <a:cubicBezTo>
                  <a:pt x="7254200" y="1399996"/>
                  <a:pt x="7259920" y="1390505"/>
                  <a:pt x="7265006" y="1404109"/>
                </a:cubicBezTo>
                <a:cubicBezTo>
                  <a:pt x="7261545" y="1410803"/>
                  <a:pt x="7257941" y="1417588"/>
                  <a:pt x="7264357" y="1425070"/>
                </a:cubicBezTo>
                <a:cubicBezTo>
                  <a:pt x="7271345" y="1410741"/>
                  <a:pt x="7279353" y="1396471"/>
                  <a:pt x="7287006" y="1382203"/>
                </a:cubicBezTo>
                <a:cubicBezTo>
                  <a:pt x="7294009" y="1404356"/>
                  <a:pt x="7303100" y="1357792"/>
                  <a:pt x="7310117" y="1378692"/>
                </a:cubicBezTo>
                <a:cubicBezTo>
                  <a:pt x="7308898" y="1390226"/>
                  <a:pt x="7302465" y="1384909"/>
                  <a:pt x="7304661" y="1396688"/>
                </a:cubicBezTo>
                <a:cubicBezTo>
                  <a:pt x="7300473" y="1389870"/>
                  <a:pt x="7295741" y="1401527"/>
                  <a:pt x="7291365" y="1400877"/>
                </a:cubicBezTo>
                <a:cubicBezTo>
                  <a:pt x="7292960" y="1405330"/>
                  <a:pt x="7291922" y="1409689"/>
                  <a:pt x="7295895" y="1414358"/>
                </a:cubicBezTo>
                <a:cubicBezTo>
                  <a:pt x="7299343" y="1409412"/>
                  <a:pt x="7302789" y="1404386"/>
                  <a:pt x="7306222" y="1399425"/>
                </a:cubicBezTo>
                <a:cubicBezTo>
                  <a:pt x="7308403" y="1418394"/>
                  <a:pt x="7317105" y="1400011"/>
                  <a:pt x="7324015" y="1408653"/>
                </a:cubicBezTo>
                <a:cubicBezTo>
                  <a:pt x="7310566" y="1424314"/>
                  <a:pt x="7293097" y="1413307"/>
                  <a:pt x="7288243" y="1450550"/>
                </a:cubicBezTo>
                <a:cubicBezTo>
                  <a:pt x="7301970" y="1458773"/>
                  <a:pt x="7328685" y="1407107"/>
                  <a:pt x="7334282" y="1448910"/>
                </a:cubicBezTo>
                <a:cubicBezTo>
                  <a:pt x="7338116" y="1449081"/>
                  <a:pt x="7342136" y="1443190"/>
                  <a:pt x="7346154" y="1436651"/>
                </a:cubicBezTo>
                <a:cubicBezTo>
                  <a:pt x="7344577" y="1433048"/>
                  <a:pt x="7341424" y="1429292"/>
                  <a:pt x="7343202" y="1425921"/>
                </a:cubicBezTo>
                <a:cubicBezTo>
                  <a:pt x="7367009" y="1434316"/>
                  <a:pt x="7391868" y="1410106"/>
                  <a:pt x="7415629" y="1421067"/>
                </a:cubicBezTo>
                <a:cubicBezTo>
                  <a:pt x="7413884" y="1416539"/>
                  <a:pt x="7417607" y="1412425"/>
                  <a:pt x="7417655" y="1408097"/>
                </a:cubicBezTo>
                <a:cubicBezTo>
                  <a:pt x="7422199" y="1420263"/>
                  <a:pt x="7427627" y="1404541"/>
                  <a:pt x="7432326" y="1411854"/>
                </a:cubicBezTo>
                <a:cubicBezTo>
                  <a:pt x="7427611" y="1423093"/>
                  <a:pt x="7419496" y="1417619"/>
                  <a:pt x="7423606" y="1429524"/>
                </a:cubicBezTo>
                <a:cubicBezTo>
                  <a:pt x="7433424" y="1430188"/>
                  <a:pt x="7443226" y="1432276"/>
                  <a:pt x="7453258" y="1426587"/>
                </a:cubicBezTo>
                <a:cubicBezTo>
                  <a:pt x="7459072" y="1432276"/>
                  <a:pt x="7454836" y="1437253"/>
                  <a:pt x="7459334" y="1442819"/>
                </a:cubicBezTo>
                <a:cubicBezTo>
                  <a:pt x="7461158" y="1438645"/>
                  <a:pt x="7460385" y="1434223"/>
                  <a:pt x="7464621" y="1430126"/>
                </a:cubicBezTo>
                <a:cubicBezTo>
                  <a:pt x="7468348" y="1436543"/>
                  <a:pt x="7466291" y="1442510"/>
                  <a:pt x="7472274" y="1449111"/>
                </a:cubicBezTo>
                <a:cubicBezTo>
                  <a:pt x="7478828" y="1440052"/>
                  <a:pt x="7478936" y="1445107"/>
                  <a:pt x="7482601" y="1434162"/>
                </a:cubicBezTo>
                <a:cubicBezTo>
                  <a:pt x="7485693" y="1444890"/>
                  <a:pt x="7481874" y="1455125"/>
                  <a:pt x="7484905" y="1465853"/>
                </a:cubicBezTo>
                <a:cubicBezTo>
                  <a:pt x="7491614" y="1461680"/>
                  <a:pt x="7498462" y="1452405"/>
                  <a:pt x="7504737" y="1462175"/>
                </a:cubicBezTo>
                <a:cubicBezTo>
                  <a:pt x="7503596" y="1463844"/>
                  <a:pt x="7502451" y="1465514"/>
                  <a:pt x="7501321" y="1467137"/>
                </a:cubicBezTo>
                <a:cubicBezTo>
                  <a:pt x="7502127" y="1468945"/>
                  <a:pt x="7502868" y="1470738"/>
                  <a:pt x="7501136" y="1472362"/>
                </a:cubicBezTo>
                <a:cubicBezTo>
                  <a:pt x="7498554" y="1460891"/>
                  <a:pt x="7487347" y="1466410"/>
                  <a:pt x="7489572" y="1474110"/>
                </a:cubicBezTo>
                <a:cubicBezTo>
                  <a:pt x="7501926" y="1473755"/>
                  <a:pt x="7510273" y="1474480"/>
                  <a:pt x="7519565" y="1460629"/>
                </a:cubicBezTo>
                <a:cubicBezTo>
                  <a:pt x="7521110" y="1475949"/>
                  <a:pt x="7528300" y="1464462"/>
                  <a:pt x="7528919" y="1477124"/>
                </a:cubicBezTo>
                <a:cubicBezTo>
                  <a:pt x="7529182" y="1470260"/>
                  <a:pt x="7533247" y="1464261"/>
                  <a:pt x="7537344" y="1469919"/>
                </a:cubicBezTo>
                <a:cubicBezTo>
                  <a:pt x="7530648" y="1479907"/>
                  <a:pt x="7530309" y="1490358"/>
                  <a:pt x="7536385" y="1501333"/>
                </a:cubicBezTo>
                <a:cubicBezTo>
                  <a:pt x="7529737" y="1504657"/>
                  <a:pt x="7523104" y="1506311"/>
                  <a:pt x="7516395" y="1510315"/>
                </a:cubicBezTo>
                <a:cubicBezTo>
                  <a:pt x="7520292" y="1517644"/>
                  <a:pt x="7510690" y="1523889"/>
                  <a:pt x="7519038" y="1531510"/>
                </a:cubicBezTo>
                <a:cubicBezTo>
                  <a:pt x="7527201" y="1510547"/>
                  <a:pt x="7537713" y="1509852"/>
                  <a:pt x="7549355" y="1507609"/>
                </a:cubicBezTo>
                <a:cubicBezTo>
                  <a:pt x="7548876" y="1496834"/>
                  <a:pt x="7553528" y="1478005"/>
                  <a:pt x="7563129" y="1487653"/>
                </a:cubicBezTo>
                <a:cubicBezTo>
                  <a:pt x="7559079" y="1493619"/>
                  <a:pt x="7555353" y="1490280"/>
                  <a:pt x="7551226" y="1499897"/>
                </a:cubicBezTo>
                <a:cubicBezTo>
                  <a:pt x="7551984" y="1508244"/>
                  <a:pt x="7558585" y="1515279"/>
                  <a:pt x="7560594" y="1516361"/>
                </a:cubicBezTo>
                <a:cubicBezTo>
                  <a:pt x="7562155" y="1512603"/>
                  <a:pt x="7560811" y="1495862"/>
                  <a:pt x="7567613" y="1501117"/>
                </a:cubicBezTo>
                <a:cubicBezTo>
                  <a:pt x="7565077" y="1503359"/>
                  <a:pt x="7566206" y="1517674"/>
                  <a:pt x="7570580" y="1511862"/>
                </a:cubicBezTo>
                <a:cubicBezTo>
                  <a:pt x="7576084" y="1504425"/>
                  <a:pt x="7570597" y="1496139"/>
                  <a:pt x="7579471" y="1488920"/>
                </a:cubicBezTo>
                <a:cubicBezTo>
                  <a:pt x="7583706" y="1493990"/>
                  <a:pt x="7582654" y="1511521"/>
                  <a:pt x="7587122" y="1507920"/>
                </a:cubicBezTo>
                <a:cubicBezTo>
                  <a:pt x="7585005" y="1500546"/>
                  <a:pt x="7591143" y="1480464"/>
                  <a:pt x="7597758" y="1482473"/>
                </a:cubicBezTo>
                <a:cubicBezTo>
                  <a:pt x="7600620" y="1492768"/>
                  <a:pt x="7593074" y="1492568"/>
                  <a:pt x="7594018" y="1497964"/>
                </a:cubicBezTo>
                <a:cubicBezTo>
                  <a:pt x="7600481" y="1489970"/>
                  <a:pt x="7597836" y="1514660"/>
                  <a:pt x="7601963" y="1506436"/>
                </a:cubicBezTo>
                <a:cubicBezTo>
                  <a:pt x="7597960" y="1485056"/>
                  <a:pt x="7619527" y="1475873"/>
                  <a:pt x="7629002" y="1482303"/>
                </a:cubicBezTo>
                <a:cubicBezTo>
                  <a:pt x="7630720" y="1475392"/>
                  <a:pt x="7630950" y="1468390"/>
                  <a:pt x="7629621" y="1461294"/>
                </a:cubicBezTo>
                <a:cubicBezTo>
                  <a:pt x="7635418" y="1467741"/>
                  <a:pt x="7639856" y="1465267"/>
                  <a:pt x="7638062" y="1454120"/>
                </a:cubicBezTo>
                <a:cubicBezTo>
                  <a:pt x="7642221" y="1461401"/>
                  <a:pt x="7646859" y="1452173"/>
                  <a:pt x="7651017" y="1460318"/>
                </a:cubicBezTo>
                <a:cubicBezTo>
                  <a:pt x="7645684" y="1473878"/>
                  <a:pt x="7630549" y="1486447"/>
                  <a:pt x="7620546" y="1489491"/>
                </a:cubicBezTo>
                <a:cubicBezTo>
                  <a:pt x="7622124" y="1492228"/>
                  <a:pt x="7621025" y="1494779"/>
                  <a:pt x="7621968" y="1497499"/>
                </a:cubicBezTo>
                <a:cubicBezTo>
                  <a:pt x="7649641" y="1478808"/>
                  <a:pt x="7666801" y="1489631"/>
                  <a:pt x="7695324" y="1461138"/>
                </a:cubicBezTo>
                <a:cubicBezTo>
                  <a:pt x="7698308" y="1470987"/>
                  <a:pt x="7701786" y="1464756"/>
                  <a:pt x="7704862" y="1472394"/>
                </a:cubicBezTo>
                <a:cubicBezTo>
                  <a:pt x="7695278" y="1490851"/>
                  <a:pt x="7676958" y="1491671"/>
                  <a:pt x="7668889" y="1519499"/>
                </a:cubicBezTo>
                <a:cubicBezTo>
                  <a:pt x="7669955" y="1521353"/>
                  <a:pt x="7670990" y="1523208"/>
                  <a:pt x="7672026" y="1525033"/>
                </a:cubicBezTo>
                <a:cubicBezTo>
                  <a:pt x="7691229" y="1506822"/>
                  <a:pt x="7710830" y="1473413"/>
                  <a:pt x="7728702" y="1497886"/>
                </a:cubicBezTo>
                <a:cubicBezTo>
                  <a:pt x="7744825" y="1488302"/>
                  <a:pt x="7768231" y="1472039"/>
                  <a:pt x="7778203" y="1491207"/>
                </a:cubicBezTo>
                <a:cubicBezTo>
                  <a:pt x="7778451" y="1484328"/>
                  <a:pt x="7782439" y="1482025"/>
                  <a:pt x="7786628" y="1484004"/>
                </a:cubicBezTo>
                <a:cubicBezTo>
                  <a:pt x="7781712" y="1489724"/>
                  <a:pt x="7779812" y="1495737"/>
                  <a:pt x="7784465" y="1502215"/>
                </a:cubicBezTo>
                <a:cubicBezTo>
                  <a:pt x="7788886" y="1500622"/>
                  <a:pt x="7793184" y="1503406"/>
                  <a:pt x="7797250" y="1513717"/>
                </a:cubicBezTo>
                <a:cubicBezTo>
                  <a:pt x="7801718" y="1507780"/>
                  <a:pt x="7805613" y="1511165"/>
                  <a:pt x="7802552" y="1500978"/>
                </a:cubicBezTo>
                <a:cubicBezTo>
                  <a:pt x="7800280" y="1503498"/>
                  <a:pt x="7797944" y="1508538"/>
                  <a:pt x="7795827" y="1505709"/>
                </a:cubicBezTo>
                <a:cubicBezTo>
                  <a:pt x="7797543" y="1489198"/>
                  <a:pt x="7809539" y="1495443"/>
                  <a:pt x="7816296" y="1481019"/>
                </a:cubicBezTo>
                <a:cubicBezTo>
                  <a:pt x="7819881" y="1514335"/>
                  <a:pt x="7842159" y="1511073"/>
                  <a:pt x="7856088" y="1523533"/>
                </a:cubicBezTo>
                <a:cubicBezTo>
                  <a:pt x="7853012" y="1536737"/>
                  <a:pt x="7863895" y="1545224"/>
                  <a:pt x="7869956" y="1553510"/>
                </a:cubicBezTo>
                <a:cubicBezTo>
                  <a:pt x="7867791" y="1589269"/>
                  <a:pt x="7841541" y="1615688"/>
                  <a:pt x="7814981" y="1633281"/>
                </a:cubicBezTo>
                <a:cubicBezTo>
                  <a:pt x="7813884" y="1621285"/>
                  <a:pt x="7820516" y="1624361"/>
                  <a:pt x="7820455" y="1615302"/>
                </a:cubicBezTo>
                <a:cubicBezTo>
                  <a:pt x="7810745" y="1607062"/>
                  <a:pt x="7805890" y="1630266"/>
                  <a:pt x="7793912" y="1623759"/>
                </a:cubicBezTo>
                <a:cubicBezTo>
                  <a:pt x="7789549" y="1669781"/>
                  <a:pt x="7742538" y="1647148"/>
                  <a:pt x="7728486" y="1668590"/>
                </a:cubicBezTo>
                <a:cubicBezTo>
                  <a:pt x="7708510" y="1650332"/>
                  <a:pt x="7680437" y="1669518"/>
                  <a:pt x="7668996" y="1679737"/>
                </a:cubicBezTo>
                <a:cubicBezTo>
                  <a:pt x="7673419" y="1682071"/>
                  <a:pt x="7686713" y="1668436"/>
                  <a:pt x="7685198" y="1686246"/>
                </a:cubicBezTo>
                <a:cubicBezTo>
                  <a:pt x="7671564" y="1693574"/>
                  <a:pt x="7660261" y="1685705"/>
                  <a:pt x="7650259" y="1701938"/>
                </a:cubicBezTo>
                <a:cubicBezTo>
                  <a:pt x="7638510" y="1697128"/>
                  <a:pt x="7615970" y="1697021"/>
                  <a:pt x="7613699" y="1714846"/>
                </a:cubicBezTo>
                <a:cubicBezTo>
                  <a:pt x="7605148" y="1714118"/>
                  <a:pt x="7615260" y="1708662"/>
                  <a:pt x="7609183" y="1701365"/>
                </a:cubicBezTo>
                <a:cubicBezTo>
                  <a:pt x="7600324" y="1704411"/>
                  <a:pt x="7590880" y="1726919"/>
                  <a:pt x="7582500" y="1715078"/>
                </a:cubicBezTo>
                <a:cubicBezTo>
                  <a:pt x="7585623" y="1707147"/>
                  <a:pt x="7596353" y="1719314"/>
                  <a:pt x="7594204" y="1708105"/>
                </a:cubicBezTo>
                <a:cubicBezTo>
                  <a:pt x="7586009" y="1706018"/>
                  <a:pt x="7570984" y="1698676"/>
                  <a:pt x="7575775" y="1719823"/>
                </a:cubicBezTo>
                <a:cubicBezTo>
                  <a:pt x="7555786" y="1710332"/>
                  <a:pt x="7535302" y="1717582"/>
                  <a:pt x="7514881" y="1722963"/>
                </a:cubicBezTo>
                <a:cubicBezTo>
                  <a:pt x="7510768" y="1744606"/>
                  <a:pt x="7490669" y="1764548"/>
                  <a:pt x="7477391" y="1767315"/>
                </a:cubicBezTo>
                <a:cubicBezTo>
                  <a:pt x="7478673" y="1777890"/>
                  <a:pt x="7479742" y="1788511"/>
                  <a:pt x="7482988" y="1799301"/>
                </a:cubicBezTo>
                <a:cubicBezTo>
                  <a:pt x="7486296" y="1798683"/>
                  <a:pt x="7489650" y="1796209"/>
                  <a:pt x="7493144" y="1789516"/>
                </a:cubicBezTo>
                <a:cubicBezTo>
                  <a:pt x="7489387" y="1782218"/>
                  <a:pt x="7489605" y="1775246"/>
                  <a:pt x="7493764" y="1768584"/>
                </a:cubicBezTo>
                <a:cubicBezTo>
                  <a:pt x="7504646" y="1771521"/>
                  <a:pt x="7515500" y="1774597"/>
                  <a:pt x="7526722" y="1765894"/>
                </a:cubicBezTo>
                <a:cubicBezTo>
                  <a:pt x="7530061" y="1770486"/>
                  <a:pt x="7528236" y="1774736"/>
                  <a:pt x="7531236" y="1779373"/>
                </a:cubicBezTo>
                <a:cubicBezTo>
                  <a:pt x="7534406" y="1765012"/>
                  <a:pt x="7537977" y="1776298"/>
                  <a:pt x="7544686" y="1769898"/>
                </a:cubicBezTo>
                <a:cubicBezTo>
                  <a:pt x="7543835" y="1767176"/>
                  <a:pt x="7541625" y="1764394"/>
                  <a:pt x="7543248" y="1761921"/>
                </a:cubicBezTo>
                <a:cubicBezTo>
                  <a:pt x="7545862" y="1766882"/>
                  <a:pt x="7548505" y="1769897"/>
                  <a:pt x="7551225" y="1770438"/>
                </a:cubicBezTo>
                <a:cubicBezTo>
                  <a:pt x="7545289" y="1777906"/>
                  <a:pt x="7528175" y="1788433"/>
                  <a:pt x="7532165" y="1803028"/>
                </a:cubicBezTo>
                <a:cubicBezTo>
                  <a:pt x="7547253" y="1798915"/>
                  <a:pt x="7554503" y="1779157"/>
                  <a:pt x="7567164" y="1787398"/>
                </a:cubicBezTo>
                <a:cubicBezTo>
                  <a:pt x="7571756" y="1793875"/>
                  <a:pt x="7561693" y="1799209"/>
                  <a:pt x="7568216" y="1805871"/>
                </a:cubicBezTo>
                <a:cubicBezTo>
                  <a:pt x="7576873" y="1809366"/>
                  <a:pt x="7586009" y="1796936"/>
                  <a:pt x="7594435" y="1807897"/>
                </a:cubicBezTo>
                <a:cubicBezTo>
                  <a:pt x="7589952" y="1813694"/>
                  <a:pt x="7585823" y="1819445"/>
                  <a:pt x="7588994" y="1825877"/>
                </a:cubicBezTo>
                <a:cubicBezTo>
                  <a:pt x="7595827" y="1833916"/>
                  <a:pt x="7603464" y="1817497"/>
                  <a:pt x="7610033" y="1835416"/>
                </a:cubicBezTo>
                <a:cubicBezTo>
                  <a:pt x="7612152" y="1832030"/>
                  <a:pt x="7610405" y="1828396"/>
                  <a:pt x="7613620" y="1825150"/>
                </a:cubicBezTo>
                <a:cubicBezTo>
                  <a:pt x="7622541" y="1839095"/>
                  <a:pt x="7631830" y="1840083"/>
                  <a:pt x="7641277" y="1835184"/>
                </a:cubicBezTo>
                <a:cubicBezTo>
                  <a:pt x="7649471" y="1854122"/>
                  <a:pt x="7658484" y="1845170"/>
                  <a:pt x="7666863" y="1858140"/>
                </a:cubicBezTo>
                <a:cubicBezTo>
                  <a:pt x="7627133" y="1886199"/>
                  <a:pt x="7588592" y="1874806"/>
                  <a:pt x="7548660" y="1909435"/>
                </a:cubicBezTo>
                <a:cubicBezTo>
                  <a:pt x="7536385" y="1899341"/>
                  <a:pt x="7523415" y="1911183"/>
                  <a:pt x="7510396" y="1924818"/>
                </a:cubicBezTo>
                <a:cubicBezTo>
                  <a:pt x="7499869" y="1910517"/>
                  <a:pt x="7479972" y="1917846"/>
                  <a:pt x="7473727" y="1942984"/>
                </a:cubicBezTo>
                <a:cubicBezTo>
                  <a:pt x="7483775" y="1936150"/>
                  <a:pt x="7494287" y="1915759"/>
                  <a:pt x="7503859" y="1924307"/>
                </a:cubicBezTo>
                <a:cubicBezTo>
                  <a:pt x="7487593" y="1936798"/>
                  <a:pt x="7471052" y="1958875"/>
                  <a:pt x="7455437" y="1949475"/>
                </a:cubicBezTo>
                <a:cubicBezTo>
                  <a:pt x="7458608" y="1961905"/>
                  <a:pt x="7446086" y="1967207"/>
                  <a:pt x="7440149" y="1966620"/>
                </a:cubicBezTo>
                <a:cubicBezTo>
                  <a:pt x="7444369" y="1957360"/>
                  <a:pt x="7456907" y="1948734"/>
                  <a:pt x="7455763" y="1938963"/>
                </a:cubicBezTo>
                <a:cubicBezTo>
                  <a:pt x="7442622" y="1943879"/>
                  <a:pt x="7439547" y="1970872"/>
                  <a:pt x="7424997" y="1978587"/>
                </a:cubicBezTo>
                <a:cubicBezTo>
                  <a:pt x="7421675" y="1973979"/>
                  <a:pt x="7423500" y="1969728"/>
                  <a:pt x="7420453" y="1965120"/>
                </a:cubicBezTo>
                <a:cubicBezTo>
                  <a:pt x="7414239" y="1967750"/>
                  <a:pt x="7400062" y="1979793"/>
                  <a:pt x="7404082" y="1963869"/>
                </a:cubicBezTo>
                <a:cubicBezTo>
                  <a:pt x="7402349" y="1966356"/>
                  <a:pt x="7400773" y="1964563"/>
                  <a:pt x="7399089" y="1966110"/>
                </a:cubicBezTo>
                <a:cubicBezTo>
                  <a:pt x="7399118" y="1974830"/>
                  <a:pt x="7391915" y="1983053"/>
                  <a:pt x="7391714" y="1991805"/>
                </a:cubicBezTo>
                <a:cubicBezTo>
                  <a:pt x="7393863" y="1994371"/>
                  <a:pt x="7396073" y="1993303"/>
                  <a:pt x="7398300" y="1992315"/>
                </a:cubicBezTo>
                <a:cubicBezTo>
                  <a:pt x="7403045" y="1987444"/>
                  <a:pt x="7399165" y="1981864"/>
                  <a:pt x="7405318" y="1977101"/>
                </a:cubicBezTo>
                <a:cubicBezTo>
                  <a:pt x="7408689" y="1991897"/>
                  <a:pt x="7413264" y="1967300"/>
                  <a:pt x="7416851" y="1975355"/>
                </a:cubicBezTo>
                <a:cubicBezTo>
                  <a:pt x="7411269" y="1991355"/>
                  <a:pt x="7409863" y="1981354"/>
                  <a:pt x="7401577" y="1992547"/>
                </a:cubicBezTo>
                <a:cubicBezTo>
                  <a:pt x="7401129" y="2002069"/>
                  <a:pt x="7408023" y="2009598"/>
                  <a:pt x="7412647" y="2006537"/>
                </a:cubicBezTo>
                <a:cubicBezTo>
                  <a:pt x="7407839" y="2014901"/>
                  <a:pt x="7400664" y="2023110"/>
                  <a:pt x="7405273" y="2032185"/>
                </a:cubicBezTo>
                <a:cubicBezTo>
                  <a:pt x="7414471" y="2015209"/>
                  <a:pt x="7433873" y="1976732"/>
                  <a:pt x="7440719" y="2000848"/>
                </a:cubicBezTo>
                <a:cubicBezTo>
                  <a:pt x="7445745" y="1998050"/>
                  <a:pt x="7450785" y="1994015"/>
                  <a:pt x="7455717" y="1994122"/>
                </a:cubicBezTo>
                <a:cubicBezTo>
                  <a:pt x="7454696" y="1989670"/>
                  <a:pt x="7454016" y="1985218"/>
                  <a:pt x="7454495" y="1980921"/>
                </a:cubicBezTo>
                <a:cubicBezTo>
                  <a:pt x="7458686" y="1986455"/>
                  <a:pt x="7462951" y="1990166"/>
                  <a:pt x="7467434" y="1987150"/>
                </a:cubicBezTo>
                <a:cubicBezTo>
                  <a:pt x="7512856" y="1952908"/>
                  <a:pt x="7566066" y="1949042"/>
                  <a:pt x="7605165" y="1942673"/>
                </a:cubicBezTo>
                <a:cubicBezTo>
                  <a:pt x="7591931" y="1964023"/>
                  <a:pt x="7587509" y="1964580"/>
                  <a:pt x="7577816" y="1977319"/>
                </a:cubicBezTo>
                <a:cubicBezTo>
                  <a:pt x="7588206" y="1977087"/>
                  <a:pt x="7598657" y="1975649"/>
                  <a:pt x="7609200" y="1971908"/>
                </a:cubicBezTo>
                <a:cubicBezTo>
                  <a:pt x="7612923" y="1975262"/>
                  <a:pt x="7616279" y="1991031"/>
                  <a:pt x="7620253" y="1985898"/>
                </a:cubicBezTo>
                <a:cubicBezTo>
                  <a:pt x="7623330" y="1966821"/>
                  <a:pt x="7636965" y="1992715"/>
                  <a:pt x="7645236" y="1974659"/>
                </a:cubicBezTo>
                <a:cubicBezTo>
                  <a:pt x="7649842" y="1985744"/>
                  <a:pt x="7653475" y="1975896"/>
                  <a:pt x="7661483" y="1981184"/>
                </a:cubicBezTo>
                <a:cubicBezTo>
                  <a:pt x="7656860" y="1989176"/>
                  <a:pt x="7652687" y="1982605"/>
                  <a:pt x="7648034" y="1990661"/>
                </a:cubicBezTo>
                <a:cubicBezTo>
                  <a:pt x="7651172" y="1997818"/>
                  <a:pt x="7651126" y="2006845"/>
                  <a:pt x="7657403" y="2007124"/>
                </a:cubicBezTo>
                <a:cubicBezTo>
                  <a:pt x="7639979" y="2034596"/>
                  <a:pt x="7619402" y="2050473"/>
                  <a:pt x="7596320" y="2070664"/>
                </a:cubicBezTo>
                <a:cubicBezTo>
                  <a:pt x="7582655" y="2082660"/>
                  <a:pt x="7551179" y="2113409"/>
                  <a:pt x="7534328" y="2110518"/>
                </a:cubicBezTo>
                <a:cubicBezTo>
                  <a:pt x="7514137" y="2140897"/>
                  <a:pt x="7480715" y="2148967"/>
                  <a:pt x="7455779" y="2154314"/>
                </a:cubicBezTo>
                <a:cubicBezTo>
                  <a:pt x="7436639" y="2177843"/>
                  <a:pt x="7414408" y="2181554"/>
                  <a:pt x="7390662" y="2188650"/>
                </a:cubicBezTo>
                <a:cubicBezTo>
                  <a:pt x="7392287" y="2185281"/>
                  <a:pt x="7391605" y="2181741"/>
                  <a:pt x="7390987" y="2178185"/>
                </a:cubicBezTo>
                <a:cubicBezTo>
                  <a:pt x="7383705" y="2187553"/>
                  <a:pt x="7366422" y="2183101"/>
                  <a:pt x="7368987" y="2200105"/>
                </a:cubicBezTo>
                <a:cubicBezTo>
                  <a:pt x="7365850" y="2194618"/>
                  <a:pt x="7362742" y="2189100"/>
                  <a:pt x="7359619" y="2183565"/>
                </a:cubicBezTo>
                <a:cubicBezTo>
                  <a:pt x="7332984" y="2197170"/>
                  <a:pt x="7306052" y="2217870"/>
                  <a:pt x="7285088" y="2256657"/>
                </a:cubicBezTo>
                <a:cubicBezTo>
                  <a:pt x="7274437" y="2252469"/>
                  <a:pt x="7264946" y="2256658"/>
                  <a:pt x="7261512" y="2275827"/>
                </a:cubicBezTo>
                <a:cubicBezTo>
                  <a:pt x="7235495" y="2249114"/>
                  <a:pt x="7199923" y="2248711"/>
                  <a:pt x="7178002" y="2266753"/>
                </a:cubicBezTo>
                <a:cubicBezTo>
                  <a:pt x="7181153" y="2271653"/>
                  <a:pt x="7184757" y="2260368"/>
                  <a:pt x="7187832" y="2267464"/>
                </a:cubicBezTo>
                <a:cubicBezTo>
                  <a:pt x="7184200" y="2280666"/>
                  <a:pt x="7179624" y="2278564"/>
                  <a:pt x="7177213" y="2292910"/>
                </a:cubicBezTo>
                <a:cubicBezTo>
                  <a:pt x="7172266" y="2293467"/>
                  <a:pt x="7167551" y="2287608"/>
                  <a:pt x="7162217" y="2299620"/>
                </a:cubicBezTo>
                <a:cubicBezTo>
                  <a:pt x="7157052" y="2289308"/>
                  <a:pt x="7151720" y="2284855"/>
                  <a:pt x="7146169" y="2287870"/>
                </a:cubicBezTo>
                <a:cubicBezTo>
                  <a:pt x="7148364" y="2296821"/>
                  <a:pt x="7143403" y="2305200"/>
                  <a:pt x="7138826" y="2313563"/>
                </a:cubicBezTo>
                <a:cubicBezTo>
                  <a:pt x="7105094" y="2287871"/>
                  <a:pt x="7070526" y="2289695"/>
                  <a:pt x="7035154" y="2318666"/>
                </a:cubicBezTo>
                <a:cubicBezTo>
                  <a:pt x="7026977" y="2299094"/>
                  <a:pt x="7017284" y="2329719"/>
                  <a:pt x="7008596" y="2327075"/>
                </a:cubicBezTo>
                <a:cubicBezTo>
                  <a:pt x="7010513" y="2356898"/>
                  <a:pt x="6975882" y="2341762"/>
                  <a:pt x="6985777" y="2375247"/>
                </a:cubicBezTo>
                <a:cubicBezTo>
                  <a:pt x="6944577" y="2336815"/>
                  <a:pt x="6888969" y="2402767"/>
                  <a:pt x="6857123" y="2391527"/>
                </a:cubicBezTo>
                <a:cubicBezTo>
                  <a:pt x="6847259" y="2408640"/>
                  <a:pt x="6823390" y="2420652"/>
                  <a:pt x="6808733" y="2416663"/>
                </a:cubicBezTo>
                <a:cubicBezTo>
                  <a:pt x="6782746" y="2442836"/>
                  <a:pt x="6757532" y="2442928"/>
                  <a:pt x="6732364" y="2442265"/>
                </a:cubicBezTo>
                <a:cubicBezTo>
                  <a:pt x="6711291" y="2461450"/>
                  <a:pt x="6699387" y="2461218"/>
                  <a:pt x="6680388" y="2477652"/>
                </a:cubicBezTo>
                <a:cubicBezTo>
                  <a:pt x="6676554" y="2474267"/>
                  <a:pt x="6678905" y="2458931"/>
                  <a:pt x="6672565" y="2463877"/>
                </a:cubicBezTo>
                <a:cubicBezTo>
                  <a:pt x="6671839" y="2487375"/>
                  <a:pt x="6650768" y="2487129"/>
                  <a:pt x="6640549" y="2490297"/>
                </a:cubicBezTo>
                <a:cubicBezTo>
                  <a:pt x="6642868" y="2486092"/>
                  <a:pt x="6647444" y="2482104"/>
                  <a:pt x="6645851" y="2477591"/>
                </a:cubicBezTo>
                <a:cubicBezTo>
                  <a:pt x="6627980" y="2500763"/>
                  <a:pt x="6596783" y="2509420"/>
                  <a:pt x="6577938" y="2495941"/>
                </a:cubicBezTo>
                <a:cubicBezTo>
                  <a:pt x="6583023" y="2492415"/>
                  <a:pt x="6608810" y="2465716"/>
                  <a:pt x="6607590" y="2493003"/>
                </a:cubicBezTo>
                <a:cubicBezTo>
                  <a:pt x="6617034" y="2488350"/>
                  <a:pt x="6626805" y="2473184"/>
                  <a:pt x="6636329" y="2466367"/>
                </a:cubicBezTo>
                <a:cubicBezTo>
                  <a:pt x="6633761" y="2460601"/>
                  <a:pt x="6630963" y="2463074"/>
                  <a:pt x="6628382" y="2457878"/>
                </a:cubicBezTo>
                <a:cubicBezTo>
                  <a:pt x="6634257" y="2447830"/>
                  <a:pt x="6647922" y="2460399"/>
                  <a:pt x="6648541" y="2443656"/>
                </a:cubicBezTo>
                <a:cubicBezTo>
                  <a:pt x="6638152" y="2448326"/>
                  <a:pt x="6620576" y="2443749"/>
                  <a:pt x="6614932" y="2467325"/>
                </a:cubicBezTo>
                <a:cubicBezTo>
                  <a:pt x="6596461" y="2444865"/>
                  <a:pt x="6573461" y="2469800"/>
                  <a:pt x="6551205" y="2475023"/>
                </a:cubicBezTo>
                <a:lnTo>
                  <a:pt x="6536477" y="2472434"/>
                </a:lnTo>
                <a:lnTo>
                  <a:pt x="6535203" y="2480442"/>
                </a:lnTo>
                <a:cubicBezTo>
                  <a:pt x="6531014" y="2473623"/>
                  <a:pt x="6526282" y="2485280"/>
                  <a:pt x="6521907" y="2484631"/>
                </a:cubicBezTo>
                <a:cubicBezTo>
                  <a:pt x="6523501" y="2489083"/>
                  <a:pt x="6522464" y="2493442"/>
                  <a:pt x="6526436" y="2498112"/>
                </a:cubicBezTo>
                <a:cubicBezTo>
                  <a:pt x="6529884" y="2493165"/>
                  <a:pt x="6533331" y="2488140"/>
                  <a:pt x="6536764" y="2483178"/>
                </a:cubicBezTo>
                <a:cubicBezTo>
                  <a:pt x="6538944" y="2502146"/>
                  <a:pt x="6547647" y="2483764"/>
                  <a:pt x="6554557" y="2492407"/>
                </a:cubicBezTo>
                <a:lnTo>
                  <a:pt x="6544882" y="2499644"/>
                </a:lnTo>
                <a:lnTo>
                  <a:pt x="6549119" y="2498961"/>
                </a:lnTo>
                <a:cubicBezTo>
                  <a:pt x="6552155" y="2499811"/>
                  <a:pt x="6554612" y="2502342"/>
                  <a:pt x="6556107" y="2507367"/>
                </a:cubicBezTo>
                <a:cubicBezTo>
                  <a:pt x="6546450" y="2501523"/>
                  <a:pt x="6536234" y="2513036"/>
                  <a:pt x="6526292" y="2515871"/>
                </a:cubicBezTo>
                <a:lnTo>
                  <a:pt x="6524129" y="2515646"/>
                </a:lnTo>
                <a:lnTo>
                  <a:pt x="6518784" y="2534303"/>
                </a:lnTo>
                <a:cubicBezTo>
                  <a:pt x="6532511" y="2542526"/>
                  <a:pt x="6559227" y="2490860"/>
                  <a:pt x="6564824" y="2532663"/>
                </a:cubicBezTo>
                <a:cubicBezTo>
                  <a:pt x="6568657" y="2532834"/>
                  <a:pt x="6572678" y="2526944"/>
                  <a:pt x="6576696" y="2520404"/>
                </a:cubicBezTo>
                <a:cubicBezTo>
                  <a:pt x="6575119" y="2516801"/>
                  <a:pt x="6571965" y="2513045"/>
                  <a:pt x="6573744" y="2509674"/>
                </a:cubicBezTo>
                <a:cubicBezTo>
                  <a:pt x="6597550" y="2518069"/>
                  <a:pt x="6622409" y="2493859"/>
                  <a:pt x="6646171" y="2504820"/>
                </a:cubicBezTo>
                <a:cubicBezTo>
                  <a:pt x="6644425" y="2500292"/>
                  <a:pt x="6648149" y="2496179"/>
                  <a:pt x="6648196" y="2491850"/>
                </a:cubicBezTo>
                <a:cubicBezTo>
                  <a:pt x="6652741" y="2504016"/>
                  <a:pt x="6658168" y="2488294"/>
                  <a:pt x="6662867" y="2495608"/>
                </a:cubicBezTo>
                <a:cubicBezTo>
                  <a:pt x="6658152" y="2506845"/>
                  <a:pt x="6650037" y="2501372"/>
                  <a:pt x="6654147" y="2513277"/>
                </a:cubicBezTo>
                <a:cubicBezTo>
                  <a:pt x="6663966" y="2513941"/>
                  <a:pt x="6673768" y="2516029"/>
                  <a:pt x="6683800" y="2510340"/>
                </a:cubicBezTo>
                <a:cubicBezTo>
                  <a:pt x="6689614" y="2516029"/>
                  <a:pt x="6685377" y="2521007"/>
                  <a:pt x="6689877" y="2526572"/>
                </a:cubicBezTo>
                <a:cubicBezTo>
                  <a:pt x="6691699" y="2522397"/>
                  <a:pt x="6690926" y="2517976"/>
                  <a:pt x="6695163" y="2513880"/>
                </a:cubicBezTo>
                <a:cubicBezTo>
                  <a:pt x="6698889" y="2520295"/>
                  <a:pt x="6696833" y="2526264"/>
                  <a:pt x="6702815" y="2532865"/>
                </a:cubicBezTo>
                <a:cubicBezTo>
                  <a:pt x="6709369" y="2523805"/>
                  <a:pt x="6709478" y="2528861"/>
                  <a:pt x="6713143" y="2517915"/>
                </a:cubicBezTo>
                <a:cubicBezTo>
                  <a:pt x="6716235" y="2528643"/>
                  <a:pt x="6712416" y="2538878"/>
                  <a:pt x="6715446" y="2549606"/>
                </a:cubicBezTo>
                <a:cubicBezTo>
                  <a:pt x="6722155" y="2545433"/>
                  <a:pt x="6729003" y="2536158"/>
                  <a:pt x="6735280" y="2545929"/>
                </a:cubicBezTo>
                <a:cubicBezTo>
                  <a:pt x="6734137" y="2547597"/>
                  <a:pt x="6732993" y="2549267"/>
                  <a:pt x="6731863" y="2550890"/>
                </a:cubicBezTo>
                <a:cubicBezTo>
                  <a:pt x="6732668" y="2552698"/>
                  <a:pt x="6733409" y="2554491"/>
                  <a:pt x="6731678" y="2556115"/>
                </a:cubicBezTo>
                <a:cubicBezTo>
                  <a:pt x="6729095" y="2544644"/>
                  <a:pt x="6717889" y="2550163"/>
                  <a:pt x="6720113" y="2557863"/>
                </a:cubicBezTo>
                <a:cubicBezTo>
                  <a:pt x="6732467" y="2557507"/>
                  <a:pt x="6740814" y="2558233"/>
                  <a:pt x="6750106" y="2544382"/>
                </a:cubicBezTo>
                <a:cubicBezTo>
                  <a:pt x="6751652" y="2559702"/>
                  <a:pt x="6758842" y="2548215"/>
                  <a:pt x="6759460" y="2560877"/>
                </a:cubicBezTo>
                <a:cubicBezTo>
                  <a:pt x="6759723" y="2554013"/>
                  <a:pt x="6763788" y="2548014"/>
                  <a:pt x="6767885" y="2553672"/>
                </a:cubicBezTo>
                <a:cubicBezTo>
                  <a:pt x="6761191" y="2563661"/>
                  <a:pt x="6760850" y="2574111"/>
                  <a:pt x="6766926" y="2585086"/>
                </a:cubicBezTo>
                <a:cubicBezTo>
                  <a:pt x="6760278" y="2588410"/>
                  <a:pt x="6753647" y="2590064"/>
                  <a:pt x="6746937" y="2594069"/>
                </a:cubicBezTo>
                <a:cubicBezTo>
                  <a:pt x="6750833" y="2601396"/>
                  <a:pt x="6741232" y="2607642"/>
                  <a:pt x="6749580" y="2615264"/>
                </a:cubicBezTo>
                <a:cubicBezTo>
                  <a:pt x="6757743" y="2594300"/>
                  <a:pt x="6768255" y="2593606"/>
                  <a:pt x="6779898" y="2591363"/>
                </a:cubicBezTo>
                <a:cubicBezTo>
                  <a:pt x="6779417" y="2580587"/>
                  <a:pt x="6784070" y="2561758"/>
                  <a:pt x="6793670" y="2571405"/>
                </a:cubicBezTo>
                <a:cubicBezTo>
                  <a:pt x="6789621" y="2577372"/>
                  <a:pt x="6785894" y="2574033"/>
                  <a:pt x="6781767" y="2583650"/>
                </a:cubicBezTo>
                <a:cubicBezTo>
                  <a:pt x="6782526" y="2591998"/>
                  <a:pt x="6789126" y="2599031"/>
                  <a:pt x="6791135" y="2600114"/>
                </a:cubicBezTo>
                <a:cubicBezTo>
                  <a:pt x="6792697" y="2596357"/>
                  <a:pt x="6791352" y="2579615"/>
                  <a:pt x="6798156" y="2584871"/>
                </a:cubicBezTo>
                <a:cubicBezTo>
                  <a:pt x="6795618" y="2587112"/>
                  <a:pt x="6796748" y="2601427"/>
                  <a:pt x="6801122" y="2595615"/>
                </a:cubicBezTo>
                <a:cubicBezTo>
                  <a:pt x="6806625" y="2588178"/>
                  <a:pt x="6801138" y="2579893"/>
                  <a:pt x="6810011" y="2572673"/>
                </a:cubicBezTo>
                <a:cubicBezTo>
                  <a:pt x="6814247" y="2577743"/>
                  <a:pt x="6813196" y="2595274"/>
                  <a:pt x="6817665" y="2591673"/>
                </a:cubicBezTo>
                <a:cubicBezTo>
                  <a:pt x="6815546" y="2584299"/>
                  <a:pt x="6821685" y="2564217"/>
                  <a:pt x="6828300" y="2566226"/>
                </a:cubicBezTo>
                <a:cubicBezTo>
                  <a:pt x="6831162" y="2576521"/>
                  <a:pt x="6823616" y="2576322"/>
                  <a:pt x="6824559" y="2581717"/>
                </a:cubicBezTo>
                <a:cubicBezTo>
                  <a:pt x="6831022" y="2573723"/>
                  <a:pt x="6828378" y="2598413"/>
                  <a:pt x="6832505" y="2590189"/>
                </a:cubicBezTo>
                <a:cubicBezTo>
                  <a:pt x="6828501" y="2568808"/>
                  <a:pt x="6850069" y="2559626"/>
                  <a:pt x="6859544" y="2566056"/>
                </a:cubicBezTo>
                <a:cubicBezTo>
                  <a:pt x="6861261" y="2559145"/>
                  <a:pt x="6861492" y="2552143"/>
                  <a:pt x="6860162" y="2545047"/>
                </a:cubicBezTo>
                <a:cubicBezTo>
                  <a:pt x="6865960" y="2551494"/>
                  <a:pt x="6870397" y="2549021"/>
                  <a:pt x="6868604" y="2537874"/>
                </a:cubicBezTo>
                <a:cubicBezTo>
                  <a:pt x="6872762" y="2545154"/>
                  <a:pt x="6877401" y="2535926"/>
                  <a:pt x="6881559" y="2544072"/>
                </a:cubicBezTo>
                <a:cubicBezTo>
                  <a:pt x="6876226" y="2557631"/>
                  <a:pt x="6861091" y="2570200"/>
                  <a:pt x="6851088" y="2573245"/>
                </a:cubicBezTo>
                <a:cubicBezTo>
                  <a:pt x="6852665" y="2575981"/>
                  <a:pt x="6851566" y="2578532"/>
                  <a:pt x="6852510" y="2581253"/>
                </a:cubicBezTo>
                <a:cubicBezTo>
                  <a:pt x="6880183" y="2562561"/>
                  <a:pt x="6897343" y="2573384"/>
                  <a:pt x="6925865" y="2544891"/>
                </a:cubicBezTo>
                <a:cubicBezTo>
                  <a:pt x="6928850" y="2554740"/>
                  <a:pt x="6932328" y="2548509"/>
                  <a:pt x="6935404" y="2556147"/>
                </a:cubicBezTo>
                <a:cubicBezTo>
                  <a:pt x="6925819" y="2574605"/>
                  <a:pt x="6907500" y="2575424"/>
                  <a:pt x="6899430" y="2603251"/>
                </a:cubicBezTo>
                <a:cubicBezTo>
                  <a:pt x="6900497" y="2605107"/>
                  <a:pt x="6901532" y="2606962"/>
                  <a:pt x="6902568" y="2608786"/>
                </a:cubicBezTo>
                <a:cubicBezTo>
                  <a:pt x="6921771" y="2590576"/>
                  <a:pt x="6941372" y="2557167"/>
                  <a:pt x="6959243" y="2581639"/>
                </a:cubicBezTo>
                <a:cubicBezTo>
                  <a:pt x="6975367" y="2572055"/>
                  <a:pt x="6998773" y="2555792"/>
                  <a:pt x="7008745" y="2574960"/>
                </a:cubicBezTo>
                <a:cubicBezTo>
                  <a:pt x="7008992" y="2568081"/>
                  <a:pt x="7012980" y="2565778"/>
                  <a:pt x="7017169" y="2567757"/>
                </a:cubicBezTo>
                <a:cubicBezTo>
                  <a:pt x="7012254" y="2573477"/>
                  <a:pt x="7010354" y="2579490"/>
                  <a:pt x="7015007" y="2585968"/>
                </a:cubicBezTo>
                <a:cubicBezTo>
                  <a:pt x="7019427" y="2584375"/>
                  <a:pt x="7023725" y="2587159"/>
                  <a:pt x="7027792" y="2597470"/>
                </a:cubicBezTo>
                <a:cubicBezTo>
                  <a:pt x="7032259" y="2591533"/>
                  <a:pt x="7036155" y="2594919"/>
                  <a:pt x="7033094" y="2584731"/>
                </a:cubicBezTo>
                <a:cubicBezTo>
                  <a:pt x="7030821" y="2587251"/>
                  <a:pt x="7028486" y="2592291"/>
                  <a:pt x="7026369" y="2589462"/>
                </a:cubicBezTo>
                <a:cubicBezTo>
                  <a:pt x="7028085" y="2572951"/>
                  <a:pt x="7040081" y="2579196"/>
                  <a:pt x="7046838" y="2564772"/>
                </a:cubicBezTo>
                <a:cubicBezTo>
                  <a:pt x="7050423" y="2598089"/>
                  <a:pt x="7072700" y="2594826"/>
                  <a:pt x="7086631" y="2607287"/>
                </a:cubicBezTo>
                <a:cubicBezTo>
                  <a:pt x="7083554" y="2620490"/>
                  <a:pt x="7094437" y="2628977"/>
                  <a:pt x="7100497" y="2637263"/>
                </a:cubicBezTo>
                <a:cubicBezTo>
                  <a:pt x="7098332" y="2673022"/>
                  <a:pt x="7072082" y="2699442"/>
                  <a:pt x="7045523" y="2717034"/>
                </a:cubicBezTo>
                <a:cubicBezTo>
                  <a:pt x="7044425" y="2705038"/>
                  <a:pt x="7051058" y="2708113"/>
                  <a:pt x="7050995" y="2699055"/>
                </a:cubicBezTo>
                <a:cubicBezTo>
                  <a:pt x="7041287" y="2690815"/>
                  <a:pt x="7036432" y="2714020"/>
                  <a:pt x="7024453" y="2707512"/>
                </a:cubicBezTo>
                <a:cubicBezTo>
                  <a:pt x="7020091" y="2753535"/>
                  <a:pt x="6973079" y="2730901"/>
                  <a:pt x="6959027" y="2752343"/>
                </a:cubicBezTo>
                <a:cubicBezTo>
                  <a:pt x="6939052" y="2734086"/>
                  <a:pt x="6910978" y="2753272"/>
                  <a:pt x="6899537" y="2763490"/>
                </a:cubicBezTo>
                <a:cubicBezTo>
                  <a:pt x="6903960" y="2765825"/>
                  <a:pt x="6917255" y="2752189"/>
                  <a:pt x="6915740" y="2769999"/>
                </a:cubicBezTo>
                <a:cubicBezTo>
                  <a:pt x="6902105" y="2777327"/>
                  <a:pt x="6890803" y="2769458"/>
                  <a:pt x="6880801" y="2785690"/>
                </a:cubicBezTo>
                <a:cubicBezTo>
                  <a:pt x="6869052" y="2780882"/>
                  <a:pt x="6846512" y="2780775"/>
                  <a:pt x="6844241" y="2798599"/>
                </a:cubicBezTo>
                <a:cubicBezTo>
                  <a:pt x="6835690" y="2797872"/>
                  <a:pt x="6845801" y="2792415"/>
                  <a:pt x="6839725" y="2785118"/>
                </a:cubicBezTo>
                <a:cubicBezTo>
                  <a:pt x="6830866" y="2788164"/>
                  <a:pt x="6821422" y="2810673"/>
                  <a:pt x="6813042" y="2798831"/>
                </a:cubicBezTo>
                <a:cubicBezTo>
                  <a:pt x="6816165" y="2790901"/>
                  <a:pt x="6826894" y="2803067"/>
                  <a:pt x="6824746" y="2791858"/>
                </a:cubicBezTo>
                <a:cubicBezTo>
                  <a:pt x="6816550" y="2789771"/>
                  <a:pt x="6801525" y="2782428"/>
                  <a:pt x="6806318" y="2803577"/>
                </a:cubicBezTo>
                <a:cubicBezTo>
                  <a:pt x="6786328" y="2794085"/>
                  <a:pt x="6765843" y="2801335"/>
                  <a:pt x="6745422" y="2806716"/>
                </a:cubicBezTo>
                <a:cubicBezTo>
                  <a:pt x="6741309" y="2828359"/>
                  <a:pt x="6721211" y="2848301"/>
                  <a:pt x="6707933" y="2851069"/>
                </a:cubicBezTo>
                <a:cubicBezTo>
                  <a:pt x="6709215" y="2861643"/>
                  <a:pt x="6710283" y="2872264"/>
                  <a:pt x="6713528" y="2883054"/>
                </a:cubicBezTo>
                <a:cubicBezTo>
                  <a:pt x="6716837" y="2882436"/>
                  <a:pt x="6720192" y="2879962"/>
                  <a:pt x="6723687" y="2873269"/>
                </a:cubicBezTo>
                <a:cubicBezTo>
                  <a:pt x="6719929" y="2865972"/>
                  <a:pt x="6720146" y="2858999"/>
                  <a:pt x="6724305" y="2852336"/>
                </a:cubicBezTo>
                <a:cubicBezTo>
                  <a:pt x="6735187" y="2855274"/>
                  <a:pt x="6746041" y="2858350"/>
                  <a:pt x="6757264" y="2849647"/>
                </a:cubicBezTo>
                <a:cubicBezTo>
                  <a:pt x="6760602" y="2854238"/>
                  <a:pt x="6758778" y="2858489"/>
                  <a:pt x="6761778" y="2863127"/>
                </a:cubicBezTo>
                <a:cubicBezTo>
                  <a:pt x="6764948" y="2848766"/>
                  <a:pt x="6768518" y="2860051"/>
                  <a:pt x="6775227" y="2853651"/>
                </a:cubicBezTo>
                <a:cubicBezTo>
                  <a:pt x="6774377" y="2850929"/>
                  <a:pt x="6772167" y="2848147"/>
                  <a:pt x="6773789" y="2845674"/>
                </a:cubicBezTo>
                <a:cubicBezTo>
                  <a:pt x="6776404" y="2850636"/>
                  <a:pt x="6779047" y="2853651"/>
                  <a:pt x="6781767" y="2854191"/>
                </a:cubicBezTo>
                <a:cubicBezTo>
                  <a:pt x="6775830" y="2861659"/>
                  <a:pt x="6758716" y="2872186"/>
                  <a:pt x="6762705" y="2886780"/>
                </a:cubicBezTo>
                <a:cubicBezTo>
                  <a:pt x="6777794" y="2882668"/>
                  <a:pt x="6785044" y="2862911"/>
                  <a:pt x="6797706" y="2871151"/>
                </a:cubicBezTo>
                <a:cubicBezTo>
                  <a:pt x="6802297" y="2877629"/>
                  <a:pt x="6792234" y="2882961"/>
                  <a:pt x="6798757" y="2889624"/>
                </a:cubicBezTo>
                <a:cubicBezTo>
                  <a:pt x="6807415" y="2893119"/>
                  <a:pt x="6816551" y="2880689"/>
                  <a:pt x="6824976" y="2891650"/>
                </a:cubicBezTo>
                <a:cubicBezTo>
                  <a:pt x="6820493" y="2897447"/>
                  <a:pt x="6816365" y="2903198"/>
                  <a:pt x="6819536" y="2909630"/>
                </a:cubicBezTo>
                <a:cubicBezTo>
                  <a:pt x="6826369" y="2917669"/>
                  <a:pt x="6834005" y="2901250"/>
                  <a:pt x="6840575" y="2919169"/>
                </a:cubicBezTo>
                <a:cubicBezTo>
                  <a:pt x="6842693" y="2915783"/>
                  <a:pt x="6840947" y="2912149"/>
                  <a:pt x="6844162" y="2908903"/>
                </a:cubicBezTo>
                <a:cubicBezTo>
                  <a:pt x="6853083" y="2922848"/>
                  <a:pt x="6862373" y="2923837"/>
                  <a:pt x="6871819" y="2918937"/>
                </a:cubicBezTo>
                <a:cubicBezTo>
                  <a:pt x="6880013" y="2937875"/>
                  <a:pt x="6889025" y="2928923"/>
                  <a:pt x="6897405" y="2941893"/>
                </a:cubicBezTo>
                <a:cubicBezTo>
                  <a:pt x="6857674" y="2969953"/>
                  <a:pt x="6819134" y="2958559"/>
                  <a:pt x="6779201" y="2993188"/>
                </a:cubicBezTo>
                <a:cubicBezTo>
                  <a:pt x="6766926" y="2983094"/>
                  <a:pt x="6753956" y="2994936"/>
                  <a:pt x="6740937" y="3008571"/>
                </a:cubicBezTo>
                <a:cubicBezTo>
                  <a:pt x="6730411" y="2994271"/>
                  <a:pt x="6710513" y="3001599"/>
                  <a:pt x="6704268" y="3026736"/>
                </a:cubicBezTo>
                <a:cubicBezTo>
                  <a:pt x="6714316" y="3019903"/>
                  <a:pt x="6724829" y="2999511"/>
                  <a:pt x="6734400" y="3008060"/>
                </a:cubicBezTo>
                <a:cubicBezTo>
                  <a:pt x="6718135" y="3020551"/>
                  <a:pt x="6701593" y="3042628"/>
                  <a:pt x="6685979" y="3033228"/>
                </a:cubicBezTo>
                <a:cubicBezTo>
                  <a:pt x="6689149" y="3045658"/>
                  <a:pt x="6676628" y="3050961"/>
                  <a:pt x="6670690" y="3050373"/>
                </a:cubicBezTo>
                <a:cubicBezTo>
                  <a:pt x="6674910" y="3041113"/>
                  <a:pt x="6687448" y="3032487"/>
                  <a:pt x="6686304" y="3022716"/>
                </a:cubicBezTo>
                <a:cubicBezTo>
                  <a:pt x="6673163" y="3027632"/>
                  <a:pt x="6670088" y="3054625"/>
                  <a:pt x="6655539" y="3062340"/>
                </a:cubicBezTo>
                <a:cubicBezTo>
                  <a:pt x="6652216" y="3057732"/>
                  <a:pt x="6654041" y="3053481"/>
                  <a:pt x="6650995" y="3048874"/>
                </a:cubicBezTo>
                <a:cubicBezTo>
                  <a:pt x="6644780" y="3051503"/>
                  <a:pt x="6630605" y="3063546"/>
                  <a:pt x="6634622" y="3047621"/>
                </a:cubicBezTo>
                <a:cubicBezTo>
                  <a:pt x="6632891" y="3050110"/>
                  <a:pt x="6631315" y="3048317"/>
                  <a:pt x="6629630" y="3049863"/>
                </a:cubicBezTo>
                <a:cubicBezTo>
                  <a:pt x="6629660" y="3058582"/>
                  <a:pt x="6622457" y="3066807"/>
                  <a:pt x="6622255" y="3075558"/>
                </a:cubicBezTo>
                <a:cubicBezTo>
                  <a:pt x="6624404" y="3078124"/>
                  <a:pt x="6626615" y="3077056"/>
                  <a:pt x="6628842" y="3076068"/>
                </a:cubicBezTo>
                <a:cubicBezTo>
                  <a:pt x="6633587" y="3071196"/>
                  <a:pt x="6629707" y="3065617"/>
                  <a:pt x="6635859" y="3060854"/>
                </a:cubicBezTo>
                <a:cubicBezTo>
                  <a:pt x="6639231" y="3075650"/>
                  <a:pt x="6643806" y="3051053"/>
                  <a:pt x="6647393" y="3059108"/>
                </a:cubicBezTo>
                <a:cubicBezTo>
                  <a:pt x="6641811" y="3075108"/>
                  <a:pt x="6640405" y="3065107"/>
                  <a:pt x="6632119" y="3076300"/>
                </a:cubicBezTo>
                <a:cubicBezTo>
                  <a:pt x="6631670" y="3085822"/>
                  <a:pt x="6638566" y="3093352"/>
                  <a:pt x="6643188" y="3090291"/>
                </a:cubicBezTo>
                <a:cubicBezTo>
                  <a:pt x="6638381" y="3098654"/>
                  <a:pt x="6631206" y="3106863"/>
                  <a:pt x="6635814" y="3115938"/>
                </a:cubicBezTo>
                <a:cubicBezTo>
                  <a:pt x="6645012" y="3098962"/>
                  <a:pt x="6664414" y="3060484"/>
                  <a:pt x="6671262" y="3084602"/>
                </a:cubicBezTo>
                <a:cubicBezTo>
                  <a:pt x="6676286" y="3081803"/>
                  <a:pt x="6681326" y="3077769"/>
                  <a:pt x="6686258" y="3077875"/>
                </a:cubicBezTo>
                <a:cubicBezTo>
                  <a:pt x="6685238" y="3073424"/>
                  <a:pt x="6684558" y="3068971"/>
                  <a:pt x="6685037" y="3064674"/>
                </a:cubicBezTo>
                <a:cubicBezTo>
                  <a:pt x="6689227" y="3070208"/>
                  <a:pt x="6693493" y="3073919"/>
                  <a:pt x="6697976" y="3070903"/>
                </a:cubicBezTo>
                <a:cubicBezTo>
                  <a:pt x="6743397" y="3036662"/>
                  <a:pt x="6796608" y="3032795"/>
                  <a:pt x="6835706" y="3026427"/>
                </a:cubicBezTo>
                <a:cubicBezTo>
                  <a:pt x="6822471" y="3047776"/>
                  <a:pt x="6818051" y="3048333"/>
                  <a:pt x="6808358" y="3061072"/>
                </a:cubicBezTo>
                <a:cubicBezTo>
                  <a:pt x="6818746" y="3060840"/>
                  <a:pt x="6829198" y="3059402"/>
                  <a:pt x="6839741" y="3055661"/>
                </a:cubicBezTo>
                <a:cubicBezTo>
                  <a:pt x="6843466" y="3059016"/>
                  <a:pt x="6846820" y="3074783"/>
                  <a:pt x="6850794" y="3069652"/>
                </a:cubicBezTo>
                <a:cubicBezTo>
                  <a:pt x="6853871" y="3050574"/>
                  <a:pt x="6867507" y="3076469"/>
                  <a:pt x="6875777" y="3058412"/>
                </a:cubicBezTo>
                <a:cubicBezTo>
                  <a:pt x="6880384" y="3069497"/>
                  <a:pt x="6884016" y="3059649"/>
                  <a:pt x="6892024" y="3064937"/>
                </a:cubicBezTo>
                <a:cubicBezTo>
                  <a:pt x="6887401" y="3072929"/>
                  <a:pt x="6883229" y="3066359"/>
                  <a:pt x="6878576" y="3074414"/>
                </a:cubicBezTo>
                <a:cubicBezTo>
                  <a:pt x="6881713" y="3081571"/>
                  <a:pt x="6881668" y="3090599"/>
                  <a:pt x="6887944" y="3090878"/>
                </a:cubicBezTo>
                <a:cubicBezTo>
                  <a:pt x="6870521" y="3118350"/>
                  <a:pt x="6849943" y="3134226"/>
                  <a:pt x="6826862" y="3154417"/>
                </a:cubicBezTo>
                <a:cubicBezTo>
                  <a:pt x="6813196" y="3166413"/>
                  <a:pt x="6781720" y="3197162"/>
                  <a:pt x="6764870" y="3194271"/>
                </a:cubicBezTo>
                <a:cubicBezTo>
                  <a:pt x="6744678" y="3224650"/>
                  <a:pt x="6711257" y="3232720"/>
                  <a:pt x="6686320" y="3238068"/>
                </a:cubicBezTo>
                <a:cubicBezTo>
                  <a:pt x="6667181" y="3261597"/>
                  <a:pt x="6644951" y="3265308"/>
                  <a:pt x="6621204" y="3272403"/>
                </a:cubicBezTo>
                <a:cubicBezTo>
                  <a:pt x="6622828" y="3269034"/>
                  <a:pt x="6622147" y="3265494"/>
                  <a:pt x="6621528" y="3261938"/>
                </a:cubicBezTo>
                <a:cubicBezTo>
                  <a:pt x="6614247" y="3271306"/>
                  <a:pt x="6596963" y="3266854"/>
                  <a:pt x="6599529" y="3283859"/>
                </a:cubicBezTo>
                <a:cubicBezTo>
                  <a:pt x="6596391" y="3278371"/>
                  <a:pt x="6593283" y="3272853"/>
                  <a:pt x="6590161" y="3267318"/>
                </a:cubicBezTo>
                <a:cubicBezTo>
                  <a:pt x="6563525" y="3280923"/>
                  <a:pt x="6536594" y="3301623"/>
                  <a:pt x="6515630" y="3340410"/>
                </a:cubicBezTo>
                <a:cubicBezTo>
                  <a:pt x="6504978" y="3336222"/>
                  <a:pt x="6495486" y="3340411"/>
                  <a:pt x="6492054" y="3359581"/>
                </a:cubicBezTo>
                <a:cubicBezTo>
                  <a:pt x="6466036" y="3332866"/>
                  <a:pt x="6430464" y="3332464"/>
                  <a:pt x="6408543" y="3350506"/>
                </a:cubicBezTo>
                <a:cubicBezTo>
                  <a:pt x="6411695" y="3355406"/>
                  <a:pt x="6415298" y="3344121"/>
                  <a:pt x="6418374" y="3351217"/>
                </a:cubicBezTo>
                <a:cubicBezTo>
                  <a:pt x="6414741" y="3364419"/>
                  <a:pt x="6410166" y="3362317"/>
                  <a:pt x="6407754" y="3376663"/>
                </a:cubicBezTo>
                <a:cubicBezTo>
                  <a:pt x="6402807" y="3377220"/>
                  <a:pt x="6398092" y="3371361"/>
                  <a:pt x="6392758" y="3383373"/>
                </a:cubicBezTo>
                <a:cubicBezTo>
                  <a:pt x="6387594" y="3373061"/>
                  <a:pt x="6382261" y="3368608"/>
                  <a:pt x="6376710" y="3371624"/>
                </a:cubicBezTo>
                <a:cubicBezTo>
                  <a:pt x="6378906" y="3380575"/>
                  <a:pt x="6373945" y="3388953"/>
                  <a:pt x="6369368" y="3397317"/>
                </a:cubicBezTo>
                <a:cubicBezTo>
                  <a:pt x="6335635" y="3371624"/>
                  <a:pt x="6301067" y="3373448"/>
                  <a:pt x="6265695" y="3402419"/>
                </a:cubicBezTo>
                <a:cubicBezTo>
                  <a:pt x="6257518" y="3382847"/>
                  <a:pt x="6247825" y="3413472"/>
                  <a:pt x="6239137" y="3410829"/>
                </a:cubicBezTo>
                <a:cubicBezTo>
                  <a:pt x="6241054" y="3440651"/>
                  <a:pt x="6206425" y="3425516"/>
                  <a:pt x="6216319" y="3459001"/>
                </a:cubicBezTo>
                <a:cubicBezTo>
                  <a:pt x="6175119" y="3420568"/>
                  <a:pt x="6119510" y="3486519"/>
                  <a:pt x="6087664" y="3475280"/>
                </a:cubicBezTo>
                <a:cubicBezTo>
                  <a:pt x="6077800" y="3492393"/>
                  <a:pt x="6053930" y="3504405"/>
                  <a:pt x="6039274" y="3500416"/>
                </a:cubicBezTo>
                <a:cubicBezTo>
                  <a:pt x="6013287" y="3526589"/>
                  <a:pt x="5988073" y="3526682"/>
                  <a:pt x="5962905" y="3526018"/>
                </a:cubicBezTo>
                <a:cubicBezTo>
                  <a:pt x="5941833" y="3545203"/>
                  <a:pt x="5929929" y="3544972"/>
                  <a:pt x="5910930" y="3561406"/>
                </a:cubicBezTo>
                <a:cubicBezTo>
                  <a:pt x="5907096" y="3558020"/>
                  <a:pt x="5909446" y="3542683"/>
                  <a:pt x="5903107" y="3547630"/>
                </a:cubicBezTo>
                <a:cubicBezTo>
                  <a:pt x="5902380" y="3571129"/>
                  <a:pt x="5881309" y="3570882"/>
                  <a:pt x="5871091" y="3574051"/>
                </a:cubicBezTo>
                <a:cubicBezTo>
                  <a:pt x="5873409" y="3569845"/>
                  <a:pt x="5877985" y="3565857"/>
                  <a:pt x="5876393" y="3561344"/>
                </a:cubicBezTo>
                <a:cubicBezTo>
                  <a:pt x="5858522" y="3584516"/>
                  <a:pt x="5827324" y="3593173"/>
                  <a:pt x="5808480" y="3579694"/>
                </a:cubicBezTo>
                <a:cubicBezTo>
                  <a:pt x="5813564" y="3576169"/>
                  <a:pt x="5839352" y="3549470"/>
                  <a:pt x="5838131" y="3576756"/>
                </a:cubicBezTo>
                <a:cubicBezTo>
                  <a:pt x="5847576" y="3572103"/>
                  <a:pt x="5857346" y="3556937"/>
                  <a:pt x="5866870" y="3550120"/>
                </a:cubicBezTo>
                <a:cubicBezTo>
                  <a:pt x="5864302" y="3544354"/>
                  <a:pt x="5861505" y="3546827"/>
                  <a:pt x="5858924" y="3541632"/>
                </a:cubicBezTo>
                <a:cubicBezTo>
                  <a:pt x="5864798" y="3531584"/>
                  <a:pt x="5878464" y="3544152"/>
                  <a:pt x="5879082" y="3527409"/>
                </a:cubicBezTo>
                <a:cubicBezTo>
                  <a:pt x="5868693" y="3532078"/>
                  <a:pt x="5851117" y="3527502"/>
                  <a:pt x="5845473" y="3551078"/>
                </a:cubicBezTo>
                <a:cubicBezTo>
                  <a:pt x="5820847" y="3521133"/>
                  <a:pt x="5788166" y="3575444"/>
                  <a:pt x="5759936" y="3554943"/>
                </a:cubicBezTo>
                <a:cubicBezTo>
                  <a:pt x="5753799" y="3566754"/>
                  <a:pt x="5745141" y="3557726"/>
                  <a:pt x="5747923" y="3572396"/>
                </a:cubicBezTo>
                <a:cubicBezTo>
                  <a:pt x="5745002" y="3560895"/>
                  <a:pt x="5741431" y="3569660"/>
                  <a:pt x="5738262" y="3566383"/>
                </a:cubicBezTo>
                <a:cubicBezTo>
                  <a:pt x="5740024" y="3563043"/>
                  <a:pt x="5743379" y="3559797"/>
                  <a:pt x="5741848" y="3556179"/>
                </a:cubicBezTo>
                <a:cubicBezTo>
                  <a:pt x="5729898" y="3571468"/>
                  <a:pt x="5718783" y="3558390"/>
                  <a:pt x="5706878" y="3571855"/>
                </a:cubicBezTo>
                <a:cubicBezTo>
                  <a:pt x="5709198" y="3574345"/>
                  <a:pt x="5720932" y="3572257"/>
                  <a:pt x="5713123" y="3582817"/>
                </a:cubicBezTo>
                <a:cubicBezTo>
                  <a:pt x="5702442" y="3566291"/>
                  <a:pt x="5702255" y="3585800"/>
                  <a:pt x="5696737" y="3581580"/>
                </a:cubicBezTo>
                <a:cubicBezTo>
                  <a:pt x="5704467" y="3572567"/>
                  <a:pt x="5692686" y="3576695"/>
                  <a:pt x="5690630" y="3565315"/>
                </a:cubicBezTo>
                <a:cubicBezTo>
                  <a:pt x="5678046" y="3574375"/>
                  <a:pt x="5669775" y="3570959"/>
                  <a:pt x="5660500" y="3583992"/>
                </a:cubicBezTo>
                <a:cubicBezTo>
                  <a:pt x="5668199" y="3588428"/>
                  <a:pt x="5661675" y="3606579"/>
                  <a:pt x="5663468" y="3594720"/>
                </a:cubicBezTo>
                <a:cubicBezTo>
                  <a:pt x="5660841" y="3590145"/>
                  <a:pt x="5658274" y="3585537"/>
                  <a:pt x="5655645" y="3580945"/>
                </a:cubicBezTo>
                <a:cubicBezTo>
                  <a:pt x="5635687" y="3590175"/>
                  <a:pt x="5615777" y="3595680"/>
                  <a:pt x="5595695" y="3607846"/>
                </a:cubicBezTo>
                <a:cubicBezTo>
                  <a:pt x="5600379" y="3599760"/>
                  <a:pt x="5610335" y="3606408"/>
                  <a:pt x="5605990" y="3592896"/>
                </a:cubicBezTo>
                <a:cubicBezTo>
                  <a:pt x="5596081" y="3592107"/>
                  <a:pt x="5585073" y="3599714"/>
                  <a:pt x="5579290" y="3606562"/>
                </a:cubicBezTo>
                <a:cubicBezTo>
                  <a:pt x="5581207" y="3603224"/>
                  <a:pt x="5582924" y="3599822"/>
                  <a:pt x="5579631" y="3596111"/>
                </a:cubicBezTo>
                <a:cubicBezTo>
                  <a:pt x="5574329" y="3608124"/>
                  <a:pt x="5569707" y="3598230"/>
                  <a:pt x="5564636" y="3602806"/>
                </a:cubicBezTo>
                <a:cubicBezTo>
                  <a:pt x="5565439" y="3605510"/>
                  <a:pt x="5567650" y="3608309"/>
                  <a:pt x="5566027" y="3610829"/>
                </a:cubicBezTo>
                <a:cubicBezTo>
                  <a:pt x="5556921" y="3599018"/>
                  <a:pt x="5555993" y="3620167"/>
                  <a:pt x="5551031" y="3617539"/>
                </a:cubicBezTo>
                <a:cubicBezTo>
                  <a:pt x="5552546" y="3613288"/>
                  <a:pt x="5552546" y="3608912"/>
                  <a:pt x="5549778" y="3604290"/>
                </a:cubicBezTo>
                <a:cubicBezTo>
                  <a:pt x="5528677" y="3603980"/>
                  <a:pt x="5509553" y="3599528"/>
                  <a:pt x="5493598" y="3615684"/>
                </a:cubicBezTo>
                <a:cubicBezTo>
                  <a:pt x="5488821" y="3609917"/>
                  <a:pt x="5483426" y="3597580"/>
                  <a:pt x="5478773" y="3617167"/>
                </a:cubicBezTo>
                <a:cubicBezTo>
                  <a:pt x="5475435" y="3612514"/>
                  <a:pt x="5477257" y="3608325"/>
                  <a:pt x="5474243" y="3603672"/>
                </a:cubicBezTo>
                <a:cubicBezTo>
                  <a:pt x="5468972" y="3615544"/>
                  <a:pt x="5451162" y="3619224"/>
                  <a:pt x="5441298" y="3606408"/>
                </a:cubicBezTo>
                <a:cubicBezTo>
                  <a:pt x="5438995" y="3609732"/>
                  <a:pt x="5436723" y="3613056"/>
                  <a:pt x="5434420" y="3616364"/>
                </a:cubicBezTo>
                <a:cubicBezTo>
                  <a:pt x="5374437" y="3589434"/>
                  <a:pt x="5312599" y="3623614"/>
                  <a:pt x="5252244" y="3610088"/>
                </a:cubicBezTo>
                <a:cubicBezTo>
                  <a:pt x="5239336" y="3620306"/>
                  <a:pt x="5226859" y="3616240"/>
                  <a:pt x="5214307" y="3615049"/>
                </a:cubicBezTo>
                <a:cubicBezTo>
                  <a:pt x="5212034" y="3618359"/>
                  <a:pt x="5209715" y="3621683"/>
                  <a:pt x="5207457" y="3625052"/>
                </a:cubicBezTo>
                <a:cubicBezTo>
                  <a:pt x="5197857" y="3615220"/>
                  <a:pt x="5182892" y="3620460"/>
                  <a:pt x="5177760" y="3627974"/>
                </a:cubicBezTo>
                <a:cubicBezTo>
                  <a:pt x="5176647" y="3611526"/>
                  <a:pt x="5170911" y="3629042"/>
                  <a:pt x="5164495" y="3632179"/>
                </a:cubicBezTo>
                <a:cubicBezTo>
                  <a:pt x="5128814" y="3616612"/>
                  <a:pt x="5091898" y="3642507"/>
                  <a:pt x="5056000" y="3634283"/>
                </a:cubicBezTo>
                <a:cubicBezTo>
                  <a:pt x="5054269" y="3636754"/>
                  <a:pt x="5052537" y="3639291"/>
                  <a:pt x="5050836" y="3641749"/>
                </a:cubicBezTo>
                <a:cubicBezTo>
                  <a:pt x="4784884" y="3656585"/>
                  <a:pt x="4525767" y="3704200"/>
                  <a:pt x="4258887" y="3698450"/>
                </a:cubicBezTo>
                <a:cubicBezTo>
                  <a:pt x="4258778" y="3706551"/>
                  <a:pt x="4251590" y="3708854"/>
                  <a:pt x="4247185" y="3705361"/>
                </a:cubicBezTo>
                <a:cubicBezTo>
                  <a:pt x="4249518" y="3700028"/>
                  <a:pt x="4253909" y="3703089"/>
                  <a:pt x="4252317" y="3697925"/>
                </a:cubicBezTo>
                <a:cubicBezTo>
                  <a:pt x="4241883" y="3688277"/>
                  <a:pt x="4245731" y="3706056"/>
                  <a:pt x="4238882" y="3707371"/>
                </a:cubicBezTo>
                <a:cubicBezTo>
                  <a:pt x="4236826" y="3703691"/>
                  <a:pt x="4234740" y="3700088"/>
                  <a:pt x="4232669" y="3696408"/>
                </a:cubicBezTo>
                <a:cubicBezTo>
                  <a:pt x="4196014" y="3704772"/>
                  <a:pt x="4169871" y="3702299"/>
                  <a:pt x="4133666" y="3709704"/>
                </a:cubicBezTo>
                <a:cubicBezTo>
                  <a:pt x="4135149" y="3706365"/>
                  <a:pt x="4135243" y="3699222"/>
                  <a:pt x="4132272" y="3701713"/>
                </a:cubicBezTo>
                <a:cubicBezTo>
                  <a:pt x="4129986" y="3705036"/>
                  <a:pt x="4127682" y="3708359"/>
                  <a:pt x="4125395" y="3711698"/>
                </a:cubicBezTo>
                <a:cubicBezTo>
                  <a:pt x="4057742" y="3703398"/>
                  <a:pt x="3989334" y="3720263"/>
                  <a:pt x="3921668" y="3711651"/>
                </a:cubicBezTo>
                <a:cubicBezTo>
                  <a:pt x="3890828" y="3717834"/>
                  <a:pt x="3860001" y="3722302"/>
                  <a:pt x="3829717" y="3709747"/>
                </a:cubicBezTo>
                <a:cubicBezTo>
                  <a:pt x="3818385" y="3722238"/>
                  <a:pt x="3808042" y="3703008"/>
                  <a:pt x="3796633" y="3717724"/>
                </a:cubicBezTo>
                <a:cubicBezTo>
                  <a:pt x="3778545" y="3700704"/>
                  <a:pt x="3759144" y="3725577"/>
                  <a:pt x="3741071" y="3708170"/>
                </a:cubicBezTo>
                <a:cubicBezTo>
                  <a:pt x="3698388" y="3725608"/>
                  <a:pt x="3656941" y="3700779"/>
                  <a:pt x="3614303" y="3716686"/>
                </a:cubicBezTo>
                <a:cubicBezTo>
                  <a:pt x="3612216" y="3713022"/>
                  <a:pt x="3610129" y="3709328"/>
                  <a:pt x="3608027" y="3705726"/>
                </a:cubicBezTo>
                <a:cubicBezTo>
                  <a:pt x="3574914" y="3719144"/>
                  <a:pt x="3535584" y="3694270"/>
                  <a:pt x="3507665" y="3711073"/>
                </a:cubicBezTo>
                <a:cubicBezTo>
                  <a:pt x="3496688" y="3692322"/>
                  <a:pt x="3481413" y="3717768"/>
                  <a:pt x="3475215" y="3698025"/>
                </a:cubicBezTo>
                <a:cubicBezTo>
                  <a:pt x="3472895" y="3701334"/>
                  <a:pt x="3470593" y="3704673"/>
                  <a:pt x="3468304" y="3708013"/>
                </a:cubicBezTo>
                <a:cubicBezTo>
                  <a:pt x="3458519" y="3694052"/>
                  <a:pt x="3447634" y="3703436"/>
                  <a:pt x="3433999" y="3702695"/>
                </a:cubicBezTo>
                <a:cubicBezTo>
                  <a:pt x="3408816" y="3701333"/>
                  <a:pt x="3369363" y="3683726"/>
                  <a:pt x="3360134" y="3699556"/>
                </a:cubicBezTo>
                <a:cubicBezTo>
                  <a:pt x="3302438" y="3688670"/>
                  <a:pt x="3244142" y="3696432"/>
                  <a:pt x="3186554" y="3680849"/>
                </a:cubicBezTo>
                <a:cubicBezTo>
                  <a:pt x="3184822" y="3683369"/>
                  <a:pt x="3185751" y="3686043"/>
                  <a:pt x="3184669" y="3688593"/>
                </a:cubicBezTo>
                <a:cubicBezTo>
                  <a:pt x="3151569" y="3678823"/>
                  <a:pt x="3118516" y="3666548"/>
                  <a:pt x="3084754" y="3678220"/>
                </a:cubicBezTo>
                <a:cubicBezTo>
                  <a:pt x="3081646" y="3672747"/>
                  <a:pt x="3078523" y="3667213"/>
                  <a:pt x="3075400" y="3661755"/>
                </a:cubicBezTo>
                <a:cubicBezTo>
                  <a:pt x="3061270" y="3672469"/>
                  <a:pt x="3048980" y="3665047"/>
                  <a:pt x="3039349" y="3658926"/>
                </a:cubicBezTo>
                <a:cubicBezTo>
                  <a:pt x="3037077" y="3662249"/>
                  <a:pt x="3040508" y="3666037"/>
                  <a:pt x="3039039" y="3669423"/>
                </a:cubicBezTo>
                <a:cubicBezTo>
                  <a:pt x="3031325" y="3670967"/>
                  <a:pt x="3024245" y="3651087"/>
                  <a:pt x="3016407" y="3657164"/>
                </a:cubicBezTo>
                <a:cubicBezTo>
                  <a:pt x="2984360" y="3665929"/>
                  <a:pt x="2952899" y="3656298"/>
                  <a:pt x="2921484" y="3644548"/>
                </a:cubicBezTo>
                <a:cubicBezTo>
                  <a:pt x="2928180" y="3645121"/>
                  <a:pt x="2923912" y="3651012"/>
                  <a:pt x="2922737" y="3657751"/>
                </a:cubicBezTo>
                <a:cubicBezTo>
                  <a:pt x="2885000" y="3638132"/>
                  <a:pt x="2846553" y="3641750"/>
                  <a:pt x="2808315" y="3638421"/>
                </a:cubicBezTo>
                <a:cubicBezTo>
                  <a:pt x="2803849" y="3632808"/>
                  <a:pt x="2808052" y="3627846"/>
                  <a:pt x="2802245" y="3622132"/>
                </a:cubicBezTo>
                <a:cubicBezTo>
                  <a:pt x="2794603" y="3638267"/>
                  <a:pt x="2787925" y="3624461"/>
                  <a:pt x="2780363" y="3638855"/>
                </a:cubicBezTo>
                <a:cubicBezTo>
                  <a:pt x="2770579" y="3618462"/>
                  <a:pt x="2759710" y="3633660"/>
                  <a:pt x="2749769" y="3618077"/>
                </a:cubicBezTo>
                <a:cubicBezTo>
                  <a:pt x="2734403" y="3632114"/>
                  <a:pt x="2706205" y="3614243"/>
                  <a:pt x="2685768" y="3615726"/>
                </a:cubicBezTo>
                <a:cubicBezTo>
                  <a:pt x="2684576" y="3591270"/>
                  <a:pt x="2654168" y="3617552"/>
                  <a:pt x="2641908" y="3599216"/>
                </a:cubicBezTo>
                <a:cubicBezTo>
                  <a:pt x="2636110" y="3604040"/>
                  <a:pt x="2641537" y="3609683"/>
                  <a:pt x="2638151" y="3614738"/>
                </a:cubicBezTo>
                <a:cubicBezTo>
                  <a:pt x="2633359" y="3611353"/>
                  <a:pt x="2627670" y="3596650"/>
                  <a:pt x="2618517" y="3613132"/>
                </a:cubicBezTo>
                <a:cubicBezTo>
                  <a:pt x="2601480" y="3596465"/>
                  <a:pt x="2583888" y="3598476"/>
                  <a:pt x="2566356" y="3598632"/>
                </a:cubicBezTo>
                <a:cubicBezTo>
                  <a:pt x="2559198" y="3590190"/>
                  <a:pt x="2574410" y="3583464"/>
                  <a:pt x="2565445" y="3574929"/>
                </a:cubicBezTo>
                <a:cubicBezTo>
                  <a:pt x="2546862" y="3588227"/>
                  <a:pt x="2533025" y="3594305"/>
                  <a:pt x="2512339" y="3591799"/>
                </a:cubicBezTo>
                <a:cubicBezTo>
                  <a:pt x="2512572" y="3580497"/>
                  <a:pt x="2519466" y="3587950"/>
                  <a:pt x="2524243" y="3579586"/>
                </a:cubicBezTo>
                <a:cubicBezTo>
                  <a:pt x="2518168" y="3573000"/>
                  <a:pt x="2525960" y="3567464"/>
                  <a:pt x="2519853" y="3560863"/>
                </a:cubicBezTo>
                <a:cubicBezTo>
                  <a:pt x="2510902" y="3571191"/>
                  <a:pt x="2498333" y="3577777"/>
                  <a:pt x="2491762" y="3566537"/>
                </a:cubicBezTo>
                <a:cubicBezTo>
                  <a:pt x="2494731" y="3565563"/>
                  <a:pt x="2505661" y="3569661"/>
                  <a:pt x="2503497" y="3559596"/>
                </a:cubicBezTo>
                <a:cubicBezTo>
                  <a:pt x="2493139" y="3558251"/>
                  <a:pt x="2482827" y="3554602"/>
                  <a:pt x="2472114" y="3565070"/>
                </a:cubicBezTo>
                <a:cubicBezTo>
                  <a:pt x="2467661" y="3559458"/>
                  <a:pt x="2471867" y="3554479"/>
                  <a:pt x="2466053" y="3548821"/>
                </a:cubicBezTo>
                <a:cubicBezTo>
                  <a:pt x="2457210" y="3553908"/>
                  <a:pt x="2451337" y="3544926"/>
                  <a:pt x="2445878" y="3563015"/>
                </a:cubicBezTo>
                <a:cubicBezTo>
                  <a:pt x="2432769" y="3544029"/>
                  <a:pt x="2418638" y="3559058"/>
                  <a:pt x="2405002" y="3557156"/>
                </a:cubicBezTo>
                <a:cubicBezTo>
                  <a:pt x="2399932" y="3562923"/>
                  <a:pt x="2415360" y="3570283"/>
                  <a:pt x="2406084" y="3575647"/>
                </a:cubicBezTo>
                <a:cubicBezTo>
                  <a:pt x="2396468" y="3569416"/>
                  <a:pt x="2406749" y="3551590"/>
                  <a:pt x="2396887" y="3553941"/>
                </a:cubicBezTo>
                <a:cubicBezTo>
                  <a:pt x="2397380" y="3561995"/>
                  <a:pt x="2391676" y="3579836"/>
                  <a:pt x="2385029" y="3566153"/>
                </a:cubicBezTo>
                <a:cubicBezTo>
                  <a:pt x="2387317" y="3561965"/>
                  <a:pt x="2391907" y="3557945"/>
                  <a:pt x="2390315" y="3553446"/>
                </a:cubicBezTo>
                <a:cubicBezTo>
                  <a:pt x="2379238" y="3548638"/>
                  <a:pt x="2368092" y="3546009"/>
                  <a:pt x="2356900" y="3544915"/>
                </a:cubicBezTo>
                <a:lnTo>
                  <a:pt x="2333098" y="3545384"/>
                </a:lnTo>
                <a:lnTo>
                  <a:pt x="2333177" y="3541125"/>
                </a:lnTo>
                <a:cubicBezTo>
                  <a:pt x="2320051" y="3535142"/>
                  <a:pt x="2292053" y="3522528"/>
                  <a:pt x="2288853" y="3540309"/>
                </a:cubicBezTo>
                <a:cubicBezTo>
                  <a:pt x="2286302" y="3534138"/>
                  <a:pt x="2283442" y="3538252"/>
                  <a:pt x="2280736" y="3537046"/>
                </a:cubicBezTo>
                <a:cubicBezTo>
                  <a:pt x="2283303" y="3532902"/>
                  <a:pt x="2286890" y="3528805"/>
                  <a:pt x="2282779" y="3524074"/>
                </a:cubicBezTo>
                <a:cubicBezTo>
                  <a:pt x="2277970" y="3537479"/>
                  <a:pt x="2274136" y="3520101"/>
                  <a:pt x="2269343" y="3533582"/>
                </a:cubicBezTo>
                <a:cubicBezTo>
                  <a:pt x="2272513" y="3536319"/>
                  <a:pt x="2275820" y="3536767"/>
                  <a:pt x="2279005" y="3539534"/>
                </a:cubicBezTo>
                <a:cubicBezTo>
                  <a:pt x="2268105" y="3553450"/>
                  <a:pt x="2268865" y="3516191"/>
                  <a:pt x="2257949" y="3530043"/>
                </a:cubicBezTo>
                <a:cubicBezTo>
                  <a:pt x="2259185" y="3537557"/>
                  <a:pt x="2268293" y="3531743"/>
                  <a:pt x="2264179" y="3541035"/>
                </a:cubicBezTo>
                <a:cubicBezTo>
                  <a:pt x="2246308" y="3534990"/>
                  <a:pt x="2226875" y="3539644"/>
                  <a:pt x="2205324" y="3531203"/>
                </a:cubicBezTo>
                <a:cubicBezTo>
                  <a:pt x="2215976" y="3518048"/>
                  <a:pt x="2232857" y="3544978"/>
                  <a:pt x="2238409" y="3523288"/>
                </a:cubicBezTo>
                <a:cubicBezTo>
                  <a:pt x="2244638" y="3535424"/>
                  <a:pt x="2251209" y="3535438"/>
                  <a:pt x="2257934" y="3530043"/>
                </a:cubicBezTo>
                <a:cubicBezTo>
                  <a:pt x="2253374" y="3517565"/>
                  <a:pt x="2248116" y="3528884"/>
                  <a:pt x="2243432" y="3521045"/>
                </a:cubicBezTo>
                <a:cubicBezTo>
                  <a:pt x="2245195" y="3511569"/>
                  <a:pt x="2253899" y="3518757"/>
                  <a:pt x="2250313" y="3511057"/>
                </a:cubicBezTo>
                <a:cubicBezTo>
                  <a:pt x="2236213" y="3505492"/>
                  <a:pt x="2222068" y="3503298"/>
                  <a:pt x="2207521" y="3513007"/>
                </a:cubicBezTo>
                <a:cubicBezTo>
                  <a:pt x="2208803" y="3508740"/>
                  <a:pt x="2209746" y="3504396"/>
                  <a:pt x="2209561" y="3500050"/>
                </a:cubicBezTo>
                <a:cubicBezTo>
                  <a:pt x="2205573" y="3504272"/>
                  <a:pt x="2201955" y="3497515"/>
                  <a:pt x="2197996" y="3501752"/>
                </a:cubicBezTo>
                <a:cubicBezTo>
                  <a:pt x="2195909" y="3505957"/>
                  <a:pt x="2197657" y="3510487"/>
                  <a:pt x="2195972" y="3514738"/>
                </a:cubicBezTo>
                <a:cubicBezTo>
                  <a:pt x="2190175" y="3506638"/>
                  <a:pt x="2184192" y="3505308"/>
                  <a:pt x="2178177" y="3505462"/>
                </a:cubicBezTo>
                <a:cubicBezTo>
                  <a:pt x="2180620" y="3508030"/>
                  <a:pt x="2178579" y="3522160"/>
                  <a:pt x="2174575" y="3515698"/>
                </a:cubicBezTo>
                <a:cubicBezTo>
                  <a:pt x="2179677" y="3493080"/>
                  <a:pt x="2162331" y="3512173"/>
                  <a:pt x="2156936" y="3501196"/>
                </a:cubicBezTo>
                <a:cubicBezTo>
                  <a:pt x="2155282" y="3494936"/>
                  <a:pt x="2165222" y="3489571"/>
                  <a:pt x="2162409" y="3483231"/>
                </a:cubicBezTo>
                <a:cubicBezTo>
                  <a:pt x="2154817" y="3498028"/>
                  <a:pt x="2148094" y="3485892"/>
                  <a:pt x="2140874" y="3489447"/>
                </a:cubicBezTo>
                <a:cubicBezTo>
                  <a:pt x="2147520" y="3502172"/>
                  <a:pt x="2130747" y="3502402"/>
                  <a:pt x="2127424" y="3498863"/>
                </a:cubicBezTo>
                <a:cubicBezTo>
                  <a:pt x="2133639" y="3495183"/>
                  <a:pt x="2138368" y="3486789"/>
                  <a:pt x="2133035" y="3475704"/>
                </a:cubicBezTo>
                <a:cubicBezTo>
                  <a:pt x="2129727" y="3477789"/>
                  <a:pt x="2125985" y="3491767"/>
                  <a:pt x="2122908" y="3485398"/>
                </a:cubicBezTo>
                <a:cubicBezTo>
                  <a:pt x="2129403" y="3459702"/>
                  <a:pt x="2097602" y="3463244"/>
                  <a:pt x="2087492" y="3461666"/>
                </a:cubicBezTo>
                <a:cubicBezTo>
                  <a:pt x="2089191" y="3465285"/>
                  <a:pt x="2090676" y="3468917"/>
                  <a:pt x="2087167" y="3472149"/>
                </a:cubicBezTo>
                <a:cubicBezTo>
                  <a:pt x="2080565" y="3457879"/>
                  <a:pt x="2083301" y="3472210"/>
                  <a:pt x="2077334" y="3471391"/>
                </a:cubicBezTo>
                <a:cubicBezTo>
                  <a:pt x="2074722" y="3466799"/>
                  <a:pt x="2072124" y="3462176"/>
                  <a:pt x="2069511" y="3457601"/>
                </a:cubicBezTo>
                <a:cubicBezTo>
                  <a:pt x="2077581" y="3451247"/>
                  <a:pt x="2071801" y="3443763"/>
                  <a:pt x="2073424" y="3436914"/>
                </a:cubicBezTo>
                <a:cubicBezTo>
                  <a:pt x="2084462" y="3444150"/>
                  <a:pt x="2085374" y="3448262"/>
                  <a:pt x="2096397" y="3438677"/>
                </a:cubicBezTo>
                <a:cubicBezTo>
                  <a:pt x="2104203" y="3458636"/>
                  <a:pt x="2104405" y="3442649"/>
                  <a:pt x="2115427" y="3461156"/>
                </a:cubicBezTo>
                <a:cubicBezTo>
                  <a:pt x="2112474" y="3451833"/>
                  <a:pt x="2121642" y="3444845"/>
                  <a:pt x="2127285" y="3448925"/>
                </a:cubicBezTo>
                <a:cubicBezTo>
                  <a:pt x="2124966" y="3453162"/>
                  <a:pt x="2120359" y="3457135"/>
                  <a:pt x="2121951" y="3461651"/>
                </a:cubicBezTo>
                <a:cubicBezTo>
                  <a:pt x="2125415" y="3457090"/>
                  <a:pt x="2125074" y="3476692"/>
                  <a:pt x="2131614" y="3467678"/>
                </a:cubicBezTo>
                <a:cubicBezTo>
                  <a:pt x="2134149" y="3458248"/>
                  <a:pt x="2131166" y="3448368"/>
                  <a:pt x="2137412" y="3439294"/>
                </a:cubicBezTo>
                <a:cubicBezTo>
                  <a:pt x="2142854" y="3449266"/>
                  <a:pt x="2128413" y="3457816"/>
                  <a:pt x="2138184" y="3468205"/>
                </a:cubicBezTo>
                <a:cubicBezTo>
                  <a:pt x="2147445" y="3450889"/>
                  <a:pt x="2155174" y="3485721"/>
                  <a:pt x="2164543" y="3464957"/>
                </a:cubicBezTo>
                <a:cubicBezTo>
                  <a:pt x="2161559" y="3456871"/>
                  <a:pt x="2155097" y="3448493"/>
                  <a:pt x="2160354" y="3441009"/>
                </a:cubicBezTo>
                <a:cubicBezTo>
                  <a:pt x="2165563" y="3454940"/>
                  <a:pt x="2166971" y="3453192"/>
                  <a:pt x="2166135" y="3467708"/>
                </a:cubicBezTo>
                <a:cubicBezTo>
                  <a:pt x="2183173" y="3447843"/>
                  <a:pt x="2199080" y="3464090"/>
                  <a:pt x="2215468" y="3466302"/>
                </a:cubicBezTo>
                <a:cubicBezTo>
                  <a:pt x="2214602" y="3463565"/>
                  <a:pt x="2215081" y="3460997"/>
                  <a:pt x="2217324" y="3458524"/>
                </a:cubicBezTo>
                <a:cubicBezTo>
                  <a:pt x="2214232" y="3453128"/>
                  <a:pt x="2210690" y="3461848"/>
                  <a:pt x="2207662" y="3452588"/>
                </a:cubicBezTo>
                <a:cubicBezTo>
                  <a:pt x="2217355" y="3441364"/>
                  <a:pt x="2218390" y="3468372"/>
                  <a:pt x="2225301" y="3467089"/>
                </a:cubicBezTo>
                <a:cubicBezTo>
                  <a:pt x="2226135" y="3458369"/>
                  <a:pt x="2226924" y="3451242"/>
                  <a:pt x="2233895" y="3454566"/>
                </a:cubicBezTo>
                <a:cubicBezTo>
                  <a:pt x="2223290" y="3465357"/>
                  <a:pt x="2236447" y="3462899"/>
                  <a:pt x="2239801" y="3476087"/>
                </a:cubicBezTo>
                <a:cubicBezTo>
                  <a:pt x="2251227" y="3464614"/>
                  <a:pt x="2285654" y="3485903"/>
                  <a:pt x="2292906" y="3459172"/>
                </a:cubicBezTo>
                <a:cubicBezTo>
                  <a:pt x="2299786" y="3464937"/>
                  <a:pt x="2293988" y="3469762"/>
                  <a:pt x="2295703" y="3475142"/>
                </a:cubicBezTo>
                <a:cubicBezTo>
                  <a:pt x="2307222" y="3474524"/>
                  <a:pt x="2318446" y="3484401"/>
                  <a:pt x="2330195" y="3475187"/>
                </a:cubicBezTo>
                <a:cubicBezTo>
                  <a:pt x="2325850" y="3480119"/>
                  <a:pt x="2324135" y="3485252"/>
                  <a:pt x="2326454" y="3490679"/>
                </a:cubicBezTo>
                <a:cubicBezTo>
                  <a:pt x="2330889" y="3488699"/>
                  <a:pt x="2335188" y="3491993"/>
                  <a:pt x="2339903" y="3481216"/>
                </a:cubicBezTo>
                <a:cubicBezTo>
                  <a:pt x="2337879" y="3476686"/>
                  <a:pt x="2333534" y="3471940"/>
                  <a:pt x="2335359" y="3467751"/>
                </a:cubicBezTo>
                <a:cubicBezTo>
                  <a:pt x="2339578" y="3473440"/>
                  <a:pt x="2344232" y="3464164"/>
                  <a:pt x="2348298" y="3473965"/>
                </a:cubicBezTo>
                <a:cubicBezTo>
                  <a:pt x="2342222" y="3480505"/>
                  <a:pt x="2341990" y="3487493"/>
                  <a:pt x="2347695" y="3494930"/>
                </a:cubicBezTo>
                <a:cubicBezTo>
                  <a:pt x="2361594" y="3475372"/>
                  <a:pt x="2378042" y="3516744"/>
                  <a:pt x="2387350" y="3487507"/>
                </a:cubicBezTo>
                <a:cubicBezTo>
                  <a:pt x="2391663" y="3488697"/>
                  <a:pt x="2393240" y="3491526"/>
                  <a:pt x="2393565" y="3498500"/>
                </a:cubicBezTo>
                <a:cubicBezTo>
                  <a:pt x="2396378" y="3486101"/>
                  <a:pt x="2406395" y="3498499"/>
                  <a:pt x="2403705" y="3488775"/>
                </a:cubicBezTo>
                <a:cubicBezTo>
                  <a:pt x="2401619" y="3485915"/>
                  <a:pt x="2397136" y="3486967"/>
                  <a:pt x="2399036" y="3480534"/>
                </a:cubicBezTo>
                <a:cubicBezTo>
                  <a:pt x="2408869" y="3482081"/>
                  <a:pt x="2418300" y="3495454"/>
                  <a:pt x="2428070" y="3498577"/>
                </a:cubicBezTo>
                <a:cubicBezTo>
                  <a:pt x="2426030" y="3494927"/>
                  <a:pt x="2429664" y="3491649"/>
                  <a:pt x="2428395" y="3488047"/>
                </a:cubicBezTo>
                <a:cubicBezTo>
                  <a:pt x="2425845" y="3482311"/>
                  <a:pt x="2423016" y="3484785"/>
                  <a:pt x="2420450" y="3479543"/>
                </a:cubicBezTo>
                <a:cubicBezTo>
                  <a:pt x="2442743" y="3466806"/>
                  <a:pt x="2463535" y="3502393"/>
                  <a:pt x="2486167" y="3479436"/>
                </a:cubicBezTo>
                <a:cubicBezTo>
                  <a:pt x="2494223" y="3489670"/>
                  <a:pt x="2481483" y="3482156"/>
                  <a:pt x="2485843" y="3489856"/>
                </a:cubicBezTo>
                <a:cubicBezTo>
                  <a:pt x="2499217" y="3500229"/>
                  <a:pt x="2513130" y="3492962"/>
                  <a:pt x="2526580" y="3500940"/>
                </a:cubicBezTo>
                <a:cubicBezTo>
                  <a:pt x="2541221" y="3477686"/>
                  <a:pt x="2561627" y="3527283"/>
                  <a:pt x="2571074" y="3496517"/>
                </a:cubicBezTo>
                <a:cubicBezTo>
                  <a:pt x="2574582" y="3516399"/>
                  <a:pt x="2588455" y="3492551"/>
                  <a:pt x="2596829" y="3514294"/>
                </a:cubicBezTo>
                <a:cubicBezTo>
                  <a:pt x="2604393" y="3499306"/>
                  <a:pt x="2611227" y="3509108"/>
                  <a:pt x="2618384" y="3508025"/>
                </a:cubicBezTo>
                <a:cubicBezTo>
                  <a:pt x="2618070" y="3527931"/>
                  <a:pt x="2643306" y="3524875"/>
                  <a:pt x="2651298" y="3505351"/>
                </a:cubicBezTo>
                <a:cubicBezTo>
                  <a:pt x="2658178" y="3511148"/>
                  <a:pt x="2652395" y="3515972"/>
                  <a:pt x="2654111" y="3521336"/>
                </a:cubicBezTo>
                <a:cubicBezTo>
                  <a:pt x="2659259" y="3513669"/>
                  <a:pt x="2663604" y="3532761"/>
                  <a:pt x="2668783" y="3525092"/>
                </a:cubicBezTo>
                <a:cubicBezTo>
                  <a:pt x="2667236" y="3517998"/>
                  <a:pt x="2672138" y="3505026"/>
                  <a:pt x="2677362" y="3512649"/>
                </a:cubicBezTo>
                <a:cubicBezTo>
                  <a:pt x="2675739" y="3517735"/>
                  <a:pt x="2666680" y="3522309"/>
                  <a:pt x="2670345" y="3527829"/>
                </a:cubicBezTo>
                <a:cubicBezTo>
                  <a:pt x="2677178" y="3537259"/>
                  <a:pt x="2684968" y="3516065"/>
                  <a:pt x="2692065" y="3516419"/>
                </a:cubicBezTo>
                <a:cubicBezTo>
                  <a:pt x="2690396" y="3526298"/>
                  <a:pt x="2693225" y="3526918"/>
                  <a:pt x="2698141" y="3532607"/>
                </a:cubicBezTo>
                <a:cubicBezTo>
                  <a:pt x="2706752" y="3518862"/>
                  <a:pt x="2714806" y="3525092"/>
                  <a:pt x="2723448" y="3510932"/>
                </a:cubicBezTo>
                <a:cubicBezTo>
                  <a:pt x="2719242" y="3509802"/>
                  <a:pt x="2717759" y="3506928"/>
                  <a:pt x="2720449" y="3500218"/>
                </a:cubicBezTo>
                <a:cubicBezTo>
                  <a:pt x="2722057" y="3501779"/>
                  <a:pt x="2723587" y="3505536"/>
                  <a:pt x="2725289" y="3503232"/>
                </a:cubicBezTo>
                <a:cubicBezTo>
                  <a:pt x="2726741" y="3498038"/>
                  <a:pt x="2719584" y="3492287"/>
                  <a:pt x="2722505" y="3487246"/>
                </a:cubicBezTo>
                <a:cubicBezTo>
                  <a:pt x="2737285" y="3501655"/>
                  <a:pt x="2736325" y="3480074"/>
                  <a:pt x="2751678" y="3500017"/>
                </a:cubicBezTo>
                <a:cubicBezTo>
                  <a:pt x="2747766" y="3506091"/>
                  <a:pt x="2732939" y="3494236"/>
                  <a:pt x="2743082" y="3512507"/>
                </a:cubicBezTo>
                <a:cubicBezTo>
                  <a:pt x="2738829" y="3522774"/>
                  <a:pt x="2727034" y="3506093"/>
                  <a:pt x="2728117" y="3519186"/>
                </a:cubicBezTo>
                <a:cubicBezTo>
                  <a:pt x="2733512" y="3522186"/>
                  <a:pt x="2739216" y="3515169"/>
                  <a:pt x="2744195" y="3530984"/>
                </a:cubicBezTo>
                <a:cubicBezTo>
                  <a:pt x="2750085" y="3517131"/>
                  <a:pt x="2755109" y="3532049"/>
                  <a:pt x="2760892" y="3521738"/>
                </a:cubicBezTo>
                <a:cubicBezTo>
                  <a:pt x="2757907" y="3512400"/>
                  <a:pt x="2754352" y="3521182"/>
                  <a:pt x="2751228" y="3515693"/>
                </a:cubicBezTo>
                <a:cubicBezTo>
                  <a:pt x="2756933" y="3510932"/>
                  <a:pt x="2751353" y="3505241"/>
                  <a:pt x="2751709" y="3500016"/>
                </a:cubicBezTo>
                <a:cubicBezTo>
                  <a:pt x="2756902" y="3491143"/>
                  <a:pt x="2761849" y="3491236"/>
                  <a:pt x="2766533" y="3498518"/>
                </a:cubicBezTo>
                <a:cubicBezTo>
                  <a:pt x="2764231" y="3502691"/>
                  <a:pt x="2759639" y="3506757"/>
                  <a:pt x="2761248" y="3511256"/>
                </a:cubicBezTo>
                <a:cubicBezTo>
                  <a:pt x="2763550" y="3507993"/>
                  <a:pt x="2765546" y="3513775"/>
                  <a:pt x="2767787" y="3511719"/>
                </a:cubicBezTo>
                <a:cubicBezTo>
                  <a:pt x="2774233" y="3506139"/>
                  <a:pt x="2766812" y="3499415"/>
                  <a:pt x="2773260" y="3493786"/>
                </a:cubicBezTo>
                <a:cubicBezTo>
                  <a:pt x="2789044" y="3508736"/>
                  <a:pt x="2811552" y="3489133"/>
                  <a:pt x="2821648" y="3523809"/>
                </a:cubicBezTo>
                <a:cubicBezTo>
                  <a:pt x="2824135" y="3521629"/>
                  <a:pt x="2834416" y="3525463"/>
                  <a:pt x="2831788" y="3514132"/>
                </a:cubicBezTo>
                <a:cubicBezTo>
                  <a:pt x="2829624" y="3505986"/>
                  <a:pt x="2818894" y="3516837"/>
                  <a:pt x="2822296" y="3502816"/>
                </a:cubicBezTo>
                <a:cubicBezTo>
                  <a:pt x="2831231" y="3511333"/>
                  <a:pt x="2858176" y="3497575"/>
                  <a:pt x="2851159" y="3526098"/>
                </a:cubicBezTo>
                <a:cubicBezTo>
                  <a:pt x="2853277" y="3528664"/>
                  <a:pt x="2855488" y="3527598"/>
                  <a:pt x="2857729" y="3526608"/>
                </a:cubicBezTo>
                <a:cubicBezTo>
                  <a:pt x="2864161" y="3520981"/>
                  <a:pt x="2856724" y="3514272"/>
                  <a:pt x="2863157" y="3508661"/>
                </a:cubicBezTo>
                <a:cubicBezTo>
                  <a:pt x="2889467" y="3512170"/>
                  <a:pt x="2923912" y="3525480"/>
                  <a:pt x="2945139" y="3515013"/>
                </a:cubicBezTo>
                <a:cubicBezTo>
                  <a:pt x="2974187" y="3532869"/>
                  <a:pt x="3003977" y="3525712"/>
                  <a:pt x="3033319" y="3532328"/>
                </a:cubicBezTo>
                <a:cubicBezTo>
                  <a:pt x="3032530" y="3529653"/>
                  <a:pt x="3030319" y="3526855"/>
                  <a:pt x="3031942" y="3524382"/>
                </a:cubicBezTo>
                <a:cubicBezTo>
                  <a:pt x="3051406" y="3549967"/>
                  <a:pt x="3088633" y="3533443"/>
                  <a:pt x="3115115" y="3543955"/>
                </a:cubicBezTo>
                <a:cubicBezTo>
                  <a:pt x="3117217" y="3539735"/>
                  <a:pt x="3115454" y="3535206"/>
                  <a:pt x="3117155" y="3530970"/>
                </a:cubicBezTo>
                <a:cubicBezTo>
                  <a:pt x="3135459" y="3541591"/>
                  <a:pt x="3154274" y="3535886"/>
                  <a:pt x="3172562" y="3545764"/>
                </a:cubicBezTo>
                <a:cubicBezTo>
                  <a:pt x="3170861" y="3542132"/>
                  <a:pt x="3169378" y="3538484"/>
                  <a:pt x="3172887" y="3535267"/>
                </a:cubicBezTo>
                <a:cubicBezTo>
                  <a:pt x="3181852" y="3551393"/>
                  <a:pt x="3195645" y="3557976"/>
                  <a:pt x="3200668" y="3540091"/>
                </a:cubicBezTo>
                <a:cubicBezTo>
                  <a:pt x="3220828" y="3562012"/>
                  <a:pt x="3242455" y="3534355"/>
                  <a:pt x="3262645" y="3555397"/>
                </a:cubicBezTo>
                <a:cubicBezTo>
                  <a:pt x="3261733" y="3542518"/>
                  <a:pt x="3278614" y="3549073"/>
                  <a:pt x="3272307" y="3561393"/>
                </a:cubicBezTo>
                <a:cubicBezTo>
                  <a:pt x="3269725" y="3550279"/>
                  <a:pt x="3258379" y="3560111"/>
                  <a:pt x="3260605" y="3568413"/>
                </a:cubicBezTo>
                <a:cubicBezTo>
                  <a:pt x="3269525" y="3573406"/>
                  <a:pt x="3265659" y="3579405"/>
                  <a:pt x="3269803" y="3590133"/>
                </a:cubicBezTo>
                <a:cubicBezTo>
                  <a:pt x="3284490" y="3584537"/>
                  <a:pt x="3281228" y="3561734"/>
                  <a:pt x="3280733" y="3554160"/>
                </a:cubicBezTo>
                <a:cubicBezTo>
                  <a:pt x="3295884" y="3560946"/>
                  <a:pt x="3311405" y="3554469"/>
                  <a:pt x="3326803" y="3552536"/>
                </a:cubicBezTo>
                <a:cubicBezTo>
                  <a:pt x="3330127" y="3557143"/>
                  <a:pt x="3328317" y="3561395"/>
                  <a:pt x="3331317" y="3565971"/>
                </a:cubicBezTo>
                <a:cubicBezTo>
                  <a:pt x="3371496" y="3542211"/>
                  <a:pt x="3418600" y="3575031"/>
                  <a:pt x="3453092" y="3559664"/>
                </a:cubicBezTo>
                <a:cubicBezTo>
                  <a:pt x="3460759" y="3568754"/>
                  <a:pt x="3462567" y="3566018"/>
                  <a:pt x="3467438" y="3573919"/>
                </a:cubicBezTo>
                <a:cubicBezTo>
                  <a:pt x="3469556" y="3570548"/>
                  <a:pt x="3467808" y="3566961"/>
                  <a:pt x="3471023" y="3563701"/>
                </a:cubicBezTo>
                <a:cubicBezTo>
                  <a:pt x="3534825" y="3575697"/>
                  <a:pt x="3591499" y="3563331"/>
                  <a:pt x="3653028" y="3575204"/>
                </a:cubicBezTo>
                <a:cubicBezTo>
                  <a:pt x="3657342" y="3562017"/>
                  <a:pt x="3673559" y="3569918"/>
                  <a:pt x="3682371" y="3582764"/>
                </a:cubicBezTo>
                <a:cubicBezTo>
                  <a:pt x="3692805" y="3564429"/>
                  <a:pt x="3702097" y="3582254"/>
                  <a:pt x="3712036" y="3579811"/>
                </a:cubicBezTo>
                <a:cubicBezTo>
                  <a:pt x="3717076" y="3567490"/>
                  <a:pt x="3762002" y="3574819"/>
                  <a:pt x="3781341" y="3569425"/>
                </a:cubicBezTo>
                <a:cubicBezTo>
                  <a:pt x="3779825" y="3573692"/>
                  <a:pt x="3779826" y="3578065"/>
                  <a:pt x="3782609" y="3582612"/>
                </a:cubicBezTo>
                <a:cubicBezTo>
                  <a:pt x="3798732" y="3561927"/>
                  <a:pt x="3814239" y="3589477"/>
                  <a:pt x="3822402" y="3569982"/>
                </a:cubicBezTo>
                <a:cubicBezTo>
                  <a:pt x="3825216" y="3574557"/>
                  <a:pt x="3826870" y="3579086"/>
                  <a:pt x="3826931" y="3583478"/>
                </a:cubicBezTo>
                <a:cubicBezTo>
                  <a:pt x="3831167" y="3583724"/>
                  <a:pt x="3835281" y="3577787"/>
                  <a:pt x="3835512" y="3570987"/>
                </a:cubicBezTo>
                <a:cubicBezTo>
                  <a:pt x="3844201" y="3580122"/>
                  <a:pt x="3844246" y="3562467"/>
                  <a:pt x="3845035" y="3582240"/>
                </a:cubicBezTo>
                <a:cubicBezTo>
                  <a:pt x="3856784" y="3575268"/>
                  <a:pt x="3867962" y="3585209"/>
                  <a:pt x="3879866" y="3571803"/>
                </a:cubicBezTo>
                <a:cubicBezTo>
                  <a:pt x="3877933" y="3575175"/>
                  <a:pt x="3876279" y="3578515"/>
                  <a:pt x="3879541" y="3582303"/>
                </a:cubicBezTo>
                <a:cubicBezTo>
                  <a:pt x="3888553" y="3574526"/>
                  <a:pt x="3896918" y="3587218"/>
                  <a:pt x="3906115" y="3573829"/>
                </a:cubicBezTo>
                <a:cubicBezTo>
                  <a:pt x="3902189" y="3575917"/>
                  <a:pt x="3910645" y="3590853"/>
                  <a:pt x="3912315" y="3584822"/>
                </a:cubicBezTo>
                <a:cubicBezTo>
                  <a:pt x="3919812" y="3580137"/>
                  <a:pt x="3908605" y="3574047"/>
                  <a:pt x="3916087" y="3569377"/>
                </a:cubicBezTo>
                <a:cubicBezTo>
                  <a:pt x="3928794" y="3583555"/>
                  <a:pt x="3941967" y="3583260"/>
                  <a:pt x="3955432" y="3572393"/>
                </a:cubicBezTo>
                <a:cubicBezTo>
                  <a:pt x="3962111" y="3586568"/>
                  <a:pt x="3973164" y="3569330"/>
                  <a:pt x="3988346" y="3569701"/>
                </a:cubicBezTo>
                <a:cubicBezTo>
                  <a:pt x="3997420" y="3569935"/>
                  <a:pt x="4015863" y="3586661"/>
                  <a:pt x="4019589" y="3569518"/>
                </a:cubicBezTo>
                <a:cubicBezTo>
                  <a:pt x="4057604" y="3591825"/>
                  <a:pt x="4087733" y="3559395"/>
                  <a:pt x="4124480" y="3577638"/>
                </a:cubicBezTo>
                <a:cubicBezTo>
                  <a:pt x="4122919" y="3574033"/>
                  <a:pt x="4119748" y="3570311"/>
                  <a:pt x="4121527" y="3566922"/>
                </a:cubicBezTo>
                <a:cubicBezTo>
                  <a:pt x="4127495" y="3568191"/>
                  <a:pt x="4123336" y="3570634"/>
                  <a:pt x="4127758" y="3577913"/>
                </a:cubicBezTo>
                <a:cubicBezTo>
                  <a:pt x="4147022" y="3557737"/>
                  <a:pt x="4187541" y="3578236"/>
                  <a:pt x="4216899" y="3563780"/>
                </a:cubicBezTo>
                <a:cubicBezTo>
                  <a:pt x="4215925" y="3566377"/>
                  <a:pt x="4216219" y="3568977"/>
                  <a:pt x="4218323" y="3571758"/>
                </a:cubicBezTo>
                <a:cubicBezTo>
                  <a:pt x="4237368" y="3557689"/>
                  <a:pt x="4255734" y="3566207"/>
                  <a:pt x="4274207" y="3570878"/>
                </a:cubicBezTo>
                <a:cubicBezTo>
                  <a:pt x="4297645" y="3557550"/>
                  <a:pt x="4325811" y="3550134"/>
                  <a:pt x="4343034" y="3576228"/>
                </a:cubicBezTo>
                <a:cubicBezTo>
                  <a:pt x="4347626" y="3569562"/>
                  <a:pt x="4341843" y="3562112"/>
                  <a:pt x="4346961" y="3555479"/>
                </a:cubicBezTo>
                <a:cubicBezTo>
                  <a:pt x="4353067" y="3569702"/>
                  <a:pt x="4360256" y="3550379"/>
                  <a:pt x="4366639" y="3557011"/>
                </a:cubicBezTo>
                <a:cubicBezTo>
                  <a:pt x="4364275" y="3562422"/>
                  <a:pt x="4359916" y="3559359"/>
                  <a:pt x="4361461" y="3564511"/>
                </a:cubicBezTo>
                <a:cubicBezTo>
                  <a:pt x="4367923" y="3561541"/>
                  <a:pt x="4370072" y="3562993"/>
                  <a:pt x="4373318" y="3552312"/>
                </a:cubicBezTo>
                <a:cubicBezTo>
                  <a:pt x="4414456" y="3568885"/>
                  <a:pt x="4457017" y="3537626"/>
                  <a:pt x="4498063" y="3556762"/>
                </a:cubicBezTo>
                <a:cubicBezTo>
                  <a:pt x="4500707" y="3550793"/>
                  <a:pt x="4504895" y="3544934"/>
                  <a:pt x="4500275" y="3538503"/>
                </a:cubicBezTo>
                <a:cubicBezTo>
                  <a:pt x="3945553" y="3554784"/>
                  <a:pt x="3390897" y="3569187"/>
                  <a:pt x="2839751" y="3467445"/>
                </a:cubicBezTo>
                <a:cubicBezTo>
                  <a:pt x="2818463" y="3464723"/>
                  <a:pt x="2789367" y="3465699"/>
                  <a:pt x="2776072" y="3454613"/>
                </a:cubicBezTo>
                <a:cubicBezTo>
                  <a:pt x="2764260" y="3465574"/>
                  <a:pt x="2753052" y="3455525"/>
                  <a:pt x="2741257" y="3465033"/>
                </a:cubicBezTo>
                <a:cubicBezTo>
                  <a:pt x="2738073" y="3462358"/>
                  <a:pt x="2735213" y="3447934"/>
                  <a:pt x="2731750" y="3453793"/>
                </a:cubicBezTo>
                <a:cubicBezTo>
                  <a:pt x="2730636" y="3469562"/>
                  <a:pt x="2712395" y="3452170"/>
                  <a:pt x="2707261" y="3449296"/>
                </a:cubicBezTo>
                <a:cubicBezTo>
                  <a:pt x="2694677" y="3442168"/>
                  <a:pt x="2677780" y="3461430"/>
                  <a:pt x="2674472" y="3446713"/>
                </a:cubicBezTo>
                <a:cubicBezTo>
                  <a:pt x="2679420" y="3445691"/>
                  <a:pt x="2684489" y="3441936"/>
                  <a:pt x="2689283" y="3445244"/>
                </a:cubicBezTo>
                <a:cubicBezTo>
                  <a:pt x="2678708" y="3415022"/>
                  <a:pt x="2650834" y="3460919"/>
                  <a:pt x="2637153" y="3430697"/>
                </a:cubicBezTo>
                <a:cubicBezTo>
                  <a:pt x="2617674" y="3454195"/>
                  <a:pt x="2585070" y="3410799"/>
                  <a:pt x="2576118" y="3439075"/>
                </a:cubicBezTo>
                <a:cubicBezTo>
                  <a:pt x="2573057" y="3431423"/>
                  <a:pt x="2569594" y="3437669"/>
                  <a:pt x="2566627" y="3427836"/>
                </a:cubicBezTo>
                <a:cubicBezTo>
                  <a:pt x="2562978" y="3440482"/>
                  <a:pt x="2544596" y="3438055"/>
                  <a:pt x="2545524" y="3418344"/>
                </a:cubicBezTo>
                <a:cubicBezTo>
                  <a:pt x="2530218" y="3418344"/>
                  <a:pt x="2514403" y="3434036"/>
                  <a:pt x="2499485" y="3419999"/>
                </a:cubicBezTo>
                <a:cubicBezTo>
                  <a:pt x="2497815" y="3413738"/>
                  <a:pt x="2507756" y="3408373"/>
                  <a:pt x="2504957" y="3402035"/>
                </a:cubicBezTo>
                <a:cubicBezTo>
                  <a:pt x="2502206" y="3405390"/>
                  <a:pt x="2492945" y="3409424"/>
                  <a:pt x="2497939" y="3417246"/>
                </a:cubicBezTo>
                <a:cubicBezTo>
                  <a:pt x="2479604" y="3425503"/>
                  <a:pt x="2462274" y="3401199"/>
                  <a:pt x="2443768" y="3415686"/>
                </a:cubicBezTo>
                <a:cubicBezTo>
                  <a:pt x="2444913" y="3404105"/>
                  <a:pt x="2433194" y="3403704"/>
                  <a:pt x="2432200" y="3417395"/>
                </a:cubicBezTo>
                <a:cubicBezTo>
                  <a:pt x="2428613" y="3412756"/>
                  <a:pt x="2431447" y="3408590"/>
                  <a:pt x="2430953" y="3404152"/>
                </a:cubicBezTo>
                <a:cubicBezTo>
                  <a:pt x="2422600" y="3408366"/>
                  <a:pt x="2411721" y="3393146"/>
                  <a:pt x="2407695" y="3412866"/>
                </a:cubicBezTo>
                <a:cubicBezTo>
                  <a:pt x="2401218" y="3409248"/>
                  <a:pt x="2394678" y="3408630"/>
                  <a:pt x="2388169" y="3406125"/>
                </a:cubicBezTo>
                <a:cubicBezTo>
                  <a:pt x="2379040" y="3377314"/>
                  <a:pt x="2340168" y="3402477"/>
                  <a:pt x="2320116" y="3374574"/>
                </a:cubicBezTo>
                <a:cubicBezTo>
                  <a:pt x="2298086" y="3397284"/>
                  <a:pt x="2278191" y="3349143"/>
                  <a:pt x="2255975" y="3377448"/>
                </a:cubicBezTo>
                <a:cubicBezTo>
                  <a:pt x="2252544" y="3363488"/>
                  <a:pt x="2248230" y="3379010"/>
                  <a:pt x="2244721" y="3368698"/>
                </a:cubicBezTo>
                <a:cubicBezTo>
                  <a:pt x="2257816" y="3356238"/>
                  <a:pt x="2273877" y="3367383"/>
                  <a:pt x="2290929" y="3361773"/>
                </a:cubicBezTo>
                <a:cubicBezTo>
                  <a:pt x="2291656" y="3355728"/>
                  <a:pt x="2293542" y="3349746"/>
                  <a:pt x="2293095" y="3343561"/>
                </a:cubicBezTo>
                <a:cubicBezTo>
                  <a:pt x="2288302" y="3339803"/>
                  <a:pt x="2283369" y="3339990"/>
                  <a:pt x="2278113" y="3350302"/>
                </a:cubicBezTo>
                <a:cubicBezTo>
                  <a:pt x="2269873" y="3341768"/>
                  <a:pt x="2288873" y="3335352"/>
                  <a:pt x="2277202" y="3326586"/>
                </a:cubicBezTo>
                <a:cubicBezTo>
                  <a:pt x="2277124" y="3339664"/>
                  <a:pt x="2259191" y="3327095"/>
                  <a:pt x="2263457" y="3346546"/>
                </a:cubicBezTo>
                <a:cubicBezTo>
                  <a:pt x="2255141" y="3334873"/>
                  <a:pt x="2248509" y="3351476"/>
                  <a:pt x="2243962" y="3339774"/>
                </a:cubicBezTo>
                <a:cubicBezTo>
                  <a:pt x="2248060" y="3354645"/>
                  <a:pt x="2241165" y="3352343"/>
                  <a:pt x="2239883" y="3365730"/>
                </a:cubicBezTo>
                <a:cubicBezTo>
                  <a:pt x="2229833" y="3350395"/>
                  <a:pt x="2222397" y="3358883"/>
                  <a:pt x="2215209" y="3366441"/>
                </a:cubicBezTo>
                <a:cubicBezTo>
                  <a:pt x="2209704" y="3360784"/>
                  <a:pt x="2215486" y="3355961"/>
                  <a:pt x="2212425" y="3350488"/>
                </a:cubicBezTo>
                <a:cubicBezTo>
                  <a:pt x="2201897" y="3354616"/>
                  <a:pt x="2182851" y="3351880"/>
                  <a:pt x="2178243" y="3339945"/>
                </a:cubicBezTo>
                <a:cubicBezTo>
                  <a:pt x="2186251" y="3346004"/>
                  <a:pt x="2194786" y="3335908"/>
                  <a:pt x="2202903" y="3339201"/>
                </a:cubicBezTo>
                <a:cubicBezTo>
                  <a:pt x="2197878" y="3330946"/>
                  <a:pt x="2203846" y="3323573"/>
                  <a:pt x="2195420" y="3314991"/>
                </a:cubicBezTo>
                <a:cubicBezTo>
                  <a:pt x="2195219" y="3326184"/>
                  <a:pt x="2189730" y="3320728"/>
                  <a:pt x="2185109" y="3330003"/>
                </a:cubicBezTo>
                <a:cubicBezTo>
                  <a:pt x="2188602" y="3309859"/>
                  <a:pt x="2150587" y="3294384"/>
                  <a:pt x="2142950" y="3310973"/>
                </a:cubicBezTo>
                <a:cubicBezTo>
                  <a:pt x="2135793" y="3305113"/>
                  <a:pt x="2147325" y="3300784"/>
                  <a:pt x="2140153" y="3294971"/>
                </a:cubicBezTo>
                <a:cubicBezTo>
                  <a:pt x="2138421" y="3297492"/>
                  <a:pt x="2136813" y="3295714"/>
                  <a:pt x="2135158" y="3297228"/>
                </a:cubicBezTo>
                <a:cubicBezTo>
                  <a:pt x="2132964" y="3309133"/>
                  <a:pt x="2128867" y="3314947"/>
                  <a:pt x="2135915" y="3326186"/>
                </a:cubicBezTo>
                <a:cubicBezTo>
                  <a:pt x="2131122" y="3321487"/>
                  <a:pt x="2126145" y="3323079"/>
                  <a:pt x="2121259" y="3322382"/>
                </a:cubicBezTo>
                <a:cubicBezTo>
                  <a:pt x="2123331" y="3333763"/>
                  <a:pt x="2133828" y="3329572"/>
                  <a:pt x="2130596" y="3338878"/>
                </a:cubicBezTo>
                <a:cubicBezTo>
                  <a:pt x="2125000" y="3325306"/>
                  <a:pt x="2118353" y="3345079"/>
                  <a:pt x="2112803" y="3329602"/>
                </a:cubicBezTo>
                <a:cubicBezTo>
                  <a:pt x="2116499" y="3317034"/>
                  <a:pt x="2122667" y="3320944"/>
                  <a:pt x="2123285" y="3309412"/>
                </a:cubicBezTo>
                <a:cubicBezTo>
                  <a:pt x="2117518" y="3300893"/>
                  <a:pt x="2111133" y="3312504"/>
                  <a:pt x="2105321" y="3305377"/>
                </a:cubicBezTo>
                <a:cubicBezTo>
                  <a:pt x="2109603" y="3298667"/>
                  <a:pt x="2101704" y="3291092"/>
                  <a:pt x="2105971" y="3284444"/>
                </a:cubicBezTo>
                <a:cubicBezTo>
                  <a:pt x="2110610" y="3283439"/>
                  <a:pt x="2122545" y="3277347"/>
                  <a:pt x="2117998" y="3266976"/>
                </a:cubicBezTo>
                <a:cubicBezTo>
                  <a:pt x="2113716" y="3263280"/>
                  <a:pt x="2108800" y="3281537"/>
                  <a:pt x="2104564" y="3276389"/>
                </a:cubicBezTo>
                <a:cubicBezTo>
                  <a:pt x="2111057" y="3265213"/>
                  <a:pt x="2093495" y="3262661"/>
                  <a:pt x="2101920" y="3255227"/>
                </a:cubicBezTo>
                <a:cubicBezTo>
                  <a:pt x="2095567" y="3252566"/>
                  <a:pt x="2083863" y="3257946"/>
                  <a:pt x="2093155" y="3272911"/>
                </a:cubicBezTo>
                <a:cubicBezTo>
                  <a:pt x="2097236" y="3256833"/>
                  <a:pt x="2095800" y="3277563"/>
                  <a:pt x="2099432" y="3283903"/>
                </a:cubicBezTo>
                <a:cubicBezTo>
                  <a:pt x="2101086" y="3282558"/>
                  <a:pt x="2102848" y="3279064"/>
                  <a:pt x="2104395" y="3281691"/>
                </a:cubicBezTo>
                <a:cubicBezTo>
                  <a:pt x="2100822" y="3285757"/>
                  <a:pt x="2102369" y="3290242"/>
                  <a:pt x="2099106" y="3294401"/>
                </a:cubicBezTo>
                <a:cubicBezTo>
                  <a:pt x="2091501" y="3293830"/>
                  <a:pt x="2097236" y="3280888"/>
                  <a:pt x="2089893" y="3272633"/>
                </a:cubicBezTo>
                <a:cubicBezTo>
                  <a:pt x="2087078" y="3275168"/>
                  <a:pt x="2084405" y="3273514"/>
                  <a:pt x="2081467" y="3279915"/>
                </a:cubicBezTo>
                <a:cubicBezTo>
                  <a:pt x="2082749" y="3287413"/>
                  <a:pt x="2091841" y="3281630"/>
                  <a:pt x="2087713" y="3290876"/>
                </a:cubicBezTo>
                <a:cubicBezTo>
                  <a:pt x="2076442" y="3283471"/>
                  <a:pt x="2064662" y="3293072"/>
                  <a:pt x="2053531" y="3280333"/>
                </a:cubicBezTo>
                <a:cubicBezTo>
                  <a:pt x="2067183" y="3275170"/>
                  <a:pt x="2072207" y="3266310"/>
                  <a:pt x="2086955" y="3261903"/>
                </a:cubicBezTo>
                <a:cubicBezTo>
                  <a:pt x="2085394" y="3259183"/>
                  <a:pt x="2086493" y="3256632"/>
                  <a:pt x="2085534" y="3253989"/>
                </a:cubicBezTo>
                <a:cubicBezTo>
                  <a:pt x="2071806" y="3255457"/>
                  <a:pt x="2057815" y="3265228"/>
                  <a:pt x="2044179" y="3263837"/>
                </a:cubicBezTo>
                <a:cubicBezTo>
                  <a:pt x="2040592" y="3259200"/>
                  <a:pt x="2043374" y="3255040"/>
                  <a:pt x="2042927" y="3250634"/>
                </a:cubicBezTo>
                <a:cubicBezTo>
                  <a:pt x="2041226" y="3253154"/>
                  <a:pt x="2039634" y="3251407"/>
                  <a:pt x="2037901" y="3252891"/>
                </a:cubicBezTo>
                <a:cubicBezTo>
                  <a:pt x="2035660" y="3256231"/>
                  <a:pt x="2039092" y="3259973"/>
                  <a:pt x="2037593" y="3263389"/>
                </a:cubicBezTo>
                <a:cubicBezTo>
                  <a:pt x="2031641" y="3264765"/>
                  <a:pt x="2020200" y="3267763"/>
                  <a:pt x="2019799" y="3254097"/>
                </a:cubicBezTo>
                <a:cubicBezTo>
                  <a:pt x="2009240" y="3258457"/>
                  <a:pt x="1989358" y="3284014"/>
                  <a:pt x="1984983" y="3264549"/>
                </a:cubicBezTo>
                <a:cubicBezTo>
                  <a:pt x="1988368" y="3263777"/>
                  <a:pt x="1998248" y="3253110"/>
                  <a:pt x="2013554" y="3243122"/>
                </a:cubicBezTo>
                <a:cubicBezTo>
                  <a:pt x="2002175" y="3238917"/>
                  <a:pt x="1990116" y="3257546"/>
                  <a:pt x="1979062" y="3243076"/>
                </a:cubicBezTo>
                <a:cubicBezTo>
                  <a:pt x="1986051" y="3252352"/>
                  <a:pt x="1975275" y="3260252"/>
                  <a:pt x="1978242" y="3269281"/>
                </a:cubicBezTo>
                <a:cubicBezTo>
                  <a:pt x="1975661" y="3265169"/>
                  <a:pt x="1972630" y="3273502"/>
                  <a:pt x="1970141" y="3266020"/>
                </a:cubicBezTo>
                <a:cubicBezTo>
                  <a:pt x="1977424" y="3262199"/>
                  <a:pt x="1980004" y="3249369"/>
                  <a:pt x="1975925" y="3237588"/>
                </a:cubicBezTo>
                <a:cubicBezTo>
                  <a:pt x="1967267" y="3253001"/>
                  <a:pt x="1964282" y="3242937"/>
                  <a:pt x="1959677" y="3231047"/>
                </a:cubicBezTo>
                <a:cubicBezTo>
                  <a:pt x="1939098" y="3250157"/>
                  <a:pt x="1928648" y="3230787"/>
                  <a:pt x="1910221" y="3237744"/>
                </a:cubicBezTo>
                <a:cubicBezTo>
                  <a:pt x="1912091" y="3219253"/>
                  <a:pt x="1929391" y="3234033"/>
                  <a:pt x="1930674" y="3213053"/>
                </a:cubicBezTo>
                <a:cubicBezTo>
                  <a:pt x="1918879" y="3204719"/>
                  <a:pt x="1906154" y="3227276"/>
                  <a:pt x="1894916" y="3199820"/>
                </a:cubicBezTo>
                <a:cubicBezTo>
                  <a:pt x="1884773" y="3209251"/>
                  <a:pt x="1875066" y="3203856"/>
                  <a:pt x="1865264" y="3202728"/>
                </a:cubicBezTo>
                <a:cubicBezTo>
                  <a:pt x="1861151" y="3208540"/>
                  <a:pt x="1862883" y="3214817"/>
                  <a:pt x="1856514" y="3220475"/>
                </a:cubicBezTo>
                <a:cubicBezTo>
                  <a:pt x="1854395" y="3217602"/>
                  <a:pt x="1852370" y="3212221"/>
                  <a:pt x="1850112" y="3214694"/>
                </a:cubicBezTo>
                <a:cubicBezTo>
                  <a:pt x="1854704" y="3221868"/>
                  <a:pt x="1852834" y="3227959"/>
                  <a:pt x="1848055" y="3227650"/>
                </a:cubicBezTo>
                <a:cubicBezTo>
                  <a:pt x="1840265" y="3214323"/>
                  <a:pt x="1851721" y="3212453"/>
                  <a:pt x="1857163" y="3204877"/>
                </a:cubicBezTo>
                <a:cubicBezTo>
                  <a:pt x="1846651" y="3204273"/>
                  <a:pt x="1861724" y="3196404"/>
                  <a:pt x="1854349" y="3188875"/>
                </a:cubicBezTo>
                <a:cubicBezTo>
                  <a:pt x="1850949" y="3201352"/>
                  <a:pt x="1842832" y="3205541"/>
                  <a:pt x="1842801" y="3190637"/>
                </a:cubicBezTo>
                <a:cubicBezTo>
                  <a:pt x="1852061" y="3185892"/>
                  <a:pt x="1854598" y="3175905"/>
                  <a:pt x="1862791" y="3181685"/>
                </a:cubicBezTo>
                <a:cubicBezTo>
                  <a:pt x="1861244" y="3178918"/>
                  <a:pt x="1862343" y="3176368"/>
                  <a:pt x="1861400" y="3173677"/>
                </a:cubicBezTo>
                <a:cubicBezTo>
                  <a:pt x="1856840" y="3165855"/>
                  <a:pt x="1848026" y="3181238"/>
                  <a:pt x="1848460" y="3167386"/>
                </a:cubicBezTo>
                <a:cubicBezTo>
                  <a:pt x="1860148" y="3161680"/>
                  <a:pt x="1871217" y="3175857"/>
                  <a:pt x="1882950" y="3167462"/>
                </a:cubicBezTo>
                <a:cubicBezTo>
                  <a:pt x="1884389" y="3162298"/>
                  <a:pt x="1877231" y="3156501"/>
                  <a:pt x="1880169" y="3151491"/>
                </a:cubicBezTo>
                <a:cubicBezTo>
                  <a:pt x="1884265" y="3161370"/>
                  <a:pt x="1888966" y="3150023"/>
                  <a:pt x="1892954" y="3162994"/>
                </a:cubicBezTo>
                <a:cubicBezTo>
                  <a:pt x="1891191" y="3166333"/>
                  <a:pt x="1887821" y="3169580"/>
                  <a:pt x="1889366" y="3173182"/>
                </a:cubicBezTo>
                <a:cubicBezTo>
                  <a:pt x="1895752" y="3174356"/>
                  <a:pt x="1911057" y="3167060"/>
                  <a:pt x="1907965" y="3156285"/>
                </a:cubicBezTo>
                <a:cubicBezTo>
                  <a:pt x="1911491" y="3166472"/>
                  <a:pt x="1915509" y="3160071"/>
                  <a:pt x="1919035" y="3170228"/>
                </a:cubicBezTo>
                <a:cubicBezTo>
                  <a:pt x="1913189" y="3182706"/>
                  <a:pt x="1908335" y="3161741"/>
                  <a:pt x="1902492" y="3174233"/>
                </a:cubicBezTo>
                <a:cubicBezTo>
                  <a:pt x="1912758" y="3184082"/>
                  <a:pt x="1915277" y="3178886"/>
                  <a:pt x="1923083" y="3199447"/>
                </a:cubicBezTo>
                <a:cubicBezTo>
                  <a:pt x="1925372" y="3195876"/>
                  <a:pt x="1927599" y="3195274"/>
                  <a:pt x="1929793" y="3194717"/>
                </a:cubicBezTo>
                <a:cubicBezTo>
                  <a:pt x="1929561" y="3185117"/>
                  <a:pt x="1927675" y="3191455"/>
                  <a:pt x="1923564" y="3183710"/>
                </a:cubicBezTo>
                <a:cubicBezTo>
                  <a:pt x="1926609" y="3179596"/>
                  <a:pt x="1926780" y="3175237"/>
                  <a:pt x="1925619" y="3170769"/>
                </a:cubicBezTo>
                <a:cubicBezTo>
                  <a:pt x="1931355" y="3161154"/>
                  <a:pt x="1936565" y="3169842"/>
                  <a:pt x="1942332" y="3161509"/>
                </a:cubicBezTo>
                <a:cubicBezTo>
                  <a:pt x="1940183" y="3148291"/>
                  <a:pt x="1926578" y="3160258"/>
                  <a:pt x="1934508" y="3147782"/>
                </a:cubicBezTo>
                <a:cubicBezTo>
                  <a:pt x="1943244" y="3149760"/>
                  <a:pt x="1960635" y="3151336"/>
                  <a:pt x="1963681" y="3160582"/>
                </a:cubicBezTo>
                <a:cubicBezTo>
                  <a:pt x="1960017" y="3154922"/>
                  <a:pt x="1955998" y="3160952"/>
                  <a:pt x="1951993" y="3167508"/>
                </a:cubicBezTo>
                <a:cubicBezTo>
                  <a:pt x="1963278" y="3183276"/>
                  <a:pt x="1981491" y="3167430"/>
                  <a:pt x="1987720" y="3180788"/>
                </a:cubicBezTo>
                <a:cubicBezTo>
                  <a:pt x="1990999" y="3176675"/>
                  <a:pt x="1990164" y="3172253"/>
                  <a:pt x="1986470" y="3167599"/>
                </a:cubicBezTo>
                <a:cubicBezTo>
                  <a:pt x="1992287" y="3156073"/>
                  <a:pt x="1997698" y="3158686"/>
                  <a:pt x="2003171" y="3158329"/>
                </a:cubicBezTo>
                <a:cubicBezTo>
                  <a:pt x="2014529" y="3179565"/>
                  <a:pt x="2032034" y="3170265"/>
                  <a:pt x="2050632" y="3164653"/>
                </a:cubicBezTo>
                <a:cubicBezTo>
                  <a:pt x="2048498" y="3170728"/>
                  <a:pt x="2038914" y="3166940"/>
                  <a:pt x="2042037" y="3177129"/>
                </a:cubicBezTo>
                <a:cubicBezTo>
                  <a:pt x="2048263" y="3188759"/>
                  <a:pt x="2055454" y="3168581"/>
                  <a:pt x="2061871" y="3173419"/>
                </a:cubicBezTo>
                <a:cubicBezTo>
                  <a:pt x="2061932" y="3178674"/>
                  <a:pt x="2056011" y="3183483"/>
                  <a:pt x="2061391" y="3189111"/>
                </a:cubicBezTo>
                <a:cubicBezTo>
                  <a:pt x="2063664" y="3185848"/>
                  <a:pt x="2065967" y="3182478"/>
                  <a:pt x="2068240" y="3179185"/>
                </a:cubicBezTo>
                <a:cubicBezTo>
                  <a:pt x="2078676" y="3197474"/>
                  <a:pt x="2090641" y="3164034"/>
                  <a:pt x="2101525" y="3165982"/>
                </a:cubicBezTo>
                <a:cubicBezTo>
                  <a:pt x="2109502" y="3185045"/>
                  <a:pt x="2129027" y="3174810"/>
                  <a:pt x="2128085" y="3157525"/>
                </a:cubicBezTo>
                <a:cubicBezTo>
                  <a:pt x="2125656" y="3157017"/>
                  <a:pt x="2114866" y="3170234"/>
                  <a:pt x="2118222" y="3156783"/>
                </a:cubicBezTo>
                <a:cubicBezTo>
                  <a:pt x="2124761" y="3162766"/>
                  <a:pt x="2115376" y="3146548"/>
                  <a:pt x="2120262" y="3143798"/>
                </a:cubicBezTo>
                <a:cubicBezTo>
                  <a:pt x="2125550" y="3150182"/>
                  <a:pt x="2130914" y="3154433"/>
                  <a:pt x="2136185" y="3160819"/>
                </a:cubicBezTo>
                <a:cubicBezTo>
                  <a:pt x="2128641" y="3174994"/>
                  <a:pt x="2129630" y="3172754"/>
                  <a:pt x="2120865" y="3178010"/>
                </a:cubicBezTo>
                <a:cubicBezTo>
                  <a:pt x="2135567" y="3189620"/>
                  <a:pt x="2153732" y="3187812"/>
                  <a:pt x="2160380" y="3175799"/>
                </a:cubicBezTo>
                <a:cubicBezTo>
                  <a:pt x="2157721" y="3181426"/>
                  <a:pt x="2168543" y="3189480"/>
                  <a:pt x="2171464" y="3189790"/>
                </a:cubicBezTo>
                <a:cubicBezTo>
                  <a:pt x="2173628" y="3170234"/>
                  <a:pt x="2185871" y="3194722"/>
                  <a:pt x="2192814" y="3188817"/>
                </a:cubicBezTo>
                <a:cubicBezTo>
                  <a:pt x="2192814" y="3184131"/>
                  <a:pt x="2200450" y="3167050"/>
                  <a:pt x="2204871" y="3171347"/>
                </a:cubicBezTo>
                <a:cubicBezTo>
                  <a:pt x="2203928" y="3179185"/>
                  <a:pt x="2201332" y="3186852"/>
                  <a:pt x="2205814" y="3195062"/>
                </a:cubicBezTo>
                <a:cubicBezTo>
                  <a:pt x="2216049" y="3180098"/>
                  <a:pt x="2216992" y="3210630"/>
                  <a:pt x="2228896" y="3191615"/>
                </a:cubicBezTo>
                <a:cubicBezTo>
                  <a:pt x="2222203" y="3190979"/>
                  <a:pt x="2226484" y="3185105"/>
                  <a:pt x="2227644" y="3178396"/>
                </a:cubicBezTo>
                <a:cubicBezTo>
                  <a:pt x="2236069" y="3181828"/>
                  <a:pt x="2251838" y="3178674"/>
                  <a:pt x="2241990" y="3192619"/>
                </a:cubicBezTo>
                <a:cubicBezTo>
                  <a:pt x="2252007" y="3183946"/>
                  <a:pt x="2269152" y="3176186"/>
                  <a:pt x="2283221" y="3187966"/>
                </a:cubicBezTo>
                <a:cubicBezTo>
                  <a:pt x="2285493" y="3184657"/>
                  <a:pt x="2287812" y="3181334"/>
                  <a:pt x="2290115" y="3177980"/>
                </a:cubicBezTo>
                <a:cubicBezTo>
                  <a:pt x="2298990" y="3184813"/>
                  <a:pt x="2283206" y="3189713"/>
                  <a:pt x="2287874" y="3196191"/>
                </a:cubicBezTo>
                <a:cubicBezTo>
                  <a:pt x="2301679" y="3193904"/>
                  <a:pt x="2307693" y="3181335"/>
                  <a:pt x="2322704" y="3185787"/>
                </a:cubicBezTo>
                <a:cubicBezTo>
                  <a:pt x="2319164" y="3175491"/>
                  <a:pt x="2314990" y="3187332"/>
                  <a:pt x="2311465" y="3177021"/>
                </a:cubicBezTo>
                <a:cubicBezTo>
                  <a:pt x="2319612" y="3181011"/>
                  <a:pt x="2336866" y="3167993"/>
                  <a:pt x="2339247" y="3181828"/>
                </a:cubicBezTo>
                <a:cubicBezTo>
                  <a:pt x="2336944" y="3178257"/>
                  <a:pt x="2326445" y="3180855"/>
                  <a:pt x="2329275" y="3186296"/>
                </a:cubicBezTo>
                <a:cubicBezTo>
                  <a:pt x="2336896" y="3187007"/>
                  <a:pt x="2344317" y="3194783"/>
                  <a:pt x="2352356" y="3182787"/>
                </a:cubicBezTo>
                <a:cubicBezTo>
                  <a:pt x="2348105" y="3180191"/>
                  <a:pt x="2341765" y="3182679"/>
                  <a:pt x="2346125" y="3171857"/>
                </a:cubicBezTo>
                <a:cubicBezTo>
                  <a:pt x="2351785" y="3176155"/>
                  <a:pt x="2358817" y="3169214"/>
                  <a:pt x="2355618" y="3183080"/>
                </a:cubicBezTo>
                <a:cubicBezTo>
                  <a:pt x="2358756" y="3165890"/>
                  <a:pt x="2363935" y="3177005"/>
                  <a:pt x="2370768" y="3171116"/>
                </a:cubicBezTo>
                <a:cubicBezTo>
                  <a:pt x="2366548" y="3165488"/>
                  <a:pt x="2362219" y="3164745"/>
                  <a:pt x="2358137" y="3154403"/>
                </a:cubicBezTo>
                <a:cubicBezTo>
                  <a:pt x="2354645" y="3161530"/>
                  <a:pt x="2351537" y="3154758"/>
                  <a:pt x="2347980" y="3164143"/>
                </a:cubicBezTo>
                <a:cubicBezTo>
                  <a:pt x="2336973" y="3128679"/>
                  <a:pt x="2310986" y="3170142"/>
                  <a:pt x="2294460" y="3141587"/>
                </a:cubicBezTo>
                <a:cubicBezTo>
                  <a:pt x="2284287" y="3152595"/>
                  <a:pt x="2275136" y="3128571"/>
                  <a:pt x="2264792" y="3144556"/>
                </a:cubicBezTo>
                <a:cubicBezTo>
                  <a:pt x="2247478" y="3137568"/>
                  <a:pt x="2230148" y="3131509"/>
                  <a:pt x="2212509" y="3135203"/>
                </a:cubicBezTo>
                <a:cubicBezTo>
                  <a:pt x="2213298" y="3129189"/>
                  <a:pt x="2209462" y="3122774"/>
                  <a:pt x="2211427" y="3116743"/>
                </a:cubicBezTo>
                <a:cubicBezTo>
                  <a:pt x="2207020" y="3117269"/>
                  <a:pt x="2202908" y="3108288"/>
                  <a:pt x="2198300" y="3115756"/>
                </a:cubicBezTo>
                <a:cubicBezTo>
                  <a:pt x="2191654" y="3106495"/>
                  <a:pt x="2194375" y="3097928"/>
                  <a:pt x="2192536" y="3089025"/>
                </a:cubicBezTo>
                <a:cubicBezTo>
                  <a:pt x="2187975" y="3095735"/>
                  <a:pt x="2182130" y="3102244"/>
                  <a:pt x="2182069" y="3109246"/>
                </a:cubicBezTo>
                <a:cubicBezTo>
                  <a:pt x="2172669" y="3107329"/>
                  <a:pt x="2168108" y="3096647"/>
                  <a:pt x="2166145" y="3092240"/>
                </a:cubicBezTo>
                <a:cubicBezTo>
                  <a:pt x="2162605" y="3100064"/>
                  <a:pt x="2162219" y="3104639"/>
                  <a:pt x="2155988" y="3101964"/>
                </a:cubicBezTo>
                <a:cubicBezTo>
                  <a:pt x="2157644" y="3088376"/>
                  <a:pt x="2168805" y="3090663"/>
                  <a:pt x="2164908" y="3078991"/>
                </a:cubicBezTo>
                <a:cubicBezTo>
                  <a:pt x="2159343" y="3081975"/>
                  <a:pt x="2148630" y="3089798"/>
                  <a:pt x="2148692" y="3072545"/>
                </a:cubicBezTo>
                <a:cubicBezTo>
                  <a:pt x="2144657" y="3079146"/>
                  <a:pt x="2140930" y="3075900"/>
                  <a:pt x="2136957" y="3079487"/>
                </a:cubicBezTo>
                <a:cubicBezTo>
                  <a:pt x="2138874" y="3087495"/>
                  <a:pt x="2138241" y="3095348"/>
                  <a:pt x="2131346" y="3102675"/>
                </a:cubicBezTo>
                <a:cubicBezTo>
                  <a:pt x="2125997" y="3093230"/>
                  <a:pt x="2136000" y="3096555"/>
                  <a:pt x="2130264" y="3084187"/>
                </a:cubicBezTo>
                <a:cubicBezTo>
                  <a:pt x="2119875" y="3094405"/>
                  <a:pt x="2115098" y="3077369"/>
                  <a:pt x="2102468" y="3079409"/>
                </a:cubicBezTo>
                <a:cubicBezTo>
                  <a:pt x="2111139" y="3068728"/>
                  <a:pt x="2113089" y="3070351"/>
                  <a:pt x="2111372" y="3056452"/>
                </a:cubicBezTo>
                <a:cubicBezTo>
                  <a:pt x="2114464" y="3062883"/>
                  <a:pt x="2118191" y="3048892"/>
                  <a:pt x="2121545" y="3046759"/>
                </a:cubicBezTo>
                <a:cubicBezTo>
                  <a:pt x="2127388" y="3053005"/>
                  <a:pt x="2133449" y="3051041"/>
                  <a:pt x="2139493" y="3050794"/>
                </a:cubicBezTo>
                <a:cubicBezTo>
                  <a:pt x="2137251" y="3060532"/>
                  <a:pt x="2127775" y="3053112"/>
                  <a:pt x="2130914" y="3063269"/>
                </a:cubicBezTo>
                <a:cubicBezTo>
                  <a:pt x="2138443" y="3050576"/>
                  <a:pt x="2145738" y="3078961"/>
                  <a:pt x="2149155" y="3056808"/>
                </a:cubicBezTo>
                <a:cubicBezTo>
                  <a:pt x="2160411" y="3070582"/>
                  <a:pt x="2167320" y="3073179"/>
                  <a:pt x="2181296" y="3080289"/>
                </a:cubicBezTo>
                <a:cubicBezTo>
                  <a:pt x="2184419" y="3076163"/>
                  <a:pt x="2186288" y="3071974"/>
                  <a:pt x="2186630" y="3067628"/>
                </a:cubicBezTo>
                <a:cubicBezTo>
                  <a:pt x="2188717" y="3070644"/>
                  <a:pt x="2190818" y="3073364"/>
                  <a:pt x="2193185" y="3068092"/>
                </a:cubicBezTo>
                <a:cubicBezTo>
                  <a:pt x="2201393" y="3073983"/>
                  <a:pt x="2188283" y="3078219"/>
                  <a:pt x="2192705" y="3083815"/>
                </a:cubicBezTo>
                <a:cubicBezTo>
                  <a:pt x="2199568" y="3090416"/>
                  <a:pt x="2204934" y="3083119"/>
                  <a:pt x="2204563" y="3071617"/>
                </a:cubicBezTo>
                <a:cubicBezTo>
                  <a:pt x="2210375" y="3077353"/>
                  <a:pt x="2206186" y="3082237"/>
                  <a:pt x="2210638" y="3087865"/>
                </a:cubicBezTo>
                <a:cubicBezTo>
                  <a:pt x="2221645" y="3089302"/>
                  <a:pt x="2224922" y="3074153"/>
                  <a:pt x="2236702" y="3095148"/>
                </a:cubicBezTo>
                <a:cubicBezTo>
                  <a:pt x="2240104" y="3090153"/>
                  <a:pt x="2234631" y="3084496"/>
                  <a:pt x="2240459" y="3079658"/>
                </a:cubicBezTo>
                <a:cubicBezTo>
                  <a:pt x="2250152" y="3085269"/>
                  <a:pt x="2251481" y="3087000"/>
                  <a:pt x="2247168" y="3074912"/>
                </a:cubicBezTo>
                <a:cubicBezTo>
                  <a:pt x="2252146" y="3073026"/>
                  <a:pt x="2256753" y="3084093"/>
                  <a:pt x="2261686" y="3083955"/>
                </a:cubicBezTo>
                <a:cubicBezTo>
                  <a:pt x="2280004" y="3068791"/>
                  <a:pt x="2295062" y="3093663"/>
                  <a:pt x="2308976" y="3095488"/>
                </a:cubicBezTo>
                <a:cubicBezTo>
                  <a:pt x="2315160" y="3085456"/>
                  <a:pt x="2326072" y="3075810"/>
                  <a:pt x="2319765" y="3064818"/>
                </a:cubicBezTo>
                <a:cubicBezTo>
                  <a:pt x="2315685" y="3071326"/>
                  <a:pt x="2317385" y="3077680"/>
                  <a:pt x="2311186" y="3077247"/>
                </a:cubicBezTo>
                <a:cubicBezTo>
                  <a:pt x="2303998" y="3071480"/>
                  <a:pt x="2315529" y="3067105"/>
                  <a:pt x="2308388" y="3061293"/>
                </a:cubicBezTo>
                <a:cubicBezTo>
                  <a:pt x="2283297" y="3057459"/>
                  <a:pt x="2258207" y="3054459"/>
                  <a:pt x="2233441" y="3039740"/>
                </a:cubicBezTo>
                <a:cubicBezTo>
                  <a:pt x="2238727" y="3027653"/>
                  <a:pt x="2243381" y="3037561"/>
                  <a:pt x="2248436" y="3033001"/>
                </a:cubicBezTo>
                <a:cubicBezTo>
                  <a:pt x="2250630" y="3021268"/>
                  <a:pt x="2241664" y="3023123"/>
                  <a:pt x="2247339" y="3014528"/>
                </a:cubicBezTo>
                <a:cubicBezTo>
                  <a:pt x="2249563" y="3018238"/>
                  <a:pt x="2249950" y="3021763"/>
                  <a:pt x="2250322" y="3025242"/>
                </a:cubicBezTo>
                <a:cubicBezTo>
                  <a:pt x="2260725" y="3017603"/>
                  <a:pt x="2262055" y="3010137"/>
                  <a:pt x="2270451" y="3011064"/>
                </a:cubicBezTo>
                <a:cubicBezTo>
                  <a:pt x="2259844" y="3014590"/>
                  <a:pt x="2268718" y="3021563"/>
                  <a:pt x="2263276" y="3031549"/>
                </a:cubicBezTo>
                <a:cubicBezTo>
                  <a:pt x="2260633" y="3027838"/>
                  <a:pt x="2258129" y="3020479"/>
                  <a:pt x="2255299" y="3023000"/>
                </a:cubicBezTo>
                <a:cubicBezTo>
                  <a:pt x="2255577" y="3030033"/>
                  <a:pt x="2249950" y="3036604"/>
                  <a:pt x="2254650" y="3043978"/>
                </a:cubicBezTo>
                <a:cubicBezTo>
                  <a:pt x="2255485" y="3022474"/>
                  <a:pt x="2262550" y="3045724"/>
                  <a:pt x="2271363" y="3034719"/>
                </a:cubicBezTo>
                <a:cubicBezTo>
                  <a:pt x="2266276" y="3026307"/>
                  <a:pt x="2277916" y="3018641"/>
                  <a:pt x="2280113" y="3017046"/>
                </a:cubicBezTo>
                <a:cubicBezTo>
                  <a:pt x="2294244" y="3024715"/>
                  <a:pt x="2332984" y="3007247"/>
                  <a:pt x="2342245" y="3027111"/>
                </a:cubicBezTo>
                <a:cubicBezTo>
                  <a:pt x="2344918" y="3021190"/>
                  <a:pt x="2337561" y="3014481"/>
                  <a:pt x="2344439" y="3008931"/>
                </a:cubicBezTo>
                <a:cubicBezTo>
                  <a:pt x="2353158" y="3030838"/>
                  <a:pt x="2355925" y="3027498"/>
                  <a:pt x="2366763" y="3031641"/>
                </a:cubicBezTo>
                <a:cubicBezTo>
                  <a:pt x="2358631" y="3033698"/>
                  <a:pt x="2360363" y="3047611"/>
                  <a:pt x="2353329" y="3041088"/>
                </a:cubicBezTo>
                <a:cubicBezTo>
                  <a:pt x="2355246" y="3037763"/>
                  <a:pt x="2356899" y="3034378"/>
                  <a:pt x="2353653" y="3030636"/>
                </a:cubicBezTo>
                <a:cubicBezTo>
                  <a:pt x="2350483" y="3034811"/>
                  <a:pt x="2342399" y="3038180"/>
                  <a:pt x="2341610" y="3048059"/>
                </a:cubicBezTo>
                <a:cubicBezTo>
                  <a:pt x="2347965" y="3042416"/>
                  <a:pt x="2369871" y="3059809"/>
                  <a:pt x="2373472" y="3026910"/>
                </a:cubicBezTo>
                <a:cubicBezTo>
                  <a:pt x="2379393" y="3031532"/>
                  <a:pt x="2385546" y="3026261"/>
                  <a:pt x="2391436" y="3030945"/>
                </a:cubicBezTo>
                <a:cubicBezTo>
                  <a:pt x="2386598" y="3043452"/>
                  <a:pt x="2376595" y="3039201"/>
                  <a:pt x="2380971" y="3051104"/>
                </a:cubicBezTo>
                <a:cubicBezTo>
                  <a:pt x="2386707" y="3059745"/>
                  <a:pt x="2393431" y="3036835"/>
                  <a:pt x="2399212" y="3044675"/>
                </a:cubicBezTo>
                <a:cubicBezTo>
                  <a:pt x="2396399" y="3019213"/>
                  <a:pt x="2421490" y="3039263"/>
                  <a:pt x="2424520" y="3023015"/>
                </a:cubicBezTo>
                <a:cubicBezTo>
                  <a:pt x="2425989" y="3033049"/>
                  <a:pt x="2422062" y="3029677"/>
                  <a:pt x="2422479" y="3035954"/>
                </a:cubicBezTo>
                <a:cubicBezTo>
                  <a:pt x="2427148" y="3041365"/>
                  <a:pt x="2435434" y="3043066"/>
                  <a:pt x="2435758" y="3031765"/>
                </a:cubicBezTo>
                <a:cubicBezTo>
                  <a:pt x="2441742" y="3044938"/>
                  <a:pt x="2444354" y="3029911"/>
                  <a:pt x="2446828" y="3045711"/>
                </a:cubicBezTo>
                <a:cubicBezTo>
                  <a:pt x="2454032" y="3042526"/>
                  <a:pt x="2461313" y="3038707"/>
                  <a:pt x="2460571" y="3025783"/>
                </a:cubicBezTo>
                <a:cubicBezTo>
                  <a:pt x="2468857" y="3023016"/>
                  <a:pt x="2460076" y="3043484"/>
                  <a:pt x="2468363" y="3039558"/>
                </a:cubicBezTo>
                <a:cubicBezTo>
                  <a:pt x="2467992" y="3030034"/>
                  <a:pt x="2471562" y="3022445"/>
                  <a:pt x="2481797" y="3030065"/>
                </a:cubicBezTo>
                <a:cubicBezTo>
                  <a:pt x="2484347" y="3034642"/>
                  <a:pt x="2477917" y="3038522"/>
                  <a:pt x="2479772" y="3043036"/>
                </a:cubicBezTo>
                <a:cubicBezTo>
                  <a:pt x="2486373" y="3043500"/>
                  <a:pt x="2482447" y="3036945"/>
                  <a:pt x="2485074" y="3030314"/>
                </a:cubicBezTo>
                <a:cubicBezTo>
                  <a:pt x="2487641" y="3036079"/>
                  <a:pt x="2490469" y="3033590"/>
                  <a:pt x="2493052" y="3038831"/>
                </a:cubicBezTo>
                <a:cubicBezTo>
                  <a:pt x="2494784" y="3052048"/>
                  <a:pt x="2481999" y="3038027"/>
                  <a:pt x="2484456" y="3051307"/>
                </a:cubicBezTo>
                <a:cubicBezTo>
                  <a:pt x="2493455" y="3058509"/>
                  <a:pt x="2504491" y="3047874"/>
                  <a:pt x="2501507" y="3031642"/>
                </a:cubicBezTo>
                <a:cubicBezTo>
                  <a:pt x="2506115" y="3046020"/>
                  <a:pt x="2516797" y="3059175"/>
                  <a:pt x="2517709" y="3038105"/>
                </a:cubicBezTo>
                <a:cubicBezTo>
                  <a:pt x="2524357" y="3038738"/>
                  <a:pt x="2520014" y="3044629"/>
                  <a:pt x="2522239" y="3051601"/>
                </a:cubicBezTo>
                <a:cubicBezTo>
                  <a:pt x="2543574" y="3044489"/>
                  <a:pt x="2554210" y="3057600"/>
                  <a:pt x="2575002" y="3045233"/>
                </a:cubicBezTo>
                <a:cubicBezTo>
                  <a:pt x="2581418" y="3051895"/>
                  <a:pt x="2577120" y="3057646"/>
                  <a:pt x="2579348" y="3063922"/>
                </a:cubicBezTo>
                <a:cubicBezTo>
                  <a:pt x="2591064" y="3059330"/>
                  <a:pt x="2597743" y="3040858"/>
                  <a:pt x="2602458" y="3060460"/>
                </a:cubicBezTo>
                <a:cubicBezTo>
                  <a:pt x="2609709" y="3049423"/>
                  <a:pt x="2616294" y="3059146"/>
                  <a:pt x="2619170" y="3051230"/>
                </a:cubicBezTo>
                <a:cubicBezTo>
                  <a:pt x="2617407" y="3054633"/>
                  <a:pt x="2619758" y="3058312"/>
                  <a:pt x="2622139" y="3061992"/>
                </a:cubicBezTo>
                <a:cubicBezTo>
                  <a:pt x="2626204" y="3054339"/>
                  <a:pt x="2653304" y="3035942"/>
                  <a:pt x="2651790" y="3059023"/>
                </a:cubicBezTo>
                <a:cubicBezTo>
                  <a:pt x="2660725" y="3047846"/>
                  <a:pt x="2673170" y="3042683"/>
                  <a:pt x="2677251" y="3032139"/>
                </a:cubicBezTo>
                <a:cubicBezTo>
                  <a:pt x="2687470" y="3057663"/>
                  <a:pt x="2722980" y="3031413"/>
                  <a:pt x="2712685" y="3055885"/>
                </a:cubicBezTo>
                <a:cubicBezTo>
                  <a:pt x="2720785" y="3063244"/>
                  <a:pt x="2719594" y="3040255"/>
                  <a:pt x="2727526" y="3054402"/>
                </a:cubicBezTo>
                <a:cubicBezTo>
                  <a:pt x="2732132" y="3064342"/>
                  <a:pt x="2716102" y="3051402"/>
                  <a:pt x="2720630" y="3064374"/>
                </a:cubicBezTo>
                <a:cubicBezTo>
                  <a:pt x="2727927" y="3069660"/>
                  <a:pt x="2743990" y="3073525"/>
                  <a:pt x="2742336" y="3052916"/>
                </a:cubicBezTo>
                <a:cubicBezTo>
                  <a:pt x="2738811" y="3055823"/>
                  <a:pt x="2727171" y="3053349"/>
                  <a:pt x="2729365" y="3046688"/>
                </a:cubicBezTo>
                <a:cubicBezTo>
                  <a:pt x="2741207" y="3051109"/>
                  <a:pt x="2756635" y="3049053"/>
                  <a:pt x="2763392" y="3062455"/>
                </a:cubicBezTo>
                <a:cubicBezTo>
                  <a:pt x="2770874" y="3057803"/>
                  <a:pt x="2759651" y="3051682"/>
                  <a:pt x="2767147" y="3046996"/>
                </a:cubicBezTo>
                <a:cubicBezTo>
                  <a:pt x="2775341" y="3059441"/>
                  <a:pt x="2774800" y="3047569"/>
                  <a:pt x="2781820" y="3050801"/>
                </a:cubicBezTo>
                <a:cubicBezTo>
                  <a:pt x="2777738" y="3044338"/>
                  <a:pt x="2774042" y="3037907"/>
                  <a:pt x="2774198" y="3031785"/>
                </a:cubicBezTo>
                <a:cubicBezTo>
                  <a:pt x="2767441" y="3037134"/>
                  <a:pt x="2760779" y="3040319"/>
                  <a:pt x="2754673" y="3025014"/>
                </a:cubicBezTo>
                <a:cubicBezTo>
                  <a:pt x="2760918" y="3018367"/>
                  <a:pt x="2766468" y="3033640"/>
                  <a:pt x="2772790" y="3023792"/>
                </a:cubicBezTo>
                <a:cubicBezTo>
                  <a:pt x="2781649" y="3032172"/>
                  <a:pt x="2779918" y="3053180"/>
                  <a:pt x="2788544" y="3046039"/>
                </a:cubicBezTo>
                <a:cubicBezTo>
                  <a:pt x="2793970" y="3039422"/>
                  <a:pt x="2790306" y="3032142"/>
                  <a:pt x="2795732" y="3025586"/>
                </a:cubicBezTo>
                <a:cubicBezTo>
                  <a:pt x="2796783" y="3027458"/>
                  <a:pt x="2797834" y="3029251"/>
                  <a:pt x="2798855" y="3031106"/>
                </a:cubicBezTo>
                <a:cubicBezTo>
                  <a:pt x="2799983" y="3029730"/>
                  <a:pt x="2801127" y="3028555"/>
                  <a:pt x="2802117" y="3031354"/>
                </a:cubicBezTo>
                <a:cubicBezTo>
                  <a:pt x="2796474" y="3038790"/>
                  <a:pt x="2791745" y="3046272"/>
                  <a:pt x="2793228" y="3054279"/>
                </a:cubicBezTo>
                <a:cubicBezTo>
                  <a:pt x="2803184" y="3050630"/>
                  <a:pt x="2796659" y="3060987"/>
                  <a:pt x="2796041" y="3070248"/>
                </a:cubicBezTo>
                <a:cubicBezTo>
                  <a:pt x="2804962" y="3076154"/>
                  <a:pt x="2804359" y="3060246"/>
                  <a:pt x="2812893" y="3055794"/>
                </a:cubicBezTo>
                <a:cubicBezTo>
                  <a:pt x="2822664" y="3067697"/>
                  <a:pt x="2843672" y="3070666"/>
                  <a:pt x="2844444" y="3045098"/>
                </a:cubicBezTo>
                <a:cubicBezTo>
                  <a:pt x="2851988" y="3056229"/>
                  <a:pt x="2839251" y="3065719"/>
                  <a:pt x="2843488" y="3076556"/>
                </a:cubicBezTo>
                <a:cubicBezTo>
                  <a:pt x="2845791" y="3067991"/>
                  <a:pt x="2852855" y="3059752"/>
                  <a:pt x="2854123" y="3051111"/>
                </a:cubicBezTo>
                <a:cubicBezTo>
                  <a:pt x="2861049" y="3057650"/>
                  <a:pt x="2868083" y="3060433"/>
                  <a:pt x="2875519" y="3050138"/>
                </a:cubicBezTo>
                <a:cubicBezTo>
                  <a:pt x="2881826" y="3059397"/>
                  <a:pt x="2867062" y="3067004"/>
                  <a:pt x="2877977" y="3076649"/>
                </a:cubicBezTo>
                <a:cubicBezTo>
                  <a:pt x="2882012" y="3070791"/>
                  <a:pt x="2886016" y="3064978"/>
                  <a:pt x="2890019" y="3059198"/>
                </a:cubicBezTo>
                <a:cubicBezTo>
                  <a:pt x="2889417" y="3076649"/>
                  <a:pt x="2899186" y="3069478"/>
                  <a:pt x="2907474" y="3078924"/>
                </a:cubicBezTo>
                <a:cubicBezTo>
                  <a:pt x="2909592" y="3075583"/>
                  <a:pt x="2907860" y="3071935"/>
                  <a:pt x="2911091" y="3068720"/>
                </a:cubicBezTo>
                <a:cubicBezTo>
                  <a:pt x="2921154" y="3077949"/>
                  <a:pt x="2936630" y="3080207"/>
                  <a:pt x="2942613" y="3058006"/>
                </a:cubicBezTo>
                <a:cubicBezTo>
                  <a:pt x="2943771" y="3071874"/>
                  <a:pt x="2957624" y="3071116"/>
                  <a:pt x="2959000" y="3059243"/>
                </a:cubicBezTo>
                <a:cubicBezTo>
                  <a:pt x="2967533" y="3084768"/>
                  <a:pt x="2977676" y="3057883"/>
                  <a:pt x="2986627" y="3069277"/>
                </a:cubicBezTo>
                <a:cubicBezTo>
                  <a:pt x="2987492" y="3058067"/>
                  <a:pt x="2988929" y="3067221"/>
                  <a:pt x="2993350" y="3064547"/>
                </a:cubicBezTo>
                <a:cubicBezTo>
                  <a:pt x="2991125" y="3060896"/>
                  <a:pt x="2990724" y="3057356"/>
                  <a:pt x="2990368" y="3053817"/>
                </a:cubicBezTo>
                <a:cubicBezTo>
                  <a:pt x="2995964" y="3050138"/>
                  <a:pt x="3001700" y="3041913"/>
                  <a:pt x="3006925" y="3049857"/>
                </a:cubicBezTo>
                <a:cubicBezTo>
                  <a:pt x="3002257" y="3056614"/>
                  <a:pt x="2992331" y="3049982"/>
                  <a:pt x="2996614" y="3064855"/>
                </a:cubicBezTo>
                <a:cubicBezTo>
                  <a:pt x="3009398" y="3058300"/>
                  <a:pt x="3021194" y="3084798"/>
                  <a:pt x="3033917" y="3080841"/>
                </a:cubicBezTo>
                <a:cubicBezTo>
                  <a:pt x="3040240" y="3076990"/>
                  <a:pt x="3042945" y="3070916"/>
                  <a:pt x="3041090" y="3060373"/>
                </a:cubicBezTo>
                <a:cubicBezTo>
                  <a:pt x="3028862" y="3046999"/>
                  <a:pt x="3034489" y="3078289"/>
                  <a:pt x="3024441" y="3069614"/>
                </a:cubicBezTo>
                <a:cubicBezTo>
                  <a:pt x="3032156" y="3059706"/>
                  <a:pt x="3026172" y="3048717"/>
                  <a:pt x="3028630" y="3038389"/>
                </a:cubicBezTo>
                <a:cubicBezTo>
                  <a:pt x="3031042" y="3055549"/>
                  <a:pt x="3040471" y="3050479"/>
                  <a:pt x="3047816" y="3055625"/>
                </a:cubicBezTo>
                <a:cubicBezTo>
                  <a:pt x="3044800" y="3064159"/>
                  <a:pt x="3040659" y="3072584"/>
                  <a:pt x="3047042" y="3081859"/>
                </a:cubicBezTo>
                <a:cubicBezTo>
                  <a:pt x="3051031" y="3079017"/>
                  <a:pt x="3049593" y="3063448"/>
                  <a:pt x="3055623" y="3069370"/>
                </a:cubicBezTo>
                <a:cubicBezTo>
                  <a:pt x="3054355" y="3073636"/>
                  <a:pt x="3053396" y="3077949"/>
                  <a:pt x="3053581" y="3082324"/>
                </a:cubicBezTo>
                <a:cubicBezTo>
                  <a:pt x="3060771" y="3080871"/>
                  <a:pt x="3067991" y="3076790"/>
                  <a:pt x="3075118" y="3076156"/>
                </a:cubicBezTo>
                <a:cubicBezTo>
                  <a:pt x="3081100" y="3096981"/>
                  <a:pt x="3102388" y="3079805"/>
                  <a:pt x="3114151" y="3089684"/>
                </a:cubicBezTo>
                <a:cubicBezTo>
                  <a:pt x="3112405" y="3085153"/>
                  <a:pt x="3116147" y="3081071"/>
                  <a:pt x="3116178" y="3076696"/>
                </a:cubicBezTo>
                <a:cubicBezTo>
                  <a:pt x="3119966" y="3078566"/>
                  <a:pt x="3123584" y="3085384"/>
                  <a:pt x="3127741" y="3074965"/>
                </a:cubicBezTo>
                <a:cubicBezTo>
                  <a:pt x="3134296" y="3099299"/>
                  <a:pt x="3143602" y="3078955"/>
                  <a:pt x="3153976" y="3077038"/>
                </a:cubicBezTo>
                <a:cubicBezTo>
                  <a:pt x="3150684" y="3086714"/>
                  <a:pt x="3160625" y="3080746"/>
                  <a:pt x="3158490" y="3090549"/>
                </a:cubicBezTo>
                <a:cubicBezTo>
                  <a:pt x="3153807" y="3100163"/>
                  <a:pt x="3149385" y="3102190"/>
                  <a:pt x="3145088" y="3099947"/>
                </a:cubicBezTo>
                <a:cubicBezTo>
                  <a:pt x="3148333" y="3121422"/>
                  <a:pt x="3164953" y="3115670"/>
                  <a:pt x="3174414" y="3107493"/>
                </a:cubicBezTo>
                <a:cubicBezTo>
                  <a:pt x="3169638" y="3102159"/>
                  <a:pt x="3164428" y="3111264"/>
                  <a:pt x="3159897" y="3098464"/>
                </a:cubicBezTo>
                <a:cubicBezTo>
                  <a:pt x="3175419" y="3092003"/>
                  <a:pt x="3190570" y="3098171"/>
                  <a:pt x="3206276" y="3086312"/>
                </a:cubicBezTo>
                <a:cubicBezTo>
                  <a:pt x="3208008" y="3082958"/>
                  <a:pt x="3205659" y="3079293"/>
                  <a:pt x="3203293" y="3075583"/>
                </a:cubicBezTo>
                <a:cubicBezTo>
                  <a:pt x="3206166" y="3071397"/>
                  <a:pt x="3209026" y="3067253"/>
                  <a:pt x="3211903" y="3063109"/>
                </a:cubicBezTo>
                <a:cubicBezTo>
                  <a:pt x="3218349" y="3071475"/>
                  <a:pt x="3209645" y="3078676"/>
                  <a:pt x="3216092" y="3087086"/>
                </a:cubicBezTo>
                <a:cubicBezTo>
                  <a:pt x="3228538" y="3099917"/>
                  <a:pt x="3228646" y="3073422"/>
                  <a:pt x="3237334" y="3091355"/>
                </a:cubicBezTo>
                <a:cubicBezTo>
                  <a:pt x="3242589" y="3076699"/>
                  <a:pt x="3228320" y="3069618"/>
                  <a:pt x="3223156" y="3071892"/>
                </a:cubicBezTo>
                <a:cubicBezTo>
                  <a:pt x="3229092" y="3057129"/>
                  <a:pt x="3238848" y="3079869"/>
                  <a:pt x="3239836" y="3062633"/>
                </a:cubicBezTo>
                <a:cubicBezTo>
                  <a:pt x="3246965" y="3076359"/>
                  <a:pt x="3235090" y="3088559"/>
                  <a:pt x="3246857" y="3102576"/>
                </a:cubicBezTo>
                <a:cubicBezTo>
                  <a:pt x="3255435" y="3093242"/>
                  <a:pt x="3282025" y="3106167"/>
                  <a:pt x="3279044" y="3070947"/>
                </a:cubicBezTo>
                <a:cubicBezTo>
                  <a:pt x="3271158" y="3078477"/>
                  <a:pt x="3263444" y="3079528"/>
                  <a:pt x="3255759" y="3079653"/>
                </a:cubicBezTo>
                <a:cubicBezTo>
                  <a:pt x="3256503" y="3067022"/>
                  <a:pt x="3265809" y="3079841"/>
                  <a:pt x="3262811" y="3064424"/>
                </a:cubicBezTo>
                <a:cubicBezTo>
                  <a:pt x="3275162" y="3073760"/>
                  <a:pt x="3296884" y="3060048"/>
                  <a:pt x="3303718" y="3070235"/>
                </a:cubicBezTo>
                <a:cubicBezTo>
                  <a:pt x="3301600" y="3067667"/>
                  <a:pt x="3299373" y="3068750"/>
                  <a:pt x="3297148" y="3069724"/>
                </a:cubicBezTo>
                <a:cubicBezTo>
                  <a:pt x="3301166" y="3079619"/>
                  <a:pt x="3308805" y="3075180"/>
                  <a:pt x="3299928" y="3085728"/>
                </a:cubicBezTo>
                <a:cubicBezTo>
                  <a:pt x="3293449" y="3093692"/>
                  <a:pt x="3301815" y="3069462"/>
                  <a:pt x="3295276" y="3077487"/>
                </a:cubicBezTo>
                <a:cubicBezTo>
                  <a:pt x="3284467" y="3087879"/>
                  <a:pt x="3298121" y="3083887"/>
                  <a:pt x="3294796" y="3093225"/>
                </a:cubicBezTo>
                <a:cubicBezTo>
                  <a:pt x="3285843" y="3088885"/>
                  <a:pt x="3288458" y="3108347"/>
                  <a:pt x="3276367" y="3104914"/>
                </a:cubicBezTo>
                <a:cubicBezTo>
                  <a:pt x="3281547" y="3115023"/>
                  <a:pt x="3287143" y="3110851"/>
                  <a:pt x="3292617" y="3111390"/>
                </a:cubicBezTo>
                <a:cubicBezTo>
                  <a:pt x="3295755" y="3104712"/>
                  <a:pt x="3298305" y="3091602"/>
                  <a:pt x="3304473" y="3099195"/>
                </a:cubicBezTo>
                <a:cubicBezTo>
                  <a:pt x="3303747" y="3105285"/>
                  <a:pt x="3299558" y="3111051"/>
                  <a:pt x="3302279" y="3117451"/>
                </a:cubicBezTo>
                <a:cubicBezTo>
                  <a:pt x="3308029" y="3115100"/>
                  <a:pt x="3314321" y="3114391"/>
                  <a:pt x="3312589" y="3102457"/>
                </a:cubicBezTo>
                <a:cubicBezTo>
                  <a:pt x="3305186" y="3106521"/>
                  <a:pt x="3308835" y="3085588"/>
                  <a:pt x="3301521" y="3088496"/>
                </a:cubicBezTo>
                <a:cubicBezTo>
                  <a:pt x="3307968" y="3074286"/>
                  <a:pt x="3313457" y="3091895"/>
                  <a:pt x="3319470" y="3092466"/>
                </a:cubicBezTo>
                <a:cubicBezTo>
                  <a:pt x="3321774" y="3088292"/>
                  <a:pt x="3326351" y="3084289"/>
                  <a:pt x="3324804" y="3079758"/>
                </a:cubicBezTo>
                <a:cubicBezTo>
                  <a:pt x="3319748" y="3083421"/>
                  <a:pt x="3314958" y="3078969"/>
                  <a:pt x="3310118" y="3076000"/>
                </a:cubicBezTo>
                <a:cubicBezTo>
                  <a:pt x="3313550" y="3060619"/>
                  <a:pt x="3315235" y="3076032"/>
                  <a:pt x="3321990" y="3063804"/>
                </a:cubicBezTo>
                <a:cubicBezTo>
                  <a:pt x="3313922" y="3059088"/>
                  <a:pt x="3305573" y="3063958"/>
                  <a:pt x="3297504" y="3059258"/>
                </a:cubicBezTo>
                <a:cubicBezTo>
                  <a:pt x="3299266" y="3055918"/>
                  <a:pt x="3302635" y="3052656"/>
                  <a:pt x="3301090" y="3049070"/>
                </a:cubicBezTo>
                <a:cubicBezTo>
                  <a:pt x="3295091" y="3049472"/>
                  <a:pt x="3290701" y="3050076"/>
                  <a:pt x="3292478" y="3061515"/>
                </a:cubicBezTo>
                <a:cubicBezTo>
                  <a:pt x="3283434" y="3054961"/>
                  <a:pt x="3274870" y="3052580"/>
                  <a:pt x="3269553" y="3059738"/>
                </a:cubicBezTo>
                <a:cubicBezTo>
                  <a:pt x="3273633" y="3051683"/>
                  <a:pt x="3264713" y="3050988"/>
                  <a:pt x="3262982" y="3059229"/>
                </a:cubicBezTo>
                <a:cubicBezTo>
                  <a:pt x="3260741" y="3055549"/>
                  <a:pt x="3260369" y="3052040"/>
                  <a:pt x="3260028" y="3048514"/>
                </a:cubicBezTo>
                <a:cubicBezTo>
                  <a:pt x="3256721" y="3049117"/>
                  <a:pt x="3253382" y="3051559"/>
                  <a:pt x="3249887" y="3058239"/>
                </a:cubicBezTo>
                <a:cubicBezTo>
                  <a:pt x="3242220" y="3039547"/>
                  <a:pt x="3233731" y="3048592"/>
                  <a:pt x="3225351" y="3053744"/>
                </a:cubicBezTo>
                <a:cubicBezTo>
                  <a:pt x="3228335" y="3048701"/>
                  <a:pt x="3221147" y="3042890"/>
                  <a:pt x="3222569" y="3037756"/>
                </a:cubicBezTo>
                <a:cubicBezTo>
                  <a:pt x="3209151" y="3056030"/>
                  <a:pt x="3189487" y="3020750"/>
                  <a:pt x="3181199" y="3047666"/>
                </a:cubicBezTo>
                <a:cubicBezTo>
                  <a:pt x="3176670" y="3034340"/>
                  <a:pt x="3171382" y="3046352"/>
                  <a:pt x="3166358" y="3049103"/>
                </a:cubicBezTo>
                <a:cubicBezTo>
                  <a:pt x="3160359" y="3042550"/>
                  <a:pt x="3162431" y="3036536"/>
                  <a:pt x="3158738" y="3030104"/>
                </a:cubicBezTo>
                <a:cubicBezTo>
                  <a:pt x="3152631" y="3052039"/>
                  <a:pt x="3135284" y="3020550"/>
                  <a:pt x="3124402" y="3024863"/>
                </a:cubicBezTo>
                <a:cubicBezTo>
                  <a:pt x="3122299" y="3029112"/>
                  <a:pt x="3124062" y="3033612"/>
                  <a:pt x="3122362" y="3037847"/>
                </a:cubicBezTo>
                <a:cubicBezTo>
                  <a:pt x="3114028" y="3034306"/>
                  <a:pt x="3111678" y="3034957"/>
                  <a:pt x="3101134" y="3033565"/>
                </a:cubicBezTo>
                <a:cubicBezTo>
                  <a:pt x="3100672" y="3024491"/>
                  <a:pt x="3111107" y="3027876"/>
                  <a:pt x="3106576" y="3015618"/>
                </a:cubicBezTo>
                <a:cubicBezTo>
                  <a:pt x="3091086" y="3049379"/>
                  <a:pt x="3064975" y="3022402"/>
                  <a:pt x="3050535" y="3021771"/>
                </a:cubicBezTo>
                <a:cubicBezTo>
                  <a:pt x="3051355" y="3027938"/>
                  <a:pt x="3052917" y="3034183"/>
                  <a:pt x="3048374" y="3039948"/>
                </a:cubicBezTo>
                <a:cubicBezTo>
                  <a:pt x="3042590" y="3031664"/>
                  <a:pt x="3036313" y="3039704"/>
                  <a:pt x="3030423" y="3035929"/>
                </a:cubicBezTo>
                <a:cubicBezTo>
                  <a:pt x="3034629" y="3029266"/>
                  <a:pt x="3037704" y="3022526"/>
                  <a:pt x="3037596" y="3015462"/>
                </a:cubicBezTo>
                <a:cubicBezTo>
                  <a:pt x="3007775" y="3006001"/>
                  <a:pt x="2968198" y="3028324"/>
                  <a:pt x="2944407" y="3000403"/>
                </a:cubicBezTo>
                <a:cubicBezTo>
                  <a:pt x="2948193" y="3002243"/>
                  <a:pt x="2951936" y="3005366"/>
                  <a:pt x="2955971" y="2998657"/>
                </a:cubicBezTo>
                <a:cubicBezTo>
                  <a:pt x="2950112" y="2992921"/>
                  <a:pt x="2954332" y="2987988"/>
                  <a:pt x="2949864" y="2982421"/>
                </a:cubicBezTo>
                <a:cubicBezTo>
                  <a:pt x="2940866" y="3002243"/>
                  <a:pt x="2936864" y="2977057"/>
                  <a:pt x="2931946" y="2978390"/>
                </a:cubicBezTo>
                <a:cubicBezTo>
                  <a:pt x="2925544" y="2983986"/>
                  <a:pt x="2929565" y="2990417"/>
                  <a:pt x="2923181" y="2996122"/>
                </a:cubicBezTo>
                <a:cubicBezTo>
                  <a:pt x="2919361" y="2981621"/>
                  <a:pt x="2915667" y="2985238"/>
                  <a:pt x="2910549" y="2979333"/>
                </a:cubicBezTo>
                <a:cubicBezTo>
                  <a:pt x="2906700" y="2983461"/>
                  <a:pt x="2909251" y="2987989"/>
                  <a:pt x="2908509" y="2992348"/>
                </a:cubicBezTo>
                <a:cubicBezTo>
                  <a:pt x="2902558" y="2987061"/>
                  <a:pt x="2887529" y="3001627"/>
                  <a:pt x="2887284" y="2988066"/>
                </a:cubicBezTo>
                <a:cubicBezTo>
                  <a:pt x="2891720" y="2986367"/>
                  <a:pt x="2895878" y="2994128"/>
                  <a:pt x="2900563" y="2983847"/>
                </a:cubicBezTo>
                <a:cubicBezTo>
                  <a:pt x="2886819" y="2979471"/>
                  <a:pt x="2896405" y="2972375"/>
                  <a:pt x="2891519" y="2956886"/>
                </a:cubicBezTo>
                <a:cubicBezTo>
                  <a:pt x="2884701" y="2962467"/>
                  <a:pt x="2886371" y="2968743"/>
                  <a:pt x="2886062" y="2974850"/>
                </a:cubicBezTo>
                <a:cubicBezTo>
                  <a:pt x="2876539" y="2979286"/>
                  <a:pt x="2860709" y="2970845"/>
                  <a:pt x="2846873" y="2966532"/>
                </a:cubicBezTo>
                <a:cubicBezTo>
                  <a:pt x="2846532" y="2978930"/>
                  <a:pt x="2838153" y="2978388"/>
                  <a:pt x="2833097" y="2986492"/>
                </a:cubicBezTo>
                <a:cubicBezTo>
                  <a:pt x="2826481" y="2978945"/>
                  <a:pt x="2838091" y="2972887"/>
                  <a:pt x="2830485" y="2965248"/>
                </a:cubicBezTo>
                <a:cubicBezTo>
                  <a:pt x="2823450" y="2979643"/>
                  <a:pt x="2816880" y="2980338"/>
                  <a:pt x="2810155" y="2984713"/>
                </a:cubicBezTo>
                <a:cubicBezTo>
                  <a:pt x="2812151" y="2990431"/>
                  <a:pt x="2816709" y="2988052"/>
                  <a:pt x="2814823" y="2992954"/>
                </a:cubicBezTo>
                <a:cubicBezTo>
                  <a:pt x="2809104" y="2985362"/>
                  <a:pt x="2804296" y="2998272"/>
                  <a:pt x="2806227" y="3005444"/>
                </a:cubicBezTo>
                <a:cubicBezTo>
                  <a:pt x="2800941" y="2999508"/>
                  <a:pt x="2795160" y="3009000"/>
                  <a:pt x="2790026" y="2998921"/>
                </a:cubicBezTo>
                <a:cubicBezTo>
                  <a:pt x="2793614" y="2987927"/>
                  <a:pt x="2796627" y="2997142"/>
                  <a:pt x="2799998" y="2994436"/>
                </a:cubicBezTo>
                <a:cubicBezTo>
                  <a:pt x="2793629" y="2987002"/>
                  <a:pt x="2801034" y="2984867"/>
                  <a:pt x="2803570" y="2984202"/>
                </a:cubicBezTo>
                <a:cubicBezTo>
                  <a:pt x="2795546" y="2983229"/>
                  <a:pt x="2789346" y="2978653"/>
                  <a:pt x="2787676" y="2967228"/>
                </a:cubicBezTo>
                <a:cubicBezTo>
                  <a:pt x="2788851" y="2977866"/>
                  <a:pt x="2798096" y="2966795"/>
                  <a:pt x="2794402" y="2962497"/>
                </a:cubicBezTo>
                <a:cubicBezTo>
                  <a:pt x="2783179" y="2952927"/>
                  <a:pt x="2771057" y="2973784"/>
                  <a:pt x="2759571" y="2972918"/>
                </a:cubicBezTo>
                <a:cubicBezTo>
                  <a:pt x="2764054" y="2966239"/>
                  <a:pt x="2771816" y="2959837"/>
                  <a:pt x="2763498" y="2952186"/>
                </a:cubicBezTo>
                <a:cubicBezTo>
                  <a:pt x="2758505" y="2967306"/>
                  <a:pt x="2744159" y="2985160"/>
                  <a:pt x="2738330" y="2968620"/>
                </a:cubicBezTo>
                <a:cubicBezTo>
                  <a:pt x="2739705" y="2972717"/>
                  <a:pt x="2748687" y="2970893"/>
                  <a:pt x="2745055" y="2963889"/>
                </a:cubicBezTo>
                <a:cubicBezTo>
                  <a:pt x="2736862" y="2963503"/>
                  <a:pt x="2728761" y="2959700"/>
                  <a:pt x="2720398" y="2964585"/>
                </a:cubicBezTo>
                <a:cubicBezTo>
                  <a:pt x="2716254" y="2959033"/>
                  <a:pt x="2714692" y="2953655"/>
                  <a:pt x="2714321" y="2948351"/>
                </a:cubicBezTo>
                <a:cubicBezTo>
                  <a:pt x="2707163" y="2953113"/>
                  <a:pt x="2710286" y="2953763"/>
                  <a:pt x="2703995" y="2963331"/>
                </a:cubicBezTo>
                <a:cubicBezTo>
                  <a:pt x="2701444" y="2957595"/>
                  <a:pt x="2698615" y="2960038"/>
                  <a:pt x="2696063" y="2954845"/>
                </a:cubicBezTo>
                <a:cubicBezTo>
                  <a:pt x="2693992" y="2951166"/>
                  <a:pt x="2697625" y="2947903"/>
                  <a:pt x="2696342" y="2944332"/>
                </a:cubicBezTo>
                <a:cubicBezTo>
                  <a:pt x="2677620" y="2932614"/>
                  <a:pt x="2665052" y="2951117"/>
                  <a:pt x="2648403" y="2953747"/>
                </a:cubicBezTo>
                <a:cubicBezTo>
                  <a:pt x="2650644" y="2945182"/>
                  <a:pt x="2652437" y="2936540"/>
                  <a:pt x="2652513" y="2927790"/>
                </a:cubicBezTo>
                <a:cubicBezTo>
                  <a:pt x="2646392" y="2930279"/>
                  <a:pt x="2640580" y="2923105"/>
                  <a:pt x="2634211" y="2934267"/>
                </a:cubicBezTo>
                <a:cubicBezTo>
                  <a:pt x="2638632" y="2941239"/>
                  <a:pt x="2650828" y="2926708"/>
                  <a:pt x="2645449" y="2943017"/>
                </a:cubicBezTo>
                <a:cubicBezTo>
                  <a:pt x="2638045" y="2946494"/>
                  <a:pt x="2631335" y="2937050"/>
                  <a:pt x="2623018" y="2925502"/>
                </a:cubicBezTo>
                <a:cubicBezTo>
                  <a:pt x="2612968" y="2937590"/>
                  <a:pt x="2628428" y="2935411"/>
                  <a:pt x="2625630" y="2946696"/>
                </a:cubicBezTo>
                <a:cubicBezTo>
                  <a:pt x="2606476" y="2933092"/>
                  <a:pt x="2586797" y="2947268"/>
                  <a:pt x="2571307" y="2950360"/>
                </a:cubicBezTo>
                <a:cubicBezTo>
                  <a:pt x="2574847" y="2941577"/>
                  <a:pt x="2577877" y="2950791"/>
                  <a:pt x="2581293" y="2945906"/>
                </a:cubicBezTo>
                <a:cubicBezTo>
                  <a:pt x="2575233" y="2939274"/>
                  <a:pt x="2583009" y="2933740"/>
                  <a:pt x="2576965" y="2927156"/>
                </a:cubicBezTo>
                <a:cubicBezTo>
                  <a:pt x="2556403" y="2953899"/>
                  <a:pt x="2537635" y="2923089"/>
                  <a:pt x="2517769" y="2927849"/>
                </a:cubicBezTo>
                <a:cubicBezTo>
                  <a:pt x="2523166" y="2922964"/>
                  <a:pt x="2523334" y="2917723"/>
                  <a:pt x="2518249" y="2912112"/>
                </a:cubicBezTo>
                <a:cubicBezTo>
                  <a:pt x="2511926" y="2922052"/>
                  <a:pt x="2505650" y="2930107"/>
                  <a:pt x="2499651" y="2929085"/>
                </a:cubicBezTo>
                <a:cubicBezTo>
                  <a:pt x="2501274" y="2925685"/>
                  <a:pt x="2500611" y="2922099"/>
                  <a:pt x="2499976" y="2918542"/>
                </a:cubicBezTo>
                <a:cubicBezTo>
                  <a:pt x="2484393" y="2927385"/>
                  <a:pt x="2469552" y="2911339"/>
                  <a:pt x="2453798" y="2925484"/>
                </a:cubicBezTo>
                <a:cubicBezTo>
                  <a:pt x="2456843" y="2921326"/>
                  <a:pt x="2456969" y="2916950"/>
                  <a:pt x="2455824" y="2912498"/>
                </a:cubicBezTo>
                <a:cubicBezTo>
                  <a:pt x="2431212" y="2918389"/>
                  <a:pt x="2434536" y="2910751"/>
                  <a:pt x="2415087" y="2901460"/>
                </a:cubicBezTo>
                <a:cubicBezTo>
                  <a:pt x="2419432" y="2896544"/>
                  <a:pt x="2421164" y="2891425"/>
                  <a:pt x="2418845" y="2885986"/>
                </a:cubicBezTo>
                <a:cubicBezTo>
                  <a:pt x="2410388" y="2899140"/>
                  <a:pt x="2413201" y="2877250"/>
                  <a:pt x="2405718" y="2884996"/>
                </a:cubicBezTo>
                <a:cubicBezTo>
                  <a:pt x="2401252" y="2889896"/>
                  <a:pt x="2399380" y="2895014"/>
                  <a:pt x="2398701" y="2900208"/>
                </a:cubicBezTo>
                <a:cubicBezTo>
                  <a:pt x="2395578" y="2895400"/>
                  <a:pt x="2392362" y="2892648"/>
                  <a:pt x="2389038" y="2894193"/>
                </a:cubicBezTo>
                <a:cubicBezTo>
                  <a:pt x="2386194" y="2898336"/>
                  <a:pt x="2392394" y="2903222"/>
                  <a:pt x="2390259" y="2907410"/>
                </a:cubicBezTo>
                <a:cubicBezTo>
                  <a:pt x="2378186" y="2899929"/>
                  <a:pt x="2384137" y="2897503"/>
                  <a:pt x="2370919" y="2895430"/>
                </a:cubicBezTo>
                <a:cubicBezTo>
                  <a:pt x="2373269" y="2900810"/>
                  <a:pt x="2380458" y="2906637"/>
                  <a:pt x="2373719" y="2911369"/>
                </a:cubicBezTo>
                <a:cubicBezTo>
                  <a:pt x="2361150" y="2889323"/>
                  <a:pt x="2331468" y="2899805"/>
                  <a:pt x="2342041" y="2872179"/>
                </a:cubicBezTo>
                <a:cubicBezTo>
                  <a:pt x="2334079" y="2864944"/>
                  <a:pt x="2325500" y="2876569"/>
                  <a:pt x="2317383" y="2872859"/>
                </a:cubicBezTo>
                <a:cubicBezTo>
                  <a:pt x="2319162" y="2869488"/>
                  <a:pt x="2322531" y="2866259"/>
                  <a:pt x="2320986" y="2862625"/>
                </a:cubicBezTo>
                <a:cubicBezTo>
                  <a:pt x="2311324" y="2869798"/>
                  <a:pt x="2312729" y="2848712"/>
                  <a:pt x="2303160" y="2853396"/>
                </a:cubicBezTo>
                <a:cubicBezTo>
                  <a:pt x="2299281" y="2864434"/>
                  <a:pt x="2304181" y="2876167"/>
                  <a:pt x="2300487" y="2887297"/>
                </a:cubicBezTo>
                <a:cubicBezTo>
                  <a:pt x="2297735" y="2871328"/>
                  <a:pt x="2281641" y="2858852"/>
                  <a:pt x="2277715" y="2880248"/>
                </a:cubicBezTo>
                <a:cubicBezTo>
                  <a:pt x="2227440" y="2858078"/>
                  <a:pt x="2176610" y="2855017"/>
                  <a:pt x="2126165" y="2839636"/>
                </a:cubicBezTo>
                <a:cubicBezTo>
                  <a:pt x="2131437" y="2828194"/>
                  <a:pt x="2135873" y="2844659"/>
                  <a:pt x="2140976" y="2838166"/>
                </a:cubicBezTo>
                <a:cubicBezTo>
                  <a:pt x="2141083" y="2828550"/>
                  <a:pt x="2148442" y="2834193"/>
                  <a:pt x="2144748" y="2822660"/>
                </a:cubicBezTo>
                <a:cubicBezTo>
                  <a:pt x="2142444" y="2825923"/>
                  <a:pt x="2140419" y="2820172"/>
                  <a:pt x="2138192" y="2822196"/>
                </a:cubicBezTo>
                <a:cubicBezTo>
                  <a:pt x="2136337" y="2826401"/>
                  <a:pt x="2137110" y="2830838"/>
                  <a:pt x="2132859" y="2834857"/>
                </a:cubicBezTo>
                <a:cubicBezTo>
                  <a:pt x="2126010" y="2829091"/>
                  <a:pt x="2131762" y="2824300"/>
                  <a:pt x="2130045" y="2818935"/>
                </a:cubicBezTo>
                <a:cubicBezTo>
                  <a:pt x="2126273" y="2817744"/>
                  <a:pt x="2122532" y="2814730"/>
                  <a:pt x="2118652" y="2815394"/>
                </a:cubicBezTo>
                <a:cubicBezTo>
                  <a:pt x="2117399" y="2819677"/>
                  <a:pt x="2116410" y="2823988"/>
                  <a:pt x="2116642" y="2828379"/>
                </a:cubicBezTo>
                <a:cubicBezTo>
                  <a:pt x="2124789" y="2838877"/>
                  <a:pt x="2124650" y="2848447"/>
                  <a:pt x="2127232" y="2858123"/>
                </a:cubicBezTo>
                <a:cubicBezTo>
                  <a:pt x="2123012" y="2852389"/>
                  <a:pt x="2118328" y="2861664"/>
                  <a:pt x="2114293" y="2851862"/>
                </a:cubicBezTo>
                <a:cubicBezTo>
                  <a:pt x="2116936" y="2846823"/>
                  <a:pt x="2124465" y="2842139"/>
                  <a:pt x="2118018" y="2836356"/>
                </a:cubicBezTo>
                <a:cubicBezTo>
                  <a:pt x="2105248" y="2842355"/>
                  <a:pt x="2093529" y="2813045"/>
                  <a:pt x="2080389" y="2830852"/>
                </a:cubicBezTo>
                <a:cubicBezTo>
                  <a:pt x="2077437" y="2819553"/>
                  <a:pt x="2075937" y="2819445"/>
                  <a:pt x="2073850" y="2830359"/>
                </a:cubicBezTo>
                <a:cubicBezTo>
                  <a:pt x="2069831" y="2818857"/>
                  <a:pt x="2065332" y="2821484"/>
                  <a:pt x="2061049" y="2818810"/>
                </a:cubicBezTo>
                <a:cubicBezTo>
                  <a:pt x="2067820" y="2812132"/>
                  <a:pt x="2074252" y="2817497"/>
                  <a:pt x="2081038" y="2809875"/>
                </a:cubicBezTo>
                <a:cubicBezTo>
                  <a:pt x="2070743" y="2788866"/>
                  <a:pt x="2059225" y="2806998"/>
                  <a:pt x="2048419" y="2802082"/>
                </a:cubicBezTo>
                <a:cubicBezTo>
                  <a:pt x="2050367" y="2786748"/>
                  <a:pt x="2037830" y="2794955"/>
                  <a:pt x="2034072" y="2787859"/>
                </a:cubicBezTo>
                <a:cubicBezTo>
                  <a:pt x="2034822" y="2783091"/>
                  <a:pt x="2038068" y="2778530"/>
                  <a:pt x="2040636" y="2773916"/>
                </a:cubicBezTo>
                <a:lnTo>
                  <a:pt x="2041182" y="2770794"/>
                </a:lnTo>
                <a:lnTo>
                  <a:pt x="2019815" y="2769699"/>
                </a:lnTo>
                <a:lnTo>
                  <a:pt x="2017108" y="2775539"/>
                </a:lnTo>
                <a:cubicBezTo>
                  <a:pt x="2016595" y="2777700"/>
                  <a:pt x="2016379" y="2780054"/>
                  <a:pt x="2014407" y="2786346"/>
                </a:cubicBezTo>
                <a:cubicBezTo>
                  <a:pt x="2011942" y="2779690"/>
                  <a:pt x="2010667" y="2777216"/>
                  <a:pt x="2009084" y="2774891"/>
                </a:cubicBezTo>
                <a:lnTo>
                  <a:pt x="2004952" y="2768804"/>
                </a:lnTo>
                <a:lnTo>
                  <a:pt x="1988119" y="2767789"/>
                </a:lnTo>
                <a:lnTo>
                  <a:pt x="1987875" y="2767831"/>
                </a:lnTo>
                <a:lnTo>
                  <a:pt x="1988542" y="2768382"/>
                </a:lnTo>
                <a:cubicBezTo>
                  <a:pt x="1985613" y="2774543"/>
                  <a:pt x="1982872" y="2774485"/>
                  <a:pt x="1980204" y="2772106"/>
                </a:cubicBezTo>
                <a:lnTo>
                  <a:pt x="1978207" y="2769531"/>
                </a:lnTo>
                <a:lnTo>
                  <a:pt x="1956326" y="2773378"/>
                </a:lnTo>
                <a:cubicBezTo>
                  <a:pt x="1954238" y="2769713"/>
                  <a:pt x="1952151" y="2766019"/>
                  <a:pt x="1950050" y="2762417"/>
                </a:cubicBezTo>
                <a:cubicBezTo>
                  <a:pt x="1916936" y="2775835"/>
                  <a:pt x="1877606" y="2750962"/>
                  <a:pt x="1849686" y="2767766"/>
                </a:cubicBezTo>
                <a:cubicBezTo>
                  <a:pt x="1838710" y="2749015"/>
                  <a:pt x="1823435" y="2774461"/>
                  <a:pt x="1817236" y="2754718"/>
                </a:cubicBezTo>
                <a:cubicBezTo>
                  <a:pt x="1814918" y="2758026"/>
                  <a:pt x="1812614" y="2761366"/>
                  <a:pt x="1810326" y="2764705"/>
                </a:cubicBezTo>
                <a:cubicBezTo>
                  <a:pt x="1800540" y="2750745"/>
                  <a:pt x="1789656" y="2760129"/>
                  <a:pt x="1776021" y="2759388"/>
                </a:cubicBezTo>
                <a:cubicBezTo>
                  <a:pt x="1750838" y="2758026"/>
                  <a:pt x="1711385" y="2740419"/>
                  <a:pt x="1702155" y="2756249"/>
                </a:cubicBezTo>
                <a:cubicBezTo>
                  <a:pt x="1644459" y="2745364"/>
                  <a:pt x="1586162" y="2753126"/>
                  <a:pt x="1528574" y="2737544"/>
                </a:cubicBezTo>
                <a:cubicBezTo>
                  <a:pt x="1526843" y="2740063"/>
                  <a:pt x="1527772" y="2742737"/>
                  <a:pt x="1526689" y="2745289"/>
                </a:cubicBezTo>
                <a:cubicBezTo>
                  <a:pt x="1493590" y="2735518"/>
                  <a:pt x="1460537" y="2723242"/>
                  <a:pt x="1426774" y="2734916"/>
                </a:cubicBezTo>
                <a:cubicBezTo>
                  <a:pt x="1423665" y="2729444"/>
                  <a:pt x="1420543" y="2723908"/>
                  <a:pt x="1417420" y="2718449"/>
                </a:cubicBezTo>
                <a:cubicBezTo>
                  <a:pt x="1403289" y="2729166"/>
                  <a:pt x="1391000" y="2721743"/>
                  <a:pt x="1381368" y="2715623"/>
                </a:cubicBezTo>
                <a:cubicBezTo>
                  <a:pt x="1379096" y="2718946"/>
                  <a:pt x="1382527" y="2722734"/>
                  <a:pt x="1381059" y="2726120"/>
                </a:cubicBezTo>
                <a:cubicBezTo>
                  <a:pt x="1373344" y="2727665"/>
                  <a:pt x="1366265" y="2707783"/>
                  <a:pt x="1358427" y="2713860"/>
                </a:cubicBezTo>
                <a:cubicBezTo>
                  <a:pt x="1326379" y="2722625"/>
                  <a:pt x="1294918" y="2712994"/>
                  <a:pt x="1263505" y="2701244"/>
                </a:cubicBezTo>
                <a:cubicBezTo>
                  <a:pt x="1270199" y="2701817"/>
                  <a:pt x="1265932" y="2707707"/>
                  <a:pt x="1264757" y="2714446"/>
                </a:cubicBezTo>
                <a:cubicBezTo>
                  <a:pt x="1227020" y="2694828"/>
                  <a:pt x="1188570" y="2698450"/>
                  <a:pt x="1150337" y="2695112"/>
                </a:cubicBezTo>
                <a:cubicBezTo>
                  <a:pt x="1145871" y="2689499"/>
                  <a:pt x="1150075" y="2684538"/>
                  <a:pt x="1144263" y="2678833"/>
                </a:cubicBezTo>
                <a:cubicBezTo>
                  <a:pt x="1136626" y="2694958"/>
                  <a:pt x="1129947" y="2681152"/>
                  <a:pt x="1122387" y="2695544"/>
                </a:cubicBezTo>
                <a:cubicBezTo>
                  <a:pt x="1112602" y="2675153"/>
                  <a:pt x="1101733" y="2690350"/>
                  <a:pt x="1091792" y="2674767"/>
                </a:cubicBezTo>
                <a:cubicBezTo>
                  <a:pt x="1076425" y="2688805"/>
                  <a:pt x="1048228" y="2670934"/>
                  <a:pt x="1027790" y="2672418"/>
                </a:cubicBezTo>
                <a:cubicBezTo>
                  <a:pt x="1026599" y="2647959"/>
                  <a:pt x="996190" y="2674242"/>
                  <a:pt x="983930" y="2655907"/>
                </a:cubicBezTo>
                <a:cubicBezTo>
                  <a:pt x="978133" y="2660731"/>
                  <a:pt x="983560" y="2666374"/>
                  <a:pt x="980174" y="2671428"/>
                </a:cubicBezTo>
                <a:cubicBezTo>
                  <a:pt x="975381" y="2668044"/>
                  <a:pt x="969693" y="2653341"/>
                  <a:pt x="960540" y="2669822"/>
                </a:cubicBezTo>
                <a:cubicBezTo>
                  <a:pt x="943503" y="2653156"/>
                  <a:pt x="925911" y="2655166"/>
                  <a:pt x="908380" y="2655322"/>
                </a:cubicBezTo>
                <a:cubicBezTo>
                  <a:pt x="901221" y="2646880"/>
                  <a:pt x="916434" y="2640155"/>
                  <a:pt x="907468" y="2631620"/>
                </a:cubicBezTo>
                <a:cubicBezTo>
                  <a:pt x="888885" y="2644916"/>
                  <a:pt x="875049" y="2650994"/>
                  <a:pt x="854362" y="2648487"/>
                </a:cubicBezTo>
                <a:cubicBezTo>
                  <a:pt x="854595" y="2637188"/>
                  <a:pt x="861489" y="2644639"/>
                  <a:pt x="866266" y="2636275"/>
                </a:cubicBezTo>
                <a:cubicBezTo>
                  <a:pt x="860192" y="2629689"/>
                  <a:pt x="867984" y="2624154"/>
                  <a:pt x="861876" y="2617553"/>
                </a:cubicBezTo>
                <a:cubicBezTo>
                  <a:pt x="852925" y="2627881"/>
                  <a:pt x="840358" y="2634466"/>
                  <a:pt x="833786" y="2623226"/>
                </a:cubicBezTo>
                <a:cubicBezTo>
                  <a:pt x="836755" y="2622252"/>
                  <a:pt x="847684" y="2626350"/>
                  <a:pt x="845521" y="2616286"/>
                </a:cubicBezTo>
                <a:cubicBezTo>
                  <a:pt x="835163" y="2614940"/>
                  <a:pt x="824851" y="2611292"/>
                  <a:pt x="814137" y="2621759"/>
                </a:cubicBezTo>
                <a:cubicBezTo>
                  <a:pt x="809685" y="2616147"/>
                  <a:pt x="813891" y="2611168"/>
                  <a:pt x="808077" y="2605511"/>
                </a:cubicBezTo>
                <a:cubicBezTo>
                  <a:pt x="799234" y="2610598"/>
                  <a:pt x="793361" y="2601615"/>
                  <a:pt x="787902" y="2619703"/>
                </a:cubicBezTo>
                <a:cubicBezTo>
                  <a:pt x="774793" y="2600718"/>
                  <a:pt x="760662" y="2615746"/>
                  <a:pt x="747027" y="2613844"/>
                </a:cubicBezTo>
                <a:cubicBezTo>
                  <a:pt x="741956" y="2619611"/>
                  <a:pt x="757384" y="2626970"/>
                  <a:pt x="748109" y="2632334"/>
                </a:cubicBezTo>
                <a:cubicBezTo>
                  <a:pt x="738492" y="2626104"/>
                  <a:pt x="748773" y="2608279"/>
                  <a:pt x="738911" y="2610629"/>
                </a:cubicBezTo>
                <a:cubicBezTo>
                  <a:pt x="739404" y="2618682"/>
                  <a:pt x="733701" y="2636524"/>
                  <a:pt x="727053" y="2622841"/>
                </a:cubicBezTo>
                <a:cubicBezTo>
                  <a:pt x="729342" y="2618651"/>
                  <a:pt x="733932" y="2614633"/>
                  <a:pt x="732340" y="2610134"/>
                </a:cubicBezTo>
                <a:cubicBezTo>
                  <a:pt x="721263" y="2605326"/>
                  <a:pt x="710117" y="2602698"/>
                  <a:pt x="698924" y="2601602"/>
                </a:cubicBezTo>
                <a:lnTo>
                  <a:pt x="675124" y="2602071"/>
                </a:lnTo>
                <a:lnTo>
                  <a:pt x="675202" y="2597812"/>
                </a:lnTo>
                <a:cubicBezTo>
                  <a:pt x="662075" y="2591830"/>
                  <a:pt x="634078" y="2579215"/>
                  <a:pt x="630878" y="2596995"/>
                </a:cubicBezTo>
                <a:cubicBezTo>
                  <a:pt x="628327" y="2590825"/>
                  <a:pt x="625468" y="2594938"/>
                  <a:pt x="622762" y="2593732"/>
                </a:cubicBezTo>
                <a:cubicBezTo>
                  <a:pt x="625328" y="2589589"/>
                  <a:pt x="628915" y="2585492"/>
                  <a:pt x="624804" y="2580760"/>
                </a:cubicBezTo>
                <a:cubicBezTo>
                  <a:pt x="619995" y="2594166"/>
                  <a:pt x="616161" y="2576788"/>
                  <a:pt x="611368" y="2590269"/>
                </a:cubicBezTo>
                <a:cubicBezTo>
                  <a:pt x="614538" y="2593006"/>
                  <a:pt x="617846" y="2593453"/>
                  <a:pt x="621030" y="2596221"/>
                </a:cubicBezTo>
                <a:cubicBezTo>
                  <a:pt x="610132" y="2610135"/>
                  <a:pt x="610889" y="2572877"/>
                  <a:pt x="599974" y="2586729"/>
                </a:cubicBezTo>
                <a:cubicBezTo>
                  <a:pt x="601211" y="2594242"/>
                  <a:pt x="610318" y="2588430"/>
                  <a:pt x="606205" y="2597721"/>
                </a:cubicBezTo>
                <a:cubicBezTo>
                  <a:pt x="588334" y="2591676"/>
                  <a:pt x="568900" y="2596330"/>
                  <a:pt x="547349" y="2587889"/>
                </a:cubicBezTo>
                <a:cubicBezTo>
                  <a:pt x="558002" y="2574733"/>
                  <a:pt x="574883" y="2601664"/>
                  <a:pt x="580434" y="2579974"/>
                </a:cubicBezTo>
                <a:cubicBezTo>
                  <a:pt x="586663" y="2592110"/>
                  <a:pt x="593233" y="2592124"/>
                  <a:pt x="599960" y="2586729"/>
                </a:cubicBezTo>
                <a:cubicBezTo>
                  <a:pt x="595399" y="2574253"/>
                  <a:pt x="590142" y="2585571"/>
                  <a:pt x="585457" y="2577731"/>
                </a:cubicBezTo>
                <a:cubicBezTo>
                  <a:pt x="587220" y="2568255"/>
                  <a:pt x="595925" y="2575444"/>
                  <a:pt x="592337" y="2567744"/>
                </a:cubicBezTo>
                <a:cubicBezTo>
                  <a:pt x="578238" y="2562178"/>
                  <a:pt x="564093" y="2559984"/>
                  <a:pt x="549546" y="2569693"/>
                </a:cubicBezTo>
                <a:cubicBezTo>
                  <a:pt x="550828" y="2565427"/>
                  <a:pt x="551772" y="2561082"/>
                  <a:pt x="551586" y="2556737"/>
                </a:cubicBezTo>
                <a:cubicBezTo>
                  <a:pt x="547598" y="2560959"/>
                  <a:pt x="543981" y="2554202"/>
                  <a:pt x="540022" y="2558438"/>
                </a:cubicBezTo>
                <a:cubicBezTo>
                  <a:pt x="537934" y="2562643"/>
                  <a:pt x="539682" y="2567174"/>
                  <a:pt x="537998" y="2571425"/>
                </a:cubicBezTo>
                <a:cubicBezTo>
                  <a:pt x="532200" y="2563324"/>
                  <a:pt x="526218" y="2561995"/>
                  <a:pt x="520203" y="2562149"/>
                </a:cubicBezTo>
                <a:cubicBezTo>
                  <a:pt x="522645" y="2564716"/>
                  <a:pt x="520604" y="2578845"/>
                  <a:pt x="516601" y="2572384"/>
                </a:cubicBezTo>
                <a:cubicBezTo>
                  <a:pt x="521702" y="2549766"/>
                  <a:pt x="504357" y="2568859"/>
                  <a:pt x="498962" y="2557881"/>
                </a:cubicBezTo>
                <a:cubicBezTo>
                  <a:pt x="497308" y="2551622"/>
                  <a:pt x="507247" y="2546257"/>
                  <a:pt x="504435" y="2539918"/>
                </a:cubicBezTo>
                <a:cubicBezTo>
                  <a:pt x="496844" y="2554713"/>
                  <a:pt x="490119" y="2542577"/>
                  <a:pt x="482899" y="2546132"/>
                </a:cubicBezTo>
                <a:cubicBezTo>
                  <a:pt x="489546" y="2558858"/>
                  <a:pt x="472773" y="2559089"/>
                  <a:pt x="469450" y="2555548"/>
                </a:cubicBezTo>
                <a:cubicBezTo>
                  <a:pt x="475664" y="2551868"/>
                  <a:pt x="480394" y="2543474"/>
                  <a:pt x="475060" y="2532390"/>
                </a:cubicBezTo>
                <a:cubicBezTo>
                  <a:pt x="471752" y="2534475"/>
                  <a:pt x="468012" y="2548452"/>
                  <a:pt x="464934" y="2542083"/>
                </a:cubicBezTo>
                <a:cubicBezTo>
                  <a:pt x="471429" y="2516388"/>
                  <a:pt x="439627" y="2519930"/>
                  <a:pt x="429517" y="2518352"/>
                </a:cubicBezTo>
                <a:cubicBezTo>
                  <a:pt x="431217" y="2521970"/>
                  <a:pt x="432702" y="2525603"/>
                  <a:pt x="429193" y="2528834"/>
                </a:cubicBezTo>
                <a:cubicBezTo>
                  <a:pt x="422591" y="2514564"/>
                  <a:pt x="425327" y="2528896"/>
                  <a:pt x="419361" y="2528076"/>
                </a:cubicBezTo>
                <a:close/>
                <a:moveTo>
                  <a:pt x="504900" y="2581174"/>
                </a:moveTo>
                <a:cubicBezTo>
                  <a:pt x="502187" y="2581931"/>
                  <a:pt x="498944" y="2580285"/>
                  <a:pt x="496672" y="2576096"/>
                </a:cubicBezTo>
                <a:cubicBezTo>
                  <a:pt x="501248" y="2570004"/>
                  <a:pt x="505561" y="2572369"/>
                  <a:pt x="509951" y="2571828"/>
                </a:cubicBezTo>
                <a:cubicBezTo>
                  <a:pt x="509797" y="2577255"/>
                  <a:pt x="507613" y="2580417"/>
                  <a:pt x="504900" y="2581174"/>
                </a:cubicBezTo>
                <a:close/>
                <a:moveTo>
                  <a:pt x="344687" y="2495988"/>
                </a:moveTo>
                <a:cubicBezTo>
                  <a:pt x="350453" y="2485429"/>
                  <a:pt x="355801" y="2490422"/>
                  <a:pt x="361243" y="2492014"/>
                </a:cubicBezTo>
                <a:cubicBezTo>
                  <a:pt x="355787" y="2491381"/>
                  <a:pt x="349943" y="2503130"/>
                  <a:pt x="344687" y="2495988"/>
                </a:cubicBezTo>
                <a:close/>
                <a:moveTo>
                  <a:pt x="365575" y="2510762"/>
                </a:moveTo>
                <a:cubicBezTo>
                  <a:pt x="367910" y="2504951"/>
                  <a:pt x="363194" y="2508892"/>
                  <a:pt x="360737" y="2507764"/>
                </a:cubicBezTo>
                <a:cubicBezTo>
                  <a:pt x="360983" y="2501641"/>
                  <a:pt x="365066" y="2495782"/>
                  <a:pt x="369502" y="2490047"/>
                </a:cubicBezTo>
                <a:cubicBezTo>
                  <a:pt x="373676" y="2496727"/>
                  <a:pt x="378067" y="2497051"/>
                  <a:pt x="382612" y="2491067"/>
                </a:cubicBezTo>
                <a:cubicBezTo>
                  <a:pt x="384838" y="2494684"/>
                  <a:pt x="385225" y="2498240"/>
                  <a:pt x="385581" y="2501797"/>
                </a:cubicBezTo>
                <a:cubicBezTo>
                  <a:pt x="392831" y="2495179"/>
                  <a:pt x="395598" y="2501332"/>
                  <a:pt x="395907" y="2486846"/>
                </a:cubicBezTo>
                <a:cubicBezTo>
                  <a:pt x="400468" y="2497854"/>
                  <a:pt x="405492" y="2494793"/>
                  <a:pt x="410408" y="2495844"/>
                </a:cubicBezTo>
                <a:cubicBezTo>
                  <a:pt x="401520" y="2501920"/>
                  <a:pt x="390372" y="2499323"/>
                  <a:pt x="389940" y="2520486"/>
                </a:cubicBezTo>
                <a:cubicBezTo>
                  <a:pt x="383401" y="2515586"/>
                  <a:pt x="378051" y="2511149"/>
                  <a:pt x="375733" y="2501022"/>
                </a:cubicBezTo>
                <a:cubicBezTo>
                  <a:pt x="372393" y="2503156"/>
                  <a:pt x="368683" y="2517101"/>
                  <a:pt x="365575" y="2510762"/>
                </a:cubicBezTo>
                <a:close/>
                <a:moveTo>
                  <a:pt x="1966442" y="3441711"/>
                </a:moveTo>
                <a:cubicBezTo>
                  <a:pt x="1963319" y="3434552"/>
                  <a:pt x="1963381" y="3425493"/>
                  <a:pt x="1957073" y="3425247"/>
                </a:cubicBezTo>
                <a:cubicBezTo>
                  <a:pt x="1959377" y="3421921"/>
                  <a:pt x="1961680" y="3418568"/>
                  <a:pt x="1963954" y="3415274"/>
                </a:cubicBezTo>
                <a:cubicBezTo>
                  <a:pt x="1968065" y="3424349"/>
                  <a:pt x="1969349" y="3433191"/>
                  <a:pt x="1966442" y="3441711"/>
                </a:cubicBezTo>
                <a:close/>
                <a:moveTo>
                  <a:pt x="1940516" y="3429219"/>
                </a:moveTo>
                <a:cubicBezTo>
                  <a:pt x="1938444" y="3425555"/>
                  <a:pt x="1936357" y="3421829"/>
                  <a:pt x="1934285" y="3418244"/>
                </a:cubicBezTo>
                <a:cubicBezTo>
                  <a:pt x="1940052" y="3408719"/>
                  <a:pt x="1945525" y="3409138"/>
                  <a:pt x="1950672" y="3419511"/>
                </a:cubicBezTo>
                <a:cubicBezTo>
                  <a:pt x="1947162" y="3426653"/>
                  <a:pt x="1944087" y="3419897"/>
                  <a:pt x="1940516" y="3429219"/>
                </a:cubicBezTo>
                <a:close/>
                <a:moveTo>
                  <a:pt x="308468" y="2498396"/>
                </a:moveTo>
                <a:cubicBezTo>
                  <a:pt x="305345" y="2491237"/>
                  <a:pt x="305407" y="2482178"/>
                  <a:pt x="299099" y="2481931"/>
                </a:cubicBezTo>
                <a:cubicBezTo>
                  <a:pt x="301402" y="2478608"/>
                  <a:pt x="303706" y="2475253"/>
                  <a:pt x="305980" y="2471959"/>
                </a:cubicBezTo>
                <a:cubicBezTo>
                  <a:pt x="310091" y="2481035"/>
                  <a:pt x="311375" y="2489876"/>
                  <a:pt x="308468" y="2498396"/>
                </a:cubicBezTo>
                <a:close/>
                <a:moveTo>
                  <a:pt x="282543" y="2485904"/>
                </a:moveTo>
                <a:cubicBezTo>
                  <a:pt x="280470" y="2482240"/>
                  <a:pt x="278382" y="2478514"/>
                  <a:pt x="276312" y="2474928"/>
                </a:cubicBezTo>
                <a:cubicBezTo>
                  <a:pt x="282078" y="2465404"/>
                  <a:pt x="287551" y="2465823"/>
                  <a:pt x="292698" y="2476196"/>
                </a:cubicBezTo>
                <a:cubicBezTo>
                  <a:pt x="289189" y="2483337"/>
                  <a:pt x="286113" y="2476582"/>
                  <a:pt x="282543" y="2485904"/>
                </a:cubicBezTo>
                <a:close/>
              </a:path>
            </a:pathLst>
          </a:custGeom>
          <a:solidFill>
            <a:schemeClr val="tx1">
              <a:lumMod val="75000"/>
              <a:lumOff val="25000"/>
            </a:schemeClr>
          </a:solidFill>
          <a:ln w="9525" cap="flat">
            <a:noFill/>
            <a:prstDash val="solid"/>
            <a:miter/>
          </a:ln>
        </p:spPr>
        <p:txBody>
          <a:bodyPr wrap="square" rtlCol="0" anchor="ctr">
            <a:noAutofit/>
          </a:bodyPr>
          <a:lstStyle/>
          <a:p>
            <a:endParaRPr lang="ja-JP" altLang="en-US"/>
          </a:p>
        </p:txBody>
      </p:sp>
      <p:sp>
        <p:nvSpPr>
          <p:cNvPr id="18" name="グラフィックス 15">
            <a:extLst>
              <a:ext uri="{FF2B5EF4-FFF2-40B4-BE49-F238E27FC236}">
                <a16:creationId xmlns:a16="http://schemas.microsoft.com/office/drawing/2014/main" id="{4FD590BB-B693-B5C9-7ECB-E9AD639F786B}"/>
              </a:ext>
            </a:extLst>
          </p:cNvPr>
          <p:cNvSpPr/>
          <p:nvPr/>
        </p:nvSpPr>
        <p:spPr>
          <a:xfrm rot="3600000">
            <a:off x="5377771" y="4029873"/>
            <a:ext cx="1800905" cy="1719779"/>
          </a:xfrm>
          <a:custGeom>
            <a:avLst/>
            <a:gdLst>
              <a:gd name="connsiteX0" fmla="*/ 1406686 w 2135121"/>
              <a:gd name="connsiteY0" fmla="*/ 316847 h 2038939"/>
              <a:gd name="connsiteX1" fmla="*/ 1842245 w 2135121"/>
              <a:gd name="connsiteY1" fmla="*/ 545268 h 2038939"/>
              <a:gd name="connsiteX2" fmla="*/ 2107553 w 2135121"/>
              <a:gd name="connsiteY2" fmla="*/ 1000689 h 2038939"/>
              <a:gd name="connsiteX3" fmla="*/ 2040871 w 2135121"/>
              <a:gd name="connsiteY3" fmla="*/ 1544074 h 2038939"/>
              <a:gd name="connsiteX4" fmla="*/ 1534374 w 2135121"/>
              <a:gd name="connsiteY4" fmla="*/ 1837758 h 2038939"/>
              <a:gd name="connsiteX5" fmla="*/ 1040646 w 2135121"/>
              <a:gd name="connsiteY5" fmla="*/ 2036384 h 2038939"/>
              <a:gd name="connsiteX6" fmla="*/ 627787 w 2135121"/>
              <a:gd name="connsiteY6" fmla="*/ 1717163 h 2038939"/>
              <a:gd name="connsiteX7" fmla="*/ 241884 w 2135121"/>
              <a:gd name="connsiteY7" fmla="*/ 1393686 h 2038939"/>
              <a:gd name="connsiteX8" fmla="*/ 2114 w 2135121"/>
              <a:gd name="connsiteY8" fmla="*/ 986502 h 2038939"/>
              <a:gd name="connsiteX9" fmla="*/ 295797 w 2135121"/>
              <a:gd name="connsiteY9" fmla="*/ 555199 h 2038939"/>
              <a:gd name="connsiteX10" fmla="*/ 536986 w 2135121"/>
              <a:gd name="connsiteY10" fmla="*/ 85590 h 2038939"/>
              <a:gd name="connsiteX11" fmla="*/ 992408 w 2135121"/>
              <a:gd name="connsiteY11" fmla="*/ 41608 h 2038939"/>
              <a:gd name="connsiteX12" fmla="*/ 1406686 w 2135121"/>
              <a:gd name="connsiteY12" fmla="*/ 316847 h 203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35121" h="2038939">
                <a:moveTo>
                  <a:pt x="1406686" y="316847"/>
                </a:moveTo>
                <a:cubicBezTo>
                  <a:pt x="1548562" y="400554"/>
                  <a:pt x="1713138" y="443117"/>
                  <a:pt x="1842245" y="545268"/>
                </a:cubicBezTo>
                <a:cubicBezTo>
                  <a:pt x="1971352" y="647418"/>
                  <a:pt x="2063571" y="811994"/>
                  <a:pt x="2107553" y="1000689"/>
                </a:cubicBezTo>
                <a:cubicBezTo>
                  <a:pt x="2152953" y="1190803"/>
                  <a:pt x="2150116" y="1405036"/>
                  <a:pt x="2040871" y="1544074"/>
                </a:cubicBezTo>
                <a:cubicBezTo>
                  <a:pt x="1933045" y="1681694"/>
                  <a:pt x="1720231" y="1744119"/>
                  <a:pt x="1534374" y="1837758"/>
                </a:cubicBezTo>
                <a:cubicBezTo>
                  <a:pt x="1347098" y="1931396"/>
                  <a:pt x="1188197" y="2059084"/>
                  <a:pt x="1040646" y="2036384"/>
                </a:cubicBezTo>
                <a:cubicBezTo>
                  <a:pt x="893095" y="2015103"/>
                  <a:pt x="759731" y="1843433"/>
                  <a:pt x="627787" y="1717163"/>
                </a:cubicBezTo>
                <a:cubicBezTo>
                  <a:pt x="497261" y="1590893"/>
                  <a:pt x="370991" y="1510024"/>
                  <a:pt x="241884" y="1393686"/>
                </a:cubicBezTo>
                <a:cubicBezTo>
                  <a:pt x="112777" y="1277348"/>
                  <a:pt x="-17749" y="1125540"/>
                  <a:pt x="2114" y="986502"/>
                </a:cubicBezTo>
                <a:cubicBezTo>
                  <a:pt x="23395" y="847463"/>
                  <a:pt x="195065" y="721194"/>
                  <a:pt x="295797" y="555199"/>
                </a:cubicBezTo>
                <a:cubicBezTo>
                  <a:pt x="396529" y="390623"/>
                  <a:pt x="426323" y="189159"/>
                  <a:pt x="536986" y="85590"/>
                </a:cubicBezTo>
                <a:cubicBezTo>
                  <a:pt x="647649" y="-17980"/>
                  <a:pt x="837763" y="-20817"/>
                  <a:pt x="992408" y="41608"/>
                </a:cubicBezTo>
                <a:cubicBezTo>
                  <a:pt x="1145634" y="104033"/>
                  <a:pt x="1264810" y="231722"/>
                  <a:pt x="1406686" y="316847"/>
                </a:cubicBezTo>
                <a:close/>
              </a:path>
            </a:pathLst>
          </a:custGeom>
          <a:solidFill>
            <a:schemeClr val="tx1">
              <a:lumMod val="75000"/>
              <a:lumOff val="25000"/>
            </a:schemeClr>
          </a:solidFill>
          <a:ln w="14145" cap="flat">
            <a:noFill/>
            <a:prstDash val="solid"/>
            <a:miter/>
          </a:ln>
        </p:spPr>
        <p:txBody>
          <a:bodyPr rtlCol="0" anchor="ctr"/>
          <a:lstStyle/>
          <a:p>
            <a:endParaRPr lang="ja-JP" altLang="en-US"/>
          </a:p>
        </p:txBody>
      </p:sp>
      <p:sp>
        <p:nvSpPr>
          <p:cNvPr id="20" name="円/楕円 19">
            <a:extLst>
              <a:ext uri="{FF2B5EF4-FFF2-40B4-BE49-F238E27FC236}">
                <a16:creationId xmlns:a16="http://schemas.microsoft.com/office/drawing/2014/main" id="{4221306C-A3B2-953D-FAA7-3F57318B91AE}"/>
              </a:ext>
            </a:extLst>
          </p:cNvPr>
          <p:cNvSpPr/>
          <p:nvPr/>
        </p:nvSpPr>
        <p:spPr>
          <a:xfrm>
            <a:off x="7589899" y="3937183"/>
            <a:ext cx="1905158" cy="1905158"/>
          </a:xfrm>
          <a:prstGeom prst="ellipse">
            <a:avLst/>
          </a:prstGeom>
          <a:pattFill prst="wd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ja-JP" alt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21" name="正方形/長方形 20">
            <a:extLst>
              <a:ext uri="{FF2B5EF4-FFF2-40B4-BE49-F238E27FC236}">
                <a16:creationId xmlns:a16="http://schemas.microsoft.com/office/drawing/2014/main" id="{6A87293B-2E76-8031-0560-EF66E3CFC6D5}"/>
              </a:ext>
            </a:extLst>
          </p:cNvPr>
          <p:cNvSpPr/>
          <p:nvPr/>
        </p:nvSpPr>
        <p:spPr>
          <a:xfrm>
            <a:off x="9925216" y="4003274"/>
            <a:ext cx="1795511" cy="1746147"/>
          </a:xfrm>
          <a:prstGeom prst="rect">
            <a:avLst/>
          </a:prstGeom>
          <a:pattFill prst="lgGrid">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2104839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75DB8D6E-8054-60A5-55F9-1A9597B07F37}"/>
              </a:ext>
            </a:extLst>
          </p:cNvPr>
          <p:cNvGrpSpPr>
            <a:grpSpLocks noChangeAspect="1"/>
          </p:cNvGrpSpPr>
          <p:nvPr/>
        </p:nvGrpSpPr>
        <p:grpSpPr>
          <a:xfrm>
            <a:off x="8420707" y="814117"/>
            <a:ext cx="2562341" cy="5229766"/>
            <a:chOff x="8420707" y="814117"/>
            <a:chExt cx="2562341" cy="5229766"/>
          </a:xfrm>
        </p:grpSpPr>
        <p:sp>
          <p:nvSpPr>
            <p:cNvPr id="5" name="片側の 2 つの角を丸めた四角形 4">
              <a:extLst>
                <a:ext uri="{FF2B5EF4-FFF2-40B4-BE49-F238E27FC236}">
                  <a16:creationId xmlns:a16="http://schemas.microsoft.com/office/drawing/2014/main" id="{5BF98487-2B83-E733-87E3-73DAB4AF31EB}"/>
                </a:ext>
              </a:extLst>
            </p:cNvPr>
            <p:cNvSpPr/>
            <p:nvPr/>
          </p:nvSpPr>
          <p:spPr>
            <a:xfrm rot="16200000">
              <a:off x="8251634" y="2040134"/>
              <a:ext cx="389034" cy="50888"/>
            </a:xfrm>
            <a:prstGeom prst="round2SameRect">
              <a:avLst>
                <a:gd name="adj1" fmla="val 50000"/>
                <a:gd name="adj2" fmla="val 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片側の 2 つの角を丸めた四角形 5">
              <a:extLst>
                <a:ext uri="{FF2B5EF4-FFF2-40B4-BE49-F238E27FC236}">
                  <a16:creationId xmlns:a16="http://schemas.microsoft.com/office/drawing/2014/main" id="{7B8F81A1-1723-FA9F-39D3-667368317BD2}"/>
                </a:ext>
              </a:extLst>
            </p:cNvPr>
            <p:cNvSpPr/>
            <p:nvPr/>
          </p:nvSpPr>
          <p:spPr>
            <a:xfrm rot="16200000">
              <a:off x="8251634" y="2521657"/>
              <a:ext cx="389034" cy="50888"/>
            </a:xfrm>
            <a:prstGeom prst="round2SameRect">
              <a:avLst>
                <a:gd name="adj1" fmla="val 50000"/>
                <a:gd name="adj2" fmla="val 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片側の 2 つの角を丸めた四角形 6">
              <a:extLst>
                <a:ext uri="{FF2B5EF4-FFF2-40B4-BE49-F238E27FC236}">
                  <a16:creationId xmlns:a16="http://schemas.microsoft.com/office/drawing/2014/main" id="{C363A804-781C-9F49-8DC0-EF0023567351}"/>
                </a:ext>
              </a:extLst>
            </p:cNvPr>
            <p:cNvSpPr/>
            <p:nvPr/>
          </p:nvSpPr>
          <p:spPr>
            <a:xfrm rot="16200000">
              <a:off x="8341725" y="1571246"/>
              <a:ext cx="208852" cy="50887"/>
            </a:xfrm>
            <a:prstGeom prst="round2SameRect">
              <a:avLst>
                <a:gd name="adj1" fmla="val 50000"/>
                <a:gd name="adj2" fmla="val 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片側の 2 つの角を丸めた四角形 7">
              <a:extLst>
                <a:ext uri="{FF2B5EF4-FFF2-40B4-BE49-F238E27FC236}">
                  <a16:creationId xmlns:a16="http://schemas.microsoft.com/office/drawing/2014/main" id="{09EC989C-2A3B-2D45-F044-125F15649A34}"/>
                </a:ext>
              </a:extLst>
            </p:cNvPr>
            <p:cNvSpPr/>
            <p:nvPr/>
          </p:nvSpPr>
          <p:spPr>
            <a:xfrm rot="5400000">
              <a:off x="10649018" y="2293569"/>
              <a:ext cx="630648" cy="37413"/>
            </a:xfrm>
            <a:prstGeom prst="round2SameRect">
              <a:avLst>
                <a:gd name="adj1" fmla="val 50000"/>
                <a:gd name="adj2" fmla="val 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Rectangle: Rounded Corners 17">
              <a:extLst>
                <a:ext uri="{FF2B5EF4-FFF2-40B4-BE49-F238E27FC236}">
                  <a16:creationId xmlns:a16="http://schemas.microsoft.com/office/drawing/2014/main" id="{DFFE88A3-8FCB-D67C-8663-D3F5D4BF36AD}"/>
                </a:ext>
              </a:extLst>
            </p:cNvPr>
            <p:cNvSpPr/>
            <p:nvPr/>
          </p:nvSpPr>
          <p:spPr>
            <a:xfrm>
              <a:off x="8463333" y="814117"/>
              <a:ext cx="2479632" cy="5229766"/>
            </a:xfrm>
            <a:prstGeom prst="roundRect">
              <a:avLst>
                <a:gd name="adj" fmla="val 13394"/>
              </a:avLst>
            </a:prstGeom>
            <a:solidFill>
              <a:srgbClr val="1C1C1C"/>
            </a:solidFill>
            <a:ln w="41275">
              <a:gradFill>
                <a:gsLst>
                  <a:gs pos="0">
                    <a:srgbClr val="808080"/>
                  </a:gs>
                  <a:gs pos="19000">
                    <a:srgbClr val="BABABA"/>
                  </a:gs>
                  <a:gs pos="81000">
                    <a:srgbClr val="F0F0F0"/>
                  </a:gs>
                  <a:gs pos="52000">
                    <a:srgbClr val="808080"/>
                  </a:gs>
                  <a:gs pos="66000">
                    <a:srgbClr val="BABABA"/>
                  </a:gs>
                  <a:gs pos="36000">
                    <a:srgbClr val="BABABA"/>
                  </a:gs>
                  <a:gs pos="100000">
                    <a:srgbClr val="959595"/>
                  </a:gs>
                </a:gsLst>
                <a:lin ang="5400000" scaled="1"/>
              </a:grad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11B23009-B3C3-8A3B-84C1-20E96FDBAE71}"/>
                </a:ext>
              </a:extLst>
            </p:cNvPr>
            <p:cNvSpPr/>
            <p:nvPr/>
          </p:nvSpPr>
          <p:spPr>
            <a:xfrm>
              <a:off x="8552949" y="887208"/>
              <a:ext cx="2309848" cy="5080062"/>
            </a:xfrm>
            <a:prstGeom prst="roundRect">
              <a:avLst>
                <a:gd name="adj" fmla="val 10588"/>
              </a:avLst>
            </a:prstGeom>
            <a:pattFill prst="wdUpDiag">
              <a:fgClr>
                <a:srgbClr val="80808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0E95CB96-8E02-1A8A-6F4B-82EA2CC79923}"/>
              </a:ext>
            </a:extLst>
          </p:cNvPr>
          <p:cNvGrpSpPr>
            <a:grpSpLocks noChangeAspect="1"/>
          </p:cNvGrpSpPr>
          <p:nvPr/>
        </p:nvGrpSpPr>
        <p:grpSpPr>
          <a:xfrm>
            <a:off x="957481" y="1871061"/>
            <a:ext cx="6231952" cy="3629133"/>
            <a:chOff x="957481" y="1871061"/>
            <a:chExt cx="6231952" cy="3629133"/>
          </a:xfrm>
        </p:grpSpPr>
        <p:sp>
          <p:nvSpPr>
            <p:cNvPr id="12" name="片側の 2 つの角を丸めた四角形 11">
              <a:extLst>
                <a:ext uri="{FF2B5EF4-FFF2-40B4-BE49-F238E27FC236}">
                  <a16:creationId xmlns:a16="http://schemas.microsoft.com/office/drawing/2014/main" id="{29E0C839-45FB-5821-BA33-2F6D09DF3A8E}"/>
                </a:ext>
              </a:extLst>
            </p:cNvPr>
            <p:cNvSpPr/>
            <p:nvPr/>
          </p:nvSpPr>
          <p:spPr>
            <a:xfrm>
              <a:off x="1520679" y="1871061"/>
              <a:ext cx="5112476" cy="3440170"/>
            </a:xfrm>
            <a:prstGeom prst="round2SameRect">
              <a:avLst>
                <a:gd name="adj1" fmla="val 3322"/>
                <a:gd name="adj2" fmla="val 0"/>
              </a:avLst>
            </a:prstGeom>
            <a:gradFill flip="none" rotWithShape="1">
              <a:gsLst>
                <a:gs pos="16000">
                  <a:schemeClr val="bg1"/>
                </a:gs>
                <a:gs pos="47000">
                  <a:srgbClr val="F0F0F0"/>
                </a:gs>
                <a:gs pos="82500">
                  <a:srgbClr val="F0F0F0"/>
                </a:gs>
                <a:gs pos="65000">
                  <a:srgbClr val="9D9D9D"/>
                </a:gs>
                <a:gs pos="30000">
                  <a:srgbClr val="BABABA"/>
                </a:gs>
                <a:gs pos="0">
                  <a:srgbClr val="808080"/>
                </a:gs>
                <a:gs pos="100000">
                  <a:srgbClr val="959595"/>
                </a:gs>
              </a:gsLst>
              <a:lin ang="0" scaled="1"/>
              <a:tileRect/>
            </a:gra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71D4664C-78F2-E523-C9E4-8B727D05553A}"/>
                </a:ext>
              </a:extLst>
            </p:cNvPr>
            <p:cNvSpPr/>
            <p:nvPr/>
          </p:nvSpPr>
          <p:spPr>
            <a:xfrm>
              <a:off x="1550893" y="2077872"/>
              <a:ext cx="5046136" cy="3214896"/>
            </a:xfrm>
            <a:prstGeom prst="rect">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FA252EB3-BC5A-3A62-1CAE-E77A16CF3F6E}"/>
                </a:ext>
              </a:extLst>
            </p:cNvPr>
            <p:cNvSpPr/>
            <p:nvPr/>
          </p:nvSpPr>
          <p:spPr>
            <a:xfrm>
              <a:off x="1653092" y="2077872"/>
              <a:ext cx="4849685" cy="3057929"/>
            </a:xfrm>
            <a:prstGeom prst="rect">
              <a:avLst/>
            </a:prstGeom>
            <a:pattFill prst="wdUpDiag">
              <a:fgClr>
                <a:schemeClr val="tx1">
                  <a:lumMod val="60000"/>
                  <a:lumOff val="40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片側の 2 つの角を丸めた四角形 14">
              <a:extLst>
                <a:ext uri="{FF2B5EF4-FFF2-40B4-BE49-F238E27FC236}">
                  <a16:creationId xmlns:a16="http://schemas.microsoft.com/office/drawing/2014/main" id="{83E3806B-4C17-BEF7-7F38-2B78DB768E74}"/>
                </a:ext>
              </a:extLst>
            </p:cNvPr>
            <p:cNvSpPr/>
            <p:nvPr/>
          </p:nvSpPr>
          <p:spPr>
            <a:xfrm>
              <a:off x="1547333" y="1909097"/>
              <a:ext cx="5049697" cy="175163"/>
            </a:xfrm>
            <a:prstGeom prst="round2SameRect">
              <a:avLst>
                <a:gd name="adj1" fmla="val 50000"/>
                <a:gd name="adj2" fmla="val 0"/>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片側の 2 つの角を丸めた四角形 15">
              <a:extLst>
                <a:ext uri="{FF2B5EF4-FFF2-40B4-BE49-F238E27FC236}">
                  <a16:creationId xmlns:a16="http://schemas.microsoft.com/office/drawing/2014/main" id="{D7DE970D-D70B-9D80-C35B-B0EE91A19913}"/>
                </a:ext>
              </a:extLst>
            </p:cNvPr>
            <p:cNvSpPr/>
            <p:nvPr/>
          </p:nvSpPr>
          <p:spPr>
            <a:xfrm flipV="1">
              <a:off x="957481" y="5320720"/>
              <a:ext cx="6225753" cy="35835"/>
            </a:xfrm>
            <a:prstGeom prst="round2SameRect">
              <a:avLst>
                <a:gd name="adj1" fmla="val 50000"/>
                <a:gd name="adj2" fmla="val 0"/>
              </a:avLst>
            </a:prstGeom>
            <a:gradFill flip="none" rotWithShape="1">
              <a:gsLst>
                <a:gs pos="16000">
                  <a:schemeClr val="bg1"/>
                </a:gs>
                <a:gs pos="47000">
                  <a:srgbClr val="F0F0F0"/>
                </a:gs>
                <a:gs pos="82500">
                  <a:srgbClr val="F0F0F0"/>
                </a:gs>
                <a:gs pos="65000">
                  <a:srgbClr val="9D9D9D"/>
                </a:gs>
                <a:gs pos="30000">
                  <a:srgbClr val="BABABA"/>
                </a:gs>
                <a:gs pos="0">
                  <a:srgbClr val="808080"/>
                </a:gs>
                <a:gs pos="100000">
                  <a:srgbClr val="95959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93D958C7-486F-89E0-2F5D-BF09B00CFECD}"/>
                </a:ext>
              </a:extLst>
            </p:cNvPr>
            <p:cNvSpPr/>
            <p:nvPr/>
          </p:nvSpPr>
          <p:spPr>
            <a:xfrm>
              <a:off x="964400" y="5292768"/>
              <a:ext cx="6225033" cy="35835"/>
            </a:xfrm>
            <a:prstGeom prst="rect">
              <a:avLst/>
            </a:prstGeom>
            <a:gradFill flip="none" rotWithShape="1">
              <a:gsLst>
                <a:gs pos="16000">
                  <a:schemeClr val="bg1"/>
                </a:gs>
                <a:gs pos="47000">
                  <a:srgbClr val="F0F0F0"/>
                </a:gs>
                <a:gs pos="82500">
                  <a:srgbClr val="F0F0F0"/>
                </a:gs>
                <a:gs pos="65000">
                  <a:srgbClr val="9D9D9D"/>
                </a:gs>
                <a:gs pos="30000">
                  <a:srgbClr val="BABABA"/>
                </a:gs>
                <a:gs pos="0">
                  <a:srgbClr val="808080"/>
                </a:gs>
                <a:gs pos="100000">
                  <a:srgbClr val="95959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8" name="台形 17">
              <a:extLst>
                <a:ext uri="{FF2B5EF4-FFF2-40B4-BE49-F238E27FC236}">
                  <a16:creationId xmlns:a16="http://schemas.microsoft.com/office/drawing/2014/main" id="{C07B809D-508D-2E67-B72E-5D7EC253F0B0}"/>
                </a:ext>
              </a:extLst>
            </p:cNvPr>
            <p:cNvSpPr/>
            <p:nvPr/>
          </p:nvSpPr>
          <p:spPr>
            <a:xfrm flipV="1">
              <a:off x="966156" y="5356854"/>
              <a:ext cx="6213808" cy="71670"/>
            </a:xfrm>
            <a:prstGeom prst="trapezoid">
              <a:avLst>
                <a:gd name="adj" fmla="val 550712"/>
              </a:avLst>
            </a:prstGeom>
            <a:gradFill>
              <a:gsLst>
                <a:gs pos="0">
                  <a:srgbClr val="171717"/>
                </a:gs>
                <a:gs pos="100000">
                  <a:srgbClr val="80808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台形 18">
              <a:extLst>
                <a:ext uri="{FF2B5EF4-FFF2-40B4-BE49-F238E27FC236}">
                  <a16:creationId xmlns:a16="http://schemas.microsoft.com/office/drawing/2014/main" id="{24DD8E89-FE65-D21B-9BF8-3564C236FED3}"/>
                </a:ext>
              </a:extLst>
            </p:cNvPr>
            <p:cNvSpPr/>
            <p:nvPr/>
          </p:nvSpPr>
          <p:spPr>
            <a:xfrm>
              <a:off x="966156" y="5428524"/>
              <a:ext cx="6213808" cy="71670"/>
            </a:xfrm>
            <a:prstGeom prst="trapezoid">
              <a:avLst>
                <a:gd name="adj" fmla="val 550712"/>
              </a:avLst>
            </a:prstGeom>
            <a:gradFill flip="none" rotWithShape="1">
              <a:gsLst>
                <a:gs pos="0">
                  <a:srgbClr val="414140"/>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6127C151-A4BA-E783-ABF8-5889B40D6DEE}"/>
                </a:ext>
              </a:extLst>
            </p:cNvPr>
            <p:cNvSpPr/>
            <p:nvPr/>
          </p:nvSpPr>
          <p:spPr>
            <a:xfrm>
              <a:off x="1549833" y="5241303"/>
              <a:ext cx="5046136" cy="53506"/>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テキスト ボックス 1">
            <a:extLst>
              <a:ext uri="{FF2B5EF4-FFF2-40B4-BE49-F238E27FC236}">
                <a16:creationId xmlns:a16="http://schemas.microsoft.com/office/drawing/2014/main" id="{A510999C-55EA-5278-1977-C9839F0B7237}"/>
              </a:ext>
            </a:extLst>
          </p:cNvPr>
          <p:cNvSpPr txBox="1"/>
          <p:nvPr/>
        </p:nvSpPr>
        <p:spPr>
          <a:xfrm>
            <a:off x="263203" y="339936"/>
            <a:ext cx="5314275"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デバイス</a:t>
            </a:r>
            <a:r>
              <a:rPr kumimoji="1" lang="ja-JP" altLang="en-US" sz="1600" b="1">
                <a:solidFill>
                  <a:schemeClr val="tx1">
                    <a:lumMod val="75000"/>
                    <a:lumOff val="25000"/>
                  </a:schemeClr>
                </a:solidFill>
                <a:latin typeface="Yu Gothic" panose="020B0400000000000000" pitchFamily="34" charset="-128"/>
                <a:ea typeface="Yu Gothic" panose="020B0400000000000000" pitchFamily="34" charset="-128"/>
              </a:rPr>
              <a:t>（画面に画像を挿入して使用ください）</a:t>
            </a:r>
          </a:p>
        </p:txBody>
      </p:sp>
    </p:spTree>
    <p:extLst>
      <p:ext uri="{BB962C8B-B14F-4D97-AF65-F5344CB8AC3E}">
        <p14:creationId xmlns:p14="http://schemas.microsoft.com/office/powerpoint/2010/main" val="552707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2D2FD20E-72DF-C8CA-06B7-47695785D243}"/>
              </a:ext>
            </a:extLst>
          </p:cNvPr>
          <p:cNvSpPr txBox="1"/>
          <p:nvPr/>
        </p:nvSpPr>
        <p:spPr>
          <a:xfrm>
            <a:off x="263203" y="339936"/>
            <a:ext cx="2698175"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枠付きテキスト</a:t>
            </a:r>
          </a:p>
        </p:txBody>
      </p:sp>
      <p:sp>
        <p:nvSpPr>
          <p:cNvPr id="15" name="AutoShape 3">
            <a:extLst>
              <a:ext uri="{FF2B5EF4-FFF2-40B4-BE49-F238E27FC236}">
                <a16:creationId xmlns:a16="http://schemas.microsoft.com/office/drawing/2014/main" id="{216DDCB2-912F-0B44-17BD-5FC33349698D}"/>
              </a:ext>
            </a:extLst>
          </p:cNvPr>
          <p:cNvSpPr>
            <a:spLocks noChangeArrowheads="1"/>
          </p:cNvSpPr>
          <p:nvPr/>
        </p:nvSpPr>
        <p:spPr bwMode="gray">
          <a:xfrm>
            <a:off x="510232" y="1923978"/>
            <a:ext cx="2378674" cy="612123"/>
          </a:xfrm>
          <a:prstGeom prst="roundRect">
            <a:avLst>
              <a:gd name="adj" fmla="val 0"/>
            </a:avLst>
          </a:prstGeom>
          <a:noFill/>
          <a:ln w="12700">
            <a:solidFill>
              <a:schemeClr val="tx1">
                <a:lumMod val="75000"/>
                <a:lumOff val="25000"/>
              </a:schemeClr>
            </a:solidFill>
          </a:ln>
          <a:effectLst/>
        </p:spPr>
        <p:txBody>
          <a:bodyPr wrap="square" lIns="251999" tIns="144000" rIns="251999" bIns="108000" anchor="ctr" anchorCtr="0">
            <a:sp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16" name="AutoShape 3">
            <a:extLst>
              <a:ext uri="{FF2B5EF4-FFF2-40B4-BE49-F238E27FC236}">
                <a16:creationId xmlns:a16="http://schemas.microsoft.com/office/drawing/2014/main" id="{AC56CDEF-B29A-B84B-08BA-B1FF940675FE}"/>
              </a:ext>
            </a:extLst>
          </p:cNvPr>
          <p:cNvSpPr>
            <a:spLocks noChangeArrowheads="1"/>
          </p:cNvSpPr>
          <p:nvPr/>
        </p:nvSpPr>
        <p:spPr bwMode="gray">
          <a:xfrm>
            <a:off x="510232" y="2990778"/>
            <a:ext cx="2378674" cy="612123"/>
          </a:xfrm>
          <a:prstGeom prst="roundRect">
            <a:avLst>
              <a:gd name="adj" fmla="val 0"/>
            </a:avLst>
          </a:prstGeom>
          <a:solidFill>
            <a:schemeClr val="bg1">
              <a:lumMod val="95000"/>
            </a:schemeClr>
          </a:solidFill>
          <a:ln w="12700">
            <a:solidFill>
              <a:schemeClr val="tx1">
                <a:lumMod val="75000"/>
                <a:lumOff val="25000"/>
              </a:schemeClr>
            </a:solidFill>
          </a:ln>
          <a:effectLst/>
        </p:spPr>
        <p:txBody>
          <a:bodyPr wrap="square" lIns="251999" tIns="144000" rIns="251999" bIns="108000" anchor="ctr" anchorCtr="0">
            <a:sp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17" name="AutoShape 3">
            <a:extLst>
              <a:ext uri="{FF2B5EF4-FFF2-40B4-BE49-F238E27FC236}">
                <a16:creationId xmlns:a16="http://schemas.microsoft.com/office/drawing/2014/main" id="{A41F3ABD-5B77-EE0D-2051-2111716D84A0}"/>
              </a:ext>
            </a:extLst>
          </p:cNvPr>
          <p:cNvSpPr>
            <a:spLocks noChangeArrowheads="1"/>
          </p:cNvSpPr>
          <p:nvPr/>
        </p:nvSpPr>
        <p:spPr bwMode="gray">
          <a:xfrm>
            <a:off x="510232" y="4057578"/>
            <a:ext cx="2378674" cy="612123"/>
          </a:xfrm>
          <a:prstGeom prst="roundRect">
            <a:avLst>
              <a:gd name="adj" fmla="val 0"/>
            </a:avLst>
          </a:prstGeom>
          <a:solidFill>
            <a:schemeClr val="tx1">
              <a:lumMod val="75000"/>
              <a:lumOff val="25000"/>
            </a:schemeClr>
          </a:solidFill>
          <a:ln w="12700">
            <a:solidFill>
              <a:schemeClr val="tx1">
                <a:lumMod val="75000"/>
                <a:lumOff val="25000"/>
              </a:schemeClr>
            </a:solidFill>
          </a:ln>
          <a:effectLst/>
        </p:spPr>
        <p:txBody>
          <a:bodyPr wrap="square" lIns="251999" tIns="144000" rIns="251999" bIns="108000" anchor="ctr" anchorCtr="0">
            <a:sp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25" name="AutoShape 3">
            <a:extLst>
              <a:ext uri="{FF2B5EF4-FFF2-40B4-BE49-F238E27FC236}">
                <a16:creationId xmlns:a16="http://schemas.microsoft.com/office/drawing/2014/main" id="{1D44759B-ECD6-291D-6E98-36D14788F59F}"/>
              </a:ext>
            </a:extLst>
          </p:cNvPr>
          <p:cNvSpPr>
            <a:spLocks noChangeArrowheads="1"/>
          </p:cNvSpPr>
          <p:nvPr/>
        </p:nvSpPr>
        <p:spPr bwMode="gray">
          <a:xfrm>
            <a:off x="510232" y="5124378"/>
            <a:ext cx="2378674" cy="612123"/>
          </a:xfrm>
          <a:prstGeom prst="roundRect">
            <a:avLst>
              <a:gd name="adj" fmla="val 0"/>
            </a:avLst>
          </a:prstGeom>
          <a:gradFill flip="none" rotWithShape="1">
            <a:gsLst>
              <a:gs pos="0">
                <a:srgbClr val="00B4DB"/>
              </a:gs>
              <a:gs pos="100000">
                <a:srgbClr val="0083B0"/>
              </a:gs>
            </a:gsLst>
            <a:lin ang="0" scaled="1"/>
            <a:tileRect/>
          </a:gradFill>
          <a:ln w="12700">
            <a:noFill/>
          </a:ln>
          <a:effectLst/>
        </p:spPr>
        <p:txBody>
          <a:bodyPr wrap="square" lIns="251999" tIns="144000" rIns="251999" bIns="108000" anchor="ctr" anchorCtr="0">
            <a:sp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26" name="AutoShape 3">
            <a:extLst>
              <a:ext uri="{FF2B5EF4-FFF2-40B4-BE49-F238E27FC236}">
                <a16:creationId xmlns:a16="http://schemas.microsoft.com/office/drawing/2014/main" id="{1CBBC396-8B1C-80AC-0DB0-2A6C23C405B0}"/>
              </a:ext>
            </a:extLst>
          </p:cNvPr>
          <p:cNvSpPr>
            <a:spLocks noChangeArrowheads="1"/>
          </p:cNvSpPr>
          <p:nvPr/>
        </p:nvSpPr>
        <p:spPr bwMode="gray">
          <a:xfrm>
            <a:off x="3495942" y="1923978"/>
            <a:ext cx="2378674" cy="612123"/>
          </a:xfrm>
          <a:prstGeom prst="roundRect">
            <a:avLst>
              <a:gd name="adj" fmla="val 8892"/>
            </a:avLst>
          </a:prstGeom>
          <a:noFill/>
          <a:ln w="12700">
            <a:solidFill>
              <a:schemeClr val="tx1">
                <a:lumMod val="75000"/>
                <a:lumOff val="25000"/>
              </a:schemeClr>
            </a:solidFill>
          </a:ln>
          <a:effectLst/>
        </p:spPr>
        <p:txBody>
          <a:bodyPr wrap="square" lIns="251999" tIns="144000" rIns="251999" bIns="108000" anchor="ctr" anchorCtr="0">
            <a:sp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27" name="AutoShape 3">
            <a:extLst>
              <a:ext uri="{FF2B5EF4-FFF2-40B4-BE49-F238E27FC236}">
                <a16:creationId xmlns:a16="http://schemas.microsoft.com/office/drawing/2014/main" id="{33776315-FB23-A302-DA00-103A243CA8B4}"/>
              </a:ext>
            </a:extLst>
          </p:cNvPr>
          <p:cNvSpPr>
            <a:spLocks noChangeArrowheads="1"/>
          </p:cNvSpPr>
          <p:nvPr/>
        </p:nvSpPr>
        <p:spPr bwMode="gray">
          <a:xfrm>
            <a:off x="3495942" y="2990778"/>
            <a:ext cx="2378674" cy="612123"/>
          </a:xfrm>
          <a:prstGeom prst="roundRect">
            <a:avLst>
              <a:gd name="adj" fmla="val 10670"/>
            </a:avLst>
          </a:prstGeom>
          <a:solidFill>
            <a:schemeClr val="bg1">
              <a:lumMod val="95000"/>
            </a:schemeClr>
          </a:solidFill>
          <a:ln w="12700">
            <a:solidFill>
              <a:schemeClr val="tx1">
                <a:lumMod val="75000"/>
                <a:lumOff val="25000"/>
              </a:schemeClr>
            </a:solidFill>
          </a:ln>
          <a:effectLst/>
        </p:spPr>
        <p:txBody>
          <a:bodyPr wrap="square" lIns="251999" tIns="144000" rIns="251999" bIns="108000" anchor="ctr" anchorCtr="0">
            <a:sp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28" name="AutoShape 3">
            <a:extLst>
              <a:ext uri="{FF2B5EF4-FFF2-40B4-BE49-F238E27FC236}">
                <a16:creationId xmlns:a16="http://schemas.microsoft.com/office/drawing/2014/main" id="{00383DD9-3B33-8251-672D-D6D37F9841EE}"/>
              </a:ext>
            </a:extLst>
          </p:cNvPr>
          <p:cNvSpPr>
            <a:spLocks noChangeArrowheads="1"/>
          </p:cNvSpPr>
          <p:nvPr/>
        </p:nvSpPr>
        <p:spPr bwMode="gray">
          <a:xfrm>
            <a:off x="3495942" y="4057578"/>
            <a:ext cx="2378674" cy="612123"/>
          </a:xfrm>
          <a:prstGeom prst="roundRect">
            <a:avLst>
              <a:gd name="adj" fmla="val 8892"/>
            </a:avLst>
          </a:prstGeom>
          <a:solidFill>
            <a:schemeClr val="tx1">
              <a:lumMod val="75000"/>
              <a:lumOff val="25000"/>
            </a:schemeClr>
          </a:solidFill>
          <a:ln w="12700">
            <a:solidFill>
              <a:schemeClr val="tx1">
                <a:lumMod val="75000"/>
                <a:lumOff val="25000"/>
              </a:schemeClr>
            </a:solidFill>
          </a:ln>
          <a:effectLst/>
        </p:spPr>
        <p:txBody>
          <a:bodyPr wrap="square" lIns="251999" tIns="144000" rIns="251999" bIns="108000" anchor="ctr" anchorCtr="0">
            <a:sp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29" name="AutoShape 3">
            <a:extLst>
              <a:ext uri="{FF2B5EF4-FFF2-40B4-BE49-F238E27FC236}">
                <a16:creationId xmlns:a16="http://schemas.microsoft.com/office/drawing/2014/main" id="{D1700D20-9A74-0AB7-175C-01EB6968FF18}"/>
              </a:ext>
            </a:extLst>
          </p:cNvPr>
          <p:cNvSpPr>
            <a:spLocks noChangeArrowheads="1"/>
          </p:cNvSpPr>
          <p:nvPr/>
        </p:nvSpPr>
        <p:spPr bwMode="gray">
          <a:xfrm>
            <a:off x="3495942" y="5124378"/>
            <a:ext cx="2378674" cy="612123"/>
          </a:xfrm>
          <a:prstGeom prst="roundRect">
            <a:avLst>
              <a:gd name="adj" fmla="val 8892"/>
            </a:avLst>
          </a:prstGeom>
          <a:gradFill flip="none" rotWithShape="1">
            <a:gsLst>
              <a:gs pos="0">
                <a:srgbClr val="00B4DB"/>
              </a:gs>
              <a:gs pos="100000">
                <a:srgbClr val="0083B0"/>
              </a:gs>
            </a:gsLst>
            <a:lin ang="0" scaled="1"/>
            <a:tileRect/>
          </a:gradFill>
          <a:ln w="12700">
            <a:noFill/>
          </a:ln>
          <a:effectLst/>
        </p:spPr>
        <p:txBody>
          <a:bodyPr wrap="square" lIns="251999" tIns="144000" rIns="251999" bIns="108000" anchor="ctr" anchorCtr="0">
            <a:sp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30" name="AutoShape 3">
            <a:extLst>
              <a:ext uri="{FF2B5EF4-FFF2-40B4-BE49-F238E27FC236}">
                <a16:creationId xmlns:a16="http://schemas.microsoft.com/office/drawing/2014/main" id="{B598DFE1-7429-DAD9-05D6-8985D385D681}"/>
              </a:ext>
            </a:extLst>
          </p:cNvPr>
          <p:cNvSpPr>
            <a:spLocks noChangeArrowheads="1"/>
          </p:cNvSpPr>
          <p:nvPr/>
        </p:nvSpPr>
        <p:spPr bwMode="gray">
          <a:xfrm>
            <a:off x="6462150" y="1923978"/>
            <a:ext cx="2378674" cy="612123"/>
          </a:xfrm>
          <a:prstGeom prst="roundRect">
            <a:avLst>
              <a:gd name="adj" fmla="val 50000"/>
            </a:avLst>
          </a:prstGeom>
          <a:noFill/>
          <a:ln w="12700">
            <a:solidFill>
              <a:schemeClr val="tx1">
                <a:lumMod val="75000"/>
                <a:lumOff val="25000"/>
              </a:schemeClr>
            </a:solidFill>
          </a:ln>
          <a:effectLst/>
        </p:spPr>
        <p:txBody>
          <a:bodyPr wrap="square" lIns="251999" tIns="144000" rIns="251999" bIns="108000" anchor="ctr" anchorCtr="0">
            <a:sp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31" name="AutoShape 3">
            <a:extLst>
              <a:ext uri="{FF2B5EF4-FFF2-40B4-BE49-F238E27FC236}">
                <a16:creationId xmlns:a16="http://schemas.microsoft.com/office/drawing/2014/main" id="{9483D004-9FD3-4492-3E64-65F6B040BD21}"/>
              </a:ext>
            </a:extLst>
          </p:cNvPr>
          <p:cNvSpPr>
            <a:spLocks noChangeArrowheads="1"/>
          </p:cNvSpPr>
          <p:nvPr/>
        </p:nvSpPr>
        <p:spPr bwMode="gray">
          <a:xfrm>
            <a:off x="6462150" y="2990778"/>
            <a:ext cx="2378674" cy="612123"/>
          </a:xfrm>
          <a:prstGeom prst="roundRect">
            <a:avLst>
              <a:gd name="adj" fmla="val 50000"/>
            </a:avLst>
          </a:prstGeom>
          <a:solidFill>
            <a:schemeClr val="bg1">
              <a:lumMod val="95000"/>
            </a:schemeClr>
          </a:solidFill>
          <a:ln w="12700">
            <a:solidFill>
              <a:schemeClr val="tx1">
                <a:lumMod val="75000"/>
                <a:lumOff val="25000"/>
              </a:schemeClr>
            </a:solidFill>
          </a:ln>
          <a:effectLst/>
        </p:spPr>
        <p:txBody>
          <a:bodyPr wrap="square" lIns="251999" tIns="144000" rIns="251999" bIns="108000" anchor="ctr" anchorCtr="0">
            <a:sp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32" name="AutoShape 3">
            <a:extLst>
              <a:ext uri="{FF2B5EF4-FFF2-40B4-BE49-F238E27FC236}">
                <a16:creationId xmlns:a16="http://schemas.microsoft.com/office/drawing/2014/main" id="{C68E23D4-0088-A6AF-758D-F1B48C62F021}"/>
              </a:ext>
            </a:extLst>
          </p:cNvPr>
          <p:cNvSpPr>
            <a:spLocks noChangeArrowheads="1"/>
          </p:cNvSpPr>
          <p:nvPr/>
        </p:nvSpPr>
        <p:spPr bwMode="gray">
          <a:xfrm>
            <a:off x="6462150" y="4057578"/>
            <a:ext cx="2378674" cy="612123"/>
          </a:xfrm>
          <a:prstGeom prst="roundRect">
            <a:avLst>
              <a:gd name="adj" fmla="val 50000"/>
            </a:avLst>
          </a:prstGeom>
          <a:solidFill>
            <a:schemeClr val="tx1">
              <a:lumMod val="75000"/>
              <a:lumOff val="25000"/>
            </a:schemeClr>
          </a:solidFill>
          <a:ln w="12700">
            <a:solidFill>
              <a:schemeClr val="tx1">
                <a:lumMod val="75000"/>
                <a:lumOff val="25000"/>
              </a:schemeClr>
            </a:solidFill>
          </a:ln>
          <a:effectLst/>
        </p:spPr>
        <p:txBody>
          <a:bodyPr wrap="square" lIns="251999" tIns="144000" rIns="251999" bIns="108000" anchor="ctr" anchorCtr="0">
            <a:sp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33" name="AutoShape 3">
            <a:extLst>
              <a:ext uri="{FF2B5EF4-FFF2-40B4-BE49-F238E27FC236}">
                <a16:creationId xmlns:a16="http://schemas.microsoft.com/office/drawing/2014/main" id="{F46980AA-2788-1D88-658A-5475058FECD6}"/>
              </a:ext>
            </a:extLst>
          </p:cNvPr>
          <p:cNvSpPr>
            <a:spLocks noChangeArrowheads="1"/>
          </p:cNvSpPr>
          <p:nvPr/>
        </p:nvSpPr>
        <p:spPr bwMode="gray">
          <a:xfrm>
            <a:off x="6462150" y="5124378"/>
            <a:ext cx="2378674" cy="612123"/>
          </a:xfrm>
          <a:prstGeom prst="roundRect">
            <a:avLst>
              <a:gd name="adj" fmla="val 50000"/>
            </a:avLst>
          </a:prstGeom>
          <a:gradFill flip="none" rotWithShape="1">
            <a:gsLst>
              <a:gs pos="0">
                <a:srgbClr val="00B4DB"/>
              </a:gs>
              <a:gs pos="100000">
                <a:srgbClr val="0083B0"/>
              </a:gs>
            </a:gsLst>
            <a:lin ang="0" scaled="1"/>
            <a:tileRect/>
          </a:gradFill>
          <a:ln w="12700">
            <a:noFill/>
          </a:ln>
          <a:effectLst/>
        </p:spPr>
        <p:txBody>
          <a:bodyPr wrap="square" lIns="251999" tIns="144000" rIns="251999" bIns="108000" anchor="ctr" anchorCtr="0">
            <a:sp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35" name="円/楕円 34">
            <a:extLst>
              <a:ext uri="{FF2B5EF4-FFF2-40B4-BE49-F238E27FC236}">
                <a16:creationId xmlns:a16="http://schemas.microsoft.com/office/drawing/2014/main" id="{3CDCE596-041B-20F8-09B7-4AC0175E7FC4}"/>
              </a:ext>
            </a:extLst>
          </p:cNvPr>
          <p:cNvSpPr/>
          <p:nvPr/>
        </p:nvSpPr>
        <p:spPr>
          <a:xfrm>
            <a:off x="9516773" y="1923978"/>
            <a:ext cx="1684627" cy="1684627"/>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2000" b="1">
                <a:solidFill>
                  <a:schemeClr val="tx1">
                    <a:lumMod val="75000"/>
                    <a:lumOff val="25000"/>
                  </a:schemeClr>
                </a:solidFill>
                <a:latin typeface="Yu Gothic" panose="020B0400000000000000" pitchFamily="34" charset="-128"/>
                <a:ea typeface="Yu Gothic" panose="020B0400000000000000" pitchFamily="34" charset="-128"/>
              </a:rPr>
              <a:t>テキスト</a:t>
            </a:r>
          </a:p>
        </p:txBody>
      </p:sp>
      <p:sp>
        <p:nvSpPr>
          <p:cNvPr id="36" name="円/楕円 35">
            <a:extLst>
              <a:ext uri="{FF2B5EF4-FFF2-40B4-BE49-F238E27FC236}">
                <a16:creationId xmlns:a16="http://schemas.microsoft.com/office/drawing/2014/main" id="{726E6F58-921F-FBC0-9A77-13A852048FA5}"/>
              </a:ext>
            </a:extLst>
          </p:cNvPr>
          <p:cNvSpPr/>
          <p:nvPr/>
        </p:nvSpPr>
        <p:spPr>
          <a:xfrm>
            <a:off x="9516773" y="4057578"/>
            <a:ext cx="1684627" cy="168462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2000" b="1">
                <a:solidFill>
                  <a:schemeClr val="bg1"/>
                </a:solidFill>
                <a:latin typeface="Yu Gothic" panose="020B0400000000000000" pitchFamily="34" charset="-128"/>
                <a:ea typeface="Yu Gothic" panose="020B0400000000000000" pitchFamily="34" charset="-128"/>
              </a:rPr>
              <a:t>テキスト</a:t>
            </a:r>
          </a:p>
        </p:txBody>
      </p:sp>
    </p:spTree>
    <p:extLst>
      <p:ext uri="{BB962C8B-B14F-4D97-AF65-F5344CB8AC3E}">
        <p14:creationId xmlns:p14="http://schemas.microsoft.com/office/powerpoint/2010/main" val="922470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フリーフォーム 47">
            <a:extLst>
              <a:ext uri="{FF2B5EF4-FFF2-40B4-BE49-F238E27FC236}">
                <a16:creationId xmlns:a16="http://schemas.microsoft.com/office/drawing/2014/main" id="{59A73A9D-EAB9-6AE1-CD9E-1225BF57C206}"/>
              </a:ext>
            </a:extLst>
          </p:cNvPr>
          <p:cNvSpPr>
            <a:spLocks noChangeArrowheads="1"/>
          </p:cNvSpPr>
          <p:nvPr/>
        </p:nvSpPr>
        <p:spPr bwMode="gray">
          <a:xfrm>
            <a:off x="510232" y="5124378"/>
            <a:ext cx="2378674" cy="769675"/>
          </a:xfrm>
          <a:custGeom>
            <a:avLst/>
            <a:gdLst>
              <a:gd name="connsiteX0" fmla="*/ 0 w 2378674"/>
              <a:gd name="connsiteY0" fmla="*/ 0 h 769675"/>
              <a:gd name="connsiteX1" fmla="*/ 2378674 w 2378674"/>
              <a:gd name="connsiteY1" fmla="*/ 0 h 769675"/>
              <a:gd name="connsiteX2" fmla="*/ 2378674 w 2378674"/>
              <a:gd name="connsiteY2" fmla="*/ 612123 h 769675"/>
              <a:gd name="connsiteX3" fmla="*/ 1286715 w 2378674"/>
              <a:gd name="connsiteY3" fmla="*/ 612123 h 769675"/>
              <a:gd name="connsiteX4" fmla="*/ 1195335 w 2378674"/>
              <a:gd name="connsiteY4" fmla="*/ 769675 h 769675"/>
              <a:gd name="connsiteX5" fmla="*/ 1103955 w 2378674"/>
              <a:gd name="connsiteY5" fmla="*/ 612123 h 769675"/>
              <a:gd name="connsiteX6" fmla="*/ 0 w 2378674"/>
              <a:gd name="connsiteY6" fmla="*/ 612123 h 76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674" h="769675">
                <a:moveTo>
                  <a:pt x="0" y="0"/>
                </a:moveTo>
                <a:lnTo>
                  <a:pt x="2378674" y="0"/>
                </a:lnTo>
                <a:lnTo>
                  <a:pt x="2378674" y="612123"/>
                </a:lnTo>
                <a:lnTo>
                  <a:pt x="1286715" y="612123"/>
                </a:lnTo>
                <a:lnTo>
                  <a:pt x="1195335" y="769675"/>
                </a:lnTo>
                <a:lnTo>
                  <a:pt x="1103955" y="612123"/>
                </a:lnTo>
                <a:lnTo>
                  <a:pt x="0" y="612123"/>
                </a:lnTo>
                <a:close/>
              </a:path>
            </a:pathLst>
          </a:custGeom>
          <a:gradFill flip="none" rotWithShape="1">
            <a:gsLst>
              <a:gs pos="0">
                <a:srgbClr val="00B4DB"/>
              </a:gs>
              <a:gs pos="100000">
                <a:srgbClr val="0083B0"/>
              </a:gs>
            </a:gsLst>
            <a:lin ang="0" scaled="1"/>
            <a:tileRect/>
          </a:gradFill>
          <a:ln w="12700">
            <a:noFill/>
          </a:ln>
          <a:effectLst/>
        </p:spPr>
        <p:txBody>
          <a:bodyPr wrap="square" lIns="251999" tIns="144000" rIns="251999" bIns="324000" anchor="ctr" anchorCtr="0">
            <a:no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45" name="フリーフォーム 44">
            <a:extLst>
              <a:ext uri="{FF2B5EF4-FFF2-40B4-BE49-F238E27FC236}">
                <a16:creationId xmlns:a16="http://schemas.microsoft.com/office/drawing/2014/main" id="{905649EA-317A-185B-2EC5-7F8D8B6D0FC7}"/>
              </a:ext>
            </a:extLst>
          </p:cNvPr>
          <p:cNvSpPr>
            <a:spLocks noChangeArrowheads="1"/>
          </p:cNvSpPr>
          <p:nvPr/>
        </p:nvSpPr>
        <p:spPr bwMode="gray">
          <a:xfrm>
            <a:off x="510232" y="4057577"/>
            <a:ext cx="2378674" cy="786608"/>
          </a:xfrm>
          <a:custGeom>
            <a:avLst/>
            <a:gdLst>
              <a:gd name="connsiteX0" fmla="*/ 0 w 2378674"/>
              <a:gd name="connsiteY0" fmla="*/ 0 h 786608"/>
              <a:gd name="connsiteX1" fmla="*/ 2378674 w 2378674"/>
              <a:gd name="connsiteY1" fmla="*/ 0 h 786608"/>
              <a:gd name="connsiteX2" fmla="*/ 2378674 w 2378674"/>
              <a:gd name="connsiteY2" fmla="*/ 612123 h 786608"/>
              <a:gd name="connsiteX3" fmla="*/ 1296536 w 2378674"/>
              <a:gd name="connsiteY3" fmla="*/ 612123 h 786608"/>
              <a:gd name="connsiteX4" fmla="*/ 1195335 w 2378674"/>
              <a:gd name="connsiteY4" fmla="*/ 786608 h 786608"/>
              <a:gd name="connsiteX5" fmla="*/ 1094134 w 2378674"/>
              <a:gd name="connsiteY5" fmla="*/ 612123 h 786608"/>
              <a:gd name="connsiteX6" fmla="*/ 0 w 2378674"/>
              <a:gd name="connsiteY6" fmla="*/ 612123 h 786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674" h="786608">
                <a:moveTo>
                  <a:pt x="0" y="0"/>
                </a:moveTo>
                <a:lnTo>
                  <a:pt x="2378674" y="0"/>
                </a:lnTo>
                <a:lnTo>
                  <a:pt x="2378674" y="612123"/>
                </a:lnTo>
                <a:lnTo>
                  <a:pt x="1296536" y="612123"/>
                </a:lnTo>
                <a:lnTo>
                  <a:pt x="1195335" y="786608"/>
                </a:lnTo>
                <a:lnTo>
                  <a:pt x="1094134" y="612123"/>
                </a:lnTo>
                <a:lnTo>
                  <a:pt x="0" y="612123"/>
                </a:lnTo>
                <a:close/>
              </a:path>
            </a:pathLst>
          </a:custGeom>
          <a:solidFill>
            <a:schemeClr val="tx1">
              <a:lumMod val="75000"/>
              <a:lumOff val="25000"/>
            </a:schemeClr>
          </a:solidFill>
          <a:ln w="12700">
            <a:solidFill>
              <a:schemeClr val="tx1">
                <a:lumMod val="75000"/>
                <a:lumOff val="25000"/>
              </a:schemeClr>
            </a:solidFill>
          </a:ln>
          <a:effectLst/>
        </p:spPr>
        <p:txBody>
          <a:bodyPr wrap="square" lIns="251999" tIns="144000" rIns="251999" bIns="324000" anchor="ctr" anchorCtr="0">
            <a:no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46" name="フリーフォーム 45">
            <a:extLst>
              <a:ext uri="{FF2B5EF4-FFF2-40B4-BE49-F238E27FC236}">
                <a16:creationId xmlns:a16="http://schemas.microsoft.com/office/drawing/2014/main" id="{4F0733DE-4C62-29F6-4A73-46B09C2510BA}"/>
              </a:ext>
            </a:extLst>
          </p:cNvPr>
          <p:cNvSpPr>
            <a:spLocks noChangeArrowheads="1"/>
          </p:cNvSpPr>
          <p:nvPr/>
        </p:nvSpPr>
        <p:spPr bwMode="gray">
          <a:xfrm>
            <a:off x="3495942" y="4057577"/>
            <a:ext cx="2378674" cy="786608"/>
          </a:xfrm>
          <a:custGeom>
            <a:avLst/>
            <a:gdLst>
              <a:gd name="connsiteX0" fmla="*/ 54430 w 2378674"/>
              <a:gd name="connsiteY0" fmla="*/ 0 h 786608"/>
              <a:gd name="connsiteX1" fmla="*/ 2324244 w 2378674"/>
              <a:gd name="connsiteY1" fmla="*/ 0 h 786608"/>
              <a:gd name="connsiteX2" fmla="*/ 2378674 w 2378674"/>
              <a:gd name="connsiteY2" fmla="*/ 54430 h 786608"/>
              <a:gd name="connsiteX3" fmla="*/ 2378674 w 2378674"/>
              <a:gd name="connsiteY3" fmla="*/ 557693 h 786608"/>
              <a:gd name="connsiteX4" fmla="*/ 2324244 w 2378674"/>
              <a:gd name="connsiteY4" fmla="*/ 612123 h 786608"/>
              <a:gd name="connsiteX5" fmla="*/ 1290539 w 2378674"/>
              <a:gd name="connsiteY5" fmla="*/ 612123 h 786608"/>
              <a:gd name="connsiteX6" fmla="*/ 1189338 w 2378674"/>
              <a:gd name="connsiteY6" fmla="*/ 786608 h 786608"/>
              <a:gd name="connsiteX7" fmla="*/ 1088137 w 2378674"/>
              <a:gd name="connsiteY7" fmla="*/ 612123 h 786608"/>
              <a:gd name="connsiteX8" fmla="*/ 54430 w 2378674"/>
              <a:gd name="connsiteY8" fmla="*/ 612123 h 786608"/>
              <a:gd name="connsiteX9" fmla="*/ 0 w 2378674"/>
              <a:gd name="connsiteY9" fmla="*/ 557693 h 786608"/>
              <a:gd name="connsiteX10" fmla="*/ 0 w 2378674"/>
              <a:gd name="connsiteY10" fmla="*/ 54430 h 786608"/>
              <a:gd name="connsiteX11" fmla="*/ 54430 w 2378674"/>
              <a:gd name="connsiteY11" fmla="*/ 0 h 786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78674" h="786608">
                <a:moveTo>
                  <a:pt x="54430" y="0"/>
                </a:moveTo>
                <a:lnTo>
                  <a:pt x="2324244" y="0"/>
                </a:lnTo>
                <a:cubicBezTo>
                  <a:pt x="2354305" y="0"/>
                  <a:pt x="2378674" y="24369"/>
                  <a:pt x="2378674" y="54430"/>
                </a:cubicBezTo>
                <a:lnTo>
                  <a:pt x="2378674" y="557693"/>
                </a:lnTo>
                <a:cubicBezTo>
                  <a:pt x="2378674" y="587754"/>
                  <a:pt x="2354305" y="612123"/>
                  <a:pt x="2324244" y="612123"/>
                </a:cubicBezTo>
                <a:lnTo>
                  <a:pt x="1290539" y="612123"/>
                </a:lnTo>
                <a:lnTo>
                  <a:pt x="1189338" y="786608"/>
                </a:lnTo>
                <a:lnTo>
                  <a:pt x="1088137" y="612123"/>
                </a:lnTo>
                <a:lnTo>
                  <a:pt x="54430" y="612123"/>
                </a:lnTo>
                <a:cubicBezTo>
                  <a:pt x="24369" y="612123"/>
                  <a:pt x="0" y="587754"/>
                  <a:pt x="0" y="557693"/>
                </a:cubicBezTo>
                <a:lnTo>
                  <a:pt x="0" y="54430"/>
                </a:lnTo>
                <a:cubicBezTo>
                  <a:pt x="0" y="24369"/>
                  <a:pt x="24369" y="0"/>
                  <a:pt x="54430" y="0"/>
                </a:cubicBezTo>
                <a:close/>
              </a:path>
            </a:pathLst>
          </a:custGeom>
          <a:solidFill>
            <a:schemeClr val="tx1">
              <a:lumMod val="75000"/>
              <a:lumOff val="25000"/>
            </a:schemeClr>
          </a:solidFill>
          <a:ln w="12700">
            <a:solidFill>
              <a:schemeClr val="tx1">
                <a:lumMod val="75000"/>
                <a:lumOff val="25000"/>
              </a:schemeClr>
            </a:solidFill>
          </a:ln>
          <a:effectLst/>
        </p:spPr>
        <p:txBody>
          <a:bodyPr wrap="square" lIns="251999" tIns="144000" rIns="251999" bIns="324000" anchor="ctr" anchorCtr="0">
            <a:no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49" name="フリーフォーム 48">
            <a:extLst>
              <a:ext uri="{FF2B5EF4-FFF2-40B4-BE49-F238E27FC236}">
                <a16:creationId xmlns:a16="http://schemas.microsoft.com/office/drawing/2014/main" id="{8615E464-D336-9A0A-0AF0-FDE8220033D4}"/>
              </a:ext>
            </a:extLst>
          </p:cNvPr>
          <p:cNvSpPr>
            <a:spLocks noChangeArrowheads="1"/>
          </p:cNvSpPr>
          <p:nvPr/>
        </p:nvSpPr>
        <p:spPr bwMode="gray">
          <a:xfrm>
            <a:off x="3495942" y="5124378"/>
            <a:ext cx="2378674" cy="769675"/>
          </a:xfrm>
          <a:custGeom>
            <a:avLst/>
            <a:gdLst>
              <a:gd name="connsiteX0" fmla="*/ 54430 w 2378674"/>
              <a:gd name="connsiteY0" fmla="*/ 0 h 769675"/>
              <a:gd name="connsiteX1" fmla="*/ 2324244 w 2378674"/>
              <a:gd name="connsiteY1" fmla="*/ 0 h 769675"/>
              <a:gd name="connsiteX2" fmla="*/ 2378674 w 2378674"/>
              <a:gd name="connsiteY2" fmla="*/ 54430 h 769675"/>
              <a:gd name="connsiteX3" fmla="*/ 2378674 w 2378674"/>
              <a:gd name="connsiteY3" fmla="*/ 557693 h 769675"/>
              <a:gd name="connsiteX4" fmla="*/ 2324244 w 2378674"/>
              <a:gd name="connsiteY4" fmla="*/ 612123 h 769675"/>
              <a:gd name="connsiteX5" fmla="*/ 1280718 w 2378674"/>
              <a:gd name="connsiteY5" fmla="*/ 612123 h 769675"/>
              <a:gd name="connsiteX6" fmla="*/ 1189338 w 2378674"/>
              <a:gd name="connsiteY6" fmla="*/ 769675 h 769675"/>
              <a:gd name="connsiteX7" fmla="*/ 1097958 w 2378674"/>
              <a:gd name="connsiteY7" fmla="*/ 612123 h 769675"/>
              <a:gd name="connsiteX8" fmla="*/ 54430 w 2378674"/>
              <a:gd name="connsiteY8" fmla="*/ 612123 h 769675"/>
              <a:gd name="connsiteX9" fmla="*/ 0 w 2378674"/>
              <a:gd name="connsiteY9" fmla="*/ 557693 h 769675"/>
              <a:gd name="connsiteX10" fmla="*/ 0 w 2378674"/>
              <a:gd name="connsiteY10" fmla="*/ 54430 h 769675"/>
              <a:gd name="connsiteX11" fmla="*/ 54430 w 2378674"/>
              <a:gd name="connsiteY11" fmla="*/ 0 h 76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78674" h="769675">
                <a:moveTo>
                  <a:pt x="54430" y="0"/>
                </a:moveTo>
                <a:lnTo>
                  <a:pt x="2324244" y="0"/>
                </a:lnTo>
                <a:cubicBezTo>
                  <a:pt x="2354305" y="0"/>
                  <a:pt x="2378674" y="24369"/>
                  <a:pt x="2378674" y="54430"/>
                </a:cubicBezTo>
                <a:lnTo>
                  <a:pt x="2378674" y="557693"/>
                </a:lnTo>
                <a:cubicBezTo>
                  <a:pt x="2378674" y="587754"/>
                  <a:pt x="2354305" y="612123"/>
                  <a:pt x="2324244" y="612123"/>
                </a:cubicBezTo>
                <a:lnTo>
                  <a:pt x="1280718" y="612123"/>
                </a:lnTo>
                <a:lnTo>
                  <a:pt x="1189338" y="769675"/>
                </a:lnTo>
                <a:lnTo>
                  <a:pt x="1097958" y="612123"/>
                </a:lnTo>
                <a:lnTo>
                  <a:pt x="54430" y="612123"/>
                </a:lnTo>
                <a:cubicBezTo>
                  <a:pt x="24369" y="612123"/>
                  <a:pt x="0" y="587754"/>
                  <a:pt x="0" y="557693"/>
                </a:cubicBezTo>
                <a:lnTo>
                  <a:pt x="0" y="54430"/>
                </a:lnTo>
                <a:cubicBezTo>
                  <a:pt x="0" y="24369"/>
                  <a:pt x="24369" y="0"/>
                  <a:pt x="54430" y="0"/>
                </a:cubicBezTo>
                <a:close/>
              </a:path>
            </a:pathLst>
          </a:custGeom>
          <a:gradFill flip="none" rotWithShape="1">
            <a:gsLst>
              <a:gs pos="0">
                <a:srgbClr val="00B4DB"/>
              </a:gs>
              <a:gs pos="100000">
                <a:srgbClr val="0083B0"/>
              </a:gs>
            </a:gsLst>
            <a:lin ang="0" scaled="1"/>
            <a:tileRect/>
          </a:gradFill>
          <a:ln w="12700">
            <a:noFill/>
          </a:ln>
          <a:effectLst/>
        </p:spPr>
        <p:txBody>
          <a:bodyPr wrap="square" lIns="251999" tIns="144000" rIns="251999" bIns="324000" anchor="ctr" anchorCtr="0">
            <a:no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13" name="テキスト ボックス 12">
            <a:extLst>
              <a:ext uri="{FF2B5EF4-FFF2-40B4-BE49-F238E27FC236}">
                <a16:creationId xmlns:a16="http://schemas.microsoft.com/office/drawing/2014/main" id="{2D2FD20E-72DF-C8CA-06B7-47695785D243}"/>
              </a:ext>
            </a:extLst>
          </p:cNvPr>
          <p:cNvSpPr txBox="1"/>
          <p:nvPr/>
        </p:nvSpPr>
        <p:spPr>
          <a:xfrm>
            <a:off x="263203" y="339936"/>
            <a:ext cx="1620957"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吹き出し</a:t>
            </a:r>
          </a:p>
        </p:txBody>
      </p:sp>
      <p:sp>
        <p:nvSpPr>
          <p:cNvPr id="38" name="フリーフォーム 37">
            <a:extLst>
              <a:ext uri="{FF2B5EF4-FFF2-40B4-BE49-F238E27FC236}">
                <a16:creationId xmlns:a16="http://schemas.microsoft.com/office/drawing/2014/main" id="{8B005406-6640-68C2-C949-15EC3151661F}"/>
              </a:ext>
            </a:extLst>
          </p:cNvPr>
          <p:cNvSpPr>
            <a:spLocks noChangeArrowheads="1"/>
          </p:cNvSpPr>
          <p:nvPr/>
        </p:nvSpPr>
        <p:spPr bwMode="gray">
          <a:xfrm>
            <a:off x="510232" y="1923978"/>
            <a:ext cx="2378674" cy="797897"/>
          </a:xfrm>
          <a:custGeom>
            <a:avLst/>
            <a:gdLst>
              <a:gd name="connsiteX0" fmla="*/ 0 w 2378674"/>
              <a:gd name="connsiteY0" fmla="*/ 0 h 797897"/>
              <a:gd name="connsiteX1" fmla="*/ 2378674 w 2378674"/>
              <a:gd name="connsiteY1" fmla="*/ 0 h 797897"/>
              <a:gd name="connsiteX2" fmla="*/ 2378674 w 2378674"/>
              <a:gd name="connsiteY2" fmla="*/ 612123 h 797897"/>
              <a:gd name="connsiteX3" fmla="*/ 1303084 w 2378674"/>
              <a:gd name="connsiteY3" fmla="*/ 612123 h 797897"/>
              <a:gd name="connsiteX4" fmla="*/ 1195335 w 2378674"/>
              <a:gd name="connsiteY4" fmla="*/ 797897 h 797897"/>
              <a:gd name="connsiteX5" fmla="*/ 1087586 w 2378674"/>
              <a:gd name="connsiteY5" fmla="*/ 612123 h 797897"/>
              <a:gd name="connsiteX6" fmla="*/ 0 w 2378674"/>
              <a:gd name="connsiteY6" fmla="*/ 612123 h 7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674" h="797897">
                <a:moveTo>
                  <a:pt x="0" y="0"/>
                </a:moveTo>
                <a:lnTo>
                  <a:pt x="2378674" y="0"/>
                </a:lnTo>
                <a:lnTo>
                  <a:pt x="2378674" y="612123"/>
                </a:lnTo>
                <a:lnTo>
                  <a:pt x="1303084" y="612123"/>
                </a:lnTo>
                <a:lnTo>
                  <a:pt x="1195335" y="797897"/>
                </a:lnTo>
                <a:lnTo>
                  <a:pt x="1087586" y="612123"/>
                </a:lnTo>
                <a:lnTo>
                  <a:pt x="0" y="612123"/>
                </a:lnTo>
                <a:close/>
              </a:path>
            </a:pathLst>
          </a:custGeom>
          <a:noFill/>
          <a:ln w="12700">
            <a:solidFill>
              <a:schemeClr val="tx1">
                <a:lumMod val="75000"/>
                <a:lumOff val="25000"/>
              </a:schemeClr>
            </a:solidFill>
          </a:ln>
          <a:effectLst/>
        </p:spPr>
        <p:txBody>
          <a:bodyPr wrap="square" lIns="251999" tIns="144000" rIns="251999" bIns="324000" anchor="ctr" anchorCtr="0">
            <a:no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41" name="フリーフォーム 40">
            <a:extLst>
              <a:ext uri="{FF2B5EF4-FFF2-40B4-BE49-F238E27FC236}">
                <a16:creationId xmlns:a16="http://schemas.microsoft.com/office/drawing/2014/main" id="{72230481-B3B4-A281-338F-EDC92AD77B86}"/>
              </a:ext>
            </a:extLst>
          </p:cNvPr>
          <p:cNvSpPr>
            <a:spLocks noChangeArrowheads="1"/>
          </p:cNvSpPr>
          <p:nvPr/>
        </p:nvSpPr>
        <p:spPr bwMode="gray">
          <a:xfrm>
            <a:off x="510232" y="2990778"/>
            <a:ext cx="2378674" cy="792253"/>
          </a:xfrm>
          <a:custGeom>
            <a:avLst/>
            <a:gdLst>
              <a:gd name="connsiteX0" fmla="*/ 0 w 2378674"/>
              <a:gd name="connsiteY0" fmla="*/ 0 h 792253"/>
              <a:gd name="connsiteX1" fmla="*/ 2378674 w 2378674"/>
              <a:gd name="connsiteY1" fmla="*/ 0 h 792253"/>
              <a:gd name="connsiteX2" fmla="*/ 2378674 w 2378674"/>
              <a:gd name="connsiteY2" fmla="*/ 612123 h 792253"/>
              <a:gd name="connsiteX3" fmla="*/ 1299810 w 2378674"/>
              <a:gd name="connsiteY3" fmla="*/ 612123 h 792253"/>
              <a:gd name="connsiteX4" fmla="*/ 1195335 w 2378674"/>
              <a:gd name="connsiteY4" fmla="*/ 792253 h 792253"/>
              <a:gd name="connsiteX5" fmla="*/ 1090859 w 2378674"/>
              <a:gd name="connsiteY5" fmla="*/ 612123 h 792253"/>
              <a:gd name="connsiteX6" fmla="*/ 0 w 2378674"/>
              <a:gd name="connsiteY6" fmla="*/ 612123 h 79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8674" h="792253">
                <a:moveTo>
                  <a:pt x="0" y="0"/>
                </a:moveTo>
                <a:lnTo>
                  <a:pt x="2378674" y="0"/>
                </a:lnTo>
                <a:lnTo>
                  <a:pt x="2378674" y="612123"/>
                </a:lnTo>
                <a:lnTo>
                  <a:pt x="1299810" y="612123"/>
                </a:lnTo>
                <a:lnTo>
                  <a:pt x="1195335" y="792253"/>
                </a:lnTo>
                <a:lnTo>
                  <a:pt x="1090859" y="612123"/>
                </a:lnTo>
                <a:lnTo>
                  <a:pt x="0" y="612123"/>
                </a:lnTo>
                <a:close/>
              </a:path>
            </a:pathLst>
          </a:custGeom>
          <a:solidFill>
            <a:schemeClr val="bg1">
              <a:lumMod val="95000"/>
            </a:schemeClr>
          </a:solidFill>
          <a:ln w="12700">
            <a:solidFill>
              <a:schemeClr val="tx1">
                <a:lumMod val="75000"/>
                <a:lumOff val="25000"/>
              </a:schemeClr>
            </a:solidFill>
          </a:ln>
          <a:effectLst/>
        </p:spPr>
        <p:txBody>
          <a:bodyPr wrap="square" lIns="251999" tIns="144000" rIns="251999" bIns="324000" anchor="ctr" anchorCtr="0">
            <a:no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39" name="フリーフォーム 38">
            <a:extLst>
              <a:ext uri="{FF2B5EF4-FFF2-40B4-BE49-F238E27FC236}">
                <a16:creationId xmlns:a16="http://schemas.microsoft.com/office/drawing/2014/main" id="{D712ABC4-81C5-739B-E204-3409231C5D2C}"/>
              </a:ext>
            </a:extLst>
          </p:cNvPr>
          <p:cNvSpPr>
            <a:spLocks noChangeArrowheads="1"/>
          </p:cNvSpPr>
          <p:nvPr/>
        </p:nvSpPr>
        <p:spPr bwMode="gray">
          <a:xfrm>
            <a:off x="3495942" y="1923978"/>
            <a:ext cx="2378674" cy="797897"/>
          </a:xfrm>
          <a:custGeom>
            <a:avLst/>
            <a:gdLst>
              <a:gd name="connsiteX0" fmla="*/ 54430 w 2378674"/>
              <a:gd name="connsiteY0" fmla="*/ 0 h 797897"/>
              <a:gd name="connsiteX1" fmla="*/ 2324244 w 2378674"/>
              <a:gd name="connsiteY1" fmla="*/ 0 h 797897"/>
              <a:gd name="connsiteX2" fmla="*/ 2378674 w 2378674"/>
              <a:gd name="connsiteY2" fmla="*/ 54430 h 797897"/>
              <a:gd name="connsiteX3" fmla="*/ 2378674 w 2378674"/>
              <a:gd name="connsiteY3" fmla="*/ 557693 h 797897"/>
              <a:gd name="connsiteX4" fmla="*/ 2324244 w 2378674"/>
              <a:gd name="connsiteY4" fmla="*/ 612123 h 797897"/>
              <a:gd name="connsiteX5" fmla="*/ 1297087 w 2378674"/>
              <a:gd name="connsiteY5" fmla="*/ 612123 h 797897"/>
              <a:gd name="connsiteX6" fmla="*/ 1189338 w 2378674"/>
              <a:gd name="connsiteY6" fmla="*/ 797897 h 797897"/>
              <a:gd name="connsiteX7" fmla="*/ 1081589 w 2378674"/>
              <a:gd name="connsiteY7" fmla="*/ 612123 h 797897"/>
              <a:gd name="connsiteX8" fmla="*/ 54430 w 2378674"/>
              <a:gd name="connsiteY8" fmla="*/ 612123 h 797897"/>
              <a:gd name="connsiteX9" fmla="*/ 0 w 2378674"/>
              <a:gd name="connsiteY9" fmla="*/ 557693 h 797897"/>
              <a:gd name="connsiteX10" fmla="*/ 0 w 2378674"/>
              <a:gd name="connsiteY10" fmla="*/ 54430 h 797897"/>
              <a:gd name="connsiteX11" fmla="*/ 54430 w 2378674"/>
              <a:gd name="connsiteY11" fmla="*/ 0 h 7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78674" h="797897">
                <a:moveTo>
                  <a:pt x="54430" y="0"/>
                </a:moveTo>
                <a:lnTo>
                  <a:pt x="2324244" y="0"/>
                </a:lnTo>
                <a:cubicBezTo>
                  <a:pt x="2354305" y="0"/>
                  <a:pt x="2378674" y="24369"/>
                  <a:pt x="2378674" y="54430"/>
                </a:cubicBezTo>
                <a:lnTo>
                  <a:pt x="2378674" y="557693"/>
                </a:lnTo>
                <a:cubicBezTo>
                  <a:pt x="2378674" y="587754"/>
                  <a:pt x="2354305" y="612123"/>
                  <a:pt x="2324244" y="612123"/>
                </a:cubicBezTo>
                <a:lnTo>
                  <a:pt x="1297087" y="612123"/>
                </a:lnTo>
                <a:lnTo>
                  <a:pt x="1189338" y="797897"/>
                </a:lnTo>
                <a:lnTo>
                  <a:pt x="1081589" y="612123"/>
                </a:lnTo>
                <a:lnTo>
                  <a:pt x="54430" y="612123"/>
                </a:lnTo>
                <a:cubicBezTo>
                  <a:pt x="24369" y="612123"/>
                  <a:pt x="0" y="587754"/>
                  <a:pt x="0" y="557693"/>
                </a:cubicBezTo>
                <a:lnTo>
                  <a:pt x="0" y="54430"/>
                </a:lnTo>
                <a:cubicBezTo>
                  <a:pt x="0" y="24369"/>
                  <a:pt x="24369" y="0"/>
                  <a:pt x="54430" y="0"/>
                </a:cubicBezTo>
                <a:close/>
              </a:path>
            </a:pathLst>
          </a:custGeom>
          <a:noFill/>
          <a:ln w="12700">
            <a:solidFill>
              <a:schemeClr val="tx1">
                <a:lumMod val="75000"/>
                <a:lumOff val="25000"/>
              </a:schemeClr>
            </a:solidFill>
          </a:ln>
          <a:effectLst/>
        </p:spPr>
        <p:txBody>
          <a:bodyPr wrap="square" lIns="251999" tIns="144000" rIns="251999" bIns="324000" anchor="ctr" anchorCtr="0">
            <a:no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42" name="フリーフォーム 41">
            <a:extLst>
              <a:ext uri="{FF2B5EF4-FFF2-40B4-BE49-F238E27FC236}">
                <a16:creationId xmlns:a16="http://schemas.microsoft.com/office/drawing/2014/main" id="{A908D168-B309-5141-FCE0-B166D44EC450}"/>
              </a:ext>
            </a:extLst>
          </p:cNvPr>
          <p:cNvSpPr>
            <a:spLocks noChangeArrowheads="1"/>
          </p:cNvSpPr>
          <p:nvPr/>
        </p:nvSpPr>
        <p:spPr bwMode="gray">
          <a:xfrm>
            <a:off x="3495942" y="2990778"/>
            <a:ext cx="2378674" cy="792253"/>
          </a:xfrm>
          <a:custGeom>
            <a:avLst/>
            <a:gdLst>
              <a:gd name="connsiteX0" fmla="*/ 65314 w 2378674"/>
              <a:gd name="connsiteY0" fmla="*/ 0 h 792253"/>
              <a:gd name="connsiteX1" fmla="*/ 2313360 w 2378674"/>
              <a:gd name="connsiteY1" fmla="*/ 0 h 792253"/>
              <a:gd name="connsiteX2" fmla="*/ 2378674 w 2378674"/>
              <a:gd name="connsiteY2" fmla="*/ 65314 h 792253"/>
              <a:gd name="connsiteX3" fmla="*/ 2378674 w 2378674"/>
              <a:gd name="connsiteY3" fmla="*/ 546809 h 792253"/>
              <a:gd name="connsiteX4" fmla="*/ 2313360 w 2378674"/>
              <a:gd name="connsiteY4" fmla="*/ 612123 h 792253"/>
              <a:gd name="connsiteX5" fmla="*/ 1293813 w 2378674"/>
              <a:gd name="connsiteY5" fmla="*/ 612123 h 792253"/>
              <a:gd name="connsiteX6" fmla="*/ 1189338 w 2378674"/>
              <a:gd name="connsiteY6" fmla="*/ 792253 h 792253"/>
              <a:gd name="connsiteX7" fmla="*/ 1084863 w 2378674"/>
              <a:gd name="connsiteY7" fmla="*/ 612123 h 792253"/>
              <a:gd name="connsiteX8" fmla="*/ 65314 w 2378674"/>
              <a:gd name="connsiteY8" fmla="*/ 612123 h 792253"/>
              <a:gd name="connsiteX9" fmla="*/ 0 w 2378674"/>
              <a:gd name="connsiteY9" fmla="*/ 546809 h 792253"/>
              <a:gd name="connsiteX10" fmla="*/ 0 w 2378674"/>
              <a:gd name="connsiteY10" fmla="*/ 65314 h 792253"/>
              <a:gd name="connsiteX11" fmla="*/ 65314 w 2378674"/>
              <a:gd name="connsiteY11" fmla="*/ 0 h 79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78674" h="792253">
                <a:moveTo>
                  <a:pt x="65314" y="0"/>
                </a:moveTo>
                <a:lnTo>
                  <a:pt x="2313360" y="0"/>
                </a:lnTo>
                <a:cubicBezTo>
                  <a:pt x="2349432" y="0"/>
                  <a:pt x="2378674" y="29242"/>
                  <a:pt x="2378674" y="65314"/>
                </a:cubicBezTo>
                <a:lnTo>
                  <a:pt x="2378674" y="546809"/>
                </a:lnTo>
                <a:cubicBezTo>
                  <a:pt x="2378674" y="582881"/>
                  <a:pt x="2349432" y="612123"/>
                  <a:pt x="2313360" y="612123"/>
                </a:cubicBezTo>
                <a:lnTo>
                  <a:pt x="1293813" y="612123"/>
                </a:lnTo>
                <a:lnTo>
                  <a:pt x="1189338" y="792253"/>
                </a:lnTo>
                <a:lnTo>
                  <a:pt x="1084863" y="612123"/>
                </a:lnTo>
                <a:lnTo>
                  <a:pt x="65314" y="612123"/>
                </a:lnTo>
                <a:cubicBezTo>
                  <a:pt x="29242" y="612123"/>
                  <a:pt x="0" y="582881"/>
                  <a:pt x="0" y="546809"/>
                </a:cubicBezTo>
                <a:lnTo>
                  <a:pt x="0" y="65314"/>
                </a:lnTo>
                <a:cubicBezTo>
                  <a:pt x="0" y="29242"/>
                  <a:pt x="29242" y="0"/>
                  <a:pt x="65314" y="0"/>
                </a:cubicBezTo>
                <a:close/>
              </a:path>
            </a:pathLst>
          </a:custGeom>
          <a:solidFill>
            <a:schemeClr val="bg1">
              <a:lumMod val="95000"/>
            </a:schemeClr>
          </a:solidFill>
          <a:ln w="12700">
            <a:solidFill>
              <a:schemeClr val="tx1">
                <a:lumMod val="75000"/>
                <a:lumOff val="25000"/>
              </a:schemeClr>
            </a:solidFill>
          </a:ln>
          <a:effectLst/>
        </p:spPr>
        <p:txBody>
          <a:bodyPr wrap="square" lIns="251999" tIns="144000" rIns="251999" bIns="324000" anchor="ctr" anchorCtr="0">
            <a:no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40" name="フリーフォーム 39">
            <a:extLst>
              <a:ext uri="{FF2B5EF4-FFF2-40B4-BE49-F238E27FC236}">
                <a16:creationId xmlns:a16="http://schemas.microsoft.com/office/drawing/2014/main" id="{BEB28DF6-3FB7-9424-6FF3-27FB0C2D583C}"/>
              </a:ext>
            </a:extLst>
          </p:cNvPr>
          <p:cNvSpPr>
            <a:spLocks noChangeArrowheads="1"/>
          </p:cNvSpPr>
          <p:nvPr/>
        </p:nvSpPr>
        <p:spPr bwMode="gray">
          <a:xfrm>
            <a:off x="6462150" y="1923978"/>
            <a:ext cx="2378675" cy="797897"/>
          </a:xfrm>
          <a:custGeom>
            <a:avLst/>
            <a:gdLst>
              <a:gd name="connsiteX0" fmla="*/ 0 w 2378675"/>
              <a:gd name="connsiteY0" fmla="*/ 306061 h 797897"/>
              <a:gd name="connsiteX1" fmla="*/ 0 w 2378675"/>
              <a:gd name="connsiteY1" fmla="*/ 306062 h 797897"/>
              <a:gd name="connsiteX2" fmla="*/ 0 w 2378675"/>
              <a:gd name="connsiteY2" fmla="*/ 306062 h 797897"/>
              <a:gd name="connsiteX3" fmla="*/ 306062 w 2378675"/>
              <a:gd name="connsiteY3" fmla="*/ 0 h 797897"/>
              <a:gd name="connsiteX4" fmla="*/ 2072613 w 2378675"/>
              <a:gd name="connsiteY4" fmla="*/ 0 h 797897"/>
              <a:gd name="connsiteX5" fmla="*/ 2378675 w 2378675"/>
              <a:gd name="connsiteY5" fmla="*/ 306062 h 797897"/>
              <a:gd name="connsiteX6" fmla="*/ 2378674 w 2378675"/>
              <a:gd name="connsiteY6" fmla="*/ 306062 h 797897"/>
              <a:gd name="connsiteX7" fmla="*/ 2072612 w 2378675"/>
              <a:gd name="connsiteY7" fmla="*/ 612124 h 797897"/>
              <a:gd name="connsiteX8" fmla="*/ 1297086 w 2378675"/>
              <a:gd name="connsiteY8" fmla="*/ 612124 h 797897"/>
              <a:gd name="connsiteX9" fmla="*/ 1189338 w 2378675"/>
              <a:gd name="connsiteY9" fmla="*/ 797897 h 797897"/>
              <a:gd name="connsiteX10" fmla="*/ 1081589 w 2378675"/>
              <a:gd name="connsiteY10" fmla="*/ 612124 h 797897"/>
              <a:gd name="connsiteX11" fmla="*/ 306062 w 2378675"/>
              <a:gd name="connsiteY11" fmla="*/ 612123 h 797897"/>
              <a:gd name="connsiteX12" fmla="*/ 24052 w 2378675"/>
              <a:gd name="connsiteY12" fmla="*/ 425194 h 797897"/>
              <a:gd name="connsiteX13" fmla="*/ 0 w 2378675"/>
              <a:gd name="connsiteY13" fmla="*/ 306062 h 797897"/>
              <a:gd name="connsiteX14" fmla="*/ 24052 w 2378675"/>
              <a:gd name="connsiteY14" fmla="*/ 186929 h 797897"/>
              <a:gd name="connsiteX15" fmla="*/ 306062 w 2378675"/>
              <a:gd name="connsiteY15" fmla="*/ 0 h 7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78675" h="797897">
                <a:moveTo>
                  <a:pt x="0" y="306061"/>
                </a:moveTo>
                <a:lnTo>
                  <a:pt x="0" y="306062"/>
                </a:lnTo>
                <a:lnTo>
                  <a:pt x="0" y="306062"/>
                </a:lnTo>
                <a:close/>
                <a:moveTo>
                  <a:pt x="306062" y="0"/>
                </a:moveTo>
                <a:lnTo>
                  <a:pt x="2072613" y="0"/>
                </a:lnTo>
                <a:cubicBezTo>
                  <a:pt x="2241646" y="0"/>
                  <a:pt x="2378675" y="137029"/>
                  <a:pt x="2378675" y="306062"/>
                </a:cubicBezTo>
                <a:lnTo>
                  <a:pt x="2378674" y="306062"/>
                </a:lnTo>
                <a:cubicBezTo>
                  <a:pt x="2378674" y="475095"/>
                  <a:pt x="2241645" y="612124"/>
                  <a:pt x="2072612" y="612124"/>
                </a:cubicBezTo>
                <a:lnTo>
                  <a:pt x="1297086" y="612124"/>
                </a:lnTo>
                <a:lnTo>
                  <a:pt x="1189338" y="797897"/>
                </a:lnTo>
                <a:lnTo>
                  <a:pt x="1081589" y="612124"/>
                </a:lnTo>
                <a:lnTo>
                  <a:pt x="306062" y="612123"/>
                </a:lnTo>
                <a:cubicBezTo>
                  <a:pt x="179288" y="612123"/>
                  <a:pt x="70515" y="535044"/>
                  <a:pt x="24052" y="425194"/>
                </a:cubicBezTo>
                <a:lnTo>
                  <a:pt x="0" y="306062"/>
                </a:lnTo>
                <a:lnTo>
                  <a:pt x="24052" y="186929"/>
                </a:lnTo>
                <a:cubicBezTo>
                  <a:pt x="70515" y="77079"/>
                  <a:pt x="179288" y="0"/>
                  <a:pt x="306062" y="0"/>
                </a:cubicBezTo>
                <a:close/>
              </a:path>
            </a:pathLst>
          </a:custGeom>
          <a:noFill/>
          <a:ln w="12700">
            <a:solidFill>
              <a:schemeClr val="tx1">
                <a:lumMod val="75000"/>
                <a:lumOff val="25000"/>
              </a:schemeClr>
            </a:solidFill>
          </a:ln>
          <a:effectLst/>
        </p:spPr>
        <p:txBody>
          <a:bodyPr wrap="square" lIns="251999" tIns="144000" rIns="251999" bIns="324000" anchor="ctr" anchorCtr="0">
            <a:no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43" name="フリーフォーム 42">
            <a:extLst>
              <a:ext uri="{FF2B5EF4-FFF2-40B4-BE49-F238E27FC236}">
                <a16:creationId xmlns:a16="http://schemas.microsoft.com/office/drawing/2014/main" id="{014FEE1D-2FD0-DFD1-0A14-434FDCE51416}"/>
              </a:ext>
            </a:extLst>
          </p:cNvPr>
          <p:cNvSpPr>
            <a:spLocks noChangeArrowheads="1"/>
          </p:cNvSpPr>
          <p:nvPr/>
        </p:nvSpPr>
        <p:spPr bwMode="gray">
          <a:xfrm>
            <a:off x="6462150" y="2990778"/>
            <a:ext cx="2378675" cy="792253"/>
          </a:xfrm>
          <a:custGeom>
            <a:avLst/>
            <a:gdLst>
              <a:gd name="connsiteX0" fmla="*/ 0 w 2378675"/>
              <a:gd name="connsiteY0" fmla="*/ 306061 h 792253"/>
              <a:gd name="connsiteX1" fmla="*/ 0 w 2378675"/>
              <a:gd name="connsiteY1" fmla="*/ 306062 h 792253"/>
              <a:gd name="connsiteX2" fmla="*/ 0 w 2378675"/>
              <a:gd name="connsiteY2" fmla="*/ 306062 h 792253"/>
              <a:gd name="connsiteX3" fmla="*/ 306062 w 2378675"/>
              <a:gd name="connsiteY3" fmla="*/ 0 h 792253"/>
              <a:gd name="connsiteX4" fmla="*/ 2072613 w 2378675"/>
              <a:gd name="connsiteY4" fmla="*/ 0 h 792253"/>
              <a:gd name="connsiteX5" fmla="*/ 2378675 w 2378675"/>
              <a:gd name="connsiteY5" fmla="*/ 306062 h 792253"/>
              <a:gd name="connsiteX6" fmla="*/ 2378674 w 2378675"/>
              <a:gd name="connsiteY6" fmla="*/ 306062 h 792253"/>
              <a:gd name="connsiteX7" fmla="*/ 2072612 w 2378675"/>
              <a:gd name="connsiteY7" fmla="*/ 612124 h 792253"/>
              <a:gd name="connsiteX8" fmla="*/ 1293813 w 2378675"/>
              <a:gd name="connsiteY8" fmla="*/ 612124 h 792253"/>
              <a:gd name="connsiteX9" fmla="*/ 1189338 w 2378675"/>
              <a:gd name="connsiteY9" fmla="*/ 792253 h 792253"/>
              <a:gd name="connsiteX10" fmla="*/ 1084863 w 2378675"/>
              <a:gd name="connsiteY10" fmla="*/ 612124 h 792253"/>
              <a:gd name="connsiteX11" fmla="*/ 306062 w 2378675"/>
              <a:gd name="connsiteY11" fmla="*/ 612123 h 792253"/>
              <a:gd name="connsiteX12" fmla="*/ 24052 w 2378675"/>
              <a:gd name="connsiteY12" fmla="*/ 425194 h 792253"/>
              <a:gd name="connsiteX13" fmla="*/ 0 w 2378675"/>
              <a:gd name="connsiteY13" fmla="*/ 306062 h 792253"/>
              <a:gd name="connsiteX14" fmla="*/ 24052 w 2378675"/>
              <a:gd name="connsiteY14" fmla="*/ 186929 h 792253"/>
              <a:gd name="connsiteX15" fmla="*/ 306062 w 2378675"/>
              <a:gd name="connsiteY15" fmla="*/ 0 h 792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78675" h="792253">
                <a:moveTo>
                  <a:pt x="0" y="306061"/>
                </a:moveTo>
                <a:lnTo>
                  <a:pt x="0" y="306062"/>
                </a:lnTo>
                <a:lnTo>
                  <a:pt x="0" y="306062"/>
                </a:lnTo>
                <a:close/>
                <a:moveTo>
                  <a:pt x="306062" y="0"/>
                </a:moveTo>
                <a:lnTo>
                  <a:pt x="2072613" y="0"/>
                </a:lnTo>
                <a:cubicBezTo>
                  <a:pt x="2241646" y="0"/>
                  <a:pt x="2378675" y="137029"/>
                  <a:pt x="2378675" y="306062"/>
                </a:cubicBezTo>
                <a:lnTo>
                  <a:pt x="2378674" y="306062"/>
                </a:lnTo>
                <a:cubicBezTo>
                  <a:pt x="2378674" y="475095"/>
                  <a:pt x="2241645" y="612124"/>
                  <a:pt x="2072612" y="612124"/>
                </a:cubicBezTo>
                <a:lnTo>
                  <a:pt x="1293813" y="612124"/>
                </a:lnTo>
                <a:lnTo>
                  <a:pt x="1189338" y="792253"/>
                </a:lnTo>
                <a:lnTo>
                  <a:pt x="1084863" y="612124"/>
                </a:lnTo>
                <a:lnTo>
                  <a:pt x="306062" y="612123"/>
                </a:lnTo>
                <a:cubicBezTo>
                  <a:pt x="179288" y="612123"/>
                  <a:pt x="70515" y="535044"/>
                  <a:pt x="24052" y="425194"/>
                </a:cubicBezTo>
                <a:lnTo>
                  <a:pt x="0" y="306062"/>
                </a:lnTo>
                <a:lnTo>
                  <a:pt x="24052" y="186929"/>
                </a:lnTo>
                <a:cubicBezTo>
                  <a:pt x="70515" y="77079"/>
                  <a:pt x="179288" y="0"/>
                  <a:pt x="306062" y="0"/>
                </a:cubicBezTo>
                <a:close/>
              </a:path>
            </a:pathLst>
          </a:custGeom>
          <a:solidFill>
            <a:schemeClr val="bg1">
              <a:lumMod val="95000"/>
            </a:schemeClr>
          </a:solidFill>
          <a:ln w="12700">
            <a:solidFill>
              <a:schemeClr val="tx1">
                <a:lumMod val="75000"/>
                <a:lumOff val="25000"/>
              </a:schemeClr>
            </a:solidFill>
          </a:ln>
          <a:effectLst/>
        </p:spPr>
        <p:txBody>
          <a:bodyPr wrap="square" lIns="251999" tIns="144000" rIns="251999" bIns="324000" anchor="ctr" anchorCtr="0">
            <a:noAutofit/>
          </a:bodyPr>
          <a:lstStyle/>
          <a:p>
            <a:pPr lvl="0" algn="ctr">
              <a:lnSpc>
                <a:spcPct val="110000"/>
              </a:lnSpc>
            </a:pPr>
            <a:r>
              <a:rPr lang="ja-JP" altLang="en-US" sz="22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47" name="フリーフォーム 46">
            <a:extLst>
              <a:ext uri="{FF2B5EF4-FFF2-40B4-BE49-F238E27FC236}">
                <a16:creationId xmlns:a16="http://schemas.microsoft.com/office/drawing/2014/main" id="{5F0F2250-3DA2-73EB-8212-C60E28738EB5}"/>
              </a:ext>
            </a:extLst>
          </p:cNvPr>
          <p:cNvSpPr>
            <a:spLocks noChangeArrowheads="1"/>
          </p:cNvSpPr>
          <p:nvPr/>
        </p:nvSpPr>
        <p:spPr bwMode="gray">
          <a:xfrm>
            <a:off x="6462150" y="4057577"/>
            <a:ext cx="2378675" cy="786608"/>
          </a:xfrm>
          <a:custGeom>
            <a:avLst/>
            <a:gdLst>
              <a:gd name="connsiteX0" fmla="*/ 0 w 2378675"/>
              <a:gd name="connsiteY0" fmla="*/ 306061 h 786608"/>
              <a:gd name="connsiteX1" fmla="*/ 0 w 2378675"/>
              <a:gd name="connsiteY1" fmla="*/ 306062 h 786608"/>
              <a:gd name="connsiteX2" fmla="*/ 0 w 2378675"/>
              <a:gd name="connsiteY2" fmla="*/ 306062 h 786608"/>
              <a:gd name="connsiteX3" fmla="*/ 306062 w 2378675"/>
              <a:gd name="connsiteY3" fmla="*/ 0 h 786608"/>
              <a:gd name="connsiteX4" fmla="*/ 2072613 w 2378675"/>
              <a:gd name="connsiteY4" fmla="*/ 0 h 786608"/>
              <a:gd name="connsiteX5" fmla="*/ 2378675 w 2378675"/>
              <a:gd name="connsiteY5" fmla="*/ 306062 h 786608"/>
              <a:gd name="connsiteX6" fmla="*/ 2378674 w 2378675"/>
              <a:gd name="connsiteY6" fmla="*/ 306062 h 786608"/>
              <a:gd name="connsiteX7" fmla="*/ 2072612 w 2378675"/>
              <a:gd name="connsiteY7" fmla="*/ 612124 h 786608"/>
              <a:gd name="connsiteX8" fmla="*/ 1290539 w 2378675"/>
              <a:gd name="connsiteY8" fmla="*/ 612124 h 786608"/>
              <a:gd name="connsiteX9" fmla="*/ 1189338 w 2378675"/>
              <a:gd name="connsiteY9" fmla="*/ 786608 h 786608"/>
              <a:gd name="connsiteX10" fmla="*/ 1088137 w 2378675"/>
              <a:gd name="connsiteY10" fmla="*/ 612124 h 786608"/>
              <a:gd name="connsiteX11" fmla="*/ 306062 w 2378675"/>
              <a:gd name="connsiteY11" fmla="*/ 612123 h 786608"/>
              <a:gd name="connsiteX12" fmla="*/ 24052 w 2378675"/>
              <a:gd name="connsiteY12" fmla="*/ 425194 h 786608"/>
              <a:gd name="connsiteX13" fmla="*/ 0 w 2378675"/>
              <a:gd name="connsiteY13" fmla="*/ 306062 h 786608"/>
              <a:gd name="connsiteX14" fmla="*/ 24052 w 2378675"/>
              <a:gd name="connsiteY14" fmla="*/ 186929 h 786608"/>
              <a:gd name="connsiteX15" fmla="*/ 306062 w 2378675"/>
              <a:gd name="connsiteY15" fmla="*/ 0 h 786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78675" h="786608">
                <a:moveTo>
                  <a:pt x="0" y="306061"/>
                </a:moveTo>
                <a:lnTo>
                  <a:pt x="0" y="306062"/>
                </a:lnTo>
                <a:lnTo>
                  <a:pt x="0" y="306062"/>
                </a:lnTo>
                <a:close/>
                <a:moveTo>
                  <a:pt x="306062" y="0"/>
                </a:moveTo>
                <a:lnTo>
                  <a:pt x="2072613" y="0"/>
                </a:lnTo>
                <a:cubicBezTo>
                  <a:pt x="2241646" y="0"/>
                  <a:pt x="2378675" y="137029"/>
                  <a:pt x="2378675" y="306062"/>
                </a:cubicBezTo>
                <a:lnTo>
                  <a:pt x="2378674" y="306062"/>
                </a:lnTo>
                <a:cubicBezTo>
                  <a:pt x="2378674" y="475095"/>
                  <a:pt x="2241645" y="612124"/>
                  <a:pt x="2072612" y="612124"/>
                </a:cubicBezTo>
                <a:lnTo>
                  <a:pt x="1290539" y="612124"/>
                </a:lnTo>
                <a:lnTo>
                  <a:pt x="1189338" y="786608"/>
                </a:lnTo>
                <a:lnTo>
                  <a:pt x="1088137" y="612124"/>
                </a:lnTo>
                <a:lnTo>
                  <a:pt x="306062" y="612123"/>
                </a:lnTo>
                <a:cubicBezTo>
                  <a:pt x="179288" y="612123"/>
                  <a:pt x="70515" y="535044"/>
                  <a:pt x="24052" y="425194"/>
                </a:cubicBezTo>
                <a:lnTo>
                  <a:pt x="0" y="306062"/>
                </a:lnTo>
                <a:lnTo>
                  <a:pt x="24052" y="186929"/>
                </a:lnTo>
                <a:cubicBezTo>
                  <a:pt x="70515" y="77079"/>
                  <a:pt x="179288" y="0"/>
                  <a:pt x="306062" y="0"/>
                </a:cubicBezTo>
                <a:close/>
              </a:path>
            </a:pathLst>
          </a:custGeom>
          <a:solidFill>
            <a:schemeClr val="tx1">
              <a:lumMod val="75000"/>
              <a:lumOff val="25000"/>
            </a:schemeClr>
          </a:solidFill>
          <a:ln w="12700">
            <a:solidFill>
              <a:schemeClr val="tx1">
                <a:lumMod val="75000"/>
                <a:lumOff val="25000"/>
              </a:schemeClr>
            </a:solidFill>
          </a:ln>
          <a:effectLst/>
        </p:spPr>
        <p:txBody>
          <a:bodyPr wrap="square" lIns="251999" tIns="144000" rIns="251999" bIns="324000" anchor="ctr" anchorCtr="0">
            <a:no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50" name="フリーフォーム 49">
            <a:extLst>
              <a:ext uri="{FF2B5EF4-FFF2-40B4-BE49-F238E27FC236}">
                <a16:creationId xmlns:a16="http://schemas.microsoft.com/office/drawing/2014/main" id="{9C72CDD2-D544-D04C-B1DE-6C49BAFC9931}"/>
              </a:ext>
            </a:extLst>
          </p:cNvPr>
          <p:cNvSpPr>
            <a:spLocks noChangeArrowheads="1"/>
          </p:cNvSpPr>
          <p:nvPr/>
        </p:nvSpPr>
        <p:spPr bwMode="gray">
          <a:xfrm>
            <a:off x="6462150" y="5124378"/>
            <a:ext cx="2378675" cy="769675"/>
          </a:xfrm>
          <a:custGeom>
            <a:avLst/>
            <a:gdLst>
              <a:gd name="connsiteX0" fmla="*/ 0 w 2378675"/>
              <a:gd name="connsiteY0" fmla="*/ 306061 h 769675"/>
              <a:gd name="connsiteX1" fmla="*/ 0 w 2378675"/>
              <a:gd name="connsiteY1" fmla="*/ 306062 h 769675"/>
              <a:gd name="connsiteX2" fmla="*/ 0 w 2378675"/>
              <a:gd name="connsiteY2" fmla="*/ 306062 h 769675"/>
              <a:gd name="connsiteX3" fmla="*/ 306062 w 2378675"/>
              <a:gd name="connsiteY3" fmla="*/ 0 h 769675"/>
              <a:gd name="connsiteX4" fmla="*/ 2072613 w 2378675"/>
              <a:gd name="connsiteY4" fmla="*/ 0 h 769675"/>
              <a:gd name="connsiteX5" fmla="*/ 2378675 w 2378675"/>
              <a:gd name="connsiteY5" fmla="*/ 306062 h 769675"/>
              <a:gd name="connsiteX6" fmla="*/ 2378674 w 2378675"/>
              <a:gd name="connsiteY6" fmla="*/ 306062 h 769675"/>
              <a:gd name="connsiteX7" fmla="*/ 2072612 w 2378675"/>
              <a:gd name="connsiteY7" fmla="*/ 612124 h 769675"/>
              <a:gd name="connsiteX8" fmla="*/ 1280718 w 2378675"/>
              <a:gd name="connsiteY8" fmla="*/ 612124 h 769675"/>
              <a:gd name="connsiteX9" fmla="*/ 1189338 w 2378675"/>
              <a:gd name="connsiteY9" fmla="*/ 769675 h 769675"/>
              <a:gd name="connsiteX10" fmla="*/ 1097958 w 2378675"/>
              <a:gd name="connsiteY10" fmla="*/ 612124 h 769675"/>
              <a:gd name="connsiteX11" fmla="*/ 306062 w 2378675"/>
              <a:gd name="connsiteY11" fmla="*/ 612123 h 769675"/>
              <a:gd name="connsiteX12" fmla="*/ 24052 w 2378675"/>
              <a:gd name="connsiteY12" fmla="*/ 425194 h 769675"/>
              <a:gd name="connsiteX13" fmla="*/ 0 w 2378675"/>
              <a:gd name="connsiteY13" fmla="*/ 306062 h 769675"/>
              <a:gd name="connsiteX14" fmla="*/ 24052 w 2378675"/>
              <a:gd name="connsiteY14" fmla="*/ 186929 h 769675"/>
              <a:gd name="connsiteX15" fmla="*/ 306062 w 2378675"/>
              <a:gd name="connsiteY15" fmla="*/ 0 h 76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78675" h="769675">
                <a:moveTo>
                  <a:pt x="0" y="306061"/>
                </a:moveTo>
                <a:lnTo>
                  <a:pt x="0" y="306062"/>
                </a:lnTo>
                <a:lnTo>
                  <a:pt x="0" y="306062"/>
                </a:lnTo>
                <a:close/>
                <a:moveTo>
                  <a:pt x="306062" y="0"/>
                </a:moveTo>
                <a:lnTo>
                  <a:pt x="2072613" y="0"/>
                </a:lnTo>
                <a:cubicBezTo>
                  <a:pt x="2241646" y="0"/>
                  <a:pt x="2378675" y="137029"/>
                  <a:pt x="2378675" y="306062"/>
                </a:cubicBezTo>
                <a:lnTo>
                  <a:pt x="2378674" y="306062"/>
                </a:lnTo>
                <a:cubicBezTo>
                  <a:pt x="2378674" y="475095"/>
                  <a:pt x="2241645" y="612124"/>
                  <a:pt x="2072612" y="612124"/>
                </a:cubicBezTo>
                <a:lnTo>
                  <a:pt x="1280718" y="612124"/>
                </a:lnTo>
                <a:lnTo>
                  <a:pt x="1189338" y="769675"/>
                </a:lnTo>
                <a:lnTo>
                  <a:pt x="1097958" y="612124"/>
                </a:lnTo>
                <a:lnTo>
                  <a:pt x="306062" y="612123"/>
                </a:lnTo>
                <a:cubicBezTo>
                  <a:pt x="179288" y="612123"/>
                  <a:pt x="70515" y="535044"/>
                  <a:pt x="24052" y="425194"/>
                </a:cubicBezTo>
                <a:lnTo>
                  <a:pt x="0" y="306062"/>
                </a:lnTo>
                <a:lnTo>
                  <a:pt x="24052" y="186929"/>
                </a:lnTo>
                <a:cubicBezTo>
                  <a:pt x="70515" y="77079"/>
                  <a:pt x="179288" y="0"/>
                  <a:pt x="306062" y="0"/>
                </a:cubicBezTo>
                <a:close/>
              </a:path>
            </a:pathLst>
          </a:custGeom>
          <a:gradFill flip="none" rotWithShape="1">
            <a:gsLst>
              <a:gs pos="0">
                <a:srgbClr val="00B4DB"/>
              </a:gs>
              <a:gs pos="100000">
                <a:srgbClr val="0083B0"/>
              </a:gs>
            </a:gsLst>
            <a:lin ang="0" scaled="1"/>
            <a:tileRect/>
          </a:gradFill>
          <a:ln w="12700">
            <a:noFill/>
          </a:ln>
          <a:effectLst/>
        </p:spPr>
        <p:txBody>
          <a:bodyPr wrap="square" lIns="251999" tIns="144000" rIns="251999" bIns="324000" anchor="ctr" anchorCtr="0">
            <a:noAutofit/>
          </a:bodyPr>
          <a:lstStyle/>
          <a:p>
            <a:pPr lvl="0" algn="ctr">
              <a:lnSpc>
                <a:spcPct val="110000"/>
              </a:lnSpc>
            </a:pPr>
            <a:r>
              <a:rPr lang="ja-JP" altLang="en-US" sz="2200" b="1">
                <a:solidFill>
                  <a:schemeClr val="bg1"/>
                </a:solidFill>
                <a:latin typeface="Yu Gothic" panose="020B0400000000000000" pitchFamily="34" charset="-128"/>
                <a:ea typeface="Yu Gothic" panose="020B0400000000000000" pitchFamily="34" charset="-128"/>
                <a:cs typeface="メイリオ" pitchFamily="50" charset="-128"/>
              </a:rPr>
              <a:t>テキスト</a:t>
            </a:r>
            <a:endParaRPr lang="en-US" altLang="ja-JP" sz="2200" b="1" dirty="0">
              <a:solidFill>
                <a:schemeClr val="bg1"/>
              </a:solidFill>
              <a:latin typeface="Yu Gothic" panose="020B0400000000000000" pitchFamily="34" charset="-128"/>
              <a:ea typeface="Yu Gothic" panose="020B0400000000000000" pitchFamily="34" charset="-128"/>
              <a:cs typeface="メイリオ" pitchFamily="50" charset="-128"/>
            </a:endParaRPr>
          </a:p>
        </p:txBody>
      </p:sp>
      <p:sp>
        <p:nvSpPr>
          <p:cNvPr id="54" name="フリーフォーム 53">
            <a:extLst>
              <a:ext uri="{FF2B5EF4-FFF2-40B4-BE49-F238E27FC236}">
                <a16:creationId xmlns:a16="http://schemas.microsoft.com/office/drawing/2014/main" id="{EF0CD555-0A6F-E566-663D-D492C0CF6FC5}"/>
              </a:ext>
            </a:extLst>
          </p:cNvPr>
          <p:cNvSpPr/>
          <p:nvPr/>
        </p:nvSpPr>
        <p:spPr>
          <a:xfrm>
            <a:off x="9516772" y="1923977"/>
            <a:ext cx="1684628" cy="1873120"/>
          </a:xfrm>
          <a:custGeom>
            <a:avLst/>
            <a:gdLst>
              <a:gd name="connsiteX0" fmla="*/ 842314 w 1684628"/>
              <a:gd name="connsiteY0" fmla="*/ 0 h 1873120"/>
              <a:gd name="connsiteX1" fmla="*/ 1684628 w 1684628"/>
              <a:gd name="connsiteY1" fmla="*/ 842314 h 1873120"/>
              <a:gd name="connsiteX2" fmla="*/ 1012070 w 1684628"/>
              <a:gd name="connsiteY2" fmla="*/ 1667515 h 1873120"/>
              <a:gd name="connsiteX3" fmla="*/ 956659 w 1684628"/>
              <a:gd name="connsiteY3" fmla="*/ 1675972 h 1873120"/>
              <a:gd name="connsiteX4" fmla="*/ 842313 w 1684628"/>
              <a:gd name="connsiteY4" fmla="*/ 1873120 h 1873120"/>
              <a:gd name="connsiteX5" fmla="*/ 727967 w 1684628"/>
              <a:gd name="connsiteY5" fmla="*/ 1675972 h 1873120"/>
              <a:gd name="connsiteX6" fmla="*/ 672558 w 1684628"/>
              <a:gd name="connsiteY6" fmla="*/ 1667515 h 1873120"/>
              <a:gd name="connsiteX7" fmla="*/ 0 w 1684628"/>
              <a:gd name="connsiteY7" fmla="*/ 842314 h 1873120"/>
              <a:gd name="connsiteX8" fmla="*/ 842314 w 1684628"/>
              <a:gd name="connsiteY8" fmla="*/ 0 h 187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4628" h="1873120">
                <a:moveTo>
                  <a:pt x="842314" y="0"/>
                </a:moveTo>
                <a:cubicBezTo>
                  <a:pt x="1307511" y="0"/>
                  <a:pt x="1684628" y="377117"/>
                  <a:pt x="1684628" y="842314"/>
                </a:cubicBezTo>
                <a:cubicBezTo>
                  <a:pt x="1684628" y="1249362"/>
                  <a:pt x="1395898" y="1588973"/>
                  <a:pt x="1012070" y="1667515"/>
                </a:cubicBezTo>
                <a:lnTo>
                  <a:pt x="956659" y="1675972"/>
                </a:lnTo>
                <a:lnTo>
                  <a:pt x="842313" y="1873120"/>
                </a:lnTo>
                <a:lnTo>
                  <a:pt x="727967" y="1675972"/>
                </a:lnTo>
                <a:lnTo>
                  <a:pt x="672558" y="1667515"/>
                </a:lnTo>
                <a:cubicBezTo>
                  <a:pt x="288730" y="1588973"/>
                  <a:pt x="0" y="1249362"/>
                  <a:pt x="0" y="842314"/>
                </a:cubicBezTo>
                <a:cubicBezTo>
                  <a:pt x="0" y="377117"/>
                  <a:pt x="377117" y="0"/>
                  <a:pt x="842314" y="0"/>
                </a:cubicBezTo>
                <a:close/>
              </a:path>
            </a:pathLst>
          </a:cu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bIns="108000" rtlCol="0" anchor="ctr">
            <a:noAutofit/>
          </a:bodyPr>
          <a:lstStyle/>
          <a:p>
            <a:pPr algn="ctr"/>
            <a:r>
              <a:rPr kumimoji="1" lang="ja-JP" altLang="en-US" sz="2000" b="1">
                <a:solidFill>
                  <a:schemeClr val="tx1">
                    <a:lumMod val="75000"/>
                    <a:lumOff val="25000"/>
                  </a:schemeClr>
                </a:solidFill>
                <a:latin typeface="Yu Gothic" panose="020B0400000000000000" pitchFamily="34" charset="-128"/>
                <a:ea typeface="Yu Gothic" panose="020B0400000000000000" pitchFamily="34" charset="-128"/>
              </a:rPr>
              <a:t>テキスト</a:t>
            </a:r>
          </a:p>
        </p:txBody>
      </p:sp>
      <p:sp>
        <p:nvSpPr>
          <p:cNvPr id="55" name="フリーフォーム 54">
            <a:extLst>
              <a:ext uri="{FF2B5EF4-FFF2-40B4-BE49-F238E27FC236}">
                <a16:creationId xmlns:a16="http://schemas.microsoft.com/office/drawing/2014/main" id="{F1415345-6424-3E39-A925-FC0ABD728D0D}"/>
              </a:ext>
            </a:extLst>
          </p:cNvPr>
          <p:cNvSpPr/>
          <p:nvPr/>
        </p:nvSpPr>
        <p:spPr>
          <a:xfrm>
            <a:off x="9516772" y="4057577"/>
            <a:ext cx="1684628" cy="1883630"/>
          </a:xfrm>
          <a:custGeom>
            <a:avLst/>
            <a:gdLst>
              <a:gd name="connsiteX0" fmla="*/ 842314 w 1684628"/>
              <a:gd name="connsiteY0" fmla="*/ 0 h 1883630"/>
              <a:gd name="connsiteX1" fmla="*/ 1684628 w 1684628"/>
              <a:gd name="connsiteY1" fmla="*/ 842314 h 1883630"/>
              <a:gd name="connsiteX2" fmla="*/ 1012070 w 1684628"/>
              <a:gd name="connsiteY2" fmla="*/ 1667515 h 1883630"/>
              <a:gd name="connsiteX3" fmla="*/ 963346 w 1684628"/>
              <a:gd name="connsiteY3" fmla="*/ 1674951 h 1883630"/>
              <a:gd name="connsiteX4" fmla="*/ 842313 w 1684628"/>
              <a:gd name="connsiteY4" fmla="*/ 1883630 h 1883630"/>
              <a:gd name="connsiteX5" fmla="*/ 721279 w 1684628"/>
              <a:gd name="connsiteY5" fmla="*/ 1674951 h 1883630"/>
              <a:gd name="connsiteX6" fmla="*/ 672558 w 1684628"/>
              <a:gd name="connsiteY6" fmla="*/ 1667515 h 1883630"/>
              <a:gd name="connsiteX7" fmla="*/ 0 w 1684628"/>
              <a:gd name="connsiteY7" fmla="*/ 842314 h 1883630"/>
              <a:gd name="connsiteX8" fmla="*/ 842314 w 1684628"/>
              <a:gd name="connsiteY8" fmla="*/ 0 h 188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4628" h="1883630">
                <a:moveTo>
                  <a:pt x="842314" y="0"/>
                </a:moveTo>
                <a:cubicBezTo>
                  <a:pt x="1307511" y="0"/>
                  <a:pt x="1684628" y="377117"/>
                  <a:pt x="1684628" y="842314"/>
                </a:cubicBezTo>
                <a:cubicBezTo>
                  <a:pt x="1684628" y="1249362"/>
                  <a:pt x="1395898" y="1588973"/>
                  <a:pt x="1012070" y="1667515"/>
                </a:cubicBezTo>
                <a:lnTo>
                  <a:pt x="963346" y="1674951"/>
                </a:lnTo>
                <a:lnTo>
                  <a:pt x="842313" y="1883630"/>
                </a:lnTo>
                <a:lnTo>
                  <a:pt x="721279" y="1674951"/>
                </a:lnTo>
                <a:lnTo>
                  <a:pt x="672558" y="1667515"/>
                </a:lnTo>
                <a:cubicBezTo>
                  <a:pt x="288730" y="1588973"/>
                  <a:pt x="0" y="1249362"/>
                  <a:pt x="0" y="842314"/>
                </a:cubicBezTo>
                <a:cubicBezTo>
                  <a:pt x="0" y="377117"/>
                  <a:pt x="377117" y="0"/>
                  <a:pt x="842314" y="0"/>
                </a:cubicBezTo>
                <a:close/>
              </a:path>
            </a:pathLst>
          </a:cu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rIns="0" bIns="108000" rtlCol="0" anchor="ctr">
            <a:noAutofit/>
          </a:bodyPr>
          <a:lstStyle/>
          <a:p>
            <a:pPr algn="ctr"/>
            <a:r>
              <a:rPr kumimoji="1" lang="ja-JP" altLang="en-US" sz="2000" b="1">
                <a:solidFill>
                  <a:schemeClr val="bg1"/>
                </a:solidFill>
                <a:latin typeface="Yu Gothic" panose="020B0400000000000000" pitchFamily="34" charset="-128"/>
                <a:ea typeface="Yu Gothic" panose="020B0400000000000000" pitchFamily="34" charset="-128"/>
              </a:rPr>
              <a:t>テキスト</a:t>
            </a:r>
          </a:p>
        </p:txBody>
      </p:sp>
    </p:spTree>
    <p:extLst>
      <p:ext uri="{BB962C8B-B14F-4D97-AF65-F5344CB8AC3E}">
        <p14:creationId xmlns:p14="http://schemas.microsoft.com/office/powerpoint/2010/main" val="2033899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正方形/長方形 247">
            <a:extLst>
              <a:ext uri="{FF2B5EF4-FFF2-40B4-BE49-F238E27FC236}">
                <a16:creationId xmlns:a16="http://schemas.microsoft.com/office/drawing/2014/main" id="{97B0DAC3-21EB-15D0-B8C6-9F40DEA321B3}"/>
              </a:ext>
            </a:extLst>
          </p:cNvPr>
          <p:cNvSpPr/>
          <p:nvPr/>
        </p:nvSpPr>
        <p:spPr>
          <a:xfrm>
            <a:off x="6152653" y="4328338"/>
            <a:ext cx="577893" cy="577893"/>
          </a:xfrm>
          <a:prstGeom prst="rect">
            <a:avLst/>
          </a:prstGeom>
          <a:gradFill>
            <a:gsLst>
              <a:gs pos="0">
                <a:srgbClr val="0083B0"/>
              </a:gs>
              <a:gs pos="100000">
                <a:srgbClr val="00B4D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9" name="正方形/長方形 248">
            <a:extLst>
              <a:ext uri="{FF2B5EF4-FFF2-40B4-BE49-F238E27FC236}">
                <a16:creationId xmlns:a16="http://schemas.microsoft.com/office/drawing/2014/main" id="{91BA4B1B-C68E-72D1-219A-C7BE1370D760}"/>
              </a:ext>
            </a:extLst>
          </p:cNvPr>
          <p:cNvSpPr/>
          <p:nvPr/>
        </p:nvSpPr>
        <p:spPr>
          <a:xfrm>
            <a:off x="7006728" y="4328338"/>
            <a:ext cx="577893" cy="577893"/>
          </a:xfrm>
          <a:prstGeom prst="rect">
            <a:avLst/>
          </a:prstGeom>
          <a:gradFill>
            <a:gsLst>
              <a:gs pos="0">
                <a:srgbClr val="0083B0"/>
              </a:gs>
              <a:gs pos="100000">
                <a:srgbClr val="00B4D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0" name="正方形/長方形 249">
            <a:extLst>
              <a:ext uri="{FF2B5EF4-FFF2-40B4-BE49-F238E27FC236}">
                <a16:creationId xmlns:a16="http://schemas.microsoft.com/office/drawing/2014/main" id="{BC8E5815-8B9F-20DC-BE63-2FACE3E90BB9}"/>
              </a:ext>
            </a:extLst>
          </p:cNvPr>
          <p:cNvSpPr/>
          <p:nvPr/>
        </p:nvSpPr>
        <p:spPr>
          <a:xfrm>
            <a:off x="7860803" y="4328338"/>
            <a:ext cx="577893" cy="577893"/>
          </a:xfrm>
          <a:prstGeom prst="rect">
            <a:avLst/>
          </a:prstGeom>
          <a:gradFill>
            <a:gsLst>
              <a:gs pos="0">
                <a:srgbClr val="0083B0"/>
              </a:gs>
              <a:gs pos="100000">
                <a:srgbClr val="00B4D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1" name="正方形/長方形 250">
            <a:extLst>
              <a:ext uri="{FF2B5EF4-FFF2-40B4-BE49-F238E27FC236}">
                <a16:creationId xmlns:a16="http://schemas.microsoft.com/office/drawing/2014/main" id="{CBD843F1-A838-8E02-38B6-824FB22AFC6C}"/>
              </a:ext>
            </a:extLst>
          </p:cNvPr>
          <p:cNvSpPr/>
          <p:nvPr/>
        </p:nvSpPr>
        <p:spPr>
          <a:xfrm>
            <a:off x="8714878" y="4328338"/>
            <a:ext cx="577893" cy="577893"/>
          </a:xfrm>
          <a:prstGeom prst="rect">
            <a:avLst/>
          </a:prstGeom>
          <a:gradFill>
            <a:gsLst>
              <a:gs pos="0">
                <a:srgbClr val="0083B0"/>
              </a:gs>
              <a:gs pos="100000">
                <a:srgbClr val="00B4D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2" name="正方形/長方形 251">
            <a:extLst>
              <a:ext uri="{FF2B5EF4-FFF2-40B4-BE49-F238E27FC236}">
                <a16:creationId xmlns:a16="http://schemas.microsoft.com/office/drawing/2014/main" id="{DECC29DC-D48C-9360-2936-DD22531B2CBD}"/>
              </a:ext>
            </a:extLst>
          </p:cNvPr>
          <p:cNvSpPr/>
          <p:nvPr/>
        </p:nvSpPr>
        <p:spPr>
          <a:xfrm>
            <a:off x="9568953" y="4328338"/>
            <a:ext cx="577893" cy="577893"/>
          </a:xfrm>
          <a:prstGeom prst="rect">
            <a:avLst/>
          </a:prstGeom>
          <a:gradFill>
            <a:gsLst>
              <a:gs pos="0">
                <a:srgbClr val="0083B0"/>
              </a:gs>
              <a:gs pos="100000">
                <a:srgbClr val="00B4D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3" name="正方形/長方形 232">
            <a:extLst>
              <a:ext uri="{FF2B5EF4-FFF2-40B4-BE49-F238E27FC236}">
                <a16:creationId xmlns:a16="http://schemas.microsoft.com/office/drawing/2014/main" id="{9BA410A8-5573-53D9-190F-10A209407008}"/>
              </a:ext>
            </a:extLst>
          </p:cNvPr>
          <p:cNvSpPr/>
          <p:nvPr/>
        </p:nvSpPr>
        <p:spPr>
          <a:xfrm>
            <a:off x="6152653" y="2399848"/>
            <a:ext cx="577893" cy="577893"/>
          </a:xfrm>
          <a:prstGeom prst="rect">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4" name="正方形/長方形 233">
            <a:extLst>
              <a:ext uri="{FF2B5EF4-FFF2-40B4-BE49-F238E27FC236}">
                <a16:creationId xmlns:a16="http://schemas.microsoft.com/office/drawing/2014/main" id="{CA405EAC-F22A-E8F5-6808-B861DFDBF675}"/>
              </a:ext>
            </a:extLst>
          </p:cNvPr>
          <p:cNvSpPr/>
          <p:nvPr/>
        </p:nvSpPr>
        <p:spPr>
          <a:xfrm>
            <a:off x="7006728" y="2399848"/>
            <a:ext cx="577893" cy="577893"/>
          </a:xfrm>
          <a:prstGeom prst="rect">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5" name="正方形/長方形 234">
            <a:extLst>
              <a:ext uri="{FF2B5EF4-FFF2-40B4-BE49-F238E27FC236}">
                <a16:creationId xmlns:a16="http://schemas.microsoft.com/office/drawing/2014/main" id="{110B4412-7417-44A2-1434-842C9942CF37}"/>
              </a:ext>
            </a:extLst>
          </p:cNvPr>
          <p:cNvSpPr/>
          <p:nvPr/>
        </p:nvSpPr>
        <p:spPr>
          <a:xfrm>
            <a:off x="7860803" y="2399848"/>
            <a:ext cx="577893" cy="577893"/>
          </a:xfrm>
          <a:prstGeom prst="rect">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6" name="正方形/長方形 235">
            <a:extLst>
              <a:ext uri="{FF2B5EF4-FFF2-40B4-BE49-F238E27FC236}">
                <a16:creationId xmlns:a16="http://schemas.microsoft.com/office/drawing/2014/main" id="{C7E7373F-980A-D777-0296-33404AE50641}"/>
              </a:ext>
            </a:extLst>
          </p:cNvPr>
          <p:cNvSpPr/>
          <p:nvPr/>
        </p:nvSpPr>
        <p:spPr>
          <a:xfrm>
            <a:off x="8714878" y="2399848"/>
            <a:ext cx="577893" cy="577893"/>
          </a:xfrm>
          <a:prstGeom prst="rect">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7" name="正方形/長方形 236">
            <a:extLst>
              <a:ext uri="{FF2B5EF4-FFF2-40B4-BE49-F238E27FC236}">
                <a16:creationId xmlns:a16="http://schemas.microsoft.com/office/drawing/2014/main" id="{42C50D78-556F-59BA-E49E-AC6D8921B6B7}"/>
              </a:ext>
            </a:extLst>
          </p:cNvPr>
          <p:cNvSpPr/>
          <p:nvPr/>
        </p:nvSpPr>
        <p:spPr>
          <a:xfrm>
            <a:off x="9568953" y="2399848"/>
            <a:ext cx="577893" cy="577893"/>
          </a:xfrm>
          <a:prstGeom prst="rect">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8" name="正方形/長方形 237">
            <a:extLst>
              <a:ext uri="{FF2B5EF4-FFF2-40B4-BE49-F238E27FC236}">
                <a16:creationId xmlns:a16="http://schemas.microsoft.com/office/drawing/2014/main" id="{00FB4DD2-B4E6-6135-7B63-C67E67A553B3}"/>
              </a:ext>
            </a:extLst>
          </p:cNvPr>
          <p:cNvSpPr/>
          <p:nvPr/>
        </p:nvSpPr>
        <p:spPr>
          <a:xfrm>
            <a:off x="6152653" y="3369333"/>
            <a:ext cx="577893" cy="577893"/>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9" name="正方形/長方形 238">
            <a:extLst>
              <a:ext uri="{FF2B5EF4-FFF2-40B4-BE49-F238E27FC236}">
                <a16:creationId xmlns:a16="http://schemas.microsoft.com/office/drawing/2014/main" id="{B0A4B58E-8514-1CF9-8E25-84DB97A539FC}"/>
              </a:ext>
            </a:extLst>
          </p:cNvPr>
          <p:cNvSpPr/>
          <p:nvPr/>
        </p:nvSpPr>
        <p:spPr>
          <a:xfrm>
            <a:off x="7006728" y="3369333"/>
            <a:ext cx="577893" cy="577893"/>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0" name="正方形/長方形 239">
            <a:extLst>
              <a:ext uri="{FF2B5EF4-FFF2-40B4-BE49-F238E27FC236}">
                <a16:creationId xmlns:a16="http://schemas.microsoft.com/office/drawing/2014/main" id="{2441530C-D70D-B727-760B-0F725DA31D54}"/>
              </a:ext>
            </a:extLst>
          </p:cNvPr>
          <p:cNvSpPr/>
          <p:nvPr/>
        </p:nvSpPr>
        <p:spPr>
          <a:xfrm>
            <a:off x="7860803" y="3369333"/>
            <a:ext cx="577893" cy="577893"/>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1" name="正方形/長方形 240">
            <a:extLst>
              <a:ext uri="{FF2B5EF4-FFF2-40B4-BE49-F238E27FC236}">
                <a16:creationId xmlns:a16="http://schemas.microsoft.com/office/drawing/2014/main" id="{83B4443F-5F28-6D04-7CED-0F3E6AB08364}"/>
              </a:ext>
            </a:extLst>
          </p:cNvPr>
          <p:cNvSpPr/>
          <p:nvPr/>
        </p:nvSpPr>
        <p:spPr>
          <a:xfrm>
            <a:off x="8714878" y="3369333"/>
            <a:ext cx="577893" cy="577893"/>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2" name="正方形/長方形 241">
            <a:extLst>
              <a:ext uri="{FF2B5EF4-FFF2-40B4-BE49-F238E27FC236}">
                <a16:creationId xmlns:a16="http://schemas.microsoft.com/office/drawing/2014/main" id="{34DCE2FA-94C7-688A-2B55-E7821B193767}"/>
              </a:ext>
            </a:extLst>
          </p:cNvPr>
          <p:cNvSpPr/>
          <p:nvPr/>
        </p:nvSpPr>
        <p:spPr>
          <a:xfrm>
            <a:off x="9568953" y="3369333"/>
            <a:ext cx="577893" cy="577893"/>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8" name="正方形/長方形 227">
            <a:extLst>
              <a:ext uri="{FF2B5EF4-FFF2-40B4-BE49-F238E27FC236}">
                <a16:creationId xmlns:a16="http://schemas.microsoft.com/office/drawing/2014/main" id="{0FAC1516-5A8D-1CDA-BD2E-E6C1FC427F6E}"/>
              </a:ext>
            </a:extLst>
          </p:cNvPr>
          <p:cNvSpPr/>
          <p:nvPr/>
        </p:nvSpPr>
        <p:spPr>
          <a:xfrm>
            <a:off x="6152653" y="1430364"/>
            <a:ext cx="577893" cy="577893"/>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D2FD20E-72DF-C8CA-06B7-47695785D243}"/>
              </a:ext>
            </a:extLst>
          </p:cNvPr>
          <p:cNvSpPr txBox="1"/>
          <p:nvPr/>
        </p:nvSpPr>
        <p:spPr>
          <a:xfrm>
            <a:off x="263203" y="339936"/>
            <a:ext cx="902811"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記号</a:t>
            </a:r>
          </a:p>
        </p:txBody>
      </p:sp>
      <p:grpSp>
        <p:nvGrpSpPr>
          <p:cNvPr id="10" name="グループ化 9">
            <a:extLst>
              <a:ext uri="{FF2B5EF4-FFF2-40B4-BE49-F238E27FC236}">
                <a16:creationId xmlns:a16="http://schemas.microsoft.com/office/drawing/2014/main" id="{FB306546-5F4B-4FD2-EF91-F82FD9FD6F5F}"/>
              </a:ext>
            </a:extLst>
          </p:cNvPr>
          <p:cNvGrpSpPr/>
          <p:nvPr/>
        </p:nvGrpSpPr>
        <p:grpSpPr>
          <a:xfrm>
            <a:off x="437653" y="1430364"/>
            <a:ext cx="577893" cy="577893"/>
            <a:chOff x="437653" y="1430364"/>
            <a:chExt cx="577893" cy="577893"/>
          </a:xfrm>
        </p:grpSpPr>
        <p:sp>
          <p:nvSpPr>
            <p:cNvPr id="9" name="円/楕円 8">
              <a:extLst>
                <a:ext uri="{FF2B5EF4-FFF2-40B4-BE49-F238E27FC236}">
                  <a16:creationId xmlns:a16="http://schemas.microsoft.com/office/drawing/2014/main" id="{12FC6990-E607-B715-A8FB-75C6BD33D37E}"/>
                </a:ext>
              </a:extLst>
            </p:cNvPr>
            <p:cNvSpPr/>
            <p:nvPr/>
          </p:nvSpPr>
          <p:spPr>
            <a:xfrm>
              <a:off x="437653" y="1430364"/>
              <a:ext cx="577893" cy="577893"/>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フリーフォーム 13">
              <a:extLst>
                <a:ext uri="{FF2B5EF4-FFF2-40B4-BE49-F238E27FC236}">
                  <a16:creationId xmlns:a16="http://schemas.microsoft.com/office/drawing/2014/main" id="{A35DBCAF-C80D-7F17-1074-51F03652320F}"/>
                </a:ext>
              </a:extLst>
            </p:cNvPr>
            <p:cNvSpPr/>
            <p:nvPr/>
          </p:nvSpPr>
          <p:spPr>
            <a:xfrm>
              <a:off x="584374" y="1615561"/>
              <a:ext cx="298938" cy="207498"/>
            </a:xfrm>
            <a:custGeom>
              <a:avLst/>
              <a:gdLst>
                <a:gd name="connsiteX0" fmla="*/ 0 w 330591"/>
                <a:gd name="connsiteY0" fmla="*/ 116058 h 207498"/>
                <a:gd name="connsiteX1" fmla="*/ 91440 w 330591"/>
                <a:gd name="connsiteY1" fmla="*/ 207498 h 207498"/>
                <a:gd name="connsiteX2" fmla="*/ 298938 w 330591"/>
                <a:gd name="connsiteY2" fmla="*/ 0 h 207498"/>
                <a:gd name="connsiteX3" fmla="*/ 330591 w 330591"/>
                <a:gd name="connsiteY3" fmla="*/ 0 h 207498"/>
                <a:gd name="connsiteX0" fmla="*/ 0 w 298938"/>
                <a:gd name="connsiteY0" fmla="*/ 116058 h 207498"/>
                <a:gd name="connsiteX1" fmla="*/ 91440 w 298938"/>
                <a:gd name="connsiteY1" fmla="*/ 207498 h 207498"/>
                <a:gd name="connsiteX2" fmla="*/ 298938 w 298938"/>
                <a:gd name="connsiteY2" fmla="*/ 0 h 207498"/>
              </a:gdLst>
              <a:ahLst/>
              <a:cxnLst>
                <a:cxn ang="0">
                  <a:pos x="connsiteX0" y="connsiteY0"/>
                </a:cxn>
                <a:cxn ang="0">
                  <a:pos x="connsiteX1" y="connsiteY1"/>
                </a:cxn>
                <a:cxn ang="0">
                  <a:pos x="connsiteX2" y="connsiteY2"/>
                </a:cxn>
              </a:cxnLst>
              <a:rect l="l" t="t" r="r" b="b"/>
              <a:pathLst>
                <a:path w="298938" h="207498">
                  <a:moveTo>
                    <a:pt x="0" y="116058"/>
                  </a:moveTo>
                  <a:lnTo>
                    <a:pt x="91440" y="207498"/>
                  </a:lnTo>
                  <a:lnTo>
                    <a:pt x="298938" y="0"/>
                  </a:lnTo>
                </a:path>
              </a:pathLst>
            </a:custGeom>
            <a:noFill/>
            <a:ln w="476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3298D3C8-C8A9-A53F-00AB-6DC2FA70AAF0}"/>
              </a:ext>
            </a:extLst>
          </p:cNvPr>
          <p:cNvGrpSpPr/>
          <p:nvPr/>
        </p:nvGrpSpPr>
        <p:grpSpPr>
          <a:xfrm>
            <a:off x="1293896" y="1430364"/>
            <a:ext cx="577893" cy="577893"/>
            <a:chOff x="1265426" y="1430364"/>
            <a:chExt cx="577893" cy="577893"/>
          </a:xfrm>
        </p:grpSpPr>
        <p:sp>
          <p:nvSpPr>
            <p:cNvPr id="97" name="円/楕円 96">
              <a:extLst>
                <a:ext uri="{FF2B5EF4-FFF2-40B4-BE49-F238E27FC236}">
                  <a16:creationId xmlns:a16="http://schemas.microsoft.com/office/drawing/2014/main" id="{FC7F1D26-D0C2-E97A-F0A4-1911E641B408}"/>
                </a:ext>
              </a:extLst>
            </p:cNvPr>
            <p:cNvSpPr/>
            <p:nvPr/>
          </p:nvSpPr>
          <p:spPr>
            <a:xfrm>
              <a:off x="1265426" y="1430364"/>
              <a:ext cx="577893" cy="577893"/>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4" name="グループ化 33">
              <a:extLst>
                <a:ext uri="{FF2B5EF4-FFF2-40B4-BE49-F238E27FC236}">
                  <a16:creationId xmlns:a16="http://schemas.microsoft.com/office/drawing/2014/main" id="{6E527490-0C97-B187-0356-B6B1122B4381}"/>
                </a:ext>
              </a:extLst>
            </p:cNvPr>
            <p:cNvGrpSpPr/>
            <p:nvPr/>
          </p:nvGrpSpPr>
          <p:grpSpPr>
            <a:xfrm>
              <a:off x="1439153" y="1617180"/>
              <a:ext cx="230438" cy="230437"/>
              <a:chOff x="9942180" y="5252780"/>
              <a:chExt cx="325494" cy="325494"/>
            </a:xfrm>
          </p:grpSpPr>
          <p:cxnSp>
            <p:nvCxnSpPr>
              <p:cNvPr id="38" name="直線コネクタ 37">
                <a:extLst>
                  <a:ext uri="{FF2B5EF4-FFF2-40B4-BE49-F238E27FC236}">
                    <a16:creationId xmlns:a16="http://schemas.microsoft.com/office/drawing/2014/main" id="{BCC52EF9-B1B0-521A-AEA1-E0D2A626D7C2}"/>
                  </a:ext>
                </a:extLst>
              </p:cNvPr>
              <p:cNvCxnSpPr>
                <a:cxnSpLocks/>
              </p:cNvCxnSpPr>
              <p:nvPr/>
            </p:nvCxnSpPr>
            <p:spPr>
              <a:xfrm>
                <a:off x="9942180" y="5252780"/>
                <a:ext cx="325494" cy="325494"/>
              </a:xfrm>
              <a:prstGeom prst="line">
                <a:avLst/>
              </a:prstGeom>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A6F0942F-4D79-370C-51AB-D28F8F13A864}"/>
                  </a:ext>
                </a:extLst>
              </p:cNvPr>
              <p:cNvCxnSpPr>
                <a:cxnSpLocks/>
              </p:cNvCxnSpPr>
              <p:nvPr/>
            </p:nvCxnSpPr>
            <p:spPr>
              <a:xfrm flipH="1">
                <a:off x="9942180" y="5252780"/>
                <a:ext cx="325494" cy="325494"/>
              </a:xfrm>
              <a:prstGeom prst="line">
                <a:avLst/>
              </a:prstGeom>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8" name="グループ化 17">
            <a:extLst>
              <a:ext uri="{FF2B5EF4-FFF2-40B4-BE49-F238E27FC236}">
                <a16:creationId xmlns:a16="http://schemas.microsoft.com/office/drawing/2014/main" id="{66554881-8027-974B-EBAD-A10AF3AC1985}"/>
              </a:ext>
            </a:extLst>
          </p:cNvPr>
          <p:cNvGrpSpPr/>
          <p:nvPr/>
        </p:nvGrpSpPr>
        <p:grpSpPr>
          <a:xfrm>
            <a:off x="437653" y="3364672"/>
            <a:ext cx="577893" cy="577893"/>
            <a:chOff x="437653" y="3204695"/>
            <a:chExt cx="577893" cy="577893"/>
          </a:xfrm>
        </p:grpSpPr>
        <p:sp>
          <p:nvSpPr>
            <p:cNvPr id="99" name="円/楕円 98">
              <a:extLst>
                <a:ext uri="{FF2B5EF4-FFF2-40B4-BE49-F238E27FC236}">
                  <a16:creationId xmlns:a16="http://schemas.microsoft.com/office/drawing/2014/main" id="{5568844E-5BC6-4BF4-8D43-07D322109E4A}"/>
                </a:ext>
              </a:extLst>
            </p:cNvPr>
            <p:cNvSpPr/>
            <p:nvPr/>
          </p:nvSpPr>
          <p:spPr>
            <a:xfrm>
              <a:off x="437653" y="3204695"/>
              <a:ext cx="577893" cy="57789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フリーフォーム 99">
              <a:extLst>
                <a:ext uri="{FF2B5EF4-FFF2-40B4-BE49-F238E27FC236}">
                  <a16:creationId xmlns:a16="http://schemas.microsoft.com/office/drawing/2014/main" id="{D1E0DA60-5791-5270-E70C-BB073760B4C1}"/>
                </a:ext>
              </a:extLst>
            </p:cNvPr>
            <p:cNvSpPr/>
            <p:nvPr/>
          </p:nvSpPr>
          <p:spPr>
            <a:xfrm>
              <a:off x="584374" y="3389892"/>
              <a:ext cx="298938" cy="207498"/>
            </a:xfrm>
            <a:custGeom>
              <a:avLst/>
              <a:gdLst>
                <a:gd name="connsiteX0" fmla="*/ 0 w 330591"/>
                <a:gd name="connsiteY0" fmla="*/ 116058 h 207498"/>
                <a:gd name="connsiteX1" fmla="*/ 91440 w 330591"/>
                <a:gd name="connsiteY1" fmla="*/ 207498 h 207498"/>
                <a:gd name="connsiteX2" fmla="*/ 298938 w 330591"/>
                <a:gd name="connsiteY2" fmla="*/ 0 h 207498"/>
                <a:gd name="connsiteX3" fmla="*/ 330591 w 330591"/>
                <a:gd name="connsiteY3" fmla="*/ 0 h 207498"/>
                <a:gd name="connsiteX0" fmla="*/ 0 w 298938"/>
                <a:gd name="connsiteY0" fmla="*/ 116058 h 207498"/>
                <a:gd name="connsiteX1" fmla="*/ 91440 w 298938"/>
                <a:gd name="connsiteY1" fmla="*/ 207498 h 207498"/>
                <a:gd name="connsiteX2" fmla="*/ 298938 w 298938"/>
                <a:gd name="connsiteY2" fmla="*/ 0 h 207498"/>
              </a:gdLst>
              <a:ahLst/>
              <a:cxnLst>
                <a:cxn ang="0">
                  <a:pos x="connsiteX0" y="connsiteY0"/>
                </a:cxn>
                <a:cxn ang="0">
                  <a:pos x="connsiteX1" y="connsiteY1"/>
                </a:cxn>
                <a:cxn ang="0">
                  <a:pos x="connsiteX2" y="connsiteY2"/>
                </a:cxn>
              </a:cxnLst>
              <a:rect l="l" t="t" r="r" b="b"/>
              <a:pathLst>
                <a:path w="298938" h="207498">
                  <a:moveTo>
                    <a:pt x="0" y="116058"/>
                  </a:moveTo>
                  <a:lnTo>
                    <a:pt x="91440" y="207498"/>
                  </a:lnTo>
                  <a:lnTo>
                    <a:pt x="298938" y="0"/>
                  </a:lnTo>
                </a:path>
              </a:pathLst>
            </a:custGeom>
            <a:noFill/>
            <a:ln w="476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4BA07251-12F5-2206-BD96-0B09B9D46E4F}"/>
              </a:ext>
            </a:extLst>
          </p:cNvPr>
          <p:cNvGrpSpPr/>
          <p:nvPr/>
        </p:nvGrpSpPr>
        <p:grpSpPr>
          <a:xfrm>
            <a:off x="1293896" y="3364672"/>
            <a:ext cx="577893" cy="577893"/>
            <a:chOff x="1265426" y="3204695"/>
            <a:chExt cx="577893" cy="577893"/>
          </a:xfrm>
        </p:grpSpPr>
        <p:sp>
          <p:nvSpPr>
            <p:cNvPr id="101" name="円/楕円 100">
              <a:extLst>
                <a:ext uri="{FF2B5EF4-FFF2-40B4-BE49-F238E27FC236}">
                  <a16:creationId xmlns:a16="http://schemas.microsoft.com/office/drawing/2014/main" id="{35E2E8CE-F581-F99E-1032-5D45F331FA5E}"/>
                </a:ext>
              </a:extLst>
            </p:cNvPr>
            <p:cNvSpPr/>
            <p:nvPr/>
          </p:nvSpPr>
          <p:spPr>
            <a:xfrm>
              <a:off x="1265426" y="3204695"/>
              <a:ext cx="577893" cy="57789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2" name="グループ化 101">
              <a:extLst>
                <a:ext uri="{FF2B5EF4-FFF2-40B4-BE49-F238E27FC236}">
                  <a16:creationId xmlns:a16="http://schemas.microsoft.com/office/drawing/2014/main" id="{5592E23A-D955-5733-B80C-9D6531ECB62A}"/>
                </a:ext>
              </a:extLst>
            </p:cNvPr>
            <p:cNvGrpSpPr/>
            <p:nvPr/>
          </p:nvGrpSpPr>
          <p:grpSpPr>
            <a:xfrm>
              <a:off x="1439153" y="3391511"/>
              <a:ext cx="230438" cy="230437"/>
              <a:chOff x="9942180" y="5252780"/>
              <a:chExt cx="325494" cy="325494"/>
            </a:xfrm>
          </p:grpSpPr>
          <p:cxnSp>
            <p:nvCxnSpPr>
              <p:cNvPr id="103" name="直線コネクタ 102">
                <a:extLst>
                  <a:ext uri="{FF2B5EF4-FFF2-40B4-BE49-F238E27FC236}">
                    <a16:creationId xmlns:a16="http://schemas.microsoft.com/office/drawing/2014/main" id="{1F6E28BE-6C0E-AB4C-1F92-4C24587765DC}"/>
                  </a:ext>
                </a:extLst>
              </p:cNvPr>
              <p:cNvCxnSpPr>
                <a:cxnSpLocks/>
              </p:cNvCxnSpPr>
              <p:nvPr/>
            </p:nvCxnSpPr>
            <p:spPr>
              <a:xfrm>
                <a:off x="9942180" y="5252780"/>
                <a:ext cx="325494" cy="325494"/>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7B63A0AB-F328-0A85-3608-D6984E946224}"/>
                  </a:ext>
                </a:extLst>
              </p:cNvPr>
              <p:cNvCxnSpPr>
                <a:cxnSpLocks/>
              </p:cNvCxnSpPr>
              <p:nvPr/>
            </p:nvCxnSpPr>
            <p:spPr>
              <a:xfrm flipH="1">
                <a:off x="9942180" y="5252780"/>
                <a:ext cx="325494" cy="325494"/>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12" name="グループ化 11">
            <a:extLst>
              <a:ext uri="{FF2B5EF4-FFF2-40B4-BE49-F238E27FC236}">
                <a16:creationId xmlns:a16="http://schemas.microsoft.com/office/drawing/2014/main" id="{C47BFC72-5792-6417-E315-CF260203991B}"/>
              </a:ext>
            </a:extLst>
          </p:cNvPr>
          <p:cNvGrpSpPr/>
          <p:nvPr/>
        </p:nvGrpSpPr>
        <p:grpSpPr>
          <a:xfrm>
            <a:off x="2150138" y="1430364"/>
            <a:ext cx="577893" cy="577893"/>
            <a:chOff x="2151272" y="1430364"/>
            <a:chExt cx="577893" cy="577893"/>
          </a:xfrm>
        </p:grpSpPr>
        <p:sp>
          <p:nvSpPr>
            <p:cNvPr id="111" name="円/楕円 110">
              <a:extLst>
                <a:ext uri="{FF2B5EF4-FFF2-40B4-BE49-F238E27FC236}">
                  <a16:creationId xmlns:a16="http://schemas.microsoft.com/office/drawing/2014/main" id="{23A795A0-130B-4DC9-7003-B010F798577C}"/>
                </a:ext>
              </a:extLst>
            </p:cNvPr>
            <p:cNvSpPr/>
            <p:nvPr/>
          </p:nvSpPr>
          <p:spPr>
            <a:xfrm>
              <a:off x="2151272" y="1430364"/>
              <a:ext cx="577893" cy="577893"/>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三角形 116">
              <a:extLst>
                <a:ext uri="{FF2B5EF4-FFF2-40B4-BE49-F238E27FC236}">
                  <a16:creationId xmlns:a16="http://schemas.microsoft.com/office/drawing/2014/main" id="{CB196EF9-69DF-260A-15CF-58034B3DAC83}"/>
                </a:ext>
              </a:extLst>
            </p:cNvPr>
            <p:cNvSpPr/>
            <p:nvPr/>
          </p:nvSpPr>
          <p:spPr>
            <a:xfrm>
              <a:off x="2316400" y="1602987"/>
              <a:ext cx="262122" cy="225968"/>
            </a:xfrm>
            <a:prstGeom prst="triangle">
              <a:avLst/>
            </a:prstGeom>
            <a:noFill/>
            <a:ln w="41275" cap="rnd">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4" name="グループ化 23">
            <a:extLst>
              <a:ext uri="{FF2B5EF4-FFF2-40B4-BE49-F238E27FC236}">
                <a16:creationId xmlns:a16="http://schemas.microsoft.com/office/drawing/2014/main" id="{42CFAE04-02EB-871F-157B-C3CF19850364}"/>
              </a:ext>
            </a:extLst>
          </p:cNvPr>
          <p:cNvGrpSpPr/>
          <p:nvPr/>
        </p:nvGrpSpPr>
        <p:grpSpPr>
          <a:xfrm>
            <a:off x="2150138" y="3364672"/>
            <a:ext cx="577893" cy="577893"/>
            <a:chOff x="2151272" y="3204695"/>
            <a:chExt cx="577893" cy="577893"/>
          </a:xfrm>
        </p:grpSpPr>
        <p:sp>
          <p:nvSpPr>
            <p:cNvPr id="118" name="円/楕円 117">
              <a:extLst>
                <a:ext uri="{FF2B5EF4-FFF2-40B4-BE49-F238E27FC236}">
                  <a16:creationId xmlns:a16="http://schemas.microsoft.com/office/drawing/2014/main" id="{45F65D89-330C-987D-F51A-8CB691037DA1}"/>
                </a:ext>
              </a:extLst>
            </p:cNvPr>
            <p:cNvSpPr/>
            <p:nvPr/>
          </p:nvSpPr>
          <p:spPr>
            <a:xfrm>
              <a:off x="2151272" y="3204695"/>
              <a:ext cx="577893" cy="57789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三角形 130">
              <a:extLst>
                <a:ext uri="{FF2B5EF4-FFF2-40B4-BE49-F238E27FC236}">
                  <a16:creationId xmlns:a16="http://schemas.microsoft.com/office/drawing/2014/main" id="{B7779252-AB81-5B57-B83D-ED4D44CB77C8}"/>
                </a:ext>
              </a:extLst>
            </p:cNvPr>
            <p:cNvSpPr/>
            <p:nvPr/>
          </p:nvSpPr>
          <p:spPr>
            <a:xfrm>
              <a:off x="2315536" y="3371072"/>
              <a:ext cx="262122" cy="225968"/>
            </a:xfrm>
            <a:prstGeom prst="triangle">
              <a:avLst/>
            </a:prstGeom>
            <a:noFill/>
            <a:ln w="41275"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グループ化 14">
            <a:extLst>
              <a:ext uri="{FF2B5EF4-FFF2-40B4-BE49-F238E27FC236}">
                <a16:creationId xmlns:a16="http://schemas.microsoft.com/office/drawing/2014/main" id="{A98267C0-EF7A-698A-9EA0-8D0891080B19}"/>
              </a:ext>
            </a:extLst>
          </p:cNvPr>
          <p:cNvGrpSpPr/>
          <p:nvPr/>
        </p:nvGrpSpPr>
        <p:grpSpPr>
          <a:xfrm>
            <a:off x="3006381" y="1430364"/>
            <a:ext cx="577893" cy="577893"/>
            <a:chOff x="2979045" y="1430364"/>
            <a:chExt cx="577893" cy="577893"/>
          </a:xfrm>
        </p:grpSpPr>
        <p:sp>
          <p:nvSpPr>
            <p:cNvPr id="113" name="円/楕円 112">
              <a:extLst>
                <a:ext uri="{FF2B5EF4-FFF2-40B4-BE49-F238E27FC236}">
                  <a16:creationId xmlns:a16="http://schemas.microsoft.com/office/drawing/2014/main" id="{7D8A3624-7126-2008-6998-77468E34497F}"/>
                </a:ext>
              </a:extLst>
            </p:cNvPr>
            <p:cNvSpPr/>
            <p:nvPr/>
          </p:nvSpPr>
          <p:spPr>
            <a:xfrm>
              <a:off x="2979045" y="1430364"/>
              <a:ext cx="577893" cy="577893"/>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円/楕円 133">
              <a:extLst>
                <a:ext uri="{FF2B5EF4-FFF2-40B4-BE49-F238E27FC236}">
                  <a16:creationId xmlns:a16="http://schemas.microsoft.com/office/drawing/2014/main" id="{7C7E26BE-8D56-897D-8E5F-621559F50BA3}"/>
                </a:ext>
              </a:extLst>
            </p:cNvPr>
            <p:cNvSpPr/>
            <p:nvPr/>
          </p:nvSpPr>
          <p:spPr>
            <a:xfrm>
              <a:off x="3115611" y="1572137"/>
              <a:ext cx="304760" cy="304760"/>
            </a:xfrm>
            <a:prstGeom prst="ellipse">
              <a:avLst/>
            </a:prstGeom>
            <a:noFill/>
            <a:ln w="412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5" name="グループ化 24">
            <a:extLst>
              <a:ext uri="{FF2B5EF4-FFF2-40B4-BE49-F238E27FC236}">
                <a16:creationId xmlns:a16="http://schemas.microsoft.com/office/drawing/2014/main" id="{6D42203E-E35F-C957-ADE0-AADD30CE8B55}"/>
              </a:ext>
            </a:extLst>
          </p:cNvPr>
          <p:cNvGrpSpPr/>
          <p:nvPr/>
        </p:nvGrpSpPr>
        <p:grpSpPr>
          <a:xfrm>
            <a:off x="3006381" y="3364672"/>
            <a:ext cx="577893" cy="577893"/>
            <a:chOff x="2979045" y="3204695"/>
            <a:chExt cx="577893" cy="577893"/>
          </a:xfrm>
        </p:grpSpPr>
        <p:sp>
          <p:nvSpPr>
            <p:cNvPr id="120" name="円/楕円 119">
              <a:extLst>
                <a:ext uri="{FF2B5EF4-FFF2-40B4-BE49-F238E27FC236}">
                  <a16:creationId xmlns:a16="http://schemas.microsoft.com/office/drawing/2014/main" id="{63F36ACF-087B-5DDB-E43A-467C71FECD54}"/>
                </a:ext>
              </a:extLst>
            </p:cNvPr>
            <p:cNvSpPr/>
            <p:nvPr/>
          </p:nvSpPr>
          <p:spPr>
            <a:xfrm>
              <a:off x="2979045" y="3204695"/>
              <a:ext cx="577893" cy="577893"/>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5" name="円/楕円 134">
              <a:extLst>
                <a:ext uri="{FF2B5EF4-FFF2-40B4-BE49-F238E27FC236}">
                  <a16:creationId xmlns:a16="http://schemas.microsoft.com/office/drawing/2014/main" id="{41903058-5868-8706-F2B1-34C3F520B0AB}"/>
                </a:ext>
              </a:extLst>
            </p:cNvPr>
            <p:cNvSpPr/>
            <p:nvPr/>
          </p:nvSpPr>
          <p:spPr>
            <a:xfrm>
              <a:off x="3117036" y="3338302"/>
              <a:ext cx="304760" cy="304760"/>
            </a:xfrm>
            <a:prstGeom prst="ellipse">
              <a:avLst/>
            </a:prstGeom>
            <a:no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 name="グループ化 16">
            <a:extLst>
              <a:ext uri="{FF2B5EF4-FFF2-40B4-BE49-F238E27FC236}">
                <a16:creationId xmlns:a16="http://schemas.microsoft.com/office/drawing/2014/main" id="{884C6E4C-A321-79B0-06C3-902A3836218D}"/>
              </a:ext>
            </a:extLst>
          </p:cNvPr>
          <p:cNvGrpSpPr/>
          <p:nvPr/>
        </p:nvGrpSpPr>
        <p:grpSpPr>
          <a:xfrm>
            <a:off x="3862623" y="1430364"/>
            <a:ext cx="577893" cy="577893"/>
            <a:chOff x="3862623" y="1430364"/>
            <a:chExt cx="577893" cy="577893"/>
          </a:xfrm>
        </p:grpSpPr>
        <p:pic>
          <p:nvPicPr>
            <p:cNvPr id="60" name="グラフィックス 59">
              <a:extLst>
                <a:ext uri="{FF2B5EF4-FFF2-40B4-BE49-F238E27FC236}">
                  <a16:creationId xmlns:a16="http://schemas.microsoft.com/office/drawing/2014/main" id="{3436FEC5-F13E-FBC5-ADF2-E1BD4F5B35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31480" y="1512309"/>
              <a:ext cx="440178" cy="440178"/>
            </a:xfrm>
            <a:prstGeom prst="rect">
              <a:avLst/>
            </a:prstGeom>
          </p:spPr>
        </p:pic>
        <p:sp>
          <p:nvSpPr>
            <p:cNvPr id="2" name="円/楕円 1">
              <a:extLst>
                <a:ext uri="{FF2B5EF4-FFF2-40B4-BE49-F238E27FC236}">
                  <a16:creationId xmlns:a16="http://schemas.microsoft.com/office/drawing/2014/main" id="{EF15953B-E5C5-6F4E-9896-6DF512E8ACAB}"/>
                </a:ext>
              </a:extLst>
            </p:cNvPr>
            <p:cNvSpPr/>
            <p:nvPr/>
          </p:nvSpPr>
          <p:spPr>
            <a:xfrm>
              <a:off x="3862623" y="1430364"/>
              <a:ext cx="577893" cy="577893"/>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6" name="グループ化 25">
            <a:extLst>
              <a:ext uri="{FF2B5EF4-FFF2-40B4-BE49-F238E27FC236}">
                <a16:creationId xmlns:a16="http://schemas.microsoft.com/office/drawing/2014/main" id="{660B5727-875F-FF64-F105-A0BBF3E31C9E}"/>
              </a:ext>
            </a:extLst>
          </p:cNvPr>
          <p:cNvGrpSpPr/>
          <p:nvPr/>
        </p:nvGrpSpPr>
        <p:grpSpPr>
          <a:xfrm>
            <a:off x="3862623" y="3364672"/>
            <a:ext cx="577893" cy="577893"/>
            <a:chOff x="3862623" y="3216725"/>
            <a:chExt cx="577893" cy="577893"/>
          </a:xfrm>
        </p:grpSpPr>
        <p:sp>
          <p:nvSpPr>
            <p:cNvPr id="8" name="円/楕円 7">
              <a:extLst>
                <a:ext uri="{FF2B5EF4-FFF2-40B4-BE49-F238E27FC236}">
                  <a16:creationId xmlns:a16="http://schemas.microsoft.com/office/drawing/2014/main" id="{A89D07AF-90A8-A895-F9D4-F3C702B6D1F9}"/>
                </a:ext>
              </a:extLst>
            </p:cNvPr>
            <p:cNvSpPr/>
            <p:nvPr/>
          </p:nvSpPr>
          <p:spPr>
            <a:xfrm>
              <a:off x="3862623" y="3216725"/>
              <a:ext cx="577893" cy="577893"/>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グラフィックス 4">
              <a:extLst>
                <a:ext uri="{FF2B5EF4-FFF2-40B4-BE49-F238E27FC236}">
                  <a16:creationId xmlns:a16="http://schemas.microsoft.com/office/drawing/2014/main" id="{B592358B-4065-08B6-6BF8-64C065C043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31480" y="3298670"/>
              <a:ext cx="440178" cy="440178"/>
            </a:xfrm>
            <a:prstGeom prst="rect">
              <a:avLst/>
            </a:prstGeom>
          </p:spPr>
        </p:pic>
      </p:grpSp>
      <p:grpSp>
        <p:nvGrpSpPr>
          <p:cNvPr id="27" name="グループ化 26">
            <a:extLst>
              <a:ext uri="{FF2B5EF4-FFF2-40B4-BE49-F238E27FC236}">
                <a16:creationId xmlns:a16="http://schemas.microsoft.com/office/drawing/2014/main" id="{B676FE0F-D998-C916-0DEA-2E28F88735D4}"/>
              </a:ext>
            </a:extLst>
          </p:cNvPr>
          <p:cNvGrpSpPr/>
          <p:nvPr/>
        </p:nvGrpSpPr>
        <p:grpSpPr>
          <a:xfrm>
            <a:off x="437653" y="2397518"/>
            <a:ext cx="577893" cy="577893"/>
            <a:chOff x="437653" y="1430364"/>
            <a:chExt cx="577893" cy="577893"/>
          </a:xfrm>
          <a:solidFill>
            <a:schemeClr val="bg1">
              <a:lumMod val="95000"/>
            </a:schemeClr>
          </a:solidFill>
        </p:grpSpPr>
        <p:sp>
          <p:nvSpPr>
            <p:cNvPr id="28" name="円/楕円 27">
              <a:extLst>
                <a:ext uri="{FF2B5EF4-FFF2-40B4-BE49-F238E27FC236}">
                  <a16:creationId xmlns:a16="http://schemas.microsoft.com/office/drawing/2014/main" id="{E0622533-C023-BC34-299C-D7BFEF8D314F}"/>
                </a:ext>
              </a:extLst>
            </p:cNvPr>
            <p:cNvSpPr/>
            <p:nvPr/>
          </p:nvSpPr>
          <p:spPr>
            <a:xfrm>
              <a:off x="437653" y="1430364"/>
              <a:ext cx="577893" cy="577893"/>
            </a:xfrm>
            <a:prstGeom prst="ellips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フリーフォーム 28">
              <a:extLst>
                <a:ext uri="{FF2B5EF4-FFF2-40B4-BE49-F238E27FC236}">
                  <a16:creationId xmlns:a16="http://schemas.microsoft.com/office/drawing/2014/main" id="{A7F40751-9970-F2C5-3590-29EFB0E8757C}"/>
                </a:ext>
              </a:extLst>
            </p:cNvPr>
            <p:cNvSpPr/>
            <p:nvPr/>
          </p:nvSpPr>
          <p:spPr>
            <a:xfrm>
              <a:off x="584374" y="1615561"/>
              <a:ext cx="298938" cy="207498"/>
            </a:xfrm>
            <a:custGeom>
              <a:avLst/>
              <a:gdLst>
                <a:gd name="connsiteX0" fmla="*/ 0 w 330591"/>
                <a:gd name="connsiteY0" fmla="*/ 116058 h 207498"/>
                <a:gd name="connsiteX1" fmla="*/ 91440 w 330591"/>
                <a:gd name="connsiteY1" fmla="*/ 207498 h 207498"/>
                <a:gd name="connsiteX2" fmla="*/ 298938 w 330591"/>
                <a:gd name="connsiteY2" fmla="*/ 0 h 207498"/>
                <a:gd name="connsiteX3" fmla="*/ 330591 w 330591"/>
                <a:gd name="connsiteY3" fmla="*/ 0 h 207498"/>
                <a:gd name="connsiteX0" fmla="*/ 0 w 298938"/>
                <a:gd name="connsiteY0" fmla="*/ 116058 h 207498"/>
                <a:gd name="connsiteX1" fmla="*/ 91440 w 298938"/>
                <a:gd name="connsiteY1" fmla="*/ 207498 h 207498"/>
                <a:gd name="connsiteX2" fmla="*/ 298938 w 298938"/>
                <a:gd name="connsiteY2" fmla="*/ 0 h 207498"/>
              </a:gdLst>
              <a:ahLst/>
              <a:cxnLst>
                <a:cxn ang="0">
                  <a:pos x="connsiteX0" y="connsiteY0"/>
                </a:cxn>
                <a:cxn ang="0">
                  <a:pos x="connsiteX1" y="connsiteY1"/>
                </a:cxn>
                <a:cxn ang="0">
                  <a:pos x="connsiteX2" y="connsiteY2"/>
                </a:cxn>
              </a:cxnLst>
              <a:rect l="l" t="t" r="r" b="b"/>
              <a:pathLst>
                <a:path w="298938" h="207498">
                  <a:moveTo>
                    <a:pt x="0" y="116058"/>
                  </a:moveTo>
                  <a:lnTo>
                    <a:pt x="91440" y="207498"/>
                  </a:lnTo>
                  <a:lnTo>
                    <a:pt x="298938" y="0"/>
                  </a:lnTo>
                </a:path>
              </a:pathLst>
            </a:custGeom>
            <a:grpFill/>
            <a:ln w="476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1" name="グループ化 30">
            <a:extLst>
              <a:ext uri="{FF2B5EF4-FFF2-40B4-BE49-F238E27FC236}">
                <a16:creationId xmlns:a16="http://schemas.microsoft.com/office/drawing/2014/main" id="{C18C92B6-68CF-9185-69D1-8EA239DEBF3D}"/>
              </a:ext>
            </a:extLst>
          </p:cNvPr>
          <p:cNvGrpSpPr/>
          <p:nvPr/>
        </p:nvGrpSpPr>
        <p:grpSpPr>
          <a:xfrm>
            <a:off x="1293896" y="2397518"/>
            <a:ext cx="577893" cy="577893"/>
            <a:chOff x="1265426" y="1430364"/>
            <a:chExt cx="577893" cy="577893"/>
          </a:xfrm>
          <a:solidFill>
            <a:schemeClr val="bg1">
              <a:lumMod val="95000"/>
            </a:schemeClr>
          </a:solidFill>
        </p:grpSpPr>
        <p:sp>
          <p:nvSpPr>
            <p:cNvPr id="32" name="円/楕円 31">
              <a:extLst>
                <a:ext uri="{FF2B5EF4-FFF2-40B4-BE49-F238E27FC236}">
                  <a16:creationId xmlns:a16="http://schemas.microsoft.com/office/drawing/2014/main" id="{9F470792-2202-E57A-AA7F-5EA6B76D1C4E}"/>
                </a:ext>
              </a:extLst>
            </p:cNvPr>
            <p:cNvSpPr/>
            <p:nvPr/>
          </p:nvSpPr>
          <p:spPr>
            <a:xfrm>
              <a:off x="1265426" y="1430364"/>
              <a:ext cx="577893" cy="577893"/>
            </a:xfrm>
            <a:prstGeom prst="ellips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3" name="グループ化 32">
              <a:extLst>
                <a:ext uri="{FF2B5EF4-FFF2-40B4-BE49-F238E27FC236}">
                  <a16:creationId xmlns:a16="http://schemas.microsoft.com/office/drawing/2014/main" id="{F8B312EF-9264-B417-6D1F-98EAE11F94BA}"/>
                </a:ext>
              </a:extLst>
            </p:cNvPr>
            <p:cNvGrpSpPr/>
            <p:nvPr/>
          </p:nvGrpSpPr>
          <p:grpSpPr>
            <a:xfrm>
              <a:off x="1439153" y="1617180"/>
              <a:ext cx="230438" cy="230437"/>
              <a:chOff x="9942180" y="5252780"/>
              <a:chExt cx="325494" cy="325494"/>
            </a:xfrm>
            <a:grpFill/>
          </p:grpSpPr>
          <p:cxnSp>
            <p:nvCxnSpPr>
              <p:cNvPr id="35" name="直線コネクタ 34">
                <a:extLst>
                  <a:ext uri="{FF2B5EF4-FFF2-40B4-BE49-F238E27FC236}">
                    <a16:creationId xmlns:a16="http://schemas.microsoft.com/office/drawing/2014/main" id="{87A86A70-032A-E2B9-4FDC-D694AC47C743}"/>
                  </a:ext>
                </a:extLst>
              </p:cNvPr>
              <p:cNvCxnSpPr>
                <a:cxnSpLocks/>
              </p:cNvCxnSpPr>
              <p:nvPr/>
            </p:nvCxnSpPr>
            <p:spPr>
              <a:xfrm>
                <a:off x="9942180" y="5252780"/>
                <a:ext cx="325494" cy="325494"/>
              </a:xfrm>
              <a:prstGeom prst="line">
                <a:avLst/>
              </a:prstGeom>
              <a:grpFill/>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A3D80FE8-EB01-AC58-969A-E34490F4E775}"/>
                  </a:ext>
                </a:extLst>
              </p:cNvPr>
              <p:cNvCxnSpPr>
                <a:cxnSpLocks/>
              </p:cNvCxnSpPr>
              <p:nvPr/>
            </p:nvCxnSpPr>
            <p:spPr>
              <a:xfrm flipH="1">
                <a:off x="9942180" y="5252780"/>
                <a:ext cx="325494" cy="325494"/>
              </a:xfrm>
              <a:prstGeom prst="line">
                <a:avLst/>
              </a:prstGeom>
              <a:grpFill/>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grpSp>
        <p:nvGrpSpPr>
          <p:cNvPr id="37" name="グループ化 36">
            <a:extLst>
              <a:ext uri="{FF2B5EF4-FFF2-40B4-BE49-F238E27FC236}">
                <a16:creationId xmlns:a16="http://schemas.microsoft.com/office/drawing/2014/main" id="{53D87A84-25BE-2FB7-6B50-97D2A396863D}"/>
              </a:ext>
            </a:extLst>
          </p:cNvPr>
          <p:cNvGrpSpPr/>
          <p:nvPr/>
        </p:nvGrpSpPr>
        <p:grpSpPr>
          <a:xfrm>
            <a:off x="2150138" y="2397518"/>
            <a:ext cx="577893" cy="577893"/>
            <a:chOff x="2151272" y="1430364"/>
            <a:chExt cx="577893" cy="577893"/>
          </a:xfrm>
          <a:solidFill>
            <a:schemeClr val="bg1">
              <a:lumMod val="95000"/>
            </a:schemeClr>
          </a:solidFill>
        </p:grpSpPr>
        <p:sp>
          <p:nvSpPr>
            <p:cNvPr id="46" name="円/楕円 45">
              <a:extLst>
                <a:ext uri="{FF2B5EF4-FFF2-40B4-BE49-F238E27FC236}">
                  <a16:creationId xmlns:a16="http://schemas.microsoft.com/office/drawing/2014/main" id="{D1D97E84-12F0-C08C-F055-15AC19537A08}"/>
                </a:ext>
              </a:extLst>
            </p:cNvPr>
            <p:cNvSpPr/>
            <p:nvPr/>
          </p:nvSpPr>
          <p:spPr>
            <a:xfrm>
              <a:off x="2151272" y="1430364"/>
              <a:ext cx="577893" cy="577893"/>
            </a:xfrm>
            <a:prstGeom prst="ellips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三角形 47">
              <a:extLst>
                <a:ext uri="{FF2B5EF4-FFF2-40B4-BE49-F238E27FC236}">
                  <a16:creationId xmlns:a16="http://schemas.microsoft.com/office/drawing/2014/main" id="{6FA7D622-768A-C117-6348-6D3C7320FC8A}"/>
                </a:ext>
              </a:extLst>
            </p:cNvPr>
            <p:cNvSpPr/>
            <p:nvPr/>
          </p:nvSpPr>
          <p:spPr>
            <a:xfrm>
              <a:off x="2316400" y="1602987"/>
              <a:ext cx="262122" cy="225968"/>
            </a:xfrm>
            <a:prstGeom prst="triangle">
              <a:avLst/>
            </a:prstGeom>
            <a:grpFill/>
            <a:ln w="41275" cap="rnd">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9" name="グループ化 48">
            <a:extLst>
              <a:ext uri="{FF2B5EF4-FFF2-40B4-BE49-F238E27FC236}">
                <a16:creationId xmlns:a16="http://schemas.microsoft.com/office/drawing/2014/main" id="{E2BB99D1-C513-0C47-E531-88DD3E902FD7}"/>
              </a:ext>
            </a:extLst>
          </p:cNvPr>
          <p:cNvGrpSpPr/>
          <p:nvPr/>
        </p:nvGrpSpPr>
        <p:grpSpPr>
          <a:xfrm>
            <a:off x="3006381" y="2397518"/>
            <a:ext cx="577893" cy="577893"/>
            <a:chOff x="2979045" y="1430364"/>
            <a:chExt cx="577893" cy="577893"/>
          </a:xfrm>
          <a:solidFill>
            <a:schemeClr val="bg1">
              <a:lumMod val="95000"/>
            </a:schemeClr>
          </a:solidFill>
        </p:grpSpPr>
        <p:sp>
          <p:nvSpPr>
            <p:cNvPr id="51" name="円/楕円 50">
              <a:extLst>
                <a:ext uri="{FF2B5EF4-FFF2-40B4-BE49-F238E27FC236}">
                  <a16:creationId xmlns:a16="http://schemas.microsoft.com/office/drawing/2014/main" id="{236516B7-EAEE-CC0A-8475-FC13FEA0D139}"/>
                </a:ext>
              </a:extLst>
            </p:cNvPr>
            <p:cNvSpPr/>
            <p:nvPr/>
          </p:nvSpPr>
          <p:spPr>
            <a:xfrm>
              <a:off x="2979045" y="1430364"/>
              <a:ext cx="577893" cy="577893"/>
            </a:xfrm>
            <a:prstGeom prst="ellipse">
              <a:avLst/>
            </a:prstGeom>
            <a:grp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51">
              <a:extLst>
                <a:ext uri="{FF2B5EF4-FFF2-40B4-BE49-F238E27FC236}">
                  <a16:creationId xmlns:a16="http://schemas.microsoft.com/office/drawing/2014/main" id="{C29FB558-84F5-8C0C-948D-6E3A697BAACE}"/>
                </a:ext>
              </a:extLst>
            </p:cNvPr>
            <p:cNvSpPr/>
            <p:nvPr/>
          </p:nvSpPr>
          <p:spPr>
            <a:xfrm>
              <a:off x="3115611" y="1572137"/>
              <a:ext cx="304760" cy="304760"/>
            </a:xfrm>
            <a:prstGeom prst="ellipse">
              <a:avLst/>
            </a:prstGeom>
            <a:grpFill/>
            <a:ln w="412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8" name="グループ化 87">
            <a:extLst>
              <a:ext uri="{FF2B5EF4-FFF2-40B4-BE49-F238E27FC236}">
                <a16:creationId xmlns:a16="http://schemas.microsoft.com/office/drawing/2014/main" id="{02BF783F-7D0C-D88B-CF51-9064CA8737E2}"/>
              </a:ext>
            </a:extLst>
          </p:cNvPr>
          <p:cNvGrpSpPr/>
          <p:nvPr/>
        </p:nvGrpSpPr>
        <p:grpSpPr>
          <a:xfrm>
            <a:off x="3862623" y="2397518"/>
            <a:ext cx="577893" cy="577893"/>
            <a:chOff x="3862623" y="2313767"/>
            <a:chExt cx="577893" cy="577893"/>
          </a:xfrm>
        </p:grpSpPr>
        <p:sp>
          <p:nvSpPr>
            <p:cNvPr id="57" name="円/楕円 56">
              <a:extLst>
                <a:ext uri="{FF2B5EF4-FFF2-40B4-BE49-F238E27FC236}">
                  <a16:creationId xmlns:a16="http://schemas.microsoft.com/office/drawing/2014/main" id="{BC1E9087-2135-E298-3040-32251963481F}"/>
                </a:ext>
              </a:extLst>
            </p:cNvPr>
            <p:cNvSpPr/>
            <p:nvPr/>
          </p:nvSpPr>
          <p:spPr>
            <a:xfrm>
              <a:off x="3862623" y="2313767"/>
              <a:ext cx="577893" cy="577893"/>
            </a:xfrm>
            <a:prstGeom prst="ellipse">
              <a:avLst/>
            </a:prstGeom>
            <a:solidFill>
              <a:schemeClr val="bg1">
                <a:lumMod val="9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4" name="グラフィックス 53">
              <a:extLst>
                <a:ext uri="{FF2B5EF4-FFF2-40B4-BE49-F238E27FC236}">
                  <a16:creationId xmlns:a16="http://schemas.microsoft.com/office/drawing/2014/main" id="{68284366-0432-CA3B-0474-F2D383606D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31480" y="2395712"/>
              <a:ext cx="440178" cy="440178"/>
            </a:xfrm>
            <a:prstGeom prst="rect">
              <a:avLst/>
            </a:prstGeom>
          </p:spPr>
        </p:pic>
      </p:grpSp>
      <p:grpSp>
        <p:nvGrpSpPr>
          <p:cNvPr id="58" name="グループ化 57">
            <a:extLst>
              <a:ext uri="{FF2B5EF4-FFF2-40B4-BE49-F238E27FC236}">
                <a16:creationId xmlns:a16="http://schemas.microsoft.com/office/drawing/2014/main" id="{BF17AD08-0222-48F8-5141-D6268A513629}"/>
              </a:ext>
            </a:extLst>
          </p:cNvPr>
          <p:cNvGrpSpPr/>
          <p:nvPr/>
        </p:nvGrpSpPr>
        <p:grpSpPr>
          <a:xfrm>
            <a:off x="437653" y="4331826"/>
            <a:ext cx="577893" cy="577893"/>
            <a:chOff x="437653" y="3204695"/>
            <a:chExt cx="577893" cy="577893"/>
          </a:xfrm>
          <a:gradFill flip="none" rotWithShape="1">
            <a:gsLst>
              <a:gs pos="0">
                <a:srgbClr val="0083B0"/>
              </a:gs>
              <a:gs pos="100000">
                <a:srgbClr val="00B4DB"/>
              </a:gs>
            </a:gsLst>
            <a:lin ang="0" scaled="1"/>
            <a:tileRect/>
          </a:gradFill>
        </p:grpSpPr>
        <p:sp>
          <p:nvSpPr>
            <p:cNvPr id="59" name="円/楕円 58">
              <a:extLst>
                <a:ext uri="{FF2B5EF4-FFF2-40B4-BE49-F238E27FC236}">
                  <a16:creationId xmlns:a16="http://schemas.microsoft.com/office/drawing/2014/main" id="{A657D7F7-8E49-FE34-403A-2386DD69921A}"/>
                </a:ext>
              </a:extLst>
            </p:cNvPr>
            <p:cNvSpPr/>
            <p:nvPr/>
          </p:nvSpPr>
          <p:spPr>
            <a:xfrm>
              <a:off x="437653" y="3204695"/>
              <a:ext cx="577893" cy="5778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フリーフォーム 60">
              <a:extLst>
                <a:ext uri="{FF2B5EF4-FFF2-40B4-BE49-F238E27FC236}">
                  <a16:creationId xmlns:a16="http://schemas.microsoft.com/office/drawing/2014/main" id="{C3D83323-BF11-F6E8-35BD-F9AB56F63030}"/>
                </a:ext>
              </a:extLst>
            </p:cNvPr>
            <p:cNvSpPr/>
            <p:nvPr/>
          </p:nvSpPr>
          <p:spPr>
            <a:xfrm>
              <a:off x="584374" y="3389892"/>
              <a:ext cx="298938" cy="207498"/>
            </a:xfrm>
            <a:custGeom>
              <a:avLst/>
              <a:gdLst>
                <a:gd name="connsiteX0" fmla="*/ 0 w 330591"/>
                <a:gd name="connsiteY0" fmla="*/ 116058 h 207498"/>
                <a:gd name="connsiteX1" fmla="*/ 91440 w 330591"/>
                <a:gd name="connsiteY1" fmla="*/ 207498 h 207498"/>
                <a:gd name="connsiteX2" fmla="*/ 298938 w 330591"/>
                <a:gd name="connsiteY2" fmla="*/ 0 h 207498"/>
                <a:gd name="connsiteX3" fmla="*/ 330591 w 330591"/>
                <a:gd name="connsiteY3" fmla="*/ 0 h 207498"/>
                <a:gd name="connsiteX0" fmla="*/ 0 w 298938"/>
                <a:gd name="connsiteY0" fmla="*/ 116058 h 207498"/>
                <a:gd name="connsiteX1" fmla="*/ 91440 w 298938"/>
                <a:gd name="connsiteY1" fmla="*/ 207498 h 207498"/>
                <a:gd name="connsiteX2" fmla="*/ 298938 w 298938"/>
                <a:gd name="connsiteY2" fmla="*/ 0 h 207498"/>
              </a:gdLst>
              <a:ahLst/>
              <a:cxnLst>
                <a:cxn ang="0">
                  <a:pos x="connsiteX0" y="connsiteY0"/>
                </a:cxn>
                <a:cxn ang="0">
                  <a:pos x="connsiteX1" y="connsiteY1"/>
                </a:cxn>
                <a:cxn ang="0">
                  <a:pos x="connsiteX2" y="connsiteY2"/>
                </a:cxn>
              </a:cxnLst>
              <a:rect l="l" t="t" r="r" b="b"/>
              <a:pathLst>
                <a:path w="298938" h="207498">
                  <a:moveTo>
                    <a:pt x="0" y="116058"/>
                  </a:moveTo>
                  <a:lnTo>
                    <a:pt x="91440" y="207498"/>
                  </a:lnTo>
                  <a:lnTo>
                    <a:pt x="298938" y="0"/>
                  </a:lnTo>
                </a:path>
              </a:pathLst>
            </a:custGeom>
            <a:grpFill/>
            <a:ln w="476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グループ化 61">
            <a:extLst>
              <a:ext uri="{FF2B5EF4-FFF2-40B4-BE49-F238E27FC236}">
                <a16:creationId xmlns:a16="http://schemas.microsoft.com/office/drawing/2014/main" id="{FE41AF4C-7E38-93C2-706C-5AA991DBA921}"/>
              </a:ext>
            </a:extLst>
          </p:cNvPr>
          <p:cNvGrpSpPr/>
          <p:nvPr/>
        </p:nvGrpSpPr>
        <p:grpSpPr>
          <a:xfrm>
            <a:off x="1293896" y="4331826"/>
            <a:ext cx="577893" cy="577893"/>
            <a:chOff x="1265426" y="3204695"/>
            <a:chExt cx="577893" cy="577893"/>
          </a:xfrm>
          <a:gradFill flip="none" rotWithShape="1">
            <a:gsLst>
              <a:gs pos="0">
                <a:srgbClr val="0083B0"/>
              </a:gs>
              <a:gs pos="100000">
                <a:srgbClr val="00B4DB"/>
              </a:gs>
            </a:gsLst>
            <a:lin ang="0" scaled="1"/>
            <a:tileRect/>
          </a:gradFill>
        </p:grpSpPr>
        <p:sp>
          <p:nvSpPr>
            <p:cNvPr id="63" name="円/楕円 62">
              <a:extLst>
                <a:ext uri="{FF2B5EF4-FFF2-40B4-BE49-F238E27FC236}">
                  <a16:creationId xmlns:a16="http://schemas.microsoft.com/office/drawing/2014/main" id="{E005005A-916A-2988-C9F9-068D8FCA4000}"/>
                </a:ext>
              </a:extLst>
            </p:cNvPr>
            <p:cNvSpPr/>
            <p:nvPr/>
          </p:nvSpPr>
          <p:spPr>
            <a:xfrm>
              <a:off x="1265426" y="3204695"/>
              <a:ext cx="577893" cy="5778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5" name="グループ化 64">
              <a:extLst>
                <a:ext uri="{FF2B5EF4-FFF2-40B4-BE49-F238E27FC236}">
                  <a16:creationId xmlns:a16="http://schemas.microsoft.com/office/drawing/2014/main" id="{5CC4B675-9D9B-DBD0-2316-8A2668088555}"/>
                </a:ext>
              </a:extLst>
            </p:cNvPr>
            <p:cNvGrpSpPr/>
            <p:nvPr/>
          </p:nvGrpSpPr>
          <p:grpSpPr>
            <a:xfrm>
              <a:off x="1439153" y="3391511"/>
              <a:ext cx="230438" cy="230437"/>
              <a:chOff x="9942180" y="5252780"/>
              <a:chExt cx="325494" cy="325494"/>
            </a:xfrm>
            <a:grpFill/>
          </p:grpSpPr>
          <p:cxnSp>
            <p:nvCxnSpPr>
              <p:cNvPr id="66" name="直線コネクタ 65">
                <a:extLst>
                  <a:ext uri="{FF2B5EF4-FFF2-40B4-BE49-F238E27FC236}">
                    <a16:creationId xmlns:a16="http://schemas.microsoft.com/office/drawing/2014/main" id="{B8D058E4-0B1C-68FB-4555-4B885C50187D}"/>
                  </a:ext>
                </a:extLst>
              </p:cNvPr>
              <p:cNvCxnSpPr>
                <a:cxnSpLocks/>
              </p:cNvCxnSpPr>
              <p:nvPr/>
            </p:nvCxnSpPr>
            <p:spPr>
              <a:xfrm>
                <a:off x="9942180" y="5252780"/>
                <a:ext cx="325494" cy="325494"/>
              </a:xfrm>
              <a:prstGeom prst="line">
                <a:avLst/>
              </a:prstGeom>
              <a:grpFill/>
              <a:ln w="476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53368660-B220-B032-04A4-878C3B85CEC9}"/>
                  </a:ext>
                </a:extLst>
              </p:cNvPr>
              <p:cNvCxnSpPr>
                <a:cxnSpLocks/>
              </p:cNvCxnSpPr>
              <p:nvPr/>
            </p:nvCxnSpPr>
            <p:spPr>
              <a:xfrm flipH="1">
                <a:off x="9942180" y="5252780"/>
                <a:ext cx="325494" cy="325494"/>
              </a:xfrm>
              <a:prstGeom prst="line">
                <a:avLst/>
              </a:prstGeom>
              <a:grpFill/>
              <a:ln w="47625">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69" name="グループ化 68">
            <a:extLst>
              <a:ext uri="{FF2B5EF4-FFF2-40B4-BE49-F238E27FC236}">
                <a16:creationId xmlns:a16="http://schemas.microsoft.com/office/drawing/2014/main" id="{390AB76E-FAD4-62C3-81D3-8F6BB132C8F4}"/>
              </a:ext>
            </a:extLst>
          </p:cNvPr>
          <p:cNvGrpSpPr/>
          <p:nvPr/>
        </p:nvGrpSpPr>
        <p:grpSpPr>
          <a:xfrm>
            <a:off x="2150138" y="4331826"/>
            <a:ext cx="577893" cy="577893"/>
            <a:chOff x="2151272" y="3204695"/>
            <a:chExt cx="577893" cy="577893"/>
          </a:xfrm>
          <a:gradFill flip="none" rotWithShape="1">
            <a:gsLst>
              <a:gs pos="0">
                <a:srgbClr val="0083B0"/>
              </a:gs>
              <a:gs pos="100000">
                <a:srgbClr val="00B4DB"/>
              </a:gs>
            </a:gsLst>
            <a:lin ang="0" scaled="1"/>
            <a:tileRect/>
          </a:gradFill>
        </p:grpSpPr>
        <p:sp>
          <p:nvSpPr>
            <p:cNvPr id="70" name="円/楕円 69">
              <a:extLst>
                <a:ext uri="{FF2B5EF4-FFF2-40B4-BE49-F238E27FC236}">
                  <a16:creationId xmlns:a16="http://schemas.microsoft.com/office/drawing/2014/main" id="{920914D2-8631-49F5-EB06-84FF33BCFBCB}"/>
                </a:ext>
              </a:extLst>
            </p:cNvPr>
            <p:cNvSpPr/>
            <p:nvPr/>
          </p:nvSpPr>
          <p:spPr>
            <a:xfrm>
              <a:off x="2151272" y="3204695"/>
              <a:ext cx="577893" cy="5778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三角形 70">
              <a:extLst>
                <a:ext uri="{FF2B5EF4-FFF2-40B4-BE49-F238E27FC236}">
                  <a16:creationId xmlns:a16="http://schemas.microsoft.com/office/drawing/2014/main" id="{B82AFF73-42C5-196B-DC83-8442A2A3FB26}"/>
                </a:ext>
              </a:extLst>
            </p:cNvPr>
            <p:cNvSpPr/>
            <p:nvPr/>
          </p:nvSpPr>
          <p:spPr>
            <a:xfrm>
              <a:off x="2315536" y="3371072"/>
              <a:ext cx="262122" cy="225968"/>
            </a:xfrm>
            <a:prstGeom prst="triangle">
              <a:avLst/>
            </a:prstGeom>
            <a:grpFill/>
            <a:ln w="41275"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1" name="グループ化 80">
            <a:extLst>
              <a:ext uri="{FF2B5EF4-FFF2-40B4-BE49-F238E27FC236}">
                <a16:creationId xmlns:a16="http://schemas.microsoft.com/office/drawing/2014/main" id="{15092536-3799-BB5A-F621-BBCD76E5D28E}"/>
              </a:ext>
            </a:extLst>
          </p:cNvPr>
          <p:cNvGrpSpPr/>
          <p:nvPr/>
        </p:nvGrpSpPr>
        <p:grpSpPr>
          <a:xfrm>
            <a:off x="3006381" y="4331826"/>
            <a:ext cx="577893" cy="577893"/>
            <a:chOff x="2979045" y="3204695"/>
            <a:chExt cx="577893" cy="577893"/>
          </a:xfrm>
          <a:gradFill flip="none" rotWithShape="1">
            <a:gsLst>
              <a:gs pos="0">
                <a:srgbClr val="0083B0"/>
              </a:gs>
              <a:gs pos="100000">
                <a:srgbClr val="00B4DB"/>
              </a:gs>
            </a:gsLst>
            <a:lin ang="0" scaled="1"/>
            <a:tileRect/>
          </a:gradFill>
        </p:grpSpPr>
        <p:sp>
          <p:nvSpPr>
            <p:cNvPr id="82" name="円/楕円 81">
              <a:extLst>
                <a:ext uri="{FF2B5EF4-FFF2-40B4-BE49-F238E27FC236}">
                  <a16:creationId xmlns:a16="http://schemas.microsoft.com/office/drawing/2014/main" id="{313030A7-A54B-6176-D17D-B97E8E935C5A}"/>
                </a:ext>
              </a:extLst>
            </p:cNvPr>
            <p:cNvSpPr/>
            <p:nvPr/>
          </p:nvSpPr>
          <p:spPr>
            <a:xfrm>
              <a:off x="2979045" y="3204695"/>
              <a:ext cx="577893" cy="5778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円/楕円 82">
              <a:extLst>
                <a:ext uri="{FF2B5EF4-FFF2-40B4-BE49-F238E27FC236}">
                  <a16:creationId xmlns:a16="http://schemas.microsoft.com/office/drawing/2014/main" id="{D249D633-630C-E845-CD97-46CC25EFB4D5}"/>
                </a:ext>
              </a:extLst>
            </p:cNvPr>
            <p:cNvSpPr/>
            <p:nvPr/>
          </p:nvSpPr>
          <p:spPr>
            <a:xfrm>
              <a:off x="3117036" y="3338302"/>
              <a:ext cx="304760" cy="304760"/>
            </a:xfrm>
            <a:prstGeom prst="ellipse">
              <a:avLst/>
            </a:prstGeom>
            <a:grp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7" name="グループ化 86">
            <a:extLst>
              <a:ext uri="{FF2B5EF4-FFF2-40B4-BE49-F238E27FC236}">
                <a16:creationId xmlns:a16="http://schemas.microsoft.com/office/drawing/2014/main" id="{F2535ED7-3A0F-F087-AB37-8D5AF8ECE424}"/>
              </a:ext>
            </a:extLst>
          </p:cNvPr>
          <p:cNvGrpSpPr/>
          <p:nvPr/>
        </p:nvGrpSpPr>
        <p:grpSpPr>
          <a:xfrm>
            <a:off x="3862623" y="4331826"/>
            <a:ext cx="577893" cy="577893"/>
            <a:chOff x="3862623" y="4215792"/>
            <a:chExt cx="577893" cy="577893"/>
          </a:xfrm>
        </p:grpSpPr>
        <p:sp>
          <p:nvSpPr>
            <p:cNvPr id="85" name="円/楕円 84">
              <a:extLst>
                <a:ext uri="{FF2B5EF4-FFF2-40B4-BE49-F238E27FC236}">
                  <a16:creationId xmlns:a16="http://schemas.microsoft.com/office/drawing/2014/main" id="{38F3C357-8A4B-14FB-1B55-6DFA967DED03}"/>
                </a:ext>
              </a:extLst>
            </p:cNvPr>
            <p:cNvSpPr/>
            <p:nvPr/>
          </p:nvSpPr>
          <p:spPr>
            <a:xfrm>
              <a:off x="3862623" y="4215792"/>
              <a:ext cx="577893" cy="577893"/>
            </a:xfrm>
            <a:prstGeom prst="ellipse">
              <a:avLst/>
            </a:prstGeom>
            <a:gradFill>
              <a:gsLst>
                <a:gs pos="0">
                  <a:srgbClr val="0083B0"/>
                </a:gs>
                <a:gs pos="100000">
                  <a:srgbClr val="00B4D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6" name="グラフィックス 85">
              <a:extLst>
                <a:ext uri="{FF2B5EF4-FFF2-40B4-BE49-F238E27FC236}">
                  <a16:creationId xmlns:a16="http://schemas.microsoft.com/office/drawing/2014/main" id="{45F19A2A-5A6B-7A65-DF0C-4BEF69FD5D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31480" y="4297737"/>
              <a:ext cx="440178" cy="440178"/>
            </a:xfrm>
            <a:prstGeom prst="rect">
              <a:avLst/>
            </a:prstGeom>
          </p:spPr>
        </p:pic>
      </p:grpSp>
      <p:grpSp>
        <p:nvGrpSpPr>
          <p:cNvPr id="138" name="グループ化 137">
            <a:extLst>
              <a:ext uri="{FF2B5EF4-FFF2-40B4-BE49-F238E27FC236}">
                <a16:creationId xmlns:a16="http://schemas.microsoft.com/office/drawing/2014/main" id="{34929614-626A-5BB1-81BB-D2A12AABEBA0}"/>
              </a:ext>
            </a:extLst>
          </p:cNvPr>
          <p:cNvGrpSpPr/>
          <p:nvPr/>
        </p:nvGrpSpPr>
        <p:grpSpPr>
          <a:xfrm>
            <a:off x="437653" y="5298979"/>
            <a:ext cx="577893" cy="577893"/>
            <a:chOff x="437653" y="5298979"/>
            <a:chExt cx="577893" cy="577893"/>
          </a:xfrm>
        </p:grpSpPr>
        <p:sp>
          <p:nvSpPr>
            <p:cNvPr id="98" name="円/楕円 97">
              <a:extLst>
                <a:ext uri="{FF2B5EF4-FFF2-40B4-BE49-F238E27FC236}">
                  <a16:creationId xmlns:a16="http://schemas.microsoft.com/office/drawing/2014/main" id="{41F211F8-56A7-56C9-4796-DFD63D0DD6BC}"/>
                </a:ext>
              </a:extLst>
            </p:cNvPr>
            <p:cNvSpPr/>
            <p:nvPr/>
          </p:nvSpPr>
          <p:spPr>
            <a:xfrm>
              <a:off x="437653" y="5298979"/>
              <a:ext cx="577893" cy="577893"/>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フリーフォーム 111">
              <a:extLst>
                <a:ext uri="{FF2B5EF4-FFF2-40B4-BE49-F238E27FC236}">
                  <a16:creationId xmlns:a16="http://schemas.microsoft.com/office/drawing/2014/main" id="{4F685536-DFC2-25B1-5E85-6D381988B190}"/>
                </a:ext>
              </a:extLst>
            </p:cNvPr>
            <p:cNvSpPr/>
            <p:nvPr/>
          </p:nvSpPr>
          <p:spPr>
            <a:xfrm>
              <a:off x="584374" y="5484176"/>
              <a:ext cx="298938" cy="207498"/>
            </a:xfrm>
            <a:custGeom>
              <a:avLst/>
              <a:gdLst>
                <a:gd name="connsiteX0" fmla="*/ 0 w 330591"/>
                <a:gd name="connsiteY0" fmla="*/ 116058 h 207498"/>
                <a:gd name="connsiteX1" fmla="*/ 91440 w 330591"/>
                <a:gd name="connsiteY1" fmla="*/ 207498 h 207498"/>
                <a:gd name="connsiteX2" fmla="*/ 298938 w 330591"/>
                <a:gd name="connsiteY2" fmla="*/ 0 h 207498"/>
                <a:gd name="connsiteX3" fmla="*/ 330591 w 330591"/>
                <a:gd name="connsiteY3" fmla="*/ 0 h 207498"/>
                <a:gd name="connsiteX0" fmla="*/ 0 w 298938"/>
                <a:gd name="connsiteY0" fmla="*/ 116058 h 207498"/>
                <a:gd name="connsiteX1" fmla="*/ 91440 w 298938"/>
                <a:gd name="connsiteY1" fmla="*/ 207498 h 207498"/>
                <a:gd name="connsiteX2" fmla="*/ 298938 w 298938"/>
                <a:gd name="connsiteY2" fmla="*/ 0 h 207498"/>
              </a:gdLst>
              <a:ahLst/>
              <a:cxnLst>
                <a:cxn ang="0">
                  <a:pos x="connsiteX0" y="connsiteY0"/>
                </a:cxn>
                <a:cxn ang="0">
                  <a:pos x="connsiteX1" y="connsiteY1"/>
                </a:cxn>
                <a:cxn ang="0">
                  <a:pos x="connsiteX2" y="connsiteY2"/>
                </a:cxn>
              </a:cxnLst>
              <a:rect l="l" t="t" r="r" b="b"/>
              <a:pathLst>
                <a:path w="298938" h="207498">
                  <a:moveTo>
                    <a:pt x="0" y="116058"/>
                  </a:moveTo>
                  <a:lnTo>
                    <a:pt x="91440" y="207498"/>
                  </a:lnTo>
                  <a:lnTo>
                    <a:pt x="298938" y="0"/>
                  </a:lnTo>
                </a:path>
              </a:pathLst>
            </a:custGeom>
            <a:noFill/>
            <a:ln w="476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39" name="グループ化 138">
            <a:extLst>
              <a:ext uri="{FF2B5EF4-FFF2-40B4-BE49-F238E27FC236}">
                <a16:creationId xmlns:a16="http://schemas.microsoft.com/office/drawing/2014/main" id="{113122C9-4B52-F48D-DE78-DD555C0C2D97}"/>
              </a:ext>
            </a:extLst>
          </p:cNvPr>
          <p:cNvGrpSpPr/>
          <p:nvPr/>
        </p:nvGrpSpPr>
        <p:grpSpPr>
          <a:xfrm>
            <a:off x="1293896" y="5298979"/>
            <a:ext cx="577893" cy="577893"/>
            <a:chOff x="1293896" y="5298979"/>
            <a:chExt cx="577893" cy="577893"/>
          </a:xfrm>
        </p:grpSpPr>
        <p:sp>
          <p:nvSpPr>
            <p:cNvPr id="115" name="円/楕円 114">
              <a:extLst>
                <a:ext uri="{FF2B5EF4-FFF2-40B4-BE49-F238E27FC236}">
                  <a16:creationId xmlns:a16="http://schemas.microsoft.com/office/drawing/2014/main" id="{87276811-38B3-4564-E6F7-D8CDEEDB080B}"/>
                </a:ext>
              </a:extLst>
            </p:cNvPr>
            <p:cNvSpPr/>
            <p:nvPr/>
          </p:nvSpPr>
          <p:spPr>
            <a:xfrm>
              <a:off x="1293896" y="5298979"/>
              <a:ext cx="577893" cy="577893"/>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6" name="グループ化 115">
              <a:extLst>
                <a:ext uri="{FF2B5EF4-FFF2-40B4-BE49-F238E27FC236}">
                  <a16:creationId xmlns:a16="http://schemas.microsoft.com/office/drawing/2014/main" id="{B228FAAC-F09A-0D44-7AAA-DC1792911BA3}"/>
                </a:ext>
              </a:extLst>
            </p:cNvPr>
            <p:cNvGrpSpPr/>
            <p:nvPr/>
          </p:nvGrpSpPr>
          <p:grpSpPr>
            <a:xfrm>
              <a:off x="1467623" y="5485795"/>
              <a:ext cx="230438" cy="230437"/>
              <a:chOff x="9942180" y="5252780"/>
              <a:chExt cx="325494" cy="325494"/>
            </a:xfrm>
          </p:grpSpPr>
          <p:cxnSp>
            <p:nvCxnSpPr>
              <p:cNvPr id="119" name="直線コネクタ 118">
                <a:extLst>
                  <a:ext uri="{FF2B5EF4-FFF2-40B4-BE49-F238E27FC236}">
                    <a16:creationId xmlns:a16="http://schemas.microsoft.com/office/drawing/2014/main" id="{6529FE10-70D1-7221-91A8-76EEFE861C98}"/>
                  </a:ext>
                </a:extLst>
              </p:cNvPr>
              <p:cNvCxnSpPr>
                <a:cxnSpLocks/>
              </p:cNvCxnSpPr>
              <p:nvPr/>
            </p:nvCxnSpPr>
            <p:spPr>
              <a:xfrm>
                <a:off x="9942180" y="5252780"/>
                <a:ext cx="325494" cy="325494"/>
              </a:xfrm>
              <a:prstGeom prst="line">
                <a:avLst/>
              </a:prstGeom>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1" name="直線コネクタ 120">
                <a:extLst>
                  <a:ext uri="{FF2B5EF4-FFF2-40B4-BE49-F238E27FC236}">
                    <a16:creationId xmlns:a16="http://schemas.microsoft.com/office/drawing/2014/main" id="{41570F8B-ED5E-19FF-E019-B8CC94AFF974}"/>
                  </a:ext>
                </a:extLst>
              </p:cNvPr>
              <p:cNvCxnSpPr>
                <a:cxnSpLocks/>
              </p:cNvCxnSpPr>
              <p:nvPr/>
            </p:nvCxnSpPr>
            <p:spPr>
              <a:xfrm flipH="1">
                <a:off x="9942180" y="5252780"/>
                <a:ext cx="325494" cy="325494"/>
              </a:xfrm>
              <a:prstGeom prst="line">
                <a:avLst/>
              </a:prstGeom>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40" name="グループ化 139">
            <a:extLst>
              <a:ext uri="{FF2B5EF4-FFF2-40B4-BE49-F238E27FC236}">
                <a16:creationId xmlns:a16="http://schemas.microsoft.com/office/drawing/2014/main" id="{FBF8C66B-1127-D5B2-EB46-561ACFEEB096}"/>
              </a:ext>
            </a:extLst>
          </p:cNvPr>
          <p:cNvGrpSpPr/>
          <p:nvPr/>
        </p:nvGrpSpPr>
        <p:grpSpPr>
          <a:xfrm>
            <a:off x="2150138" y="5298979"/>
            <a:ext cx="577893" cy="577893"/>
            <a:chOff x="2150138" y="5298979"/>
            <a:chExt cx="577893" cy="577893"/>
          </a:xfrm>
        </p:grpSpPr>
        <p:sp>
          <p:nvSpPr>
            <p:cNvPr id="123" name="円/楕円 122">
              <a:extLst>
                <a:ext uri="{FF2B5EF4-FFF2-40B4-BE49-F238E27FC236}">
                  <a16:creationId xmlns:a16="http://schemas.microsoft.com/office/drawing/2014/main" id="{90AA92D8-23FC-C5A6-608A-09628EB0CEBF}"/>
                </a:ext>
              </a:extLst>
            </p:cNvPr>
            <p:cNvSpPr/>
            <p:nvPr/>
          </p:nvSpPr>
          <p:spPr>
            <a:xfrm>
              <a:off x="2150138" y="5298979"/>
              <a:ext cx="577893" cy="577893"/>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5" name="三角形 124">
              <a:extLst>
                <a:ext uri="{FF2B5EF4-FFF2-40B4-BE49-F238E27FC236}">
                  <a16:creationId xmlns:a16="http://schemas.microsoft.com/office/drawing/2014/main" id="{B88732A9-D037-648C-7110-606B25DDA076}"/>
                </a:ext>
              </a:extLst>
            </p:cNvPr>
            <p:cNvSpPr/>
            <p:nvPr/>
          </p:nvSpPr>
          <p:spPr>
            <a:xfrm>
              <a:off x="2315266" y="5471602"/>
              <a:ext cx="262122" cy="225968"/>
            </a:xfrm>
            <a:prstGeom prst="triangle">
              <a:avLst/>
            </a:prstGeom>
            <a:noFill/>
            <a:ln w="41275" cap="rnd">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1" name="グループ化 140">
            <a:extLst>
              <a:ext uri="{FF2B5EF4-FFF2-40B4-BE49-F238E27FC236}">
                <a16:creationId xmlns:a16="http://schemas.microsoft.com/office/drawing/2014/main" id="{72F3A5E5-6196-DF7B-A307-BC892DA612A9}"/>
              </a:ext>
            </a:extLst>
          </p:cNvPr>
          <p:cNvGrpSpPr/>
          <p:nvPr/>
        </p:nvGrpSpPr>
        <p:grpSpPr>
          <a:xfrm>
            <a:off x="3006381" y="5298979"/>
            <a:ext cx="577893" cy="577893"/>
            <a:chOff x="3006381" y="5298979"/>
            <a:chExt cx="577893" cy="577893"/>
          </a:xfrm>
        </p:grpSpPr>
        <p:sp>
          <p:nvSpPr>
            <p:cNvPr id="128" name="円/楕円 127">
              <a:extLst>
                <a:ext uri="{FF2B5EF4-FFF2-40B4-BE49-F238E27FC236}">
                  <a16:creationId xmlns:a16="http://schemas.microsoft.com/office/drawing/2014/main" id="{13B98CEE-2472-9481-F7E9-D135C0709507}"/>
                </a:ext>
              </a:extLst>
            </p:cNvPr>
            <p:cNvSpPr/>
            <p:nvPr/>
          </p:nvSpPr>
          <p:spPr>
            <a:xfrm>
              <a:off x="3006381" y="5298979"/>
              <a:ext cx="577893" cy="577893"/>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9" name="円/楕円 128">
              <a:extLst>
                <a:ext uri="{FF2B5EF4-FFF2-40B4-BE49-F238E27FC236}">
                  <a16:creationId xmlns:a16="http://schemas.microsoft.com/office/drawing/2014/main" id="{DE5853ED-C85B-58EA-4533-1D3D99B1DD9C}"/>
                </a:ext>
              </a:extLst>
            </p:cNvPr>
            <p:cNvSpPr/>
            <p:nvPr/>
          </p:nvSpPr>
          <p:spPr>
            <a:xfrm>
              <a:off x="3142947" y="5440752"/>
              <a:ext cx="304760" cy="304760"/>
            </a:xfrm>
            <a:prstGeom prst="ellipse">
              <a:avLst/>
            </a:prstGeom>
            <a:noFill/>
            <a:ln w="412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2" name="グループ化 141">
            <a:extLst>
              <a:ext uri="{FF2B5EF4-FFF2-40B4-BE49-F238E27FC236}">
                <a16:creationId xmlns:a16="http://schemas.microsoft.com/office/drawing/2014/main" id="{228B33BA-E554-D4AD-0E8F-16AE8F2EF09C}"/>
              </a:ext>
            </a:extLst>
          </p:cNvPr>
          <p:cNvGrpSpPr/>
          <p:nvPr/>
        </p:nvGrpSpPr>
        <p:grpSpPr>
          <a:xfrm>
            <a:off x="3862623" y="5298979"/>
            <a:ext cx="577893" cy="577893"/>
            <a:chOff x="3862623" y="5298979"/>
            <a:chExt cx="577893" cy="577893"/>
          </a:xfrm>
        </p:grpSpPr>
        <p:pic>
          <p:nvPicPr>
            <p:cNvPr id="132" name="グラフィックス 131">
              <a:extLst>
                <a:ext uri="{FF2B5EF4-FFF2-40B4-BE49-F238E27FC236}">
                  <a16:creationId xmlns:a16="http://schemas.microsoft.com/office/drawing/2014/main" id="{90425B35-69CE-0EFD-F1B8-258337941E1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31480" y="5380924"/>
              <a:ext cx="440178" cy="440178"/>
            </a:xfrm>
            <a:prstGeom prst="rect">
              <a:avLst/>
            </a:prstGeom>
          </p:spPr>
        </p:pic>
        <p:sp>
          <p:nvSpPr>
            <p:cNvPr id="137" name="円/楕円 136">
              <a:extLst>
                <a:ext uri="{FF2B5EF4-FFF2-40B4-BE49-F238E27FC236}">
                  <a16:creationId xmlns:a16="http://schemas.microsoft.com/office/drawing/2014/main" id="{8BE54592-A422-1AF2-0FB8-2070F91E2218}"/>
                </a:ext>
              </a:extLst>
            </p:cNvPr>
            <p:cNvSpPr/>
            <p:nvPr/>
          </p:nvSpPr>
          <p:spPr>
            <a:xfrm>
              <a:off x="3862623" y="5298979"/>
              <a:ext cx="577893" cy="577893"/>
            </a:xfrm>
            <a:prstGeom prst="ellipse">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45" name="フリーフォーム 144">
            <a:extLst>
              <a:ext uri="{FF2B5EF4-FFF2-40B4-BE49-F238E27FC236}">
                <a16:creationId xmlns:a16="http://schemas.microsoft.com/office/drawing/2014/main" id="{CB6E1EF2-C25D-5EEA-604C-137E756E650E}"/>
              </a:ext>
            </a:extLst>
          </p:cNvPr>
          <p:cNvSpPr/>
          <p:nvPr/>
        </p:nvSpPr>
        <p:spPr>
          <a:xfrm>
            <a:off x="6299374" y="1615561"/>
            <a:ext cx="298938" cy="207498"/>
          </a:xfrm>
          <a:custGeom>
            <a:avLst/>
            <a:gdLst>
              <a:gd name="connsiteX0" fmla="*/ 0 w 330591"/>
              <a:gd name="connsiteY0" fmla="*/ 116058 h 207498"/>
              <a:gd name="connsiteX1" fmla="*/ 91440 w 330591"/>
              <a:gd name="connsiteY1" fmla="*/ 207498 h 207498"/>
              <a:gd name="connsiteX2" fmla="*/ 298938 w 330591"/>
              <a:gd name="connsiteY2" fmla="*/ 0 h 207498"/>
              <a:gd name="connsiteX3" fmla="*/ 330591 w 330591"/>
              <a:gd name="connsiteY3" fmla="*/ 0 h 207498"/>
              <a:gd name="connsiteX0" fmla="*/ 0 w 298938"/>
              <a:gd name="connsiteY0" fmla="*/ 116058 h 207498"/>
              <a:gd name="connsiteX1" fmla="*/ 91440 w 298938"/>
              <a:gd name="connsiteY1" fmla="*/ 207498 h 207498"/>
              <a:gd name="connsiteX2" fmla="*/ 298938 w 298938"/>
              <a:gd name="connsiteY2" fmla="*/ 0 h 207498"/>
            </a:gdLst>
            <a:ahLst/>
            <a:cxnLst>
              <a:cxn ang="0">
                <a:pos x="connsiteX0" y="connsiteY0"/>
              </a:cxn>
              <a:cxn ang="0">
                <a:pos x="connsiteX1" y="connsiteY1"/>
              </a:cxn>
              <a:cxn ang="0">
                <a:pos x="connsiteX2" y="connsiteY2"/>
              </a:cxn>
            </a:cxnLst>
            <a:rect l="l" t="t" r="r" b="b"/>
            <a:pathLst>
              <a:path w="298938" h="207498">
                <a:moveTo>
                  <a:pt x="0" y="116058"/>
                </a:moveTo>
                <a:lnTo>
                  <a:pt x="91440" y="207498"/>
                </a:lnTo>
                <a:lnTo>
                  <a:pt x="298938" y="0"/>
                </a:lnTo>
              </a:path>
            </a:pathLst>
          </a:custGeom>
          <a:noFill/>
          <a:ln w="476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8" name="グループ化 147">
            <a:extLst>
              <a:ext uri="{FF2B5EF4-FFF2-40B4-BE49-F238E27FC236}">
                <a16:creationId xmlns:a16="http://schemas.microsoft.com/office/drawing/2014/main" id="{DB698221-BDF8-04B0-F40A-6B5C2CAEA255}"/>
              </a:ext>
            </a:extLst>
          </p:cNvPr>
          <p:cNvGrpSpPr/>
          <p:nvPr/>
        </p:nvGrpSpPr>
        <p:grpSpPr>
          <a:xfrm>
            <a:off x="7182623" y="1617180"/>
            <a:ext cx="230438" cy="230437"/>
            <a:chOff x="9942180" y="5252780"/>
            <a:chExt cx="325494" cy="325494"/>
          </a:xfrm>
        </p:grpSpPr>
        <p:cxnSp>
          <p:nvCxnSpPr>
            <p:cNvPr id="149" name="直線コネクタ 148">
              <a:extLst>
                <a:ext uri="{FF2B5EF4-FFF2-40B4-BE49-F238E27FC236}">
                  <a16:creationId xmlns:a16="http://schemas.microsoft.com/office/drawing/2014/main" id="{F3BCED15-9A07-4AED-36C8-ECD89C3DA73E}"/>
                </a:ext>
              </a:extLst>
            </p:cNvPr>
            <p:cNvCxnSpPr>
              <a:cxnSpLocks/>
            </p:cNvCxnSpPr>
            <p:nvPr/>
          </p:nvCxnSpPr>
          <p:spPr>
            <a:xfrm>
              <a:off x="9942180" y="5252780"/>
              <a:ext cx="325494" cy="325494"/>
            </a:xfrm>
            <a:prstGeom prst="line">
              <a:avLst/>
            </a:prstGeom>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E08A0C91-741B-A62B-8596-7AD5E58AB540}"/>
                </a:ext>
              </a:extLst>
            </p:cNvPr>
            <p:cNvCxnSpPr>
              <a:cxnSpLocks/>
            </p:cNvCxnSpPr>
            <p:nvPr/>
          </p:nvCxnSpPr>
          <p:spPr>
            <a:xfrm flipH="1">
              <a:off x="9942180" y="5252780"/>
              <a:ext cx="325494" cy="325494"/>
            </a:xfrm>
            <a:prstGeom prst="line">
              <a:avLst/>
            </a:prstGeom>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53" name="フリーフォーム 152">
            <a:extLst>
              <a:ext uri="{FF2B5EF4-FFF2-40B4-BE49-F238E27FC236}">
                <a16:creationId xmlns:a16="http://schemas.microsoft.com/office/drawing/2014/main" id="{17030A53-B08E-7474-E01F-3F672FF6ABB7}"/>
              </a:ext>
            </a:extLst>
          </p:cNvPr>
          <p:cNvSpPr/>
          <p:nvPr/>
        </p:nvSpPr>
        <p:spPr>
          <a:xfrm>
            <a:off x="6299374" y="3549869"/>
            <a:ext cx="298938" cy="207498"/>
          </a:xfrm>
          <a:custGeom>
            <a:avLst/>
            <a:gdLst>
              <a:gd name="connsiteX0" fmla="*/ 0 w 330591"/>
              <a:gd name="connsiteY0" fmla="*/ 116058 h 207498"/>
              <a:gd name="connsiteX1" fmla="*/ 91440 w 330591"/>
              <a:gd name="connsiteY1" fmla="*/ 207498 h 207498"/>
              <a:gd name="connsiteX2" fmla="*/ 298938 w 330591"/>
              <a:gd name="connsiteY2" fmla="*/ 0 h 207498"/>
              <a:gd name="connsiteX3" fmla="*/ 330591 w 330591"/>
              <a:gd name="connsiteY3" fmla="*/ 0 h 207498"/>
              <a:gd name="connsiteX0" fmla="*/ 0 w 298938"/>
              <a:gd name="connsiteY0" fmla="*/ 116058 h 207498"/>
              <a:gd name="connsiteX1" fmla="*/ 91440 w 298938"/>
              <a:gd name="connsiteY1" fmla="*/ 207498 h 207498"/>
              <a:gd name="connsiteX2" fmla="*/ 298938 w 298938"/>
              <a:gd name="connsiteY2" fmla="*/ 0 h 207498"/>
            </a:gdLst>
            <a:ahLst/>
            <a:cxnLst>
              <a:cxn ang="0">
                <a:pos x="connsiteX0" y="connsiteY0"/>
              </a:cxn>
              <a:cxn ang="0">
                <a:pos x="connsiteX1" y="connsiteY1"/>
              </a:cxn>
              <a:cxn ang="0">
                <a:pos x="connsiteX2" y="connsiteY2"/>
              </a:cxn>
            </a:cxnLst>
            <a:rect l="l" t="t" r="r" b="b"/>
            <a:pathLst>
              <a:path w="298938" h="207498">
                <a:moveTo>
                  <a:pt x="0" y="116058"/>
                </a:moveTo>
                <a:lnTo>
                  <a:pt x="91440" y="207498"/>
                </a:lnTo>
                <a:lnTo>
                  <a:pt x="298938" y="0"/>
                </a:lnTo>
              </a:path>
            </a:pathLst>
          </a:custGeom>
          <a:noFill/>
          <a:ln w="476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6" name="グループ化 155">
            <a:extLst>
              <a:ext uri="{FF2B5EF4-FFF2-40B4-BE49-F238E27FC236}">
                <a16:creationId xmlns:a16="http://schemas.microsoft.com/office/drawing/2014/main" id="{D631E943-FC91-EEA2-3FEB-65FCD64C8710}"/>
              </a:ext>
            </a:extLst>
          </p:cNvPr>
          <p:cNvGrpSpPr/>
          <p:nvPr/>
        </p:nvGrpSpPr>
        <p:grpSpPr>
          <a:xfrm>
            <a:off x="7182623" y="3551488"/>
            <a:ext cx="230438" cy="230437"/>
            <a:chOff x="9942180" y="5252780"/>
            <a:chExt cx="325494" cy="325494"/>
          </a:xfrm>
        </p:grpSpPr>
        <p:cxnSp>
          <p:nvCxnSpPr>
            <p:cNvPr id="157" name="直線コネクタ 156">
              <a:extLst>
                <a:ext uri="{FF2B5EF4-FFF2-40B4-BE49-F238E27FC236}">
                  <a16:creationId xmlns:a16="http://schemas.microsoft.com/office/drawing/2014/main" id="{A3AFAE7E-ED21-FEE4-9225-ABFA4ACBE73E}"/>
                </a:ext>
              </a:extLst>
            </p:cNvPr>
            <p:cNvCxnSpPr>
              <a:cxnSpLocks/>
            </p:cNvCxnSpPr>
            <p:nvPr/>
          </p:nvCxnSpPr>
          <p:spPr>
            <a:xfrm>
              <a:off x="9942180" y="5252780"/>
              <a:ext cx="325494" cy="325494"/>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8" name="直線コネクタ 157">
              <a:extLst>
                <a:ext uri="{FF2B5EF4-FFF2-40B4-BE49-F238E27FC236}">
                  <a16:creationId xmlns:a16="http://schemas.microsoft.com/office/drawing/2014/main" id="{5C17B32F-917C-94A9-D9D7-1B4BCDFF21A2}"/>
                </a:ext>
              </a:extLst>
            </p:cNvPr>
            <p:cNvCxnSpPr>
              <a:cxnSpLocks/>
            </p:cNvCxnSpPr>
            <p:nvPr/>
          </p:nvCxnSpPr>
          <p:spPr>
            <a:xfrm flipH="1">
              <a:off x="9942180" y="5252780"/>
              <a:ext cx="325494" cy="325494"/>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61" name="三角形 160">
            <a:extLst>
              <a:ext uri="{FF2B5EF4-FFF2-40B4-BE49-F238E27FC236}">
                <a16:creationId xmlns:a16="http://schemas.microsoft.com/office/drawing/2014/main" id="{05570F4A-FCAF-9731-EE4B-4D0AF486E8EA}"/>
              </a:ext>
            </a:extLst>
          </p:cNvPr>
          <p:cNvSpPr/>
          <p:nvPr/>
        </p:nvSpPr>
        <p:spPr>
          <a:xfrm>
            <a:off x="8030266" y="1602987"/>
            <a:ext cx="262122" cy="225968"/>
          </a:xfrm>
          <a:prstGeom prst="triangle">
            <a:avLst/>
          </a:prstGeom>
          <a:noFill/>
          <a:ln w="41275" cap="rnd">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4" name="三角形 163">
            <a:extLst>
              <a:ext uri="{FF2B5EF4-FFF2-40B4-BE49-F238E27FC236}">
                <a16:creationId xmlns:a16="http://schemas.microsoft.com/office/drawing/2014/main" id="{38112A10-2617-7C53-CD58-0B9FA4627806}"/>
              </a:ext>
            </a:extLst>
          </p:cNvPr>
          <p:cNvSpPr/>
          <p:nvPr/>
        </p:nvSpPr>
        <p:spPr>
          <a:xfrm>
            <a:off x="8029402" y="3531049"/>
            <a:ext cx="262122" cy="225968"/>
          </a:xfrm>
          <a:prstGeom prst="triangle">
            <a:avLst/>
          </a:prstGeom>
          <a:noFill/>
          <a:ln w="41275"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7" name="円/楕円 166">
            <a:extLst>
              <a:ext uri="{FF2B5EF4-FFF2-40B4-BE49-F238E27FC236}">
                <a16:creationId xmlns:a16="http://schemas.microsoft.com/office/drawing/2014/main" id="{03D8865B-71E4-DD00-0E10-6EB7EC4F5E05}"/>
              </a:ext>
            </a:extLst>
          </p:cNvPr>
          <p:cNvSpPr/>
          <p:nvPr/>
        </p:nvSpPr>
        <p:spPr>
          <a:xfrm>
            <a:off x="8857947" y="1572137"/>
            <a:ext cx="304760" cy="304760"/>
          </a:xfrm>
          <a:prstGeom prst="ellipse">
            <a:avLst/>
          </a:prstGeom>
          <a:noFill/>
          <a:ln w="412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0" name="円/楕円 169">
            <a:extLst>
              <a:ext uri="{FF2B5EF4-FFF2-40B4-BE49-F238E27FC236}">
                <a16:creationId xmlns:a16="http://schemas.microsoft.com/office/drawing/2014/main" id="{82F11BBE-3563-2A61-CCAE-8C057DE88C63}"/>
              </a:ext>
            </a:extLst>
          </p:cNvPr>
          <p:cNvSpPr/>
          <p:nvPr/>
        </p:nvSpPr>
        <p:spPr>
          <a:xfrm>
            <a:off x="8859372" y="3498279"/>
            <a:ext cx="304760" cy="304760"/>
          </a:xfrm>
          <a:prstGeom prst="ellipse">
            <a:avLst/>
          </a:prstGeom>
          <a:no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2" name="グラフィックス 171">
            <a:extLst>
              <a:ext uri="{FF2B5EF4-FFF2-40B4-BE49-F238E27FC236}">
                <a16:creationId xmlns:a16="http://schemas.microsoft.com/office/drawing/2014/main" id="{6E32B426-03E0-89D5-CA09-A1A6E2A865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46480" y="1512309"/>
            <a:ext cx="440178" cy="440178"/>
          </a:xfrm>
          <a:prstGeom prst="rect">
            <a:avLst/>
          </a:prstGeom>
        </p:spPr>
      </p:pic>
      <p:pic>
        <p:nvPicPr>
          <p:cNvPr id="176" name="グラフィックス 175">
            <a:extLst>
              <a:ext uri="{FF2B5EF4-FFF2-40B4-BE49-F238E27FC236}">
                <a16:creationId xmlns:a16="http://schemas.microsoft.com/office/drawing/2014/main" id="{B71BC2C9-11AC-28B6-6C48-08AB25B2716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46480" y="3446617"/>
            <a:ext cx="440178" cy="440178"/>
          </a:xfrm>
          <a:prstGeom prst="rect">
            <a:avLst/>
          </a:prstGeom>
        </p:spPr>
      </p:pic>
      <p:sp>
        <p:nvSpPr>
          <p:cNvPr id="179" name="フリーフォーム 178">
            <a:extLst>
              <a:ext uri="{FF2B5EF4-FFF2-40B4-BE49-F238E27FC236}">
                <a16:creationId xmlns:a16="http://schemas.microsoft.com/office/drawing/2014/main" id="{A068A69D-419C-170D-4575-D8F8428E441A}"/>
              </a:ext>
            </a:extLst>
          </p:cNvPr>
          <p:cNvSpPr/>
          <p:nvPr/>
        </p:nvSpPr>
        <p:spPr>
          <a:xfrm>
            <a:off x="6299374" y="2582715"/>
            <a:ext cx="298938" cy="207498"/>
          </a:xfrm>
          <a:custGeom>
            <a:avLst/>
            <a:gdLst>
              <a:gd name="connsiteX0" fmla="*/ 0 w 330591"/>
              <a:gd name="connsiteY0" fmla="*/ 116058 h 207498"/>
              <a:gd name="connsiteX1" fmla="*/ 91440 w 330591"/>
              <a:gd name="connsiteY1" fmla="*/ 207498 h 207498"/>
              <a:gd name="connsiteX2" fmla="*/ 298938 w 330591"/>
              <a:gd name="connsiteY2" fmla="*/ 0 h 207498"/>
              <a:gd name="connsiteX3" fmla="*/ 330591 w 330591"/>
              <a:gd name="connsiteY3" fmla="*/ 0 h 207498"/>
              <a:gd name="connsiteX0" fmla="*/ 0 w 298938"/>
              <a:gd name="connsiteY0" fmla="*/ 116058 h 207498"/>
              <a:gd name="connsiteX1" fmla="*/ 91440 w 298938"/>
              <a:gd name="connsiteY1" fmla="*/ 207498 h 207498"/>
              <a:gd name="connsiteX2" fmla="*/ 298938 w 298938"/>
              <a:gd name="connsiteY2" fmla="*/ 0 h 207498"/>
            </a:gdLst>
            <a:ahLst/>
            <a:cxnLst>
              <a:cxn ang="0">
                <a:pos x="connsiteX0" y="connsiteY0"/>
              </a:cxn>
              <a:cxn ang="0">
                <a:pos x="connsiteX1" y="connsiteY1"/>
              </a:cxn>
              <a:cxn ang="0">
                <a:pos x="connsiteX2" y="connsiteY2"/>
              </a:cxn>
            </a:cxnLst>
            <a:rect l="l" t="t" r="r" b="b"/>
            <a:pathLst>
              <a:path w="298938" h="207498">
                <a:moveTo>
                  <a:pt x="0" y="116058"/>
                </a:moveTo>
                <a:lnTo>
                  <a:pt x="91440" y="207498"/>
                </a:lnTo>
                <a:lnTo>
                  <a:pt x="298938" y="0"/>
                </a:lnTo>
              </a:path>
            </a:pathLst>
          </a:custGeom>
          <a:solidFill>
            <a:schemeClr val="bg1">
              <a:lumMod val="95000"/>
            </a:schemeClr>
          </a:solidFill>
          <a:ln w="476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82" name="グループ化 181">
            <a:extLst>
              <a:ext uri="{FF2B5EF4-FFF2-40B4-BE49-F238E27FC236}">
                <a16:creationId xmlns:a16="http://schemas.microsoft.com/office/drawing/2014/main" id="{55FE12D9-2AA8-AAA8-9F26-C14FACE3F232}"/>
              </a:ext>
            </a:extLst>
          </p:cNvPr>
          <p:cNvGrpSpPr/>
          <p:nvPr/>
        </p:nvGrpSpPr>
        <p:grpSpPr>
          <a:xfrm>
            <a:off x="7182623" y="2584334"/>
            <a:ext cx="230438" cy="230437"/>
            <a:chOff x="9942180" y="5252780"/>
            <a:chExt cx="325494" cy="325494"/>
          </a:xfrm>
          <a:solidFill>
            <a:schemeClr val="bg1">
              <a:lumMod val="95000"/>
            </a:schemeClr>
          </a:solidFill>
        </p:grpSpPr>
        <p:cxnSp>
          <p:nvCxnSpPr>
            <p:cNvPr id="183" name="直線コネクタ 182">
              <a:extLst>
                <a:ext uri="{FF2B5EF4-FFF2-40B4-BE49-F238E27FC236}">
                  <a16:creationId xmlns:a16="http://schemas.microsoft.com/office/drawing/2014/main" id="{62603F77-F9A4-24ED-6A1A-C0F072401C0C}"/>
                </a:ext>
              </a:extLst>
            </p:cNvPr>
            <p:cNvCxnSpPr>
              <a:cxnSpLocks/>
            </p:cNvCxnSpPr>
            <p:nvPr/>
          </p:nvCxnSpPr>
          <p:spPr>
            <a:xfrm>
              <a:off x="9942180" y="5252780"/>
              <a:ext cx="325494" cy="325494"/>
            </a:xfrm>
            <a:prstGeom prst="line">
              <a:avLst/>
            </a:prstGeom>
            <a:grpFill/>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84" name="直線コネクタ 183">
              <a:extLst>
                <a:ext uri="{FF2B5EF4-FFF2-40B4-BE49-F238E27FC236}">
                  <a16:creationId xmlns:a16="http://schemas.microsoft.com/office/drawing/2014/main" id="{113B84DF-3A47-587F-E5AD-09821FADC9D0}"/>
                </a:ext>
              </a:extLst>
            </p:cNvPr>
            <p:cNvCxnSpPr>
              <a:cxnSpLocks/>
            </p:cNvCxnSpPr>
            <p:nvPr/>
          </p:nvCxnSpPr>
          <p:spPr>
            <a:xfrm flipH="1">
              <a:off x="9942180" y="5252780"/>
              <a:ext cx="325494" cy="325494"/>
            </a:xfrm>
            <a:prstGeom prst="line">
              <a:avLst/>
            </a:prstGeom>
            <a:grpFill/>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187" name="三角形 186">
            <a:extLst>
              <a:ext uri="{FF2B5EF4-FFF2-40B4-BE49-F238E27FC236}">
                <a16:creationId xmlns:a16="http://schemas.microsoft.com/office/drawing/2014/main" id="{820CB2A3-1B28-BA8A-9EC0-20C723473765}"/>
              </a:ext>
            </a:extLst>
          </p:cNvPr>
          <p:cNvSpPr/>
          <p:nvPr/>
        </p:nvSpPr>
        <p:spPr>
          <a:xfrm>
            <a:off x="8030266" y="2570141"/>
            <a:ext cx="262122" cy="225968"/>
          </a:xfrm>
          <a:prstGeom prst="triangle">
            <a:avLst/>
          </a:prstGeom>
          <a:solidFill>
            <a:schemeClr val="bg1">
              <a:lumMod val="95000"/>
            </a:schemeClr>
          </a:solidFill>
          <a:ln w="41275" cap="rnd">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0" name="円/楕円 189">
            <a:extLst>
              <a:ext uri="{FF2B5EF4-FFF2-40B4-BE49-F238E27FC236}">
                <a16:creationId xmlns:a16="http://schemas.microsoft.com/office/drawing/2014/main" id="{C3CE6D9E-255C-A9A6-C234-FE2F2B426D90}"/>
              </a:ext>
            </a:extLst>
          </p:cNvPr>
          <p:cNvSpPr/>
          <p:nvPr/>
        </p:nvSpPr>
        <p:spPr>
          <a:xfrm>
            <a:off x="8857947" y="2539291"/>
            <a:ext cx="304760" cy="304760"/>
          </a:xfrm>
          <a:prstGeom prst="ellipse">
            <a:avLst/>
          </a:prstGeom>
          <a:solidFill>
            <a:schemeClr val="bg1">
              <a:lumMod val="95000"/>
            </a:schemeClr>
          </a:solidFill>
          <a:ln w="412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3" name="グラフィックス 192">
            <a:extLst>
              <a:ext uri="{FF2B5EF4-FFF2-40B4-BE49-F238E27FC236}">
                <a16:creationId xmlns:a16="http://schemas.microsoft.com/office/drawing/2014/main" id="{2173C8F3-C5BE-B6B9-3FAF-3BB7BC5F8E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46480" y="2479463"/>
            <a:ext cx="440178" cy="440178"/>
          </a:xfrm>
          <a:prstGeom prst="rect">
            <a:avLst/>
          </a:prstGeom>
        </p:spPr>
      </p:pic>
      <p:sp>
        <p:nvSpPr>
          <p:cNvPr id="196" name="フリーフォーム 195">
            <a:extLst>
              <a:ext uri="{FF2B5EF4-FFF2-40B4-BE49-F238E27FC236}">
                <a16:creationId xmlns:a16="http://schemas.microsoft.com/office/drawing/2014/main" id="{E67C5E41-2FA6-2375-D58F-8F41EC7D2FAA}"/>
              </a:ext>
            </a:extLst>
          </p:cNvPr>
          <p:cNvSpPr/>
          <p:nvPr/>
        </p:nvSpPr>
        <p:spPr>
          <a:xfrm>
            <a:off x="6299374" y="4517023"/>
            <a:ext cx="298938" cy="207498"/>
          </a:xfrm>
          <a:custGeom>
            <a:avLst/>
            <a:gdLst>
              <a:gd name="connsiteX0" fmla="*/ 0 w 330591"/>
              <a:gd name="connsiteY0" fmla="*/ 116058 h 207498"/>
              <a:gd name="connsiteX1" fmla="*/ 91440 w 330591"/>
              <a:gd name="connsiteY1" fmla="*/ 207498 h 207498"/>
              <a:gd name="connsiteX2" fmla="*/ 298938 w 330591"/>
              <a:gd name="connsiteY2" fmla="*/ 0 h 207498"/>
              <a:gd name="connsiteX3" fmla="*/ 330591 w 330591"/>
              <a:gd name="connsiteY3" fmla="*/ 0 h 207498"/>
              <a:gd name="connsiteX0" fmla="*/ 0 w 298938"/>
              <a:gd name="connsiteY0" fmla="*/ 116058 h 207498"/>
              <a:gd name="connsiteX1" fmla="*/ 91440 w 298938"/>
              <a:gd name="connsiteY1" fmla="*/ 207498 h 207498"/>
              <a:gd name="connsiteX2" fmla="*/ 298938 w 298938"/>
              <a:gd name="connsiteY2" fmla="*/ 0 h 207498"/>
            </a:gdLst>
            <a:ahLst/>
            <a:cxnLst>
              <a:cxn ang="0">
                <a:pos x="connsiteX0" y="connsiteY0"/>
              </a:cxn>
              <a:cxn ang="0">
                <a:pos x="connsiteX1" y="connsiteY1"/>
              </a:cxn>
              <a:cxn ang="0">
                <a:pos x="connsiteX2" y="connsiteY2"/>
              </a:cxn>
            </a:cxnLst>
            <a:rect l="l" t="t" r="r" b="b"/>
            <a:pathLst>
              <a:path w="298938" h="207498">
                <a:moveTo>
                  <a:pt x="0" y="116058"/>
                </a:moveTo>
                <a:lnTo>
                  <a:pt x="91440" y="207498"/>
                </a:lnTo>
                <a:lnTo>
                  <a:pt x="298938" y="0"/>
                </a:lnTo>
              </a:path>
            </a:pathLst>
          </a:custGeom>
          <a:gradFill flip="none" rotWithShape="1">
            <a:gsLst>
              <a:gs pos="0">
                <a:srgbClr val="0083B0"/>
              </a:gs>
              <a:gs pos="100000">
                <a:srgbClr val="00B4DB"/>
              </a:gs>
            </a:gsLst>
            <a:lin ang="0" scaled="1"/>
            <a:tileRect/>
          </a:gradFill>
          <a:ln w="476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99" name="グループ化 198">
            <a:extLst>
              <a:ext uri="{FF2B5EF4-FFF2-40B4-BE49-F238E27FC236}">
                <a16:creationId xmlns:a16="http://schemas.microsoft.com/office/drawing/2014/main" id="{06AABEDD-B6F0-6CD9-8B04-150159952CA5}"/>
              </a:ext>
            </a:extLst>
          </p:cNvPr>
          <p:cNvGrpSpPr/>
          <p:nvPr/>
        </p:nvGrpSpPr>
        <p:grpSpPr>
          <a:xfrm>
            <a:off x="7182623" y="4518642"/>
            <a:ext cx="230438" cy="230437"/>
            <a:chOff x="9942180" y="5252780"/>
            <a:chExt cx="325494" cy="325494"/>
          </a:xfrm>
          <a:gradFill flip="none" rotWithShape="1">
            <a:gsLst>
              <a:gs pos="0">
                <a:srgbClr val="0083B0"/>
              </a:gs>
              <a:gs pos="100000">
                <a:srgbClr val="00B4DB"/>
              </a:gs>
            </a:gsLst>
            <a:lin ang="0" scaled="1"/>
            <a:tileRect/>
          </a:gradFill>
        </p:grpSpPr>
        <p:cxnSp>
          <p:nvCxnSpPr>
            <p:cNvPr id="200" name="直線コネクタ 199">
              <a:extLst>
                <a:ext uri="{FF2B5EF4-FFF2-40B4-BE49-F238E27FC236}">
                  <a16:creationId xmlns:a16="http://schemas.microsoft.com/office/drawing/2014/main" id="{D87D2BE7-1B6B-68A7-5CE6-D762F25D520C}"/>
                </a:ext>
              </a:extLst>
            </p:cNvPr>
            <p:cNvCxnSpPr>
              <a:cxnSpLocks/>
            </p:cNvCxnSpPr>
            <p:nvPr/>
          </p:nvCxnSpPr>
          <p:spPr>
            <a:xfrm>
              <a:off x="9942180" y="5252780"/>
              <a:ext cx="325494" cy="325494"/>
            </a:xfrm>
            <a:prstGeom prst="line">
              <a:avLst/>
            </a:prstGeom>
            <a:grpFill/>
            <a:ln w="476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1" name="直線コネクタ 200">
              <a:extLst>
                <a:ext uri="{FF2B5EF4-FFF2-40B4-BE49-F238E27FC236}">
                  <a16:creationId xmlns:a16="http://schemas.microsoft.com/office/drawing/2014/main" id="{F7C4CDB4-EA3D-04DE-74CA-9F4D22A2E636}"/>
                </a:ext>
              </a:extLst>
            </p:cNvPr>
            <p:cNvCxnSpPr>
              <a:cxnSpLocks/>
            </p:cNvCxnSpPr>
            <p:nvPr/>
          </p:nvCxnSpPr>
          <p:spPr>
            <a:xfrm flipH="1">
              <a:off x="9942180" y="5252780"/>
              <a:ext cx="325494" cy="325494"/>
            </a:xfrm>
            <a:prstGeom prst="line">
              <a:avLst/>
            </a:prstGeom>
            <a:grpFill/>
            <a:ln w="476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04" name="三角形 203">
            <a:extLst>
              <a:ext uri="{FF2B5EF4-FFF2-40B4-BE49-F238E27FC236}">
                <a16:creationId xmlns:a16="http://schemas.microsoft.com/office/drawing/2014/main" id="{649F958B-3CC6-7B9A-B27F-5B9478EF0EB5}"/>
              </a:ext>
            </a:extLst>
          </p:cNvPr>
          <p:cNvSpPr/>
          <p:nvPr/>
        </p:nvSpPr>
        <p:spPr>
          <a:xfrm>
            <a:off x="8029402" y="4498203"/>
            <a:ext cx="262122" cy="225968"/>
          </a:xfrm>
          <a:prstGeom prst="triangle">
            <a:avLst/>
          </a:prstGeom>
          <a:gradFill flip="none" rotWithShape="1">
            <a:gsLst>
              <a:gs pos="0">
                <a:srgbClr val="0083B0"/>
              </a:gs>
              <a:gs pos="100000">
                <a:srgbClr val="00B4DB"/>
              </a:gs>
            </a:gsLst>
            <a:lin ang="0" scaled="1"/>
            <a:tileRect/>
          </a:gradFill>
          <a:ln w="41275"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7" name="円/楕円 206">
            <a:extLst>
              <a:ext uri="{FF2B5EF4-FFF2-40B4-BE49-F238E27FC236}">
                <a16:creationId xmlns:a16="http://schemas.microsoft.com/office/drawing/2014/main" id="{30DA4B35-7984-0810-A277-3A257A282C07}"/>
              </a:ext>
            </a:extLst>
          </p:cNvPr>
          <p:cNvSpPr/>
          <p:nvPr/>
        </p:nvSpPr>
        <p:spPr>
          <a:xfrm>
            <a:off x="8859372" y="4465433"/>
            <a:ext cx="304760" cy="304760"/>
          </a:xfrm>
          <a:prstGeom prst="ellipse">
            <a:avLst/>
          </a:prstGeom>
          <a:gradFill flip="none" rotWithShape="1">
            <a:gsLst>
              <a:gs pos="0">
                <a:srgbClr val="0083B0"/>
              </a:gs>
              <a:gs pos="100000">
                <a:srgbClr val="00B4DB"/>
              </a:gs>
            </a:gsLst>
            <a:lin ang="0" scaled="1"/>
            <a:tileRect/>
          </a:grad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0" name="グラフィックス 209">
            <a:extLst>
              <a:ext uri="{FF2B5EF4-FFF2-40B4-BE49-F238E27FC236}">
                <a16:creationId xmlns:a16="http://schemas.microsoft.com/office/drawing/2014/main" id="{7134AD11-119C-33BE-44B9-105C6F53A5C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46480" y="4413771"/>
            <a:ext cx="440178" cy="440178"/>
          </a:xfrm>
          <a:prstGeom prst="rect">
            <a:avLst/>
          </a:prstGeom>
        </p:spPr>
      </p:pic>
      <p:sp>
        <p:nvSpPr>
          <p:cNvPr id="213" name="フリーフォーム 212">
            <a:extLst>
              <a:ext uri="{FF2B5EF4-FFF2-40B4-BE49-F238E27FC236}">
                <a16:creationId xmlns:a16="http://schemas.microsoft.com/office/drawing/2014/main" id="{B93381F7-1AAE-D28A-0195-37CC07CF26DA}"/>
              </a:ext>
            </a:extLst>
          </p:cNvPr>
          <p:cNvSpPr/>
          <p:nvPr/>
        </p:nvSpPr>
        <p:spPr>
          <a:xfrm>
            <a:off x="6299374" y="5484176"/>
            <a:ext cx="298938" cy="207498"/>
          </a:xfrm>
          <a:custGeom>
            <a:avLst/>
            <a:gdLst>
              <a:gd name="connsiteX0" fmla="*/ 0 w 330591"/>
              <a:gd name="connsiteY0" fmla="*/ 116058 h 207498"/>
              <a:gd name="connsiteX1" fmla="*/ 91440 w 330591"/>
              <a:gd name="connsiteY1" fmla="*/ 207498 h 207498"/>
              <a:gd name="connsiteX2" fmla="*/ 298938 w 330591"/>
              <a:gd name="connsiteY2" fmla="*/ 0 h 207498"/>
              <a:gd name="connsiteX3" fmla="*/ 330591 w 330591"/>
              <a:gd name="connsiteY3" fmla="*/ 0 h 207498"/>
              <a:gd name="connsiteX0" fmla="*/ 0 w 298938"/>
              <a:gd name="connsiteY0" fmla="*/ 116058 h 207498"/>
              <a:gd name="connsiteX1" fmla="*/ 91440 w 298938"/>
              <a:gd name="connsiteY1" fmla="*/ 207498 h 207498"/>
              <a:gd name="connsiteX2" fmla="*/ 298938 w 298938"/>
              <a:gd name="connsiteY2" fmla="*/ 0 h 207498"/>
            </a:gdLst>
            <a:ahLst/>
            <a:cxnLst>
              <a:cxn ang="0">
                <a:pos x="connsiteX0" y="connsiteY0"/>
              </a:cxn>
              <a:cxn ang="0">
                <a:pos x="connsiteX1" y="connsiteY1"/>
              </a:cxn>
              <a:cxn ang="0">
                <a:pos x="connsiteX2" y="connsiteY2"/>
              </a:cxn>
            </a:cxnLst>
            <a:rect l="l" t="t" r="r" b="b"/>
            <a:pathLst>
              <a:path w="298938" h="207498">
                <a:moveTo>
                  <a:pt x="0" y="116058"/>
                </a:moveTo>
                <a:lnTo>
                  <a:pt x="91440" y="207498"/>
                </a:lnTo>
                <a:lnTo>
                  <a:pt x="298938" y="0"/>
                </a:lnTo>
              </a:path>
            </a:pathLst>
          </a:custGeom>
          <a:noFill/>
          <a:ln w="476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16" name="グループ化 215">
            <a:extLst>
              <a:ext uri="{FF2B5EF4-FFF2-40B4-BE49-F238E27FC236}">
                <a16:creationId xmlns:a16="http://schemas.microsoft.com/office/drawing/2014/main" id="{1CE13E7A-B8A3-6C6B-FD1B-9B06DBB196C8}"/>
              </a:ext>
            </a:extLst>
          </p:cNvPr>
          <p:cNvGrpSpPr/>
          <p:nvPr/>
        </p:nvGrpSpPr>
        <p:grpSpPr>
          <a:xfrm>
            <a:off x="7182623" y="5485795"/>
            <a:ext cx="230438" cy="230437"/>
            <a:chOff x="9942180" y="5252780"/>
            <a:chExt cx="325494" cy="325494"/>
          </a:xfrm>
        </p:grpSpPr>
        <p:cxnSp>
          <p:nvCxnSpPr>
            <p:cNvPr id="217" name="直線コネクタ 216">
              <a:extLst>
                <a:ext uri="{FF2B5EF4-FFF2-40B4-BE49-F238E27FC236}">
                  <a16:creationId xmlns:a16="http://schemas.microsoft.com/office/drawing/2014/main" id="{FC37C419-2AE3-91B3-0DCA-9B4A174E1C98}"/>
                </a:ext>
              </a:extLst>
            </p:cNvPr>
            <p:cNvCxnSpPr>
              <a:cxnSpLocks/>
            </p:cNvCxnSpPr>
            <p:nvPr/>
          </p:nvCxnSpPr>
          <p:spPr>
            <a:xfrm>
              <a:off x="9942180" y="5252780"/>
              <a:ext cx="325494" cy="325494"/>
            </a:xfrm>
            <a:prstGeom prst="line">
              <a:avLst/>
            </a:prstGeom>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18" name="直線コネクタ 217">
              <a:extLst>
                <a:ext uri="{FF2B5EF4-FFF2-40B4-BE49-F238E27FC236}">
                  <a16:creationId xmlns:a16="http://schemas.microsoft.com/office/drawing/2014/main" id="{382E6D92-E253-7CC0-65AB-0B1A2A8D4E43}"/>
                </a:ext>
              </a:extLst>
            </p:cNvPr>
            <p:cNvCxnSpPr>
              <a:cxnSpLocks/>
            </p:cNvCxnSpPr>
            <p:nvPr/>
          </p:nvCxnSpPr>
          <p:spPr>
            <a:xfrm flipH="1">
              <a:off x="9942180" y="5252780"/>
              <a:ext cx="325494" cy="325494"/>
            </a:xfrm>
            <a:prstGeom prst="line">
              <a:avLst/>
            </a:prstGeom>
            <a:ln w="4762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221" name="三角形 220">
            <a:extLst>
              <a:ext uri="{FF2B5EF4-FFF2-40B4-BE49-F238E27FC236}">
                <a16:creationId xmlns:a16="http://schemas.microsoft.com/office/drawing/2014/main" id="{09F4C5B5-DDC8-DAF7-2ABD-64782CA594E8}"/>
              </a:ext>
            </a:extLst>
          </p:cNvPr>
          <p:cNvSpPr/>
          <p:nvPr/>
        </p:nvSpPr>
        <p:spPr>
          <a:xfrm>
            <a:off x="8030266" y="5471602"/>
            <a:ext cx="262122" cy="225968"/>
          </a:xfrm>
          <a:prstGeom prst="triangle">
            <a:avLst/>
          </a:prstGeom>
          <a:noFill/>
          <a:ln w="41275" cap="rnd">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4" name="円/楕円 223">
            <a:extLst>
              <a:ext uri="{FF2B5EF4-FFF2-40B4-BE49-F238E27FC236}">
                <a16:creationId xmlns:a16="http://schemas.microsoft.com/office/drawing/2014/main" id="{E83E1DA7-3325-C02E-26F1-1EA25E81209D}"/>
              </a:ext>
            </a:extLst>
          </p:cNvPr>
          <p:cNvSpPr/>
          <p:nvPr/>
        </p:nvSpPr>
        <p:spPr>
          <a:xfrm>
            <a:off x="8857947" y="5440752"/>
            <a:ext cx="304760" cy="304760"/>
          </a:xfrm>
          <a:prstGeom prst="ellipse">
            <a:avLst/>
          </a:prstGeom>
          <a:noFill/>
          <a:ln w="412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6" name="グラフィックス 225">
            <a:extLst>
              <a:ext uri="{FF2B5EF4-FFF2-40B4-BE49-F238E27FC236}">
                <a16:creationId xmlns:a16="http://schemas.microsoft.com/office/drawing/2014/main" id="{0229FA40-A985-08A9-08E4-F6E9C07EA52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46480" y="5380924"/>
            <a:ext cx="440178" cy="440178"/>
          </a:xfrm>
          <a:prstGeom prst="rect">
            <a:avLst/>
          </a:prstGeom>
        </p:spPr>
      </p:pic>
      <p:sp>
        <p:nvSpPr>
          <p:cNvPr id="229" name="正方形/長方形 228">
            <a:extLst>
              <a:ext uri="{FF2B5EF4-FFF2-40B4-BE49-F238E27FC236}">
                <a16:creationId xmlns:a16="http://schemas.microsoft.com/office/drawing/2014/main" id="{7A5D5EB1-7685-6DAA-CE83-55320C620C6B}"/>
              </a:ext>
            </a:extLst>
          </p:cNvPr>
          <p:cNvSpPr/>
          <p:nvPr/>
        </p:nvSpPr>
        <p:spPr>
          <a:xfrm>
            <a:off x="7006728" y="1430364"/>
            <a:ext cx="577893" cy="577893"/>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0" name="正方形/長方形 229">
            <a:extLst>
              <a:ext uri="{FF2B5EF4-FFF2-40B4-BE49-F238E27FC236}">
                <a16:creationId xmlns:a16="http://schemas.microsoft.com/office/drawing/2014/main" id="{0420EF2D-4653-2832-C107-4CBE8E9B3AC5}"/>
              </a:ext>
            </a:extLst>
          </p:cNvPr>
          <p:cNvSpPr/>
          <p:nvPr/>
        </p:nvSpPr>
        <p:spPr>
          <a:xfrm>
            <a:off x="7860803" y="1430364"/>
            <a:ext cx="577893" cy="577893"/>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1" name="正方形/長方形 230">
            <a:extLst>
              <a:ext uri="{FF2B5EF4-FFF2-40B4-BE49-F238E27FC236}">
                <a16:creationId xmlns:a16="http://schemas.microsoft.com/office/drawing/2014/main" id="{78D25A83-943C-5400-492D-46D3A16EA615}"/>
              </a:ext>
            </a:extLst>
          </p:cNvPr>
          <p:cNvSpPr/>
          <p:nvPr/>
        </p:nvSpPr>
        <p:spPr>
          <a:xfrm>
            <a:off x="8714878" y="1430364"/>
            <a:ext cx="577893" cy="577893"/>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2" name="正方形/長方形 231">
            <a:extLst>
              <a:ext uri="{FF2B5EF4-FFF2-40B4-BE49-F238E27FC236}">
                <a16:creationId xmlns:a16="http://schemas.microsoft.com/office/drawing/2014/main" id="{459E127D-BAD0-0F15-862A-14872E5A1254}"/>
              </a:ext>
            </a:extLst>
          </p:cNvPr>
          <p:cNvSpPr/>
          <p:nvPr/>
        </p:nvSpPr>
        <p:spPr>
          <a:xfrm>
            <a:off x="9568953" y="1430364"/>
            <a:ext cx="577893" cy="577893"/>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3" name="正方形/長方形 242">
            <a:extLst>
              <a:ext uri="{FF2B5EF4-FFF2-40B4-BE49-F238E27FC236}">
                <a16:creationId xmlns:a16="http://schemas.microsoft.com/office/drawing/2014/main" id="{7E69F7DD-0816-199E-E90C-6397AA50BF5D}"/>
              </a:ext>
            </a:extLst>
          </p:cNvPr>
          <p:cNvSpPr/>
          <p:nvPr/>
        </p:nvSpPr>
        <p:spPr>
          <a:xfrm>
            <a:off x="6152653" y="5297284"/>
            <a:ext cx="577893" cy="577893"/>
          </a:xfrm>
          <a:prstGeom prst="rect">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4" name="正方形/長方形 243">
            <a:extLst>
              <a:ext uri="{FF2B5EF4-FFF2-40B4-BE49-F238E27FC236}">
                <a16:creationId xmlns:a16="http://schemas.microsoft.com/office/drawing/2014/main" id="{6A224644-A0EF-2402-1BE3-B2FDD7FC8B9D}"/>
              </a:ext>
            </a:extLst>
          </p:cNvPr>
          <p:cNvSpPr/>
          <p:nvPr/>
        </p:nvSpPr>
        <p:spPr>
          <a:xfrm>
            <a:off x="7006728" y="5297284"/>
            <a:ext cx="577893" cy="577893"/>
          </a:xfrm>
          <a:prstGeom prst="rect">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5" name="正方形/長方形 244">
            <a:extLst>
              <a:ext uri="{FF2B5EF4-FFF2-40B4-BE49-F238E27FC236}">
                <a16:creationId xmlns:a16="http://schemas.microsoft.com/office/drawing/2014/main" id="{B94D690A-BE11-3BEF-237A-5EEEB50BDCF8}"/>
              </a:ext>
            </a:extLst>
          </p:cNvPr>
          <p:cNvSpPr/>
          <p:nvPr/>
        </p:nvSpPr>
        <p:spPr>
          <a:xfrm>
            <a:off x="7860803" y="5297284"/>
            <a:ext cx="577893" cy="577893"/>
          </a:xfrm>
          <a:prstGeom prst="rect">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6" name="正方形/長方形 245">
            <a:extLst>
              <a:ext uri="{FF2B5EF4-FFF2-40B4-BE49-F238E27FC236}">
                <a16:creationId xmlns:a16="http://schemas.microsoft.com/office/drawing/2014/main" id="{9EA71E30-ADE1-DBDC-93F7-A7A4A719A504}"/>
              </a:ext>
            </a:extLst>
          </p:cNvPr>
          <p:cNvSpPr/>
          <p:nvPr/>
        </p:nvSpPr>
        <p:spPr>
          <a:xfrm>
            <a:off x="8714878" y="5297284"/>
            <a:ext cx="577893" cy="577893"/>
          </a:xfrm>
          <a:prstGeom prst="rect">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7" name="正方形/長方形 246">
            <a:extLst>
              <a:ext uri="{FF2B5EF4-FFF2-40B4-BE49-F238E27FC236}">
                <a16:creationId xmlns:a16="http://schemas.microsoft.com/office/drawing/2014/main" id="{BE797325-D637-9B7A-FF63-92D36997E7E5}"/>
              </a:ext>
            </a:extLst>
          </p:cNvPr>
          <p:cNvSpPr/>
          <p:nvPr/>
        </p:nvSpPr>
        <p:spPr>
          <a:xfrm>
            <a:off x="9568953" y="5297284"/>
            <a:ext cx="577893" cy="577893"/>
          </a:xfrm>
          <a:prstGeom prst="rect">
            <a:avLst/>
          </a:prstGeom>
          <a:no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7752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2D2FD20E-72DF-C8CA-06B7-47695785D243}"/>
              </a:ext>
            </a:extLst>
          </p:cNvPr>
          <p:cNvSpPr txBox="1"/>
          <p:nvPr/>
        </p:nvSpPr>
        <p:spPr>
          <a:xfrm>
            <a:off x="263203" y="339936"/>
            <a:ext cx="1620957"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線・矢印</a:t>
            </a:r>
          </a:p>
        </p:txBody>
      </p:sp>
      <p:cxnSp>
        <p:nvCxnSpPr>
          <p:cNvPr id="7" name="直線矢印コネクタ 6">
            <a:extLst>
              <a:ext uri="{FF2B5EF4-FFF2-40B4-BE49-F238E27FC236}">
                <a16:creationId xmlns:a16="http://schemas.microsoft.com/office/drawing/2014/main" id="{0CC7994C-35AE-E80A-7195-A68B6AFD7608}"/>
              </a:ext>
            </a:extLst>
          </p:cNvPr>
          <p:cNvCxnSpPr/>
          <p:nvPr/>
        </p:nvCxnSpPr>
        <p:spPr>
          <a:xfrm>
            <a:off x="924791" y="1387955"/>
            <a:ext cx="2296391" cy="0"/>
          </a:xfrm>
          <a:prstGeom prst="straightConnector1">
            <a:avLst/>
          </a:prstGeom>
          <a:ln w="15875">
            <a:solidFill>
              <a:schemeClr val="tx1">
                <a:lumMod val="75000"/>
                <a:lumOff val="25000"/>
              </a:schemeClr>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043C3965-09C1-35A6-3392-6C0318260646}"/>
              </a:ext>
            </a:extLst>
          </p:cNvPr>
          <p:cNvCxnSpPr/>
          <p:nvPr/>
        </p:nvCxnSpPr>
        <p:spPr>
          <a:xfrm>
            <a:off x="924791" y="1938673"/>
            <a:ext cx="2296391" cy="0"/>
          </a:xfrm>
          <a:prstGeom prst="straightConnector1">
            <a:avLst/>
          </a:prstGeom>
          <a:ln w="15875">
            <a:solidFill>
              <a:schemeClr val="tx1">
                <a:lumMod val="75000"/>
                <a:lumOff val="25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0758D87D-BF89-F555-E8A3-E66BD7DF9599}"/>
              </a:ext>
            </a:extLst>
          </p:cNvPr>
          <p:cNvCxnSpPr/>
          <p:nvPr/>
        </p:nvCxnSpPr>
        <p:spPr>
          <a:xfrm>
            <a:off x="924791" y="2510173"/>
            <a:ext cx="2296391" cy="0"/>
          </a:xfrm>
          <a:prstGeom prst="straightConnector1">
            <a:avLst/>
          </a:prstGeom>
          <a:ln w="15875">
            <a:solidFill>
              <a:schemeClr val="tx1">
                <a:lumMod val="75000"/>
                <a:lumOff val="25000"/>
              </a:schemeClr>
            </a:solidFill>
            <a:prstDash val="dash"/>
            <a:tailEnd type="arrow" w="lg" len="lg"/>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3C35F3DA-CB7B-2374-07F9-A94594E09A0A}"/>
              </a:ext>
            </a:extLst>
          </p:cNvPr>
          <p:cNvCxnSpPr/>
          <p:nvPr/>
        </p:nvCxnSpPr>
        <p:spPr>
          <a:xfrm>
            <a:off x="924791" y="3254719"/>
            <a:ext cx="2296391" cy="0"/>
          </a:xfrm>
          <a:prstGeom prst="straightConnector1">
            <a:avLst/>
          </a:prstGeom>
          <a:ln w="15875">
            <a:solidFill>
              <a:schemeClr val="tx1">
                <a:lumMod val="75000"/>
                <a:lumOff val="25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4CAE21E9-9C41-B2C9-5427-732003C0F297}"/>
              </a:ext>
            </a:extLst>
          </p:cNvPr>
          <p:cNvCxnSpPr/>
          <p:nvPr/>
        </p:nvCxnSpPr>
        <p:spPr>
          <a:xfrm>
            <a:off x="924791" y="3826219"/>
            <a:ext cx="2296391" cy="0"/>
          </a:xfrm>
          <a:prstGeom prst="straightConnector1">
            <a:avLst/>
          </a:prstGeom>
          <a:ln w="15875">
            <a:solidFill>
              <a:schemeClr val="tx1">
                <a:lumMod val="75000"/>
                <a:lumOff val="25000"/>
              </a:schemeClr>
            </a:solidFill>
            <a:headEnd type="oval"/>
            <a:tailEnd type="arrow" w="lg" len="lg"/>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3E0D5A55-9331-DF98-3D4F-F739982CC944}"/>
              </a:ext>
            </a:extLst>
          </p:cNvPr>
          <p:cNvCxnSpPr/>
          <p:nvPr/>
        </p:nvCxnSpPr>
        <p:spPr>
          <a:xfrm>
            <a:off x="924791" y="4376937"/>
            <a:ext cx="2296391" cy="0"/>
          </a:xfrm>
          <a:prstGeom prst="straightConnector1">
            <a:avLst/>
          </a:prstGeom>
          <a:ln w="15875">
            <a:solidFill>
              <a:schemeClr val="tx1">
                <a:lumMod val="75000"/>
                <a:lumOff val="25000"/>
              </a:schemeClr>
            </a:solidFill>
            <a:prstDash val="dash"/>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673E3864-B5AA-2B29-D0BB-2E0AD295E0F4}"/>
              </a:ext>
            </a:extLst>
          </p:cNvPr>
          <p:cNvCxnSpPr/>
          <p:nvPr/>
        </p:nvCxnSpPr>
        <p:spPr>
          <a:xfrm>
            <a:off x="924791" y="4948437"/>
            <a:ext cx="2296391" cy="0"/>
          </a:xfrm>
          <a:prstGeom prst="straightConnector1">
            <a:avLst/>
          </a:prstGeom>
          <a:ln w="15875">
            <a:solidFill>
              <a:schemeClr val="tx1">
                <a:lumMod val="75000"/>
                <a:lumOff val="25000"/>
              </a:schemeClr>
            </a:solidFill>
            <a:prstDash val="dash"/>
            <a:headEnd type="oval"/>
            <a:tailEnd type="arrow" w="lg" len="lg"/>
          </a:ln>
        </p:spPr>
        <p:style>
          <a:lnRef idx="1">
            <a:schemeClr val="accent1"/>
          </a:lnRef>
          <a:fillRef idx="0">
            <a:schemeClr val="accent1"/>
          </a:fillRef>
          <a:effectRef idx="0">
            <a:schemeClr val="accent1"/>
          </a:effectRef>
          <a:fontRef idx="minor">
            <a:schemeClr val="tx1"/>
          </a:fontRef>
        </p:style>
      </p:cxnSp>
      <p:grpSp>
        <p:nvGrpSpPr>
          <p:cNvPr id="15" name="グループ化 14">
            <a:extLst>
              <a:ext uri="{FF2B5EF4-FFF2-40B4-BE49-F238E27FC236}">
                <a16:creationId xmlns:a16="http://schemas.microsoft.com/office/drawing/2014/main" id="{235C285D-1854-8B14-11E6-75D31CE92E57}"/>
              </a:ext>
            </a:extLst>
          </p:cNvPr>
          <p:cNvGrpSpPr/>
          <p:nvPr/>
        </p:nvGrpSpPr>
        <p:grpSpPr>
          <a:xfrm>
            <a:off x="4230316" y="736014"/>
            <a:ext cx="663879" cy="663879"/>
            <a:chOff x="4230316" y="736014"/>
            <a:chExt cx="663879" cy="663879"/>
          </a:xfrm>
        </p:grpSpPr>
        <p:sp>
          <p:nvSpPr>
            <p:cNvPr id="17" name="円/楕円 16">
              <a:extLst>
                <a:ext uri="{FF2B5EF4-FFF2-40B4-BE49-F238E27FC236}">
                  <a16:creationId xmlns:a16="http://schemas.microsoft.com/office/drawing/2014/main" id="{AC8409D7-9B67-441C-F4FE-6C751F65C8F1}"/>
                </a:ext>
              </a:extLst>
            </p:cNvPr>
            <p:cNvSpPr/>
            <p:nvPr/>
          </p:nvSpPr>
          <p:spPr>
            <a:xfrm>
              <a:off x="4230316" y="736014"/>
              <a:ext cx="663879" cy="663879"/>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三角形 17">
              <a:extLst>
                <a:ext uri="{FF2B5EF4-FFF2-40B4-BE49-F238E27FC236}">
                  <a16:creationId xmlns:a16="http://schemas.microsoft.com/office/drawing/2014/main" id="{3DBB75DD-826C-1835-03E9-004690758F28}"/>
                </a:ext>
              </a:extLst>
            </p:cNvPr>
            <p:cNvSpPr/>
            <p:nvPr/>
          </p:nvSpPr>
          <p:spPr>
            <a:xfrm rot="5400000">
              <a:off x="4457669" y="943014"/>
              <a:ext cx="289859" cy="24987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a:extLst>
              <a:ext uri="{FF2B5EF4-FFF2-40B4-BE49-F238E27FC236}">
                <a16:creationId xmlns:a16="http://schemas.microsoft.com/office/drawing/2014/main" id="{B1412D7A-BA33-0E8F-BD5F-A151359D03FD}"/>
              </a:ext>
            </a:extLst>
          </p:cNvPr>
          <p:cNvGrpSpPr/>
          <p:nvPr/>
        </p:nvGrpSpPr>
        <p:grpSpPr>
          <a:xfrm>
            <a:off x="5480275" y="736015"/>
            <a:ext cx="663879" cy="663879"/>
            <a:chOff x="5480275" y="736015"/>
            <a:chExt cx="663879" cy="663879"/>
          </a:xfrm>
        </p:grpSpPr>
        <p:sp>
          <p:nvSpPr>
            <p:cNvPr id="23" name="円/楕円 22">
              <a:extLst>
                <a:ext uri="{FF2B5EF4-FFF2-40B4-BE49-F238E27FC236}">
                  <a16:creationId xmlns:a16="http://schemas.microsoft.com/office/drawing/2014/main" id="{75FAA7B6-D553-823F-2BBB-E91132572C97}"/>
                </a:ext>
              </a:extLst>
            </p:cNvPr>
            <p:cNvSpPr/>
            <p:nvPr/>
          </p:nvSpPr>
          <p:spPr>
            <a:xfrm>
              <a:off x="5480275" y="736015"/>
              <a:ext cx="663879" cy="663879"/>
            </a:xfrm>
            <a:prstGeom prst="ellipse">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三角形 23">
              <a:extLst>
                <a:ext uri="{FF2B5EF4-FFF2-40B4-BE49-F238E27FC236}">
                  <a16:creationId xmlns:a16="http://schemas.microsoft.com/office/drawing/2014/main" id="{E7BD62E1-3E0E-299E-A6F7-68B86354C73C}"/>
                </a:ext>
              </a:extLst>
            </p:cNvPr>
            <p:cNvSpPr/>
            <p:nvPr/>
          </p:nvSpPr>
          <p:spPr>
            <a:xfrm rot="5400000">
              <a:off x="5707628" y="943015"/>
              <a:ext cx="289859" cy="24987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5" name="グループ化 24">
            <a:extLst>
              <a:ext uri="{FF2B5EF4-FFF2-40B4-BE49-F238E27FC236}">
                <a16:creationId xmlns:a16="http://schemas.microsoft.com/office/drawing/2014/main" id="{A2D3735F-01A2-78ED-B8C2-2254FCEAF1EC}"/>
              </a:ext>
            </a:extLst>
          </p:cNvPr>
          <p:cNvGrpSpPr/>
          <p:nvPr/>
        </p:nvGrpSpPr>
        <p:grpSpPr>
          <a:xfrm>
            <a:off x="6730233" y="736015"/>
            <a:ext cx="663879" cy="663879"/>
            <a:chOff x="6730233" y="736015"/>
            <a:chExt cx="663879" cy="663879"/>
          </a:xfrm>
        </p:grpSpPr>
        <p:sp>
          <p:nvSpPr>
            <p:cNvPr id="26" name="円/楕円 25">
              <a:extLst>
                <a:ext uri="{FF2B5EF4-FFF2-40B4-BE49-F238E27FC236}">
                  <a16:creationId xmlns:a16="http://schemas.microsoft.com/office/drawing/2014/main" id="{82A26FD4-FD14-5167-3A30-FB8D58BC064F}"/>
                </a:ext>
              </a:extLst>
            </p:cNvPr>
            <p:cNvSpPr/>
            <p:nvPr/>
          </p:nvSpPr>
          <p:spPr>
            <a:xfrm>
              <a:off x="6730233" y="736015"/>
              <a:ext cx="663879" cy="663879"/>
            </a:xfrm>
            <a:prstGeom prst="ellipse">
              <a:avLst/>
            </a:prstGeom>
            <a:solidFill>
              <a:schemeClr val="bg1">
                <a:lumMod val="9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三角形 26">
              <a:extLst>
                <a:ext uri="{FF2B5EF4-FFF2-40B4-BE49-F238E27FC236}">
                  <a16:creationId xmlns:a16="http://schemas.microsoft.com/office/drawing/2014/main" id="{F0F55B81-966F-EA0D-3645-7DC8B2A3726B}"/>
                </a:ext>
              </a:extLst>
            </p:cNvPr>
            <p:cNvSpPr/>
            <p:nvPr/>
          </p:nvSpPr>
          <p:spPr>
            <a:xfrm rot="5400000">
              <a:off x="6957586" y="943015"/>
              <a:ext cx="289859" cy="24987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73C38210-3F18-330B-2921-EA58A4D1F94B}"/>
              </a:ext>
            </a:extLst>
          </p:cNvPr>
          <p:cNvGrpSpPr/>
          <p:nvPr/>
        </p:nvGrpSpPr>
        <p:grpSpPr>
          <a:xfrm>
            <a:off x="815233" y="5519937"/>
            <a:ext cx="2507212" cy="179979"/>
            <a:chOff x="815233" y="5519937"/>
            <a:chExt cx="2507212" cy="179979"/>
          </a:xfrm>
        </p:grpSpPr>
        <p:cxnSp>
          <p:nvCxnSpPr>
            <p:cNvPr id="29" name="直線矢印コネクタ 28">
              <a:extLst>
                <a:ext uri="{FF2B5EF4-FFF2-40B4-BE49-F238E27FC236}">
                  <a16:creationId xmlns:a16="http://schemas.microsoft.com/office/drawing/2014/main" id="{3CDC3E85-25C5-45C6-0330-422A79654DDA}"/>
                </a:ext>
              </a:extLst>
            </p:cNvPr>
            <p:cNvCxnSpPr/>
            <p:nvPr/>
          </p:nvCxnSpPr>
          <p:spPr>
            <a:xfrm>
              <a:off x="815233" y="5609927"/>
              <a:ext cx="2296391" cy="0"/>
            </a:xfrm>
            <a:prstGeom prst="straightConnector1">
              <a:avLst/>
            </a:prstGeom>
            <a:ln w="15875">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30" name="三角形 29">
              <a:extLst>
                <a:ext uri="{FF2B5EF4-FFF2-40B4-BE49-F238E27FC236}">
                  <a16:creationId xmlns:a16="http://schemas.microsoft.com/office/drawing/2014/main" id="{DEA333A4-5868-95F5-7258-9E031ADD0492}"/>
                </a:ext>
              </a:extLst>
            </p:cNvPr>
            <p:cNvSpPr/>
            <p:nvPr/>
          </p:nvSpPr>
          <p:spPr>
            <a:xfrm rot="5400000">
              <a:off x="3154878" y="5532349"/>
              <a:ext cx="179979" cy="155155"/>
            </a:xfrm>
            <a:prstGeom prst="triangle">
              <a:avLst/>
            </a:prstGeom>
            <a:noFill/>
            <a:ln w="158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1" name="グループ化 30">
            <a:extLst>
              <a:ext uri="{FF2B5EF4-FFF2-40B4-BE49-F238E27FC236}">
                <a16:creationId xmlns:a16="http://schemas.microsoft.com/office/drawing/2014/main" id="{482CCC84-3E6C-D811-55DD-B08A250EEC64}"/>
              </a:ext>
            </a:extLst>
          </p:cNvPr>
          <p:cNvGrpSpPr/>
          <p:nvPr/>
        </p:nvGrpSpPr>
        <p:grpSpPr>
          <a:xfrm>
            <a:off x="815233" y="6047199"/>
            <a:ext cx="2512155" cy="224628"/>
            <a:chOff x="815233" y="6047199"/>
            <a:chExt cx="2512155" cy="224628"/>
          </a:xfrm>
        </p:grpSpPr>
        <p:cxnSp>
          <p:nvCxnSpPr>
            <p:cNvPr id="32" name="直線矢印コネクタ 31">
              <a:extLst>
                <a:ext uri="{FF2B5EF4-FFF2-40B4-BE49-F238E27FC236}">
                  <a16:creationId xmlns:a16="http://schemas.microsoft.com/office/drawing/2014/main" id="{4970714D-82EA-A1F7-48CE-A1A58E63413D}"/>
                </a:ext>
              </a:extLst>
            </p:cNvPr>
            <p:cNvCxnSpPr>
              <a:cxnSpLocks/>
            </p:cNvCxnSpPr>
            <p:nvPr/>
          </p:nvCxnSpPr>
          <p:spPr>
            <a:xfrm>
              <a:off x="815233" y="6271827"/>
              <a:ext cx="2507212" cy="0"/>
            </a:xfrm>
            <a:prstGeom prst="straightConnector1">
              <a:avLst/>
            </a:prstGeom>
            <a:ln w="15875">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33" name="直角三角形 32">
              <a:extLst>
                <a:ext uri="{FF2B5EF4-FFF2-40B4-BE49-F238E27FC236}">
                  <a16:creationId xmlns:a16="http://schemas.microsoft.com/office/drawing/2014/main" id="{D74FA334-16E6-BFE5-C4CC-D258F9B5465F}"/>
                </a:ext>
              </a:extLst>
            </p:cNvPr>
            <p:cNvSpPr/>
            <p:nvPr/>
          </p:nvSpPr>
          <p:spPr>
            <a:xfrm>
              <a:off x="3105207" y="6047199"/>
              <a:ext cx="222181" cy="222181"/>
            </a:xfrm>
            <a:prstGeom prst="r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EB82ECB2-193D-4AFC-DD80-1A28DA023166}"/>
              </a:ext>
            </a:extLst>
          </p:cNvPr>
          <p:cNvGrpSpPr/>
          <p:nvPr/>
        </p:nvGrpSpPr>
        <p:grpSpPr>
          <a:xfrm>
            <a:off x="5480275" y="1903079"/>
            <a:ext cx="663879" cy="663879"/>
            <a:chOff x="5480275" y="1903079"/>
            <a:chExt cx="663879" cy="663879"/>
          </a:xfrm>
        </p:grpSpPr>
        <p:sp>
          <p:nvSpPr>
            <p:cNvPr id="35" name="円/楕円 34">
              <a:extLst>
                <a:ext uri="{FF2B5EF4-FFF2-40B4-BE49-F238E27FC236}">
                  <a16:creationId xmlns:a16="http://schemas.microsoft.com/office/drawing/2014/main" id="{1CB921E4-0317-4A67-3371-11766232C3F5}"/>
                </a:ext>
              </a:extLst>
            </p:cNvPr>
            <p:cNvSpPr/>
            <p:nvPr/>
          </p:nvSpPr>
          <p:spPr>
            <a:xfrm>
              <a:off x="5480275" y="1903079"/>
              <a:ext cx="663879" cy="663879"/>
            </a:xfrm>
            <a:prstGeom prst="ellipse">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6" name="グループ化 35">
              <a:extLst>
                <a:ext uri="{FF2B5EF4-FFF2-40B4-BE49-F238E27FC236}">
                  <a16:creationId xmlns:a16="http://schemas.microsoft.com/office/drawing/2014/main" id="{B7588402-9D86-6BC2-D64B-54D92C5E7804}"/>
                </a:ext>
              </a:extLst>
            </p:cNvPr>
            <p:cNvGrpSpPr/>
            <p:nvPr/>
          </p:nvGrpSpPr>
          <p:grpSpPr>
            <a:xfrm>
              <a:off x="5706716" y="2024855"/>
              <a:ext cx="271786" cy="304387"/>
              <a:chOff x="5825468" y="2035871"/>
              <a:chExt cx="271786" cy="304387"/>
            </a:xfrm>
          </p:grpSpPr>
          <p:cxnSp>
            <p:nvCxnSpPr>
              <p:cNvPr id="37" name="直線コネクタ 36">
                <a:extLst>
                  <a:ext uri="{FF2B5EF4-FFF2-40B4-BE49-F238E27FC236}">
                    <a16:creationId xmlns:a16="http://schemas.microsoft.com/office/drawing/2014/main" id="{899E33D4-675E-C649-88B1-0F91A7F9B13D}"/>
                  </a:ext>
                </a:extLst>
              </p:cNvPr>
              <p:cNvCxnSpPr/>
              <p:nvPr/>
            </p:nvCxnSpPr>
            <p:spPr>
              <a:xfrm rot="8100000">
                <a:off x="5825468" y="2340258"/>
                <a:ext cx="271786"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E525F5DA-4DB4-DBF7-AB59-C2D6B7F3DEC3}"/>
                  </a:ext>
                </a:extLst>
              </p:cNvPr>
              <p:cNvCxnSpPr>
                <a:cxnSpLocks/>
              </p:cNvCxnSpPr>
              <p:nvPr/>
            </p:nvCxnSpPr>
            <p:spPr>
              <a:xfrm rot="13500000">
                <a:off x="5825969" y="2171764"/>
                <a:ext cx="271786"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grpSp>
        <p:nvGrpSpPr>
          <p:cNvPr id="39" name="グループ化 38">
            <a:extLst>
              <a:ext uri="{FF2B5EF4-FFF2-40B4-BE49-F238E27FC236}">
                <a16:creationId xmlns:a16="http://schemas.microsoft.com/office/drawing/2014/main" id="{FA33D529-9808-A628-0395-1D4A6FF3063C}"/>
              </a:ext>
            </a:extLst>
          </p:cNvPr>
          <p:cNvGrpSpPr/>
          <p:nvPr/>
        </p:nvGrpSpPr>
        <p:grpSpPr>
          <a:xfrm>
            <a:off x="4230316" y="1903078"/>
            <a:ext cx="663879" cy="663879"/>
            <a:chOff x="4230316" y="1903078"/>
            <a:chExt cx="663879" cy="663879"/>
          </a:xfrm>
        </p:grpSpPr>
        <p:sp>
          <p:nvSpPr>
            <p:cNvPr id="40" name="円/楕円 39">
              <a:extLst>
                <a:ext uri="{FF2B5EF4-FFF2-40B4-BE49-F238E27FC236}">
                  <a16:creationId xmlns:a16="http://schemas.microsoft.com/office/drawing/2014/main" id="{D04DAF9A-BCC6-4125-51A2-1AF63DE4710D}"/>
                </a:ext>
              </a:extLst>
            </p:cNvPr>
            <p:cNvSpPr/>
            <p:nvPr/>
          </p:nvSpPr>
          <p:spPr>
            <a:xfrm>
              <a:off x="4230316" y="1903078"/>
              <a:ext cx="663879" cy="663879"/>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1" name="グループ化 40">
              <a:extLst>
                <a:ext uri="{FF2B5EF4-FFF2-40B4-BE49-F238E27FC236}">
                  <a16:creationId xmlns:a16="http://schemas.microsoft.com/office/drawing/2014/main" id="{076C580E-780D-04A1-AF45-839BBBAA19DF}"/>
                </a:ext>
              </a:extLst>
            </p:cNvPr>
            <p:cNvGrpSpPr/>
            <p:nvPr/>
          </p:nvGrpSpPr>
          <p:grpSpPr>
            <a:xfrm>
              <a:off x="4451549" y="2024855"/>
              <a:ext cx="271786" cy="304387"/>
              <a:chOff x="4570301" y="2035871"/>
              <a:chExt cx="271786" cy="304387"/>
            </a:xfrm>
          </p:grpSpPr>
          <p:cxnSp>
            <p:nvCxnSpPr>
              <p:cNvPr id="42" name="直線コネクタ 41">
                <a:extLst>
                  <a:ext uri="{FF2B5EF4-FFF2-40B4-BE49-F238E27FC236}">
                    <a16:creationId xmlns:a16="http://schemas.microsoft.com/office/drawing/2014/main" id="{68610592-938F-A461-3084-F9B3098D077D}"/>
                  </a:ext>
                </a:extLst>
              </p:cNvPr>
              <p:cNvCxnSpPr/>
              <p:nvPr/>
            </p:nvCxnSpPr>
            <p:spPr>
              <a:xfrm rot="8100000">
                <a:off x="4570301" y="2340258"/>
                <a:ext cx="27178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AB7DF06F-2A3B-DEF6-D23B-097B14040435}"/>
                  </a:ext>
                </a:extLst>
              </p:cNvPr>
              <p:cNvCxnSpPr>
                <a:cxnSpLocks/>
              </p:cNvCxnSpPr>
              <p:nvPr/>
            </p:nvCxnSpPr>
            <p:spPr>
              <a:xfrm rot="13500000">
                <a:off x="4570802" y="2171764"/>
                <a:ext cx="27178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44" name="グループ化 43">
            <a:extLst>
              <a:ext uri="{FF2B5EF4-FFF2-40B4-BE49-F238E27FC236}">
                <a16:creationId xmlns:a16="http://schemas.microsoft.com/office/drawing/2014/main" id="{B046A005-BF9D-74C8-E5E1-537686FA3795}"/>
              </a:ext>
            </a:extLst>
          </p:cNvPr>
          <p:cNvGrpSpPr/>
          <p:nvPr/>
        </p:nvGrpSpPr>
        <p:grpSpPr>
          <a:xfrm>
            <a:off x="6730233" y="1903079"/>
            <a:ext cx="663879" cy="663879"/>
            <a:chOff x="6730233" y="1903079"/>
            <a:chExt cx="663879" cy="663879"/>
          </a:xfrm>
        </p:grpSpPr>
        <p:sp>
          <p:nvSpPr>
            <p:cNvPr id="46" name="円/楕円 45">
              <a:extLst>
                <a:ext uri="{FF2B5EF4-FFF2-40B4-BE49-F238E27FC236}">
                  <a16:creationId xmlns:a16="http://schemas.microsoft.com/office/drawing/2014/main" id="{DF476271-675C-7AC4-E881-A76D9EB640C3}"/>
                </a:ext>
              </a:extLst>
            </p:cNvPr>
            <p:cNvSpPr/>
            <p:nvPr/>
          </p:nvSpPr>
          <p:spPr>
            <a:xfrm>
              <a:off x="6730233" y="1903079"/>
              <a:ext cx="663879" cy="663879"/>
            </a:xfrm>
            <a:prstGeom prst="ellipse">
              <a:avLst/>
            </a:prstGeom>
            <a:solidFill>
              <a:schemeClr val="bg1">
                <a:lumMod val="9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7" name="グループ化 46">
              <a:extLst>
                <a:ext uri="{FF2B5EF4-FFF2-40B4-BE49-F238E27FC236}">
                  <a16:creationId xmlns:a16="http://schemas.microsoft.com/office/drawing/2014/main" id="{A65AAD6B-DF75-7BBF-BBA3-A16B668A151E}"/>
                </a:ext>
              </a:extLst>
            </p:cNvPr>
            <p:cNvGrpSpPr/>
            <p:nvPr/>
          </p:nvGrpSpPr>
          <p:grpSpPr>
            <a:xfrm>
              <a:off x="6957545" y="2024855"/>
              <a:ext cx="271786" cy="304387"/>
              <a:chOff x="7076297" y="2035871"/>
              <a:chExt cx="271786" cy="304387"/>
            </a:xfrm>
          </p:grpSpPr>
          <p:cxnSp>
            <p:nvCxnSpPr>
              <p:cNvPr id="48" name="直線コネクタ 47">
                <a:extLst>
                  <a:ext uri="{FF2B5EF4-FFF2-40B4-BE49-F238E27FC236}">
                    <a16:creationId xmlns:a16="http://schemas.microsoft.com/office/drawing/2014/main" id="{18303690-91E8-86F0-3602-6D6F7C5333E6}"/>
                  </a:ext>
                </a:extLst>
              </p:cNvPr>
              <p:cNvCxnSpPr/>
              <p:nvPr/>
            </p:nvCxnSpPr>
            <p:spPr>
              <a:xfrm rot="8100000">
                <a:off x="7076297" y="2340258"/>
                <a:ext cx="271786"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DB71B3F4-1926-CF6D-3BB3-E91825CE4FD7}"/>
                  </a:ext>
                </a:extLst>
              </p:cNvPr>
              <p:cNvCxnSpPr>
                <a:cxnSpLocks/>
              </p:cNvCxnSpPr>
              <p:nvPr/>
            </p:nvCxnSpPr>
            <p:spPr>
              <a:xfrm rot="13500000">
                <a:off x="7076798" y="2171764"/>
                <a:ext cx="271786"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grpSp>
        <p:nvGrpSpPr>
          <p:cNvPr id="50" name="グループ化 49">
            <a:extLst>
              <a:ext uri="{FF2B5EF4-FFF2-40B4-BE49-F238E27FC236}">
                <a16:creationId xmlns:a16="http://schemas.microsoft.com/office/drawing/2014/main" id="{D14A866D-E2BE-5F16-43E8-A54BFD5AF6A9}"/>
              </a:ext>
            </a:extLst>
          </p:cNvPr>
          <p:cNvGrpSpPr/>
          <p:nvPr/>
        </p:nvGrpSpPr>
        <p:grpSpPr>
          <a:xfrm>
            <a:off x="4230316" y="3050391"/>
            <a:ext cx="663879" cy="663879"/>
            <a:chOff x="4230316" y="3050391"/>
            <a:chExt cx="663879" cy="663879"/>
          </a:xfrm>
        </p:grpSpPr>
        <p:sp>
          <p:nvSpPr>
            <p:cNvPr id="51" name="円/楕円 50">
              <a:extLst>
                <a:ext uri="{FF2B5EF4-FFF2-40B4-BE49-F238E27FC236}">
                  <a16:creationId xmlns:a16="http://schemas.microsoft.com/office/drawing/2014/main" id="{BE938910-F51D-C511-10B1-3423A65C9FD6}"/>
                </a:ext>
              </a:extLst>
            </p:cNvPr>
            <p:cNvSpPr/>
            <p:nvPr/>
          </p:nvSpPr>
          <p:spPr>
            <a:xfrm>
              <a:off x="4230316" y="3050391"/>
              <a:ext cx="663879" cy="663879"/>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右矢印 51">
              <a:extLst>
                <a:ext uri="{FF2B5EF4-FFF2-40B4-BE49-F238E27FC236}">
                  <a16:creationId xmlns:a16="http://schemas.microsoft.com/office/drawing/2014/main" id="{A43AFF5C-4FA3-BE05-1AB0-1FBD33679AD8}"/>
                </a:ext>
              </a:extLst>
            </p:cNvPr>
            <p:cNvSpPr/>
            <p:nvPr/>
          </p:nvSpPr>
          <p:spPr>
            <a:xfrm>
              <a:off x="4350843" y="3215332"/>
              <a:ext cx="439947" cy="352295"/>
            </a:xfrm>
            <a:prstGeom prst="rightArrow">
              <a:avLst>
                <a:gd name="adj1" fmla="val 50000"/>
                <a:gd name="adj2" fmla="val 6447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グループ化 52">
            <a:extLst>
              <a:ext uri="{FF2B5EF4-FFF2-40B4-BE49-F238E27FC236}">
                <a16:creationId xmlns:a16="http://schemas.microsoft.com/office/drawing/2014/main" id="{1D900887-EEC3-4066-A6C5-7EFFCA8B07BF}"/>
              </a:ext>
            </a:extLst>
          </p:cNvPr>
          <p:cNvGrpSpPr/>
          <p:nvPr/>
        </p:nvGrpSpPr>
        <p:grpSpPr>
          <a:xfrm>
            <a:off x="5480275" y="3050392"/>
            <a:ext cx="663879" cy="663879"/>
            <a:chOff x="5480275" y="3050392"/>
            <a:chExt cx="663879" cy="663879"/>
          </a:xfrm>
        </p:grpSpPr>
        <p:sp>
          <p:nvSpPr>
            <p:cNvPr id="54" name="円/楕円 53">
              <a:extLst>
                <a:ext uri="{FF2B5EF4-FFF2-40B4-BE49-F238E27FC236}">
                  <a16:creationId xmlns:a16="http://schemas.microsoft.com/office/drawing/2014/main" id="{D4A37FA7-1800-79AF-F5C9-BB05EEBFB584}"/>
                </a:ext>
              </a:extLst>
            </p:cNvPr>
            <p:cNvSpPr/>
            <p:nvPr/>
          </p:nvSpPr>
          <p:spPr>
            <a:xfrm>
              <a:off x="5480275" y="3050392"/>
              <a:ext cx="663879" cy="663879"/>
            </a:xfrm>
            <a:prstGeom prst="ellipse">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右矢印 54">
              <a:extLst>
                <a:ext uri="{FF2B5EF4-FFF2-40B4-BE49-F238E27FC236}">
                  <a16:creationId xmlns:a16="http://schemas.microsoft.com/office/drawing/2014/main" id="{25C6264A-FF3B-BEC3-B5B7-F318FC5D2BEC}"/>
                </a:ext>
              </a:extLst>
            </p:cNvPr>
            <p:cNvSpPr/>
            <p:nvPr/>
          </p:nvSpPr>
          <p:spPr>
            <a:xfrm>
              <a:off x="5602127" y="3215332"/>
              <a:ext cx="439947" cy="352295"/>
            </a:xfrm>
            <a:prstGeom prst="rightArrow">
              <a:avLst>
                <a:gd name="adj1" fmla="val 50000"/>
                <a:gd name="adj2" fmla="val 6447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6" name="グループ化 55">
            <a:extLst>
              <a:ext uri="{FF2B5EF4-FFF2-40B4-BE49-F238E27FC236}">
                <a16:creationId xmlns:a16="http://schemas.microsoft.com/office/drawing/2014/main" id="{7E3A6538-4245-6F53-6BBF-CAD50010AE77}"/>
              </a:ext>
            </a:extLst>
          </p:cNvPr>
          <p:cNvGrpSpPr/>
          <p:nvPr/>
        </p:nvGrpSpPr>
        <p:grpSpPr>
          <a:xfrm>
            <a:off x="6730233" y="3050392"/>
            <a:ext cx="663879" cy="663879"/>
            <a:chOff x="6730233" y="3050392"/>
            <a:chExt cx="663879" cy="663879"/>
          </a:xfrm>
        </p:grpSpPr>
        <p:sp>
          <p:nvSpPr>
            <p:cNvPr id="57" name="円/楕円 56">
              <a:extLst>
                <a:ext uri="{FF2B5EF4-FFF2-40B4-BE49-F238E27FC236}">
                  <a16:creationId xmlns:a16="http://schemas.microsoft.com/office/drawing/2014/main" id="{1CABC4F9-736A-A788-6790-D4830AA0CB1E}"/>
                </a:ext>
              </a:extLst>
            </p:cNvPr>
            <p:cNvSpPr/>
            <p:nvPr/>
          </p:nvSpPr>
          <p:spPr>
            <a:xfrm>
              <a:off x="6730233" y="3050392"/>
              <a:ext cx="663879" cy="663879"/>
            </a:xfrm>
            <a:prstGeom prst="ellipse">
              <a:avLst/>
            </a:prstGeom>
            <a:solidFill>
              <a:schemeClr val="bg1">
                <a:lumMod val="9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右矢印 57">
              <a:extLst>
                <a:ext uri="{FF2B5EF4-FFF2-40B4-BE49-F238E27FC236}">
                  <a16:creationId xmlns:a16="http://schemas.microsoft.com/office/drawing/2014/main" id="{19F33964-C759-DEE7-3BC8-732EBA9A1147}"/>
                </a:ext>
              </a:extLst>
            </p:cNvPr>
            <p:cNvSpPr/>
            <p:nvPr/>
          </p:nvSpPr>
          <p:spPr>
            <a:xfrm>
              <a:off x="6871922" y="3215332"/>
              <a:ext cx="439947" cy="352295"/>
            </a:xfrm>
            <a:prstGeom prst="rightArrow">
              <a:avLst>
                <a:gd name="adj1" fmla="val 50000"/>
                <a:gd name="adj2" fmla="val 6447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9" name="グループ化 58">
            <a:extLst>
              <a:ext uri="{FF2B5EF4-FFF2-40B4-BE49-F238E27FC236}">
                <a16:creationId xmlns:a16="http://schemas.microsoft.com/office/drawing/2014/main" id="{AB891771-C37D-EAAE-0240-E243EBAA47C7}"/>
              </a:ext>
            </a:extLst>
          </p:cNvPr>
          <p:cNvGrpSpPr/>
          <p:nvPr/>
        </p:nvGrpSpPr>
        <p:grpSpPr>
          <a:xfrm>
            <a:off x="4230316" y="4243506"/>
            <a:ext cx="663879" cy="663879"/>
            <a:chOff x="4230316" y="4243506"/>
            <a:chExt cx="663879" cy="663879"/>
          </a:xfrm>
        </p:grpSpPr>
        <p:sp>
          <p:nvSpPr>
            <p:cNvPr id="60" name="円/楕円 59">
              <a:extLst>
                <a:ext uri="{FF2B5EF4-FFF2-40B4-BE49-F238E27FC236}">
                  <a16:creationId xmlns:a16="http://schemas.microsoft.com/office/drawing/2014/main" id="{9FCC1BCC-5648-D443-B6ED-1DEE8513B980}"/>
                </a:ext>
              </a:extLst>
            </p:cNvPr>
            <p:cNvSpPr/>
            <p:nvPr/>
          </p:nvSpPr>
          <p:spPr>
            <a:xfrm>
              <a:off x="4230316" y="4243506"/>
              <a:ext cx="663879" cy="663879"/>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1" name="直線コネクタ 60">
              <a:extLst>
                <a:ext uri="{FF2B5EF4-FFF2-40B4-BE49-F238E27FC236}">
                  <a16:creationId xmlns:a16="http://schemas.microsoft.com/office/drawing/2014/main" id="{75F24421-7F20-11A9-1D93-9A33164FFB1C}"/>
                </a:ext>
              </a:extLst>
            </p:cNvPr>
            <p:cNvCxnSpPr/>
            <p:nvPr/>
          </p:nvCxnSpPr>
          <p:spPr>
            <a:xfrm rot="8100000">
              <a:off x="4451549" y="4677511"/>
              <a:ext cx="27178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110CE989-7A28-3BFA-25A3-84E49DE960AE}"/>
                </a:ext>
              </a:extLst>
            </p:cNvPr>
            <p:cNvCxnSpPr>
              <a:cxnSpLocks/>
            </p:cNvCxnSpPr>
            <p:nvPr/>
          </p:nvCxnSpPr>
          <p:spPr>
            <a:xfrm rot="13500000">
              <a:off x="4452050" y="4495595"/>
              <a:ext cx="27178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9E86062A-5FB6-2AFE-F568-E89A10EC4AC1}"/>
                </a:ext>
              </a:extLst>
            </p:cNvPr>
            <p:cNvCxnSpPr>
              <a:cxnSpLocks/>
            </p:cNvCxnSpPr>
            <p:nvPr/>
          </p:nvCxnSpPr>
          <p:spPr>
            <a:xfrm>
              <a:off x="4230316" y="4588707"/>
              <a:ext cx="372681" cy="0"/>
            </a:xfrm>
            <a:prstGeom prst="straightConnector1">
              <a:avLst/>
            </a:prstGeom>
            <a:ln w="19050">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65" name="グループ化 64">
            <a:extLst>
              <a:ext uri="{FF2B5EF4-FFF2-40B4-BE49-F238E27FC236}">
                <a16:creationId xmlns:a16="http://schemas.microsoft.com/office/drawing/2014/main" id="{E1855226-5A08-36DE-5441-893BF810202D}"/>
              </a:ext>
            </a:extLst>
          </p:cNvPr>
          <p:cNvGrpSpPr/>
          <p:nvPr/>
        </p:nvGrpSpPr>
        <p:grpSpPr>
          <a:xfrm>
            <a:off x="5492135" y="4243506"/>
            <a:ext cx="663879" cy="663879"/>
            <a:chOff x="5492135" y="4243506"/>
            <a:chExt cx="663879" cy="663879"/>
          </a:xfrm>
        </p:grpSpPr>
        <p:sp>
          <p:nvSpPr>
            <p:cNvPr id="66" name="円/楕円 65">
              <a:extLst>
                <a:ext uri="{FF2B5EF4-FFF2-40B4-BE49-F238E27FC236}">
                  <a16:creationId xmlns:a16="http://schemas.microsoft.com/office/drawing/2014/main" id="{75A8ADCB-3225-B523-BD89-12E78D202357}"/>
                </a:ext>
              </a:extLst>
            </p:cNvPr>
            <p:cNvSpPr/>
            <p:nvPr/>
          </p:nvSpPr>
          <p:spPr>
            <a:xfrm>
              <a:off x="5492135" y="4243506"/>
              <a:ext cx="663879" cy="663879"/>
            </a:xfrm>
            <a:prstGeom prst="ellipse">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コネクタ 66">
              <a:extLst>
                <a:ext uri="{FF2B5EF4-FFF2-40B4-BE49-F238E27FC236}">
                  <a16:creationId xmlns:a16="http://schemas.microsoft.com/office/drawing/2014/main" id="{45D974E2-C3F8-CE6C-9D25-A42258D01BC7}"/>
                </a:ext>
              </a:extLst>
            </p:cNvPr>
            <p:cNvCxnSpPr/>
            <p:nvPr/>
          </p:nvCxnSpPr>
          <p:spPr>
            <a:xfrm rot="8100000">
              <a:off x="5713368" y="4677511"/>
              <a:ext cx="271786"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23491873-F182-7A5B-9134-4ABF794152DD}"/>
                </a:ext>
              </a:extLst>
            </p:cNvPr>
            <p:cNvCxnSpPr>
              <a:cxnSpLocks/>
            </p:cNvCxnSpPr>
            <p:nvPr/>
          </p:nvCxnSpPr>
          <p:spPr>
            <a:xfrm rot="13500000">
              <a:off x="5713869" y="4495595"/>
              <a:ext cx="271786"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BDD871CA-B14E-A202-B2D0-5851B4702277}"/>
                </a:ext>
              </a:extLst>
            </p:cNvPr>
            <p:cNvCxnSpPr>
              <a:cxnSpLocks/>
            </p:cNvCxnSpPr>
            <p:nvPr/>
          </p:nvCxnSpPr>
          <p:spPr>
            <a:xfrm>
              <a:off x="5492135" y="4588707"/>
              <a:ext cx="372681"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71" name="グループ化 70">
            <a:extLst>
              <a:ext uri="{FF2B5EF4-FFF2-40B4-BE49-F238E27FC236}">
                <a16:creationId xmlns:a16="http://schemas.microsoft.com/office/drawing/2014/main" id="{DE7697B9-0D68-0A94-AC9C-85877CCD91A1}"/>
              </a:ext>
            </a:extLst>
          </p:cNvPr>
          <p:cNvGrpSpPr/>
          <p:nvPr/>
        </p:nvGrpSpPr>
        <p:grpSpPr>
          <a:xfrm>
            <a:off x="6739154" y="4243506"/>
            <a:ext cx="663879" cy="663879"/>
            <a:chOff x="6739154" y="4243506"/>
            <a:chExt cx="663879" cy="663879"/>
          </a:xfrm>
        </p:grpSpPr>
        <p:sp>
          <p:nvSpPr>
            <p:cNvPr id="74" name="円/楕円 73">
              <a:extLst>
                <a:ext uri="{FF2B5EF4-FFF2-40B4-BE49-F238E27FC236}">
                  <a16:creationId xmlns:a16="http://schemas.microsoft.com/office/drawing/2014/main" id="{514743A5-5F43-1CB8-17F2-D4DFFD0C7289}"/>
                </a:ext>
              </a:extLst>
            </p:cNvPr>
            <p:cNvSpPr/>
            <p:nvPr/>
          </p:nvSpPr>
          <p:spPr>
            <a:xfrm>
              <a:off x="6739154" y="4243506"/>
              <a:ext cx="663879" cy="663879"/>
            </a:xfrm>
            <a:prstGeom prst="ellipse">
              <a:avLst/>
            </a:prstGeom>
            <a:solidFill>
              <a:schemeClr val="bg1">
                <a:lumMod val="9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5" name="直線コネクタ 74">
              <a:extLst>
                <a:ext uri="{FF2B5EF4-FFF2-40B4-BE49-F238E27FC236}">
                  <a16:creationId xmlns:a16="http://schemas.microsoft.com/office/drawing/2014/main" id="{BA94BE94-95C3-8BEF-5FB7-C4A6336B97B8}"/>
                </a:ext>
              </a:extLst>
            </p:cNvPr>
            <p:cNvCxnSpPr/>
            <p:nvPr/>
          </p:nvCxnSpPr>
          <p:spPr>
            <a:xfrm rot="8100000">
              <a:off x="6960387" y="4677511"/>
              <a:ext cx="271786"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E4BB8A44-B60E-131A-A557-5C3B3912CA3F}"/>
                </a:ext>
              </a:extLst>
            </p:cNvPr>
            <p:cNvCxnSpPr>
              <a:cxnSpLocks/>
            </p:cNvCxnSpPr>
            <p:nvPr/>
          </p:nvCxnSpPr>
          <p:spPr>
            <a:xfrm rot="13500000">
              <a:off x="6960888" y="4495595"/>
              <a:ext cx="271786"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2" name="直線矢印コネクタ 81">
              <a:extLst>
                <a:ext uri="{FF2B5EF4-FFF2-40B4-BE49-F238E27FC236}">
                  <a16:creationId xmlns:a16="http://schemas.microsoft.com/office/drawing/2014/main" id="{B8C82C12-6447-1E92-3C73-6951FF84737F}"/>
                </a:ext>
              </a:extLst>
            </p:cNvPr>
            <p:cNvCxnSpPr>
              <a:cxnSpLocks/>
            </p:cNvCxnSpPr>
            <p:nvPr/>
          </p:nvCxnSpPr>
          <p:spPr>
            <a:xfrm>
              <a:off x="6739154" y="4588707"/>
              <a:ext cx="372681"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sp>
        <p:nvSpPr>
          <p:cNvPr id="83" name="グラフィックス 406">
            <a:extLst>
              <a:ext uri="{FF2B5EF4-FFF2-40B4-BE49-F238E27FC236}">
                <a16:creationId xmlns:a16="http://schemas.microsoft.com/office/drawing/2014/main" id="{E4D16335-517D-CEF7-E273-C266025B5F88}"/>
              </a:ext>
            </a:extLst>
          </p:cNvPr>
          <p:cNvSpPr/>
          <p:nvPr/>
        </p:nvSpPr>
        <p:spPr>
          <a:xfrm>
            <a:off x="4230315" y="5492116"/>
            <a:ext cx="663879" cy="617619"/>
          </a:xfrm>
          <a:custGeom>
            <a:avLst/>
            <a:gdLst>
              <a:gd name="connsiteX0" fmla="*/ -771 w 532193"/>
              <a:gd name="connsiteY0" fmla="*/ 495067 h 495109"/>
              <a:gd name="connsiteX1" fmla="*/ 125560 w 532193"/>
              <a:gd name="connsiteY1" fmla="*/ 247513 h 495109"/>
              <a:gd name="connsiteX2" fmla="*/ -771 w 532193"/>
              <a:gd name="connsiteY2" fmla="*/ -42 h 495109"/>
              <a:gd name="connsiteX3" fmla="*/ 531422 w 532193"/>
              <a:gd name="connsiteY3" fmla="*/ 247513 h 495109"/>
            </a:gdLst>
            <a:ahLst/>
            <a:cxnLst>
              <a:cxn ang="0">
                <a:pos x="connsiteX0" y="connsiteY0"/>
              </a:cxn>
              <a:cxn ang="0">
                <a:pos x="connsiteX1" y="connsiteY1"/>
              </a:cxn>
              <a:cxn ang="0">
                <a:pos x="connsiteX2" y="connsiteY2"/>
              </a:cxn>
              <a:cxn ang="0">
                <a:pos x="connsiteX3" y="connsiteY3"/>
              </a:cxn>
            </a:cxnLst>
            <a:rect l="l" t="t" r="r" b="b"/>
            <a:pathLst>
              <a:path w="532193" h="495109">
                <a:moveTo>
                  <a:pt x="-771" y="495067"/>
                </a:moveTo>
                <a:lnTo>
                  <a:pt x="125560" y="247513"/>
                </a:lnTo>
                <a:lnTo>
                  <a:pt x="-771" y="-42"/>
                </a:lnTo>
                <a:lnTo>
                  <a:pt x="531422" y="247513"/>
                </a:lnTo>
                <a:close/>
              </a:path>
            </a:pathLst>
          </a:custGeom>
          <a:solidFill>
            <a:schemeClr val="tx1">
              <a:lumMod val="75000"/>
              <a:lumOff val="25000"/>
            </a:schemeClr>
          </a:solidFill>
          <a:ln w="9358" cap="flat">
            <a:noFill/>
            <a:prstDash val="solid"/>
            <a:miter/>
          </a:ln>
        </p:spPr>
        <p:txBody>
          <a:bodyPr rtlCol="0" anchor="ctr"/>
          <a:lstStyle/>
          <a:p>
            <a:endParaRPr lang="ja-JP" altLang="en-US"/>
          </a:p>
        </p:txBody>
      </p:sp>
      <p:sp>
        <p:nvSpPr>
          <p:cNvPr id="85" name="グラフィックス 406">
            <a:extLst>
              <a:ext uri="{FF2B5EF4-FFF2-40B4-BE49-F238E27FC236}">
                <a16:creationId xmlns:a16="http://schemas.microsoft.com/office/drawing/2014/main" id="{10783005-9810-E7B2-542F-EA34F6B96A10}"/>
              </a:ext>
            </a:extLst>
          </p:cNvPr>
          <p:cNvSpPr/>
          <p:nvPr/>
        </p:nvSpPr>
        <p:spPr>
          <a:xfrm>
            <a:off x="5532876" y="5505172"/>
            <a:ext cx="663879" cy="617619"/>
          </a:xfrm>
          <a:custGeom>
            <a:avLst/>
            <a:gdLst>
              <a:gd name="connsiteX0" fmla="*/ -771 w 532193"/>
              <a:gd name="connsiteY0" fmla="*/ 495067 h 495109"/>
              <a:gd name="connsiteX1" fmla="*/ 125560 w 532193"/>
              <a:gd name="connsiteY1" fmla="*/ 247513 h 495109"/>
              <a:gd name="connsiteX2" fmla="*/ -771 w 532193"/>
              <a:gd name="connsiteY2" fmla="*/ -42 h 495109"/>
              <a:gd name="connsiteX3" fmla="*/ 531422 w 532193"/>
              <a:gd name="connsiteY3" fmla="*/ 247513 h 495109"/>
            </a:gdLst>
            <a:ahLst/>
            <a:cxnLst>
              <a:cxn ang="0">
                <a:pos x="connsiteX0" y="connsiteY0"/>
              </a:cxn>
              <a:cxn ang="0">
                <a:pos x="connsiteX1" y="connsiteY1"/>
              </a:cxn>
              <a:cxn ang="0">
                <a:pos x="connsiteX2" y="connsiteY2"/>
              </a:cxn>
              <a:cxn ang="0">
                <a:pos x="connsiteX3" y="connsiteY3"/>
              </a:cxn>
            </a:cxnLst>
            <a:rect l="l" t="t" r="r" b="b"/>
            <a:pathLst>
              <a:path w="532193" h="495109">
                <a:moveTo>
                  <a:pt x="-771" y="495067"/>
                </a:moveTo>
                <a:lnTo>
                  <a:pt x="125560" y="247513"/>
                </a:lnTo>
                <a:lnTo>
                  <a:pt x="-771" y="-42"/>
                </a:lnTo>
                <a:lnTo>
                  <a:pt x="531422" y="247513"/>
                </a:lnTo>
                <a:close/>
              </a:path>
            </a:pathLst>
          </a:custGeom>
          <a:noFill/>
          <a:ln w="22225" cap="flat">
            <a:solidFill>
              <a:srgbClr val="333333"/>
            </a:solidFill>
            <a:prstDash val="solid"/>
            <a:miter/>
          </a:ln>
        </p:spPr>
        <p:txBody>
          <a:bodyPr rtlCol="0" anchor="ctr"/>
          <a:lstStyle/>
          <a:p>
            <a:endParaRPr lang="ja-JP" altLang="en-US"/>
          </a:p>
        </p:txBody>
      </p:sp>
      <p:grpSp>
        <p:nvGrpSpPr>
          <p:cNvPr id="86" name="グループ化 85">
            <a:extLst>
              <a:ext uri="{FF2B5EF4-FFF2-40B4-BE49-F238E27FC236}">
                <a16:creationId xmlns:a16="http://schemas.microsoft.com/office/drawing/2014/main" id="{38A16B36-6145-7354-3CA8-0B19C9338E39}"/>
              </a:ext>
            </a:extLst>
          </p:cNvPr>
          <p:cNvGrpSpPr/>
          <p:nvPr/>
        </p:nvGrpSpPr>
        <p:grpSpPr>
          <a:xfrm>
            <a:off x="6765562" y="5467020"/>
            <a:ext cx="692547" cy="645233"/>
            <a:chOff x="6940831" y="4994988"/>
            <a:chExt cx="1586981" cy="1626417"/>
          </a:xfrm>
        </p:grpSpPr>
        <p:sp>
          <p:nvSpPr>
            <p:cNvPr id="87" name="直角三角形 210">
              <a:extLst>
                <a:ext uri="{FF2B5EF4-FFF2-40B4-BE49-F238E27FC236}">
                  <a16:creationId xmlns:a16="http://schemas.microsoft.com/office/drawing/2014/main" id="{5E0A80C6-38FA-8351-72FA-84AFDB3112BB}"/>
                </a:ext>
              </a:extLst>
            </p:cNvPr>
            <p:cNvSpPr/>
            <p:nvPr/>
          </p:nvSpPr>
          <p:spPr>
            <a:xfrm flipV="1">
              <a:off x="6940831" y="5804564"/>
              <a:ext cx="1586981" cy="816841"/>
            </a:xfrm>
            <a:custGeom>
              <a:avLst/>
              <a:gdLst>
                <a:gd name="connsiteX0" fmla="*/ 0 w 659959"/>
                <a:gd name="connsiteY0" fmla="*/ 339690 h 339690"/>
                <a:gd name="connsiteX1" fmla="*/ 0 w 659959"/>
                <a:gd name="connsiteY1" fmla="*/ 0 h 339690"/>
                <a:gd name="connsiteX2" fmla="*/ 659959 w 659959"/>
                <a:gd name="connsiteY2" fmla="*/ 339690 h 339690"/>
                <a:gd name="connsiteX3" fmla="*/ 0 w 659959"/>
                <a:gd name="connsiteY3" fmla="*/ 339690 h 339690"/>
                <a:gd name="connsiteX0" fmla="*/ 118281 w 659959"/>
                <a:gd name="connsiteY0" fmla="*/ 344239 h 344239"/>
                <a:gd name="connsiteX1" fmla="*/ 0 w 659959"/>
                <a:gd name="connsiteY1" fmla="*/ 0 h 344239"/>
                <a:gd name="connsiteX2" fmla="*/ 659959 w 659959"/>
                <a:gd name="connsiteY2" fmla="*/ 339690 h 344239"/>
                <a:gd name="connsiteX3" fmla="*/ 118281 w 659959"/>
                <a:gd name="connsiteY3" fmla="*/ 344239 h 344239"/>
                <a:gd name="connsiteX0" fmla="*/ 118281 w 659959"/>
                <a:gd name="connsiteY0" fmla="*/ 331539 h 339690"/>
                <a:gd name="connsiteX1" fmla="*/ 0 w 659959"/>
                <a:gd name="connsiteY1" fmla="*/ 0 h 339690"/>
                <a:gd name="connsiteX2" fmla="*/ 659959 w 659959"/>
                <a:gd name="connsiteY2" fmla="*/ 339690 h 339690"/>
                <a:gd name="connsiteX3" fmla="*/ 118281 w 659959"/>
                <a:gd name="connsiteY3" fmla="*/ 331539 h 339690"/>
                <a:gd name="connsiteX0" fmla="*/ 115106 w 659959"/>
                <a:gd name="connsiteY0" fmla="*/ 341064 h 341064"/>
                <a:gd name="connsiteX1" fmla="*/ 0 w 659959"/>
                <a:gd name="connsiteY1" fmla="*/ 0 h 341064"/>
                <a:gd name="connsiteX2" fmla="*/ 659959 w 659959"/>
                <a:gd name="connsiteY2" fmla="*/ 339690 h 341064"/>
                <a:gd name="connsiteX3" fmla="*/ 115106 w 659959"/>
                <a:gd name="connsiteY3" fmla="*/ 341064 h 341064"/>
                <a:gd name="connsiteX0" fmla="*/ 113346 w 659959"/>
                <a:gd name="connsiteY0" fmla="*/ 335783 h 339690"/>
                <a:gd name="connsiteX1" fmla="*/ 0 w 659959"/>
                <a:gd name="connsiteY1" fmla="*/ 0 h 339690"/>
                <a:gd name="connsiteX2" fmla="*/ 659959 w 659959"/>
                <a:gd name="connsiteY2" fmla="*/ 339690 h 339690"/>
                <a:gd name="connsiteX3" fmla="*/ 113346 w 659959"/>
                <a:gd name="connsiteY3" fmla="*/ 335783 h 339690"/>
                <a:gd name="connsiteX0" fmla="*/ 113346 w 659959"/>
                <a:gd name="connsiteY0" fmla="*/ 339304 h 339690"/>
                <a:gd name="connsiteX1" fmla="*/ 0 w 659959"/>
                <a:gd name="connsiteY1" fmla="*/ 0 h 339690"/>
                <a:gd name="connsiteX2" fmla="*/ 659959 w 659959"/>
                <a:gd name="connsiteY2" fmla="*/ 339690 h 339690"/>
                <a:gd name="connsiteX3" fmla="*/ 113346 w 659959"/>
                <a:gd name="connsiteY3" fmla="*/ 339304 h 339690"/>
              </a:gdLst>
              <a:ahLst/>
              <a:cxnLst>
                <a:cxn ang="0">
                  <a:pos x="connsiteX0" y="connsiteY0"/>
                </a:cxn>
                <a:cxn ang="0">
                  <a:pos x="connsiteX1" y="connsiteY1"/>
                </a:cxn>
                <a:cxn ang="0">
                  <a:pos x="connsiteX2" y="connsiteY2"/>
                </a:cxn>
                <a:cxn ang="0">
                  <a:pos x="connsiteX3" y="connsiteY3"/>
                </a:cxn>
              </a:cxnLst>
              <a:rect l="l" t="t" r="r" b="b"/>
              <a:pathLst>
                <a:path w="659959" h="339690">
                  <a:moveTo>
                    <a:pt x="113346" y="339304"/>
                  </a:moveTo>
                  <a:lnTo>
                    <a:pt x="0" y="0"/>
                  </a:lnTo>
                  <a:lnTo>
                    <a:pt x="659959" y="339690"/>
                  </a:lnTo>
                  <a:lnTo>
                    <a:pt x="113346" y="339304"/>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直角三角形 210">
              <a:extLst>
                <a:ext uri="{FF2B5EF4-FFF2-40B4-BE49-F238E27FC236}">
                  <a16:creationId xmlns:a16="http://schemas.microsoft.com/office/drawing/2014/main" id="{12993928-BB9E-5B86-BE48-FA1B863D2D55}"/>
                </a:ext>
              </a:extLst>
            </p:cNvPr>
            <p:cNvSpPr/>
            <p:nvPr/>
          </p:nvSpPr>
          <p:spPr>
            <a:xfrm>
              <a:off x="6940831" y="4994988"/>
              <a:ext cx="1586981" cy="816841"/>
            </a:xfrm>
            <a:custGeom>
              <a:avLst/>
              <a:gdLst>
                <a:gd name="connsiteX0" fmla="*/ 0 w 659959"/>
                <a:gd name="connsiteY0" fmla="*/ 339690 h 339690"/>
                <a:gd name="connsiteX1" fmla="*/ 0 w 659959"/>
                <a:gd name="connsiteY1" fmla="*/ 0 h 339690"/>
                <a:gd name="connsiteX2" fmla="*/ 659959 w 659959"/>
                <a:gd name="connsiteY2" fmla="*/ 339690 h 339690"/>
                <a:gd name="connsiteX3" fmla="*/ 0 w 659959"/>
                <a:gd name="connsiteY3" fmla="*/ 339690 h 339690"/>
                <a:gd name="connsiteX0" fmla="*/ 118281 w 659959"/>
                <a:gd name="connsiteY0" fmla="*/ 344239 h 344239"/>
                <a:gd name="connsiteX1" fmla="*/ 0 w 659959"/>
                <a:gd name="connsiteY1" fmla="*/ 0 h 344239"/>
                <a:gd name="connsiteX2" fmla="*/ 659959 w 659959"/>
                <a:gd name="connsiteY2" fmla="*/ 339690 h 344239"/>
                <a:gd name="connsiteX3" fmla="*/ 118281 w 659959"/>
                <a:gd name="connsiteY3" fmla="*/ 344239 h 344239"/>
                <a:gd name="connsiteX0" fmla="*/ 118281 w 659959"/>
                <a:gd name="connsiteY0" fmla="*/ 331539 h 339690"/>
                <a:gd name="connsiteX1" fmla="*/ 0 w 659959"/>
                <a:gd name="connsiteY1" fmla="*/ 0 h 339690"/>
                <a:gd name="connsiteX2" fmla="*/ 659959 w 659959"/>
                <a:gd name="connsiteY2" fmla="*/ 339690 h 339690"/>
                <a:gd name="connsiteX3" fmla="*/ 118281 w 659959"/>
                <a:gd name="connsiteY3" fmla="*/ 331539 h 339690"/>
                <a:gd name="connsiteX0" fmla="*/ 115106 w 659959"/>
                <a:gd name="connsiteY0" fmla="*/ 341064 h 341064"/>
                <a:gd name="connsiteX1" fmla="*/ 0 w 659959"/>
                <a:gd name="connsiteY1" fmla="*/ 0 h 341064"/>
                <a:gd name="connsiteX2" fmla="*/ 659959 w 659959"/>
                <a:gd name="connsiteY2" fmla="*/ 339690 h 341064"/>
                <a:gd name="connsiteX3" fmla="*/ 115106 w 659959"/>
                <a:gd name="connsiteY3" fmla="*/ 341064 h 341064"/>
                <a:gd name="connsiteX0" fmla="*/ 113346 w 659959"/>
                <a:gd name="connsiteY0" fmla="*/ 335783 h 339690"/>
                <a:gd name="connsiteX1" fmla="*/ 0 w 659959"/>
                <a:gd name="connsiteY1" fmla="*/ 0 h 339690"/>
                <a:gd name="connsiteX2" fmla="*/ 659959 w 659959"/>
                <a:gd name="connsiteY2" fmla="*/ 339690 h 339690"/>
                <a:gd name="connsiteX3" fmla="*/ 113346 w 659959"/>
                <a:gd name="connsiteY3" fmla="*/ 335783 h 339690"/>
                <a:gd name="connsiteX0" fmla="*/ 113346 w 659959"/>
                <a:gd name="connsiteY0" fmla="*/ 339304 h 339690"/>
                <a:gd name="connsiteX1" fmla="*/ 0 w 659959"/>
                <a:gd name="connsiteY1" fmla="*/ 0 h 339690"/>
                <a:gd name="connsiteX2" fmla="*/ 659959 w 659959"/>
                <a:gd name="connsiteY2" fmla="*/ 339690 h 339690"/>
                <a:gd name="connsiteX3" fmla="*/ 113346 w 659959"/>
                <a:gd name="connsiteY3" fmla="*/ 339304 h 339690"/>
              </a:gdLst>
              <a:ahLst/>
              <a:cxnLst>
                <a:cxn ang="0">
                  <a:pos x="connsiteX0" y="connsiteY0"/>
                </a:cxn>
                <a:cxn ang="0">
                  <a:pos x="connsiteX1" y="connsiteY1"/>
                </a:cxn>
                <a:cxn ang="0">
                  <a:pos x="connsiteX2" y="connsiteY2"/>
                </a:cxn>
                <a:cxn ang="0">
                  <a:pos x="connsiteX3" y="connsiteY3"/>
                </a:cxn>
              </a:cxnLst>
              <a:rect l="l" t="t" r="r" b="b"/>
              <a:pathLst>
                <a:path w="659959" h="339690">
                  <a:moveTo>
                    <a:pt x="113346" y="339304"/>
                  </a:moveTo>
                  <a:lnTo>
                    <a:pt x="0" y="0"/>
                  </a:lnTo>
                  <a:lnTo>
                    <a:pt x="659959" y="339690"/>
                  </a:lnTo>
                  <a:lnTo>
                    <a:pt x="113346" y="339304"/>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7" name="グループ化 96">
            <a:extLst>
              <a:ext uri="{FF2B5EF4-FFF2-40B4-BE49-F238E27FC236}">
                <a16:creationId xmlns:a16="http://schemas.microsoft.com/office/drawing/2014/main" id="{E8106B8C-086D-A1DA-C8E8-508CDB5EE58D}"/>
              </a:ext>
            </a:extLst>
          </p:cNvPr>
          <p:cNvGrpSpPr/>
          <p:nvPr/>
        </p:nvGrpSpPr>
        <p:grpSpPr>
          <a:xfrm>
            <a:off x="8221402" y="736014"/>
            <a:ext cx="663879" cy="663879"/>
            <a:chOff x="8221402" y="736014"/>
            <a:chExt cx="663879" cy="663879"/>
          </a:xfrm>
        </p:grpSpPr>
        <p:sp>
          <p:nvSpPr>
            <p:cNvPr id="98" name="円/楕円 97">
              <a:extLst>
                <a:ext uri="{FF2B5EF4-FFF2-40B4-BE49-F238E27FC236}">
                  <a16:creationId xmlns:a16="http://schemas.microsoft.com/office/drawing/2014/main" id="{85D29E7F-1BFC-841B-188D-8A4A5B3DCF08}"/>
                </a:ext>
              </a:extLst>
            </p:cNvPr>
            <p:cNvSpPr/>
            <p:nvPr/>
          </p:nvSpPr>
          <p:spPr>
            <a:xfrm>
              <a:off x="8221402" y="736014"/>
              <a:ext cx="663879" cy="663879"/>
            </a:xfrm>
            <a:prstGeom prst="ellipse">
              <a:avLst/>
            </a:prstGeom>
            <a:gradFill flip="none" rotWithShape="1">
              <a:gsLst>
                <a:gs pos="0">
                  <a:srgbClr val="00B4DB"/>
                </a:gs>
                <a:gs pos="100000">
                  <a:srgbClr val="0083B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三角形 98">
              <a:extLst>
                <a:ext uri="{FF2B5EF4-FFF2-40B4-BE49-F238E27FC236}">
                  <a16:creationId xmlns:a16="http://schemas.microsoft.com/office/drawing/2014/main" id="{73A90CA6-DF52-909B-635E-FC3FE7A8DDD6}"/>
                </a:ext>
              </a:extLst>
            </p:cNvPr>
            <p:cNvSpPr/>
            <p:nvPr/>
          </p:nvSpPr>
          <p:spPr>
            <a:xfrm rot="5400000">
              <a:off x="8448755" y="943014"/>
              <a:ext cx="289859" cy="24987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0" name="グループ化 99">
            <a:extLst>
              <a:ext uri="{FF2B5EF4-FFF2-40B4-BE49-F238E27FC236}">
                <a16:creationId xmlns:a16="http://schemas.microsoft.com/office/drawing/2014/main" id="{AB8BBEDB-CA2B-E4F7-5546-55261A025E4A}"/>
              </a:ext>
            </a:extLst>
          </p:cNvPr>
          <p:cNvGrpSpPr/>
          <p:nvPr/>
        </p:nvGrpSpPr>
        <p:grpSpPr>
          <a:xfrm>
            <a:off x="9471361" y="736015"/>
            <a:ext cx="663879" cy="663879"/>
            <a:chOff x="9471361" y="736015"/>
            <a:chExt cx="663879" cy="663879"/>
          </a:xfrm>
        </p:grpSpPr>
        <p:sp>
          <p:nvSpPr>
            <p:cNvPr id="101" name="円/楕円 100">
              <a:extLst>
                <a:ext uri="{FF2B5EF4-FFF2-40B4-BE49-F238E27FC236}">
                  <a16:creationId xmlns:a16="http://schemas.microsoft.com/office/drawing/2014/main" id="{E130D804-BD6A-A7A5-69DB-73AFAA5DA920}"/>
                </a:ext>
              </a:extLst>
            </p:cNvPr>
            <p:cNvSpPr/>
            <p:nvPr/>
          </p:nvSpPr>
          <p:spPr>
            <a:xfrm>
              <a:off x="9471361" y="736015"/>
              <a:ext cx="663879" cy="663879"/>
            </a:xfrm>
            <a:prstGeom prst="ellipse">
              <a:avLst/>
            </a:prstGeom>
            <a:noFill/>
            <a:ln w="19050">
              <a:gradFill flip="none" rotWithShape="1">
                <a:gsLst>
                  <a:gs pos="0">
                    <a:srgbClr val="00B4DB"/>
                  </a:gs>
                  <a:gs pos="100000">
                    <a:srgbClr val="0083B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三角形 101">
              <a:extLst>
                <a:ext uri="{FF2B5EF4-FFF2-40B4-BE49-F238E27FC236}">
                  <a16:creationId xmlns:a16="http://schemas.microsoft.com/office/drawing/2014/main" id="{DD3EC265-4084-F141-50B6-CA6DBC54D2BF}"/>
                </a:ext>
              </a:extLst>
            </p:cNvPr>
            <p:cNvSpPr/>
            <p:nvPr/>
          </p:nvSpPr>
          <p:spPr>
            <a:xfrm rot="5400000">
              <a:off x="9698714" y="943015"/>
              <a:ext cx="289859" cy="249878"/>
            </a:xfrm>
            <a:prstGeom prst="triangle">
              <a:avLst/>
            </a:prstGeom>
            <a:gradFill>
              <a:gsLst>
                <a:gs pos="0">
                  <a:srgbClr val="00B4DB"/>
                </a:gs>
                <a:gs pos="100000">
                  <a:srgbClr val="0083B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3" name="グループ化 102">
            <a:extLst>
              <a:ext uri="{FF2B5EF4-FFF2-40B4-BE49-F238E27FC236}">
                <a16:creationId xmlns:a16="http://schemas.microsoft.com/office/drawing/2014/main" id="{7A2583C4-EBBE-16D0-D173-B45C82D59A8D}"/>
              </a:ext>
            </a:extLst>
          </p:cNvPr>
          <p:cNvGrpSpPr/>
          <p:nvPr/>
        </p:nvGrpSpPr>
        <p:grpSpPr>
          <a:xfrm>
            <a:off x="10721319" y="736015"/>
            <a:ext cx="663879" cy="663879"/>
            <a:chOff x="10721319" y="736015"/>
            <a:chExt cx="663879" cy="663879"/>
          </a:xfrm>
        </p:grpSpPr>
        <p:sp>
          <p:nvSpPr>
            <p:cNvPr id="104" name="円/楕円 103">
              <a:extLst>
                <a:ext uri="{FF2B5EF4-FFF2-40B4-BE49-F238E27FC236}">
                  <a16:creationId xmlns:a16="http://schemas.microsoft.com/office/drawing/2014/main" id="{1B0CCE7E-E015-DF93-6848-2A382A3F585A}"/>
                </a:ext>
              </a:extLst>
            </p:cNvPr>
            <p:cNvSpPr/>
            <p:nvPr/>
          </p:nvSpPr>
          <p:spPr>
            <a:xfrm>
              <a:off x="10721319" y="736015"/>
              <a:ext cx="663879" cy="663879"/>
            </a:xfrm>
            <a:prstGeom prst="ellipse">
              <a:avLst/>
            </a:prstGeom>
            <a:gradFill>
              <a:gsLst>
                <a:gs pos="0">
                  <a:srgbClr val="00B4DB">
                    <a:alpha val="20000"/>
                  </a:srgbClr>
                </a:gs>
                <a:gs pos="100000">
                  <a:srgbClr val="0083B0">
                    <a:alpha val="20233"/>
                  </a:srgbClr>
                </a:gs>
              </a:gsLst>
              <a:lin ang="0" scaled="1"/>
            </a:gradFill>
            <a:ln w="19050">
              <a:gradFill flip="none" rotWithShape="1">
                <a:gsLst>
                  <a:gs pos="0">
                    <a:srgbClr val="00B4DB"/>
                  </a:gs>
                  <a:gs pos="100000">
                    <a:srgbClr val="0083B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05" name="三角形 104">
              <a:extLst>
                <a:ext uri="{FF2B5EF4-FFF2-40B4-BE49-F238E27FC236}">
                  <a16:creationId xmlns:a16="http://schemas.microsoft.com/office/drawing/2014/main" id="{04698667-2136-BD82-96AE-520CA975646C}"/>
                </a:ext>
              </a:extLst>
            </p:cNvPr>
            <p:cNvSpPr/>
            <p:nvPr/>
          </p:nvSpPr>
          <p:spPr>
            <a:xfrm rot="5400000">
              <a:off x="10948672" y="943015"/>
              <a:ext cx="289859" cy="249878"/>
            </a:xfrm>
            <a:prstGeom prst="triangle">
              <a:avLst/>
            </a:prstGeom>
            <a:gradFill>
              <a:gsLst>
                <a:gs pos="0">
                  <a:srgbClr val="00B4DB"/>
                </a:gs>
                <a:gs pos="100000">
                  <a:srgbClr val="0083B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9" name="グループ化 108">
            <a:extLst>
              <a:ext uri="{FF2B5EF4-FFF2-40B4-BE49-F238E27FC236}">
                <a16:creationId xmlns:a16="http://schemas.microsoft.com/office/drawing/2014/main" id="{9E2A72B5-C65A-DED4-92B4-E747DA3159C7}"/>
              </a:ext>
            </a:extLst>
          </p:cNvPr>
          <p:cNvGrpSpPr/>
          <p:nvPr/>
        </p:nvGrpSpPr>
        <p:grpSpPr>
          <a:xfrm>
            <a:off x="8221402" y="3050391"/>
            <a:ext cx="663879" cy="663879"/>
            <a:chOff x="8221402" y="3050391"/>
            <a:chExt cx="663879" cy="663879"/>
          </a:xfrm>
        </p:grpSpPr>
        <p:sp>
          <p:nvSpPr>
            <p:cNvPr id="110" name="円/楕円 109">
              <a:extLst>
                <a:ext uri="{FF2B5EF4-FFF2-40B4-BE49-F238E27FC236}">
                  <a16:creationId xmlns:a16="http://schemas.microsoft.com/office/drawing/2014/main" id="{1D65A5E9-E347-40B7-59A2-3B80C6906E29}"/>
                </a:ext>
              </a:extLst>
            </p:cNvPr>
            <p:cNvSpPr/>
            <p:nvPr/>
          </p:nvSpPr>
          <p:spPr>
            <a:xfrm>
              <a:off x="8221402" y="3050391"/>
              <a:ext cx="663879" cy="663879"/>
            </a:xfrm>
            <a:prstGeom prst="ellipse">
              <a:avLst/>
            </a:prstGeom>
            <a:gradFill flip="none" rotWithShape="1">
              <a:gsLst>
                <a:gs pos="0">
                  <a:srgbClr val="00B4DB"/>
                </a:gs>
                <a:gs pos="100000">
                  <a:srgbClr val="0083B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1" name="右矢印 110">
              <a:extLst>
                <a:ext uri="{FF2B5EF4-FFF2-40B4-BE49-F238E27FC236}">
                  <a16:creationId xmlns:a16="http://schemas.microsoft.com/office/drawing/2014/main" id="{BFAA4ECB-ACDA-4DFA-9FD5-13419E74581E}"/>
                </a:ext>
              </a:extLst>
            </p:cNvPr>
            <p:cNvSpPr/>
            <p:nvPr/>
          </p:nvSpPr>
          <p:spPr>
            <a:xfrm>
              <a:off x="8341929" y="3215332"/>
              <a:ext cx="439947" cy="352295"/>
            </a:xfrm>
            <a:prstGeom prst="rightArrow">
              <a:avLst>
                <a:gd name="adj1" fmla="val 50000"/>
                <a:gd name="adj2" fmla="val 6447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2" name="グループ化 111">
            <a:extLst>
              <a:ext uri="{FF2B5EF4-FFF2-40B4-BE49-F238E27FC236}">
                <a16:creationId xmlns:a16="http://schemas.microsoft.com/office/drawing/2014/main" id="{DE9CEF41-692A-226A-EED8-AF26D7D0EB30}"/>
              </a:ext>
            </a:extLst>
          </p:cNvPr>
          <p:cNvGrpSpPr/>
          <p:nvPr/>
        </p:nvGrpSpPr>
        <p:grpSpPr>
          <a:xfrm>
            <a:off x="9471361" y="3050392"/>
            <a:ext cx="663879" cy="663879"/>
            <a:chOff x="9471361" y="3050392"/>
            <a:chExt cx="663879" cy="663879"/>
          </a:xfrm>
        </p:grpSpPr>
        <p:sp>
          <p:nvSpPr>
            <p:cNvPr id="113" name="円/楕円 112">
              <a:extLst>
                <a:ext uri="{FF2B5EF4-FFF2-40B4-BE49-F238E27FC236}">
                  <a16:creationId xmlns:a16="http://schemas.microsoft.com/office/drawing/2014/main" id="{45EDE314-0CF6-5BD4-5E1E-BFC2C635D99F}"/>
                </a:ext>
              </a:extLst>
            </p:cNvPr>
            <p:cNvSpPr/>
            <p:nvPr/>
          </p:nvSpPr>
          <p:spPr>
            <a:xfrm>
              <a:off x="9471361" y="3050392"/>
              <a:ext cx="663879" cy="663879"/>
            </a:xfrm>
            <a:prstGeom prst="ellipse">
              <a:avLst/>
            </a:prstGeom>
            <a:noFill/>
            <a:ln w="19050">
              <a:gradFill flip="none" rotWithShape="1">
                <a:gsLst>
                  <a:gs pos="0">
                    <a:srgbClr val="00B4DB"/>
                  </a:gs>
                  <a:gs pos="100000">
                    <a:srgbClr val="0083B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4" name="右矢印 113">
              <a:extLst>
                <a:ext uri="{FF2B5EF4-FFF2-40B4-BE49-F238E27FC236}">
                  <a16:creationId xmlns:a16="http://schemas.microsoft.com/office/drawing/2014/main" id="{7264F66F-58AD-6BDB-FF42-38DCEE093C77}"/>
                </a:ext>
              </a:extLst>
            </p:cNvPr>
            <p:cNvSpPr/>
            <p:nvPr/>
          </p:nvSpPr>
          <p:spPr>
            <a:xfrm>
              <a:off x="9593213" y="3215332"/>
              <a:ext cx="439947" cy="352295"/>
            </a:xfrm>
            <a:prstGeom prst="rightArrow">
              <a:avLst>
                <a:gd name="adj1" fmla="val 50000"/>
                <a:gd name="adj2" fmla="val 64475"/>
              </a:avLst>
            </a:prstGeom>
            <a:gradFill>
              <a:gsLst>
                <a:gs pos="0">
                  <a:srgbClr val="00B4DB"/>
                </a:gs>
                <a:gs pos="100000">
                  <a:srgbClr val="0083B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5" name="グループ化 114">
            <a:extLst>
              <a:ext uri="{FF2B5EF4-FFF2-40B4-BE49-F238E27FC236}">
                <a16:creationId xmlns:a16="http://schemas.microsoft.com/office/drawing/2014/main" id="{CEBF4F42-6C28-7E60-7506-9BCD851D6D01}"/>
              </a:ext>
            </a:extLst>
          </p:cNvPr>
          <p:cNvGrpSpPr/>
          <p:nvPr/>
        </p:nvGrpSpPr>
        <p:grpSpPr>
          <a:xfrm>
            <a:off x="8221402" y="4243506"/>
            <a:ext cx="663879" cy="663879"/>
            <a:chOff x="8221402" y="4243506"/>
            <a:chExt cx="663879" cy="663879"/>
          </a:xfrm>
        </p:grpSpPr>
        <p:sp>
          <p:nvSpPr>
            <p:cNvPr id="116" name="円/楕円 115">
              <a:extLst>
                <a:ext uri="{FF2B5EF4-FFF2-40B4-BE49-F238E27FC236}">
                  <a16:creationId xmlns:a16="http://schemas.microsoft.com/office/drawing/2014/main" id="{960579C2-203C-0BEC-CB3F-B9E0BFDBD8CA}"/>
                </a:ext>
              </a:extLst>
            </p:cNvPr>
            <p:cNvSpPr/>
            <p:nvPr/>
          </p:nvSpPr>
          <p:spPr>
            <a:xfrm>
              <a:off x="8221402" y="4243506"/>
              <a:ext cx="663879" cy="663879"/>
            </a:xfrm>
            <a:prstGeom prst="ellipse">
              <a:avLst/>
            </a:prstGeom>
            <a:gradFill flip="none" rotWithShape="1">
              <a:gsLst>
                <a:gs pos="0">
                  <a:srgbClr val="00B4DB"/>
                </a:gs>
                <a:gs pos="100000">
                  <a:srgbClr val="0083B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17" name="直線コネクタ 116">
              <a:extLst>
                <a:ext uri="{FF2B5EF4-FFF2-40B4-BE49-F238E27FC236}">
                  <a16:creationId xmlns:a16="http://schemas.microsoft.com/office/drawing/2014/main" id="{21829393-F5CE-0AEE-B897-B529297C0C9E}"/>
                </a:ext>
              </a:extLst>
            </p:cNvPr>
            <p:cNvCxnSpPr/>
            <p:nvPr/>
          </p:nvCxnSpPr>
          <p:spPr>
            <a:xfrm rot="8100000">
              <a:off x="8442635" y="4677511"/>
              <a:ext cx="27178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CB14CFC3-81D6-00A1-B763-056BFE54B31D}"/>
                </a:ext>
              </a:extLst>
            </p:cNvPr>
            <p:cNvCxnSpPr>
              <a:cxnSpLocks/>
            </p:cNvCxnSpPr>
            <p:nvPr/>
          </p:nvCxnSpPr>
          <p:spPr>
            <a:xfrm rot="13500000">
              <a:off x="8443136" y="4495595"/>
              <a:ext cx="27178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9" name="直線矢印コネクタ 118">
              <a:extLst>
                <a:ext uri="{FF2B5EF4-FFF2-40B4-BE49-F238E27FC236}">
                  <a16:creationId xmlns:a16="http://schemas.microsoft.com/office/drawing/2014/main" id="{63CDBE6D-F315-B641-8763-94B925F746AB}"/>
                </a:ext>
              </a:extLst>
            </p:cNvPr>
            <p:cNvCxnSpPr>
              <a:cxnSpLocks/>
            </p:cNvCxnSpPr>
            <p:nvPr/>
          </p:nvCxnSpPr>
          <p:spPr>
            <a:xfrm>
              <a:off x="8221402" y="4588707"/>
              <a:ext cx="372681" cy="0"/>
            </a:xfrm>
            <a:prstGeom prst="straightConnector1">
              <a:avLst/>
            </a:prstGeom>
            <a:ln w="19050">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120" name="グループ化 119">
            <a:extLst>
              <a:ext uri="{FF2B5EF4-FFF2-40B4-BE49-F238E27FC236}">
                <a16:creationId xmlns:a16="http://schemas.microsoft.com/office/drawing/2014/main" id="{9EAB95EC-ED97-8E20-3DFB-A1F3E8A9B2D0}"/>
              </a:ext>
            </a:extLst>
          </p:cNvPr>
          <p:cNvGrpSpPr/>
          <p:nvPr/>
        </p:nvGrpSpPr>
        <p:grpSpPr>
          <a:xfrm>
            <a:off x="9483221" y="4243506"/>
            <a:ext cx="663879" cy="663879"/>
            <a:chOff x="9483221" y="4243506"/>
            <a:chExt cx="663879" cy="663879"/>
          </a:xfrm>
        </p:grpSpPr>
        <p:sp>
          <p:nvSpPr>
            <p:cNvPr id="121" name="円/楕円 120">
              <a:extLst>
                <a:ext uri="{FF2B5EF4-FFF2-40B4-BE49-F238E27FC236}">
                  <a16:creationId xmlns:a16="http://schemas.microsoft.com/office/drawing/2014/main" id="{D77F07BC-F16E-C40A-CC51-DEBBEBD38354}"/>
                </a:ext>
              </a:extLst>
            </p:cNvPr>
            <p:cNvSpPr/>
            <p:nvPr/>
          </p:nvSpPr>
          <p:spPr>
            <a:xfrm>
              <a:off x="9483221" y="4243506"/>
              <a:ext cx="663879" cy="663879"/>
            </a:xfrm>
            <a:prstGeom prst="ellipse">
              <a:avLst/>
            </a:prstGeom>
            <a:noFill/>
            <a:ln w="19050">
              <a:gradFill flip="none" rotWithShape="1">
                <a:gsLst>
                  <a:gs pos="0">
                    <a:srgbClr val="00B4DB"/>
                  </a:gs>
                  <a:gs pos="100000">
                    <a:srgbClr val="0083B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22" name="直線コネクタ 121">
              <a:extLst>
                <a:ext uri="{FF2B5EF4-FFF2-40B4-BE49-F238E27FC236}">
                  <a16:creationId xmlns:a16="http://schemas.microsoft.com/office/drawing/2014/main" id="{B58B7D3B-0860-84E9-F862-1794D3819DA7}"/>
                </a:ext>
              </a:extLst>
            </p:cNvPr>
            <p:cNvCxnSpPr/>
            <p:nvPr/>
          </p:nvCxnSpPr>
          <p:spPr>
            <a:xfrm rot="8100000">
              <a:off x="9704454" y="4677511"/>
              <a:ext cx="271786" cy="0"/>
            </a:xfrm>
            <a:prstGeom prst="line">
              <a:avLst/>
            </a:prstGeom>
            <a:ln w="19050">
              <a:solidFill>
                <a:srgbClr val="00B4DB"/>
              </a:solidFill>
            </a:ln>
          </p:spPr>
          <p:style>
            <a:lnRef idx="1">
              <a:schemeClr val="accent1"/>
            </a:lnRef>
            <a:fillRef idx="0">
              <a:schemeClr val="accent1"/>
            </a:fillRef>
            <a:effectRef idx="0">
              <a:schemeClr val="accent1"/>
            </a:effectRef>
            <a:fontRef idx="minor">
              <a:schemeClr val="tx1"/>
            </a:fontRef>
          </p:style>
        </p:cxnSp>
        <p:cxnSp>
          <p:nvCxnSpPr>
            <p:cNvPr id="123" name="直線コネクタ 122">
              <a:extLst>
                <a:ext uri="{FF2B5EF4-FFF2-40B4-BE49-F238E27FC236}">
                  <a16:creationId xmlns:a16="http://schemas.microsoft.com/office/drawing/2014/main" id="{09138744-9297-F49A-7DDC-115ACEC7F2B0}"/>
                </a:ext>
              </a:extLst>
            </p:cNvPr>
            <p:cNvCxnSpPr>
              <a:cxnSpLocks/>
            </p:cNvCxnSpPr>
            <p:nvPr/>
          </p:nvCxnSpPr>
          <p:spPr>
            <a:xfrm rot="13500000">
              <a:off x="9704955" y="4495595"/>
              <a:ext cx="271786" cy="0"/>
            </a:xfrm>
            <a:prstGeom prst="line">
              <a:avLst/>
            </a:prstGeom>
            <a:ln w="19050">
              <a:solidFill>
                <a:srgbClr val="00B4DB"/>
              </a:solidFill>
            </a:ln>
          </p:spPr>
          <p:style>
            <a:lnRef idx="1">
              <a:schemeClr val="accent1"/>
            </a:lnRef>
            <a:fillRef idx="0">
              <a:schemeClr val="accent1"/>
            </a:fillRef>
            <a:effectRef idx="0">
              <a:schemeClr val="accent1"/>
            </a:effectRef>
            <a:fontRef idx="minor">
              <a:schemeClr val="tx1"/>
            </a:fontRef>
          </p:style>
        </p:cxnSp>
        <p:cxnSp>
          <p:nvCxnSpPr>
            <p:cNvPr id="125" name="直線矢印コネクタ 124">
              <a:extLst>
                <a:ext uri="{FF2B5EF4-FFF2-40B4-BE49-F238E27FC236}">
                  <a16:creationId xmlns:a16="http://schemas.microsoft.com/office/drawing/2014/main" id="{F472DD9F-EC14-12CA-F47B-6282C5638CEE}"/>
                </a:ext>
              </a:extLst>
            </p:cNvPr>
            <p:cNvCxnSpPr>
              <a:cxnSpLocks/>
            </p:cNvCxnSpPr>
            <p:nvPr/>
          </p:nvCxnSpPr>
          <p:spPr>
            <a:xfrm>
              <a:off x="9483221" y="4588707"/>
              <a:ext cx="372681" cy="0"/>
            </a:xfrm>
            <a:prstGeom prst="straightConnector1">
              <a:avLst/>
            </a:prstGeom>
            <a:ln w="19050">
              <a:solidFill>
                <a:srgbClr val="00B4DB"/>
              </a:solidFill>
              <a:tailEnd type="none" w="lg" len="lg"/>
            </a:ln>
          </p:spPr>
          <p:style>
            <a:lnRef idx="1">
              <a:schemeClr val="accent1"/>
            </a:lnRef>
            <a:fillRef idx="0">
              <a:schemeClr val="accent1"/>
            </a:fillRef>
            <a:effectRef idx="0">
              <a:schemeClr val="accent1"/>
            </a:effectRef>
            <a:fontRef idx="minor">
              <a:schemeClr val="tx1"/>
            </a:fontRef>
          </p:style>
        </p:cxnSp>
      </p:grpSp>
      <p:sp>
        <p:nvSpPr>
          <p:cNvPr id="126" name="グラフィックス 406">
            <a:extLst>
              <a:ext uri="{FF2B5EF4-FFF2-40B4-BE49-F238E27FC236}">
                <a16:creationId xmlns:a16="http://schemas.microsoft.com/office/drawing/2014/main" id="{6439D170-DE28-C148-E39A-828B18EE1021}"/>
              </a:ext>
            </a:extLst>
          </p:cNvPr>
          <p:cNvSpPr/>
          <p:nvPr/>
        </p:nvSpPr>
        <p:spPr>
          <a:xfrm>
            <a:off x="8221401" y="5492116"/>
            <a:ext cx="663879" cy="617619"/>
          </a:xfrm>
          <a:custGeom>
            <a:avLst/>
            <a:gdLst>
              <a:gd name="connsiteX0" fmla="*/ -771 w 532193"/>
              <a:gd name="connsiteY0" fmla="*/ 495067 h 495109"/>
              <a:gd name="connsiteX1" fmla="*/ 125560 w 532193"/>
              <a:gd name="connsiteY1" fmla="*/ 247513 h 495109"/>
              <a:gd name="connsiteX2" fmla="*/ -771 w 532193"/>
              <a:gd name="connsiteY2" fmla="*/ -42 h 495109"/>
              <a:gd name="connsiteX3" fmla="*/ 531422 w 532193"/>
              <a:gd name="connsiteY3" fmla="*/ 247513 h 495109"/>
            </a:gdLst>
            <a:ahLst/>
            <a:cxnLst>
              <a:cxn ang="0">
                <a:pos x="connsiteX0" y="connsiteY0"/>
              </a:cxn>
              <a:cxn ang="0">
                <a:pos x="connsiteX1" y="connsiteY1"/>
              </a:cxn>
              <a:cxn ang="0">
                <a:pos x="connsiteX2" y="connsiteY2"/>
              </a:cxn>
              <a:cxn ang="0">
                <a:pos x="connsiteX3" y="connsiteY3"/>
              </a:cxn>
            </a:cxnLst>
            <a:rect l="l" t="t" r="r" b="b"/>
            <a:pathLst>
              <a:path w="532193" h="495109">
                <a:moveTo>
                  <a:pt x="-771" y="495067"/>
                </a:moveTo>
                <a:lnTo>
                  <a:pt x="125560" y="247513"/>
                </a:lnTo>
                <a:lnTo>
                  <a:pt x="-771" y="-42"/>
                </a:lnTo>
                <a:lnTo>
                  <a:pt x="531422" y="247513"/>
                </a:lnTo>
                <a:close/>
              </a:path>
            </a:pathLst>
          </a:custGeom>
          <a:gradFill flip="none" rotWithShape="1">
            <a:gsLst>
              <a:gs pos="0">
                <a:srgbClr val="00B4DB"/>
              </a:gs>
              <a:gs pos="100000">
                <a:srgbClr val="0083B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lt1"/>
              </a:solidFill>
            </a:endParaRPr>
          </a:p>
        </p:txBody>
      </p:sp>
      <p:sp>
        <p:nvSpPr>
          <p:cNvPr id="128" name="グラフィックス 406">
            <a:extLst>
              <a:ext uri="{FF2B5EF4-FFF2-40B4-BE49-F238E27FC236}">
                <a16:creationId xmlns:a16="http://schemas.microsoft.com/office/drawing/2014/main" id="{210BBDBB-7774-4940-B59C-5C089DC8CC8A}"/>
              </a:ext>
            </a:extLst>
          </p:cNvPr>
          <p:cNvSpPr/>
          <p:nvPr/>
        </p:nvSpPr>
        <p:spPr>
          <a:xfrm>
            <a:off x="9523962" y="5505172"/>
            <a:ext cx="663879" cy="617619"/>
          </a:xfrm>
          <a:custGeom>
            <a:avLst/>
            <a:gdLst>
              <a:gd name="connsiteX0" fmla="*/ -771 w 532193"/>
              <a:gd name="connsiteY0" fmla="*/ 495067 h 495109"/>
              <a:gd name="connsiteX1" fmla="*/ 125560 w 532193"/>
              <a:gd name="connsiteY1" fmla="*/ 247513 h 495109"/>
              <a:gd name="connsiteX2" fmla="*/ -771 w 532193"/>
              <a:gd name="connsiteY2" fmla="*/ -42 h 495109"/>
              <a:gd name="connsiteX3" fmla="*/ 531422 w 532193"/>
              <a:gd name="connsiteY3" fmla="*/ 247513 h 495109"/>
            </a:gdLst>
            <a:ahLst/>
            <a:cxnLst>
              <a:cxn ang="0">
                <a:pos x="connsiteX0" y="connsiteY0"/>
              </a:cxn>
              <a:cxn ang="0">
                <a:pos x="connsiteX1" y="connsiteY1"/>
              </a:cxn>
              <a:cxn ang="0">
                <a:pos x="connsiteX2" y="connsiteY2"/>
              </a:cxn>
              <a:cxn ang="0">
                <a:pos x="connsiteX3" y="connsiteY3"/>
              </a:cxn>
            </a:cxnLst>
            <a:rect l="l" t="t" r="r" b="b"/>
            <a:pathLst>
              <a:path w="532193" h="495109">
                <a:moveTo>
                  <a:pt x="-771" y="495067"/>
                </a:moveTo>
                <a:lnTo>
                  <a:pt x="125560" y="247513"/>
                </a:lnTo>
                <a:lnTo>
                  <a:pt x="-771" y="-42"/>
                </a:lnTo>
                <a:lnTo>
                  <a:pt x="531422" y="247513"/>
                </a:lnTo>
                <a:close/>
              </a:path>
            </a:pathLst>
          </a:custGeom>
          <a:noFill/>
          <a:ln w="19050">
            <a:gradFill flip="none" rotWithShape="1">
              <a:gsLst>
                <a:gs pos="0">
                  <a:srgbClr val="00B4DB"/>
                </a:gs>
                <a:gs pos="100000">
                  <a:srgbClr val="0083B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lt1"/>
              </a:solidFill>
            </a:endParaRPr>
          </a:p>
        </p:txBody>
      </p:sp>
      <p:grpSp>
        <p:nvGrpSpPr>
          <p:cNvPr id="129" name="グループ化 128">
            <a:extLst>
              <a:ext uri="{FF2B5EF4-FFF2-40B4-BE49-F238E27FC236}">
                <a16:creationId xmlns:a16="http://schemas.microsoft.com/office/drawing/2014/main" id="{4065000D-E512-552F-6E91-04F31E1F0538}"/>
              </a:ext>
            </a:extLst>
          </p:cNvPr>
          <p:cNvGrpSpPr/>
          <p:nvPr/>
        </p:nvGrpSpPr>
        <p:grpSpPr>
          <a:xfrm>
            <a:off x="10756648" y="5467020"/>
            <a:ext cx="692547" cy="645233"/>
            <a:chOff x="10756648" y="5467020"/>
            <a:chExt cx="692547" cy="645233"/>
          </a:xfrm>
        </p:grpSpPr>
        <p:sp>
          <p:nvSpPr>
            <p:cNvPr id="130" name="直角三角形 210">
              <a:extLst>
                <a:ext uri="{FF2B5EF4-FFF2-40B4-BE49-F238E27FC236}">
                  <a16:creationId xmlns:a16="http://schemas.microsoft.com/office/drawing/2014/main" id="{D2940B95-55BA-EF9C-AB0C-FDC145C4ADB5}"/>
                </a:ext>
              </a:extLst>
            </p:cNvPr>
            <p:cNvSpPr/>
            <p:nvPr/>
          </p:nvSpPr>
          <p:spPr>
            <a:xfrm flipV="1">
              <a:off x="10756648" y="5788195"/>
              <a:ext cx="692547" cy="324058"/>
            </a:xfrm>
            <a:custGeom>
              <a:avLst/>
              <a:gdLst>
                <a:gd name="connsiteX0" fmla="*/ 0 w 659959"/>
                <a:gd name="connsiteY0" fmla="*/ 339690 h 339690"/>
                <a:gd name="connsiteX1" fmla="*/ 0 w 659959"/>
                <a:gd name="connsiteY1" fmla="*/ 0 h 339690"/>
                <a:gd name="connsiteX2" fmla="*/ 659959 w 659959"/>
                <a:gd name="connsiteY2" fmla="*/ 339690 h 339690"/>
                <a:gd name="connsiteX3" fmla="*/ 0 w 659959"/>
                <a:gd name="connsiteY3" fmla="*/ 339690 h 339690"/>
                <a:gd name="connsiteX0" fmla="*/ 118281 w 659959"/>
                <a:gd name="connsiteY0" fmla="*/ 344239 h 344239"/>
                <a:gd name="connsiteX1" fmla="*/ 0 w 659959"/>
                <a:gd name="connsiteY1" fmla="*/ 0 h 344239"/>
                <a:gd name="connsiteX2" fmla="*/ 659959 w 659959"/>
                <a:gd name="connsiteY2" fmla="*/ 339690 h 344239"/>
                <a:gd name="connsiteX3" fmla="*/ 118281 w 659959"/>
                <a:gd name="connsiteY3" fmla="*/ 344239 h 344239"/>
                <a:gd name="connsiteX0" fmla="*/ 118281 w 659959"/>
                <a:gd name="connsiteY0" fmla="*/ 331539 h 339690"/>
                <a:gd name="connsiteX1" fmla="*/ 0 w 659959"/>
                <a:gd name="connsiteY1" fmla="*/ 0 h 339690"/>
                <a:gd name="connsiteX2" fmla="*/ 659959 w 659959"/>
                <a:gd name="connsiteY2" fmla="*/ 339690 h 339690"/>
                <a:gd name="connsiteX3" fmla="*/ 118281 w 659959"/>
                <a:gd name="connsiteY3" fmla="*/ 331539 h 339690"/>
                <a:gd name="connsiteX0" fmla="*/ 115106 w 659959"/>
                <a:gd name="connsiteY0" fmla="*/ 341064 h 341064"/>
                <a:gd name="connsiteX1" fmla="*/ 0 w 659959"/>
                <a:gd name="connsiteY1" fmla="*/ 0 h 341064"/>
                <a:gd name="connsiteX2" fmla="*/ 659959 w 659959"/>
                <a:gd name="connsiteY2" fmla="*/ 339690 h 341064"/>
                <a:gd name="connsiteX3" fmla="*/ 115106 w 659959"/>
                <a:gd name="connsiteY3" fmla="*/ 341064 h 341064"/>
                <a:gd name="connsiteX0" fmla="*/ 113346 w 659959"/>
                <a:gd name="connsiteY0" fmla="*/ 335783 h 339690"/>
                <a:gd name="connsiteX1" fmla="*/ 0 w 659959"/>
                <a:gd name="connsiteY1" fmla="*/ 0 h 339690"/>
                <a:gd name="connsiteX2" fmla="*/ 659959 w 659959"/>
                <a:gd name="connsiteY2" fmla="*/ 339690 h 339690"/>
                <a:gd name="connsiteX3" fmla="*/ 113346 w 659959"/>
                <a:gd name="connsiteY3" fmla="*/ 335783 h 339690"/>
                <a:gd name="connsiteX0" fmla="*/ 113346 w 659959"/>
                <a:gd name="connsiteY0" fmla="*/ 339304 h 339690"/>
                <a:gd name="connsiteX1" fmla="*/ 0 w 659959"/>
                <a:gd name="connsiteY1" fmla="*/ 0 h 339690"/>
                <a:gd name="connsiteX2" fmla="*/ 659959 w 659959"/>
                <a:gd name="connsiteY2" fmla="*/ 339690 h 339690"/>
                <a:gd name="connsiteX3" fmla="*/ 113346 w 659959"/>
                <a:gd name="connsiteY3" fmla="*/ 339304 h 339690"/>
              </a:gdLst>
              <a:ahLst/>
              <a:cxnLst>
                <a:cxn ang="0">
                  <a:pos x="connsiteX0" y="connsiteY0"/>
                </a:cxn>
                <a:cxn ang="0">
                  <a:pos x="connsiteX1" y="connsiteY1"/>
                </a:cxn>
                <a:cxn ang="0">
                  <a:pos x="connsiteX2" y="connsiteY2"/>
                </a:cxn>
                <a:cxn ang="0">
                  <a:pos x="connsiteX3" y="connsiteY3"/>
                </a:cxn>
              </a:cxnLst>
              <a:rect l="l" t="t" r="r" b="b"/>
              <a:pathLst>
                <a:path w="659959" h="339690">
                  <a:moveTo>
                    <a:pt x="113346" y="339304"/>
                  </a:moveTo>
                  <a:lnTo>
                    <a:pt x="0" y="0"/>
                  </a:lnTo>
                  <a:lnTo>
                    <a:pt x="659959" y="339690"/>
                  </a:lnTo>
                  <a:lnTo>
                    <a:pt x="113346" y="339304"/>
                  </a:lnTo>
                  <a:close/>
                </a:path>
              </a:pathLst>
            </a:custGeom>
            <a:solidFill>
              <a:srgbClr val="00B4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直角三角形 210">
              <a:extLst>
                <a:ext uri="{FF2B5EF4-FFF2-40B4-BE49-F238E27FC236}">
                  <a16:creationId xmlns:a16="http://schemas.microsoft.com/office/drawing/2014/main" id="{0E1F5A4D-9285-138B-20B0-A058B1C82A5C}"/>
                </a:ext>
              </a:extLst>
            </p:cNvPr>
            <p:cNvSpPr/>
            <p:nvPr/>
          </p:nvSpPr>
          <p:spPr>
            <a:xfrm>
              <a:off x="10756648" y="5467020"/>
              <a:ext cx="692547" cy="324058"/>
            </a:xfrm>
            <a:custGeom>
              <a:avLst/>
              <a:gdLst>
                <a:gd name="connsiteX0" fmla="*/ 0 w 659959"/>
                <a:gd name="connsiteY0" fmla="*/ 339690 h 339690"/>
                <a:gd name="connsiteX1" fmla="*/ 0 w 659959"/>
                <a:gd name="connsiteY1" fmla="*/ 0 h 339690"/>
                <a:gd name="connsiteX2" fmla="*/ 659959 w 659959"/>
                <a:gd name="connsiteY2" fmla="*/ 339690 h 339690"/>
                <a:gd name="connsiteX3" fmla="*/ 0 w 659959"/>
                <a:gd name="connsiteY3" fmla="*/ 339690 h 339690"/>
                <a:gd name="connsiteX0" fmla="*/ 118281 w 659959"/>
                <a:gd name="connsiteY0" fmla="*/ 344239 h 344239"/>
                <a:gd name="connsiteX1" fmla="*/ 0 w 659959"/>
                <a:gd name="connsiteY1" fmla="*/ 0 h 344239"/>
                <a:gd name="connsiteX2" fmla="*/ 659959 w 659959"/>
                <a:gd name="connsiteY2" fmla="*/ 339690 h 344239"/>
                <a:gd name="connsiteX3" fmla="*/ 118281 w 659959"/>
                <a:gd name="connsiteY3" fmla="*/ 344239 h 344239"/>
                <a:gd name="connsiteX0" fmla="*/ 118281 w 659959"/>
                <a:gd name="connsiteY0" fmla="*/ 331539 h 339690"/>
                <a:gd name="connsiteX1" fmla="*/ 0 w 659959"/>
                <a:gd name="connsiteY1" fmla="*/ 0 h 339690"/>
                <a:gd name="connsiteX2" fmla="*/ 659959 w 659959"/>
                <a:gd name="connsiteY2" fmla="*/ 339690 h 339690"/>
                <a:gd name="connsiteX3" fmla="*/ 118281 w 659959"/>
                <a:gd name="connsiteY3" fmla="*/ 331539 h 339690"/>
                <a:gd name="connsiteX0" fmla="*/ 115106 w 659959"/>
                <a:gd name="connsiteY0" fmla="*/ 341064 h 341064"/>
                <a:gd name="connsiteX1" fmla="*/ 0 w 659959"/>
                <a:gd name="connsiteY1" fmla="*/ 0 h 341064"/>
                <a:gd name="connsiteX2" fmla="*/ 659959 w 659959"/>
                <a:gd name="connsiteY2" fmla="*/ 339690 h 341064"/>
                <a:gd name="connsiteX3" fmla="*/ 115106 w 659959"/>
                <a:gd name="connsiteY3" fmla="*/ 341064 h 341064"/>
                <a:gd name="connsiteX0" fmla="*/ 113346 w 659959"/>
                <a:gd name="connsiteY0" fmla="*/ 335783 h 339690"/>
                <a:gd name="connsiteX1" fmla="*/ 0 w 659959"/>
                <a:gd name="connsiteY1" fmla="*/ 0 h 339690"/>
                <a:gd name="connsiteX2" fmla="*/ 659959 w 659959"/>
                <a:gd name="connsiteY2" fmla="*/ 339690 h 339690"/>
                <a:gd name="connsiteX3" fmla="*/ 113346 w 659959"/>
                <a:gd name="connsiteY3" fmla="*/ 335783 h 339690"/>
                <a:gd name="connsiteX0" fmla="*/ 113346 w 659959"/>
                <a:gd name="connsiteY0" fmla="*/ 339304 h 339690"/>
                <a:gd name="connsiteX1" fmla="*/ 0 w 659959"/>
                <a:gd name="connsiteY1" fmla="*/ 0 h 339690"/>
                <a:gd name="connsiteX2" fmla="*/ 659959 w 659959"/>
                <a:gd name="connsiteY2" fmla="*/ 339690 h 339690"/>
                <a:gd name="connsiteX3" fmla="*/ 113346 w 659959"/>
                <a:gd name="connsiteY3" fmla="*/ 339304 h 339690"/>
              </a:gdLst>
              <a:ahLst/>
              <a:cxnLst>
                <a:cxn ang="0">
                  <a:pos x="connsiteX0" y="connsiteY0"/>
                </a:cxn>
                <a:cxn ang="0">
                  <a:pos x="connsiteX1" y="connsiteY1"/>
                </a:cxn>
                <a:cxn ang="0">
                  <a:pos x="connsiteX2" y="connsiteY2"/>
                </a:cxn>
                <a:cxn ang="0">
                  <a:pos x="connsiteX3" y="connsiteY3"/>
                </a:cxn>
              </a:cxnLst>
              <a:rect l="l" t="t" r="r" b="b"/>
              <a:pathLst>
                <a:path w="659959" h="339690">
                  <a:moveTo>
                    <a:pt x="113346" y="339304"/>
                  </a:moveTo>
                  <a:lnTo>
                    <a:pt x="0" y="0"/>
                  </a:lnTo>
                  <a:lnTo>
                    <a:pt x="659959" y="339690"/>
                  </a:lnTo>
                  <a:lnTo>
                    <a:pt x="113346" y="339304"/>
                  </a:lnTo>
                  <a:close/>
                </a:path>
              </a:pathLst>
            </a:custGeom>
            <a:solidFill>
              <a:srgbClr val="0083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32" name="グループ化 131">
            <a:extLst>
              <a:ext uri="{FF2B5EF4-FFF2-40B4-BE49-F238E27FC236}">
                <a16:creationId xmlns:a16="http://schemas.microsoft.com/office/drawing/2014/main" id="{8F784C2C-EEA6-A667-581A-1834773224B1}"/>
              </a:ext>
            </a:extLst>
          </p:cNvPr>
          <p:cNvGrpSpPr/>
          <p:nvPr/>
        </p:nvGrpSpPr>
        <p:grpSpPr>
          <a:xfrm>
            <a:off x="10721319" y="3050392"/>
            <a:ext cx="663879" cy="663879"/>
            <a:chOff x="10721319" y="3050392"/>
            <a:chExt cx="663879" cy="663879"/>
          </a:xfrm>
        </p:grpSpPr>
        <p:sp>
          <p:nvSpPr>
            <p:cNvPr id="134" name="円/楕円 133">
              <a:extLst>
                <a:ext uri="{FF2B5EF4-FFF2-40B4-BE49-F238E27FC236}">
                  <a16:creationId xmlns:a16="http://schemas.microsoft.com/office/drawing/2014/main" id="{5B89835B-E3D1-94DC-1196-50335726B779}"/>
                </a:ext>
              </a:extLst>
            </p:cNvPr>
            <p:cNvSpPr/>
            <p:nvPr/>
          </p:nvSpPr>
          <p:spPr>
            <a:xfrm>
              <a:off x="10721319" y="3050392"/>
              <a:ext cx="663879" cy="663879"/>
            </a:xfrm>
            <a:prstGeom prst="ellipse">
              <a:avLst/>
            </a:prstGeom>
            <a:gradFill>
              <a:gsLst>
                <a:gs pos="0">
                  <a:srgbClr val="00B4DB">
                    <a:alpha val="20000"/>
                  </a:srgbClr>
                </a:gs>
                <a:gs pos="100000">
                  <a:srgbClr val="0083B0">
                    <a:alpha val="20233"/>
                  </a:srgbClr>
                </a:gs>
              </a:gsLst>
              <a:lin ang="0" scaled="1"/>
            </a:gradFill>
            <a:ln w="19050">
              <a:gradFill flip="none" rotWithShape="1">
                <a:gsLst>
                  <a:gs pos="0">
                    <a:srgbClr val="00B4DB"/>
                  </a:gs>
                  <a:gs pos="100000">
                    <a:srgbClr val="0083B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35" name="右矢印 134">
              <a:extLst>
                <a:ext uri="{FF2B5EF4-FFF2-40B4-BE49-F238E27FC236}">
                  <a16:creationId xmlns:a16="http://schemas.microsoft.com/office/drawing/2014/main" id="{20D2A530-507E-8663-3093-55A0749B984B}"/>
                </a:ext>
              </a:extLst>
            </p:cNvPr>
            <p:cNvSpPr/>
            <p:nvPr/>
          </p:nvSpPr>
          <p:spPr>
            <a:xfrm>
              <a:off x="10851857" y="3215332"/>
              <a:ext cx="439947" cy="352295"/>
            </a:xfrm>
            <a:prstGeom prst="rightArrow">
              <a:avLst>
                <a:gd name="adj1" fmla="val 50000"/>
                <a:gd name="adj2" fmla="val 64475"/>
              </a:avLst>
            </a:prstGeom>
            <a:gradFill>
              <a:gsLst>
                <a:gs pos="0">
                  <a:srgbClr val="00B4DB"/>
                </a:gs>
                <a:gs pos="100000">
                  <a:srgbClr val="0083B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36" name="グループ化 135">
            <a:extLst>
              <a:ext uri="{FF2B5EF4-FFF2-40B4-BE49-F238E27FC236}">
                <a16:creationId xmlns:a16="http://schemas.microsoft.com/office/drawing/2014/main" id="{0AD364D5-8BD7-578A-9E0B-21CDD7327600}"/>
              </a:ext>
            </a:extLst>
          </p:cNvPr>
          <p:cNvGrpSpPr/>
          <p:nvPr/>
        </p:nvGrpSpPr>
        <p:grpSpPr>
          <a:xfrm>
            <a:off x="10730240" y="4243506"/>
            <a:ext cx="663879" cy="663879"/>
            <a:chOff x="10730240" y="4243506"/>
            <a:chExt cx="663879" cy="663879"/>
          </a:xfrm>
        </p:grpSpPr>
        <p:sp>
          <p:nvSpPr>
            <p:cNvPr id="137" name="円/楕円 136">
              <a:extLst>
                <a:ext uri="{FF2B5EF4-FFF2-40B4-BE49-F238E27FC236}">
                  <a16:creationId xmlns:a16="http://schemas.microsoft.com/office/drawing/2014/main" id="{D19A2D02-A66D-6B88-2E14-CED1B33C0B26}"/>
                </a:ext>
              </a:extLst>
            </p:cNvPr>
            <p:cNvSpPr/>
            <p:nvPr/>
          </p:nvSpPr>
          <p:spPr>
            <a:xfrm>
              <a:off x="10730240" y="4243506"/>
              <a:ext cx="663879" cy="663879"/>
            </a:xfrm>
            <a:prstGeom prst="ellipse">
              <a:avLst/>
            </a:prstGeom>
            <a:gradFill>
              <a:gsLst>
                <a:gs pos="0">
                  <a:srgbClr val="00B4DB">
                    <a:alpha val="20000"/>
                  </a:srgbClr>
                </a:gs>
                <a:gs pos="100000">
                  <a:srgbClr val="0083B0">
                    <a:alpha val="20233"/>
                  </a:srgbClr>
                </a:gs>
              </a:gsLst>
              <a:lin ang="0" scaled="1"/>
            </a:gradFill>
            <a:ln w="19050">
              <a:gradFill flip="none" rotWithShape="1">
                <a:gsLst>
                  <a:gs pos="0">
                    <a:srgbClr val="00B4DB"/>
                  </a:gs>
                  <a:gs pos="100000">
                    <a:srgbClr val="0083B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38" name="直線コネクタ 137">
              <a:extLst>
                <a:ext uri="{FF2B5EF4-FFF2-40B4-BE49-F238E27FC236}">
                  <a16:creationId xmlns:a16="http://schemas.microsoft.com/office/drawing/2014/main" id="{8E7DA8E6-1DC3-7DAF-F39E-0164D4A404C9}"/>
                </a:ext>
              </a:extLst>
            </p:cNvPr>
            <p:cNvCxnSpPr/>
            <p:nvPr/>
          </p:nvCxnSpPr>
          <p:spPr>
            <a:xfrm rot="8100000">
              <a:off x="10963098" y="4677511"/>
              <a:ext cx="271786" cy="0"/>
            </a:xfrm>
            <a:prstGeom prst="line">
              <a:avLst/>
            </a:prstGeom>
            <a:ln w="19050">
              <a:solidFill>
                <a:srgbClr val="00B4DB"/>
              </a:solidFill>
            </a:ln>
          </p:spPr>
          <p:style>
            <a:lnRef idx="1">
              <a:schemeClr val="accent1"/>
            </a:lnRef>
            <a:fillRef idx="0">
              <a:schemeClr val="accent1"/>
            </a:fillRef>
            <a:effectRef idx="0">
              <a:schemeClr val="accent1"/>
            </a:effectRef>
            <a:fontRef idx="minor">
              <a:schemeClr val="tx1"/>
            </a:fontRef>
          </p:style>
        </p:cxnSp>
        <p:cxnSp>
          <p:nvCxnSpPr>
            <p:cNvPr id="139" name="直線コネクタ 138">
              <a:extLst>
                <a:ext uri="{FF2B5EF4-FFF2-40B4-BE49-F238E27FC236}">
                  <a16:creationId xmlns:a16="http://schemas.microsoft.com/office/drawing/2014/main" id="{B235EAA7-FE49-886E-2035-E69F169FCD50}"/>
                </a:ext>
              </a:extLst>
            </p:cNvPr>
            <p:cNvCxnSpPr>
              <a:cxnSpLocks/>
            </p:cNvCxnSpPr>
            <p:nvPr/>
          </p:nvCxnSpPr>
          <p:spPr>
            <a:xfrm rot="13500000">
              <a:off x="10963599" y="4495595"/>
              <a:ext cx="271786" cy="0"/>
            </a:xfrm>
            <a:prstGeom prst="line">
              <a:avLst/>
            </a:prstGeom>
            <a:ln w="19050">
              <a:solidFill>
                <a:srgbClr val="00B4DB"/>
              </a:solidFill>
            </a:ln>
          </p:spPr>
          <p:style>
            <a:lnRef idx="1">
              <a:schemeClr val="accent1"/>
            </a:lnRef>
            <a:fillRef idx="0">
              <a:schemeClr val="accent1"/>
            </a:fillRef>
            <a:effectRef idx="0">
              <a:schemeClr val="accent1"/>
            </a:effectRef>
            <a:fontRef idx="minor">
              <a:schemeClr val="tx1"/>
            </a:fontRef>
          </p:style>
        </p:cxnSp>
        <p:cxnSp>
          <p:nvCxnSpPr>
            <p:cNvPr id="140" name="直線矢印コネクタ 139">
              <a:extLst>
                <a:ext uri="{FF2B5EF4-FFF2-40B4-BE49-F238E27FC236}">
                  <a16:creationId xmlns:a16="http://schemas.microsoft.com/office/drawing/2014/main" id="{0B2646EB-F7EC-05EF-850C-C3998F80754B}"/>
                </a:ext>
              </a:extLst>
            </p:cNvPr>
            <p:cNvCxnSpPr>
              <a:cxnSpLocks/>
            </p:cNvCxnSpPr>
            <p:nvPr/>
          </p:nvCxnSpPr>
          <p:spPr>
            <a:xfrm>
              <a:off x="10741865" y="4588707"/>
              <a:ext cx="372681" cy="0"/>
            </a:xfrm>
            <a:prstGeom prst="straightConnector1">
              <a:avLst/>
            </a:prstGeom>
            <a:ln w="19050">
              <a:solidFill>
                <a:srgbClr val="00B4DB"/>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141" name="グループ化 140">
            <a:extLst>
              <a:ext uri="{FF2B5EF4-FFF2-40B4-BE49-F238E27FC236}">
                <a16:creationId xmlns:a16="http://schemas.microsoft.com/office/drawing/2014/main" id="{79CAB5F9-2122-9EBF-0D49-3430E8704C1C}"/>
              </a:ext>
            </a:extLst>
          </p:cNvPr>
          <p:cNvGrpSpPr/>
          <p:nvPr/>
        </p:nvGrpSpPr>
        <p:grpSpPr>
          <a:xfrm>
            <a:off x="8221402" y="1903078"/>
            <a:ext cx="663879" cy="663879"/>
            <a:chOff x="8221402" y="1903078"/>
            <a:chExt cx="663879" cy="663879"/>
          </a:xfrm>
        </p:grpSpPr>
        <p:sp>
          <p:nvSpPr>
            <p:cNvPr id="142" name="円/楕円 141">
              <a:extLst>
                <a:ext uri="{FF2B5EF4-FFF2-40B4-BE49-F238E27FC236}">
                  <a16:creationId xmlns:a16="http://schemas.microsoft.com/office/drawing/2014/main" id="{3BB538C8-A297-3BA6-002D-A8FB459E144C}"/>
                </a:ext>
              </a:extLst>
            </p:cNvPr>
            <p:cNvSpPr/>
            <p:nvPr/>
          </p:nvSpPr>
          <p:spPr>
            <a:xfrm>
              <a:off x="8221402" y="1903078"/>
              <a:ext cx="663879" cy="663879"/>
            </a:xfrm>
            <a:prstGeom prst="ellipse">
              <a:avLst/>
            </a:prstGeom>
            <a:gradFill flip="none" rotWithShape="1">
              <a:gsLst>
                <a:gs pos="0">
                  <a:srgbClr val="00B4DB"/>
                </a:gs>
                <a:gs pos="100000">
                  <a:srgbClr val="0083B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144" name="グループ化 143">
              <a:extLst>
                <a:ext uri="{FF2B5EF4-FFF2-40B4-BE49-F238E27FC236}">
                  <a16:creationId xmlns:a16="http://schemas.microsoft.com/office/drawing/2014/main" id="{E692E779-BEEB-8C50-A5F0-1FD1F1EA6577}"/>
                </a:ext>
              </a:extLst>
            </p:cNvPr>
            <p:cNvGrpSpPr/>
            <p:nvPr/>
          </p:nvGrpSpPr>
          <p:grpSpPr>
            <a:xfrm>
              <a:off x="8458772" y="2024855"/>
              <a:ext cx="271786" cy="304387"/>
              <a:chOff x="4570301" y="2035871"/>
              <a:chExt cx="271786" cy="304387"/>
            </a:xfrm>
          </p:grpSpPr>
          <p:cxnSp>
            <p:nvCxnSpPr>
              <p:cNvPr id="145" name="直線コネクタ 144">
                <a:extLst>
                  <a:ext uri="{FF2B5EF4-FFF2-40B4-BE49-F238E27FC236}">
                    <a16:creationId xmlns:a16="http://schemas.microsoft.com/office/drawing/2014/main" id="{8DA8405D-F8EC-8688-F3B4-F4FD8C241B2B}"/>
                  </a:ext>
                </a:extLst>
              </p:cNvPr>
              <p:cNvCxnSpPr/>
              <p:nvPr/>
            </p:nvCxnSpPr>
            <p:spPr>
              <a:xfrm rot="8100000">
                <a:off x="4570301" y="2340258"/>
                <a:ext cx="27178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7" name="直線コネクタ 146">
                <a:extLst>
                  <a:ext uri="{FF2B5EF4-FFF2-40B4-BE49-F238E27FC236}">
                    <a16:creationId xmlns:a16="http://schemas.microsoft.com/office/drawing/2014/main" id="{85F07D57-E74E-D630-4DA6-0880B7C43449}"/>
                  </a:ext>
                </a:extLst>
              </p:cNvPr>
              <p:cNvCxnSpPr>
                <a:cxnSpLocks/>
              </p:cNvCxnSpPr>
              <p:nvPr/>
            </p:nvCxnSpPr>
            <p:spPr>
              <a:xfrm rot="13500000">
                <a:off x="4570802" y="2171764"/>
                <a:ext cx="27178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148" name="グループ化 147">
            <a:extLst>
              <a:ext uri="{FF2B5EF4-FFF2-40B4-BE49-F238E27FC236}">
                <a16:creationId xmlns:a16="http://schemas.microsoft.com/office/drawing/2014/main" id="{4C23BDA2-6EE9-CA65-94AF-0B7FC0DA26A6}"/>
              </a:ext>
            </a:extLst>
          </p:cNvPr>
          <p:cNvGrpSpPr/>
          <p:nvPr/>
        </p:nvGrpSpPr>
        <p:grpSpPr>
          <a:xfrm>
            <a:off x="9471361" y="1903079"/>
            <a:ext cx="663879" cy="663879"/>
            <a:chOff x="9471361" y="1903079"/>
            <a:chExt cx="663879" cy="663879"/>
          </a:xfrm>
        </p:grpSpPr>
        <p:sp>
          <p:nvSpPr>
            <p:cNvPr id="149" name="円/楕円 148">
              <a:extLst>
                <a:ext uri="{FF2B5EF4-FFF2-40B4-BE49-F238E27FC236}">
                  <a16:creationId xmlns:a16="http://schemas.microsoft.com/office/drawing/2014/main" id="{D18D7969-8DAF-D5B3-BA47-8E011B46C828}"/>
                </a:ext>
              </a:extLst>
            </p:cNvPr>
            <p:cNvSpPr/>
            <p:nvPr/>
          </p:nvSpPr>
          <p:spPr>
            <a:xfrm>
              <a:off x="9471361" y="1903079"/>
              <a:ext cx="663879" cy="663879"/>
            </a:xfrm>
            <a:prstGeom prst="ellipse">
              <a:avLst/>
            </a:prstGeom>
            <a:noFill/>
            <a:ln w="19050">
              <a:gradFill flip="none" rotWithShape="1">
                <a:gsLst>
                  <a:gs pos="0">
                    <a:srgbClr val="00B4DB"/>
                  </a:gs>
                  <a:gs pos="100000">
                    <a:srgbClr val="0083B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150" name="グループ化 149">
              <a:extLst>
                <a:ext uri="{FF2B5EF4-FFF2-40B4-BE49-F238E27FC236}">
                  <a16:creationId xmlns:a16="http://schemas.microsoft.com/office/drawing/2014/main" id="{1EEAA7B2-2A2E-3CBC-2A67-A67721619A36}"/>
                </a:ext>
              </a:extLst>
            </p:cNvPr>
            <p:cNvGrpSpPr/>
            <p:nvPr/>
          </p:nvGrpSpPr>
          <p:grpSpPr>
            <a:xfrm>
              <a:off x="9683596" y="2024855"/>
              <a:ext cx="271786" cy="304387"/>
              <a:chOff x="5825468" y="2035871"/>
              <a:chExt cx="271786" cy="304387"/>
            </a:xfrm>
          </p:grpSpPr>
          <p:cxnSp>
            <p:nvCxnSpPr>
              <p:cNvPr id="153" name="直線コネクタ 152">
                <a:extLst>
                  <a:ext uri="{FF2B5EF4-FFF2-40B4-BE49-F238E27FC236}">
                    <a16:creationId xmlns:a16="http://schemas.microsoft.com/office/drawing/2014/main" id="{B42D4028-284C-4068-85B2-A7CE73A8A8CA}"/>
                  </a:ext>
                </a:extLst>
              </p:cNvPr>
              <p:cNvCxnSpPr/>
              <p:nvPr/>
            </p:nvCxnSpPr>
            <p:spPr>
              <a:xfrm rot="8100000">
                <a:off x="5825468" y="2340258"/>
                <a:ext cx="271786" cy="0"/>
              </a:xfrm>
              <a:prstGeom prst="line">
                <a:avLst/>
              </a:prstGeom>
              <a:ln w="38100">
                <a:gradFill>
                  <a:gsLst>
                    <a:gs pos="0">
                      <a:srgbClr val="0083B0"/>
                    </a:gs>
                    <a:gs pos="100000">
                      <a:srgbClr val="00B4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56" name="直線コネクタ 155">
                <a:extLst>
                  <a:ext uri="{FF2B5EF4-FFF2-40B4-BE49-F238E27FC236}">
                    <a16:creationId xmlns:a16="http://schemas.microsoft.com/office/drawing/2014/main" id="{FF840E3E-468D-2034-0C80-02455FD4DD4C}"/>
                  </a:ext>
                </a:extLst>
              </p:cNvPr>
              <p:cNvCxnSpPr>
                <a:cxnSpLocks/>
              </p:cNvCxnSpPr>
              <p:nvPr/>
            </p:nvCxnSpPr>
            <p:spPr>
              <a:xfrm rot="13500000">
                <a:off x="5825969" y="2171764"/>
                <a:ext cx="271786" cy="0"/>
              </a:xfrm>
              <a:prstGeom prst="line">
                <a:avLst/>
              </a:prstGeom>
              <a:ln w="38100">
                <a:gradFill>
                  <a:gsLst>
                    <a:gs pos="0">
                      <a:srgbClr val="0083B0"/>
                    </a:gs>
                    <a:gs pos="100000">
                      <a:srgbClr val="00B4DB"/>
                    </a:gs>
                  </a:gsLst>
                  <a:lin ang="5400000" scaled="1"/>
                </a:gradFill>
              </a:ln>
            </p:spPr>
            <p:style>
              <a:lnRef idx="1">
                <a:schemeClr val="accent1"/>
              </a:lnRef>
              <a:fillRef idx="0">
                <a:schemeClr val="accent1"/>
              </a:fillRef>
              <a:effectRef idx="0">
                <a:schemeClr val="accent1"/>
              </a:effectRef>
              <a:fontRef idx="minor">
                <a:schemeClr val="tx1"/>
              </a:fontRef>
            </p:style>
          </p:cxnSp>
        </p:grpSp>
      </p:grpSp>
      <p:grpSp>
        <p:nvGrpSpPr>
          <p:cNvPr id="157" name="グループ化 156">
            <a:extLst>
              <a:ext uri="{FF2B5EF4-FFF2-40B4-BE49-F238E27FC236}">
                <a16:creationId xmlns:a16="http://schemas.microsoft.com/office/drawing/2014/main" id="{0B5FC013-5D5F-52DD-958B-20F408DAB58B}"/>
              </a:ext>
            </a:extLst>
          </p:cNvPr>
          <p:cNvGrpSpPr/>
          <p:nvPr/>
        </p:nvGrpSpPr>
        <p:grpSpPr>
          <a:xfrm>
            <a:off x="10721319" y="1903079"/>
            <a:ext cx="663879" cy="663879"/>
            <a:chOff x="10721319" y="1903079"/>
            <a:chExt cx="663879" cy="663879"/>
          </a:xfrm>
        </p:grpSpPr>
        <p:sp>
          <p:nvSpPr>
            <p:cNvPr id="158" name="円/楕円 157">
              <a:extLst>
                <a:ext uri="{FF2B5EF4-FFF2-40B4-BE49-F238E27FC236}">
                  <a16:creationId xmlns:a16="http://schemas.microsoft.com/office/drawing/2014/main" id="{A5CEC236-EDDA-A03E-7631-0F257BC89CF0}"/>
                </a:ext>
              </a:extLst>
            </p:cNvPr>
            <p:cNvSpPr/>
            <p:nvPr/>
          </p:nvSpPr>
          <p:spPr>
            <a:xfrm>
              <a:off x="10721319" y="1903079"/>
              <a:ext cx="663879" cy="663879"/>
            </a:xfrm>
            <a:prstGeom prst="ellipse">
              <a:avLst/>
            </a:prstGeom>
            <a:gradFill>
              <a:gsLst>
                <a:gs pos="0">
                  <a:srgbClr val="00B4DB">
                    <a:alpha val="20000"/>
                  </a:srgbClr>
                </a:gs>
                <a:gs pos="100000">
                  <a:srgbClr val="0083B0">
                    <a:alpha val="20233"/>
                  </a:srgbClr>
                </a:gs>
              </a:gsLst>
              <a:lin ang="0" scaled="1"/>
            </a:gradFill>
            <a:ln w="19050">
              <a:gradFill flip="none" rotWithShape="1">
                <a:gsLst>
                  <a:gs pos="0">
                    <a:srgbClr val="00B4DB"/>
                  </a:gs>
                  <a:gs pos="100000">
                    <a:srgbClr val="0083B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nvGrpSpPr>
            <p:cNvPr id="161" name="グループ化 160">
              <a:extLst>
                <a:ext uri="{FF2B5EF4-FFF2-40B4-BE49-F238E27FC236}">
                  <a16:creationId xmlns:a16="http://schemas.microsoft.com/office/drawing/2014/main" id="{EE2EAE66-4DBF-5083-2090-262BCE5CC35C}"/>
                </a:ext>
              </a:extLst>
            </p:cNvPr>
            <p:cNvGrpSpPr/>
            <p:nvPr/>
          </p:nvGrpSpPr>
          <p:grpSpPr>
            <a:xfrm>
              <a:off x="10926243" y="2024855"/>
              <a:ext cx="271786" cy="304387"/>
              <a:chOff x="5825468" y="2035871"/>
              <a:chExt cx="271786" cy="304387"/>
            </a:xfrm>
          </p:grpSpPr>
          <p:cxnSp>
            <p:nvCxnSpPr>
              <p:cNvPr id="164" name="直線コネクタ 163">
                <a:extLst>
                  <a:ext uri="{FF2B5EF4-FFF2-40B4-BE49-F238E27FC236}">
                    <a16:creationId xmlns:a16="http://schemas.microsoft.com/office/drawing/2014/main" id="{DA3BB592-0049-7D37-ACD1-DFCCB166CCA5}"/>
                  </a:ext>
                </a:extLst>
              </p:cNvPr>
              <p:cNvCxnSpPr/>
              <p:nvPr/>
            </p:nvCxnSpPr>
            <p:spPr>
              <a:xfrm rot="8100000">
                <a:off x="5825468" y="2340258"/>
                <a:ext cx="271786" cy="0"/>
              </a:xfrm>
              <a:prstGeom prst="line">
                <a:avLst/>
              </a:prstGeom>
              <a:ln w="38100">
                <a:gradFill>
                  <a:gsLst>
                    <a:gs pos="0">
                      <a:srgbClr val="0083B0"/>
                    </a:gs>
                    <a:gs pos="100000">
                      <a:srgbClr val="00B4DB"/>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7" name="直線コネクタ 166">
                <a:extLst>
                  <a:ext uri="{FF2B5EF4-FFF2-40B4-BE49-F238E27FC236}">
                    <a16:creationId xmlns:a16="http://schemas.microsoft.com/office/drawing/2014/main" id="{1B1868F6-D4CF-D8F3-1BF5-A675C5275411}"/>
                  </a:ext>
                </a:extLst>
              </p:cNvPr>
              <p:cNvCxnSpPr>
                <a:cxnSpLocks/>
              </p:cNvCxnSpPr>
              <p:nvPr/>
            </p:nvCxnSpPr>
            <p:spPr>
              <a:xfrm rot="13500000">
                <a:off x="5825969" y="2171764"/>
                <a:ext cx="271786" cy="0"/>
              </a:xfrm>
              <a:prstGeom prst="line">
                <a:avLst/>
              </a:prstGeom>
              <a:ln w="38100">
                <a:gradFill>
                  <a:gsLst>
                    <a:gs pos="0">
                      <a:srgbClr val="0083B0"/>
                    </a:gs>
                    <a:gs pos="100000">
                      <a:srgbClr val="00B4DB"/>
                    </a:gs>
                  </a:gsLst>
                  <a:lin ang="5400000" scaled="1"/>
                </a:gra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18048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山形 94">
            <a:extLst>
              <a:ext uri="{FF2B5EF4-FFF2-40B4-BE49-F238E27FC236}">
                <a16:creationId xmlns:a16="http://schemas.microsoft.com/office/drawing/2014/main" id="{F80228A9-3168-A209-10BA-D2ACED1A5F09}"/>
              </a:ext>
            </a:extLst>
          </p:cNvPr>
          <p:cNvSpPr/>
          <p:nvPr/>
        </p:nvSpPr>
        <p:spPr>
          <a:xfrm>
            <a:off x="641250" y="1116549"/>
            <a:ext cx="392839" cy="701040"/>
          </a:xfrm>
          <a:prstGeom prst="chevron">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6" name="山形 95">
            <a:extLst>
              <a:ext uri="{FF2B5EF4-FFF2-40B4-BE49-F238E27FC236}">
                <a16:creationId xmlns:a16="http://schemas.microsoft.com/office/drawing/2014/main" id="{115C3EFB-9220-8FBE-CF4D-F17389F81279}"/>
              </a:ext>
            </a:extLst>
          </p:cNvPr>
          <p:cNvSpPr/>
          <p:nvPr/>
        </p:nvSpPr>
        <p:spPr>
          <a:xfrm>
            <a:off x="1042570" y="1116549"/>
            <a:ext cx="392839" cy="701040"/>
          </a:xfrm>
          <a:prstGeom prst="chevron">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7" name="山形 96">
            <a:extLst>
              <a:ext uri="{FF2B5EF4-FFF2-40B4-BE49-F238E27FC236}">
                <a16:creationId xmlns:a16="http://schemas.microsoft.com/office/drawing/2014/main" id="{923FB981-DD8A-834F-21A5-F25D060A10AD}"/>
              </a:ext>
            </a:extLst>
          </p:cNvPr>
          <p:cNvSpPr/>
          <p:nvPr/>
        </p:nvSpPr>
        <p:spPr>
          <a:xfrm>
            <a:off x="1443890" y="1116549"/>
            <a:ext cx="392839" cy="701040"/>
          </a:xfrm>
          <a:prstGeom prst="chevron">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8" name="山形 97">
            <a:extLst>
              <a:ext uri="{FF2B5EF4-FFF2-40B4-BE49-F238E27FC236}">
                <a16:creationId xmlns:a16="http://schemas.microsoft.com/office/drawing/2014/main" id="{FB2E0A22-A4F8-11BA-C315-5A4C643863F6}"/>
              </a:ext>
            </a:extLst>
          </p:cNvPr>
          <p:cNvSpPr/>
          <p:nvPr/>
        </p:nvSpPr>
        <p:spPr>
          <a:xfrm>
            <a:off x="2636600" y="1116549"/>
            <a:ext cx="392839" cy="70104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9" name="山形 98">
            <a:extLst>
              <a:ext uri="{FF2B5EF4-FFF2-40B4-BE49-F238E27FC236}">
                <a16:creationId xmlns:a16="http://schemas.microsoft.com/office/drawing/2014/main" id="{8135DC3A-A815-2DD1-92DD-0EFCB0EB47B1}"/>
              </a:ext>
            </a:extLst>
          </p:cNvPr>
          <p:cNvSpPr/>
          <p:nvPr/>
        </p:nvSpPr>
        <p:spPr>
          <a:xfrm>
            <a:off x="3037920" y="1116549"/>
            <a:ext cx="392839" cy="701040"/>
          </a:xfrm>
          <a:prstGeom prst="chevr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0" name="山形 99">
            <a:extLst>
              <a:ext uri="{FF2B5EF4-FFF2-40B4-BE49-F238E27FC236}">
                <a16:creationId xmlns:a16="http://schemas.microsoft.com/office/drawing/2014/main" id="{AAD7F629-BC19-FAB7-F1D8-A1695D899715}"/>
              </a:ext>
            </a:extLst>
          </p:cNvPr>
          <p:cNvSpPr/>
          <p:nvPr/>
        </p:nvSpPr>
        <p:spPr>
          <a:xfrm>
            <a:off x="3439240" y="1116549"/>
            <a:ext cx="392839" cy="701040"/>
          </a:xfrm>
          <a:prstGeom prst="chevron">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1" name="三角形 100">
            <a:extLst>
              <a:ext uri="{FF2B5EF4-FFF2-40B4-BE49-F238E27FC236}">
                <a16:creationId xmlns:a16="http://schemas.microsoft.com/office/drawing/2014/main" id="{5F277BEC-B8DB-54CC-D0E9-3CABD540D3A4}"/>
              </a:ext>
            </a:extLst>
          </p:cNvPr>
          <p:cNvSpPr/>
          <p:nvPr/>
        </p:nvSpPr>
        <p:spPr>
          <a:xfrm rot="5400000">
            <a:off x="540233" y="2272605"/>
            <a:ext cx="521954" cy="319921"/>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三角形 101">
            <a:extLst>
              <a:ext uri="{FF2B5EF4-FFF2-40B4-BE49-F238E27FC236}">
                <a16:creationId xmlns:a16="http://schemas.microsoft.com/office/drawing/2014/main" id="{6EE0AD5E-7F08-3807-0B36-1A93F6D4770F}"/>
              </a:ext>
            </a:extLst>
          </p:cNvPr>
          <p:cNvSpPr/>
          <p:nvPr/>
        </p:nvSpPr>
        <p:spPr>
          <a:xfrm rot="5400000">
            <a:off x="991789" y="2272606"/>
            <a:ext cx="521954" cy="319921"/>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三角形 102">
            <a:extLst>
              <a:ext uri="{FF2B5EF4-FFF2-40B4-BE49-F238E27FC236}">
                <a16:creationId xmlns:a16="http://schemas.microsoft.com/office/drawing/2014/main" id="{4903C47A-7AF2-CDBB-D235-38F6F8B0B51A}"/>
              </a:ext>
            </a:extLst>
          </p:cNvPr>
          <p:cNvSpPr/>
          <p:nvPr/>
        </p:nvSpPr>
        <p:spPr>
          <a:xfrm rot="5400000">
            <a:off x="1443345" y="2272607"/>
            <a:ext cx="521954" cy="319921"/>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三角形 103">
            <a:extLst>
              <a:ext uri="{FF2B5EF4-FFF2-40B4-BE49-F238E27FC236}">
                <a16:creationId xmlns:a16="http://schemas.microsoft.com/office/drawing/2014/main" id="{0AD07EE5-81D8-3CCE-28A5-CAC806F005CB}"/>
              </a:ext>
            </a:extLst>
          </p:cNvPr>
          <p:cNvSpPr/>
          <p:nvPr/>
        </p:nvSpPr>
        <p:spPr>
          <a:xfrm rot="5400000">
            <a:off x="2504500" y="2272606"/>
            <a:ext cx="521954" cy="319921"/>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三角形 104">
            <a:extLst>
              <a:ext uri="{FF2B5EF4-FFF2-40B4-BE49-F238E27FC236}">
                <a16:creationId xmlns:a16="http://schemas.microsoft.com/office/drawing/2014/main" id="{2A17203E-5080-D13C-0C2A-D85E29726E9B}"/>
              </a:ext>
            </a:extLst>
          </p:cNvPr>
          <p:cNvSpPr/>
          <p:nvPr/>
        </p:nvSpPr>
        <p:spPr>
          <a:xfrm rot="5400000">
            <a:off x="2956056" y="2272607"/>
            <a:ext cx="521954" cy="319921"/>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 name="三角形 105">
            <a:extLst>
              <a:ext uri="{FF2B5EF4-FFF2-40B4-BE49-F238E27FC236}">
                <a16:creationId xmlns:a16="http://schemas.microsoft.com/office/drawing/2014/main" id="{C24F01B9-B58B-5B13-53F3-7F78C5B7414D}"/>
              </a:ext>
            </a:extLst>
          </p:cNvPr>
          <p:cNvSpPr/>
          <p:nvPr/>
        </p:nvSpPr>
        <p:spPr>
          <a:xfrm rot="5400000">
            <a:off x="3407612" y="2272608"/>
            <a:ext cx="521954" cy="319921"/>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a:extLst>
              <a:ext uri="{FF2B5EF4-FFF2-40B4-BE49-F238E27FC236}">
                <a16:creationId xmlns:a16="http://schemas.microsoft.com/office/drawing/2014/main" id="{9DDC6159-0480-8132-6586-347FD1D55ADF}"/>
              </a:ext>
            </a:extLst>
          </p:cNvPr>
          <p:cNvGrpSpPr/>
          <p:nvPr/>
        </p:nvGrpSpPr>
        <p:grpSpPr>
          <a:xfrm>
            <a:off x="542232" y="3255834"/>
            <a:ext cx="1219187" cy="472954"/>
            <a:chOff x="542232" y="3139458"/>
            <a:chExt cx="1219187" cy="472954"/>
          </a:xfrm>
        </p:grpSpPr>
        <p:sp>
          <p:nvSpPr>
            <p:cNvPr id="107" name="L 字 106">
              <a:extLst>
                <a:ext uri="{FF2B5EF4-FFF2-40B4-BE49-F238E27FC236}">
                  <a16:creationId xmlns:a16="http://schemas.microsoft.com/office/drawing/2014/main" id="{30211E3E-BD7B-4F2C-B26B-1D63A12A93B5}"/>
                </a:ext>
              </a:extLst>
            </p:cNvPr>
            <p:cNvSpPr/>
            <p:nvPr/>
          </p:nvSpPr>
          <p:spPr>
            <a:xfrm rot="13500000">
              <a:off x="542232" y="3139460"/>
              <a:ext cx="472952" cy="472952"/>
            </a:xfrm>
            <a:prstGeom prst="corner">
              <a:avLst>
                <a:gd name="adj1" fmla="val 5658"/>
                <a:gd name="adj2" fmla="val 5658"/>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L 字 107">
              <a:extLst>
                <a:ext uri="{FF2B5EF4-FFF2-40B4-BE49-F238E27FC236}">
                  <a16:creationId xmlns:a16="http://schemas.microsoft.com/office/drawing/2014/main" id="{4CBA4923-892E-FFBE-435D-15C4E03453C6}"/>
                </a:ext>
              </a:extLst>
            </p:cNvPr>
            <p:cNvSpPr/>
            <p:nvPr/>
          </p:nvSpPr>
          <p:spPr>
            <a:xfrm rot="13500000">
              <a:off x="915350" y="3139459"/>
              <a:ext cx="472952" cy="472952"/>
            </a:xfrm>
            <a:prstGeom prst="corner">
              <a:avLst>
                <a:gd name="adj1" fmla="val 5658"/>
                <a:gd name="adj2" fmla="val 5658"/>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 name="L 字 108">
              <a:extLst>
                <a:ext uri="{FF2B5EF4-FFF2-40B4-BE49-F238E27FC236}">
                  <a16:creationId xmlns:a16="http://schemas.microsoft.com/office/drawing/2014/main" id="{75B78B89-EDED-9593-62B8-CDE7A8E0B744}"/>
                </a:ext>
              </a:extLst>
            </p:cNvPr>
            <p:cNvSpPr/>
            <p:nvPr/>
          </p:nvSpPr>
          <p:spPr>
            <a:xfrm rot="13500000">
              <a:off x="1288467" y="3139458"/>
              <a:ext cx="472952" cy="472952"/>
            </a:xfrm>
            <a:prstGeom prst="corner">
              <a:avLst>
                <a:gd name="adj1" fmla="val 5658"/>
                <a:gd name="adj2" fmla="val 5658"/>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12195C42-3AE8-6599-0519-440FEA40D178}"/>
              </a:ext>
            </a:extLst>
          </p:cNvPr>
          <p:cNvGrpSpPr/>
          <p:nvPr/>
        </p:nvGrpSpPr>
        <p:grpSpPr>
          <a:xfrm>
            <a:off x="2419893" y="3255834"/>
            <a:ext cx="1219187" cy="472954"/>
            <a:chOff x="2419893" y="3139458"/>
            <a:chExt cx="1219187" cy="472954"/>
          </a:xfrm>
        </p:grpSpPr>
        <p:sp>
          <p:nvSpPr>
            <p:cNvPr id="110" name="L 字 109">
              <a:extLst>
                <a:ext uri="{FF2B5EF4-FFF2-40B4-BE49-F238E27FC236}">
                  <a16:creationId xmlns:a16="http://schemas.microsoft.com/office/drawing/2014/main" id="{03FC3D89-B539-5E12-F92B-743366FEBB7C}"/>
                </a:ext>
              </a:extLst>
            </p:cNvPr>
            <p:cNvSpPr/>
            <p:nvPr/>
          </p:nvSpPr>
          <p:spPr>
            <a:xfrm rot="13500000">
              <a:off x="2419893" y="3139460"/>
              <a:ext cx="472952" cy="472952"/>
            </a:xfrm>
            <a:prstGeom prst="corner">
              <a:avLst>
                <a:gd name="adj1" fmla="val 5658"/>
                <a:gd name="adj2" fmla="val 565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L 字 110">
              <a:extLst>
                <a:ext uri="{FF2B5EF4-FFF2-40B4-BE49-F238E27FC236}">
                  <a16:creationId xmlns:a16="http://schemas.microsoft.com/office/drawing/2014/main" id="{1C78488C-3FFC-9E0E-E9A3-EEC6EDDEEB0D}"/>
                </a:ext>
              </a:extLst>
            </p:cNvPr>
            <p:cNvSpPr/>
            <p:nvPr/>
          </p:nvSpPr>
          <p:spPr>
            <a:xfrm rot="13500000">
              <a:off x="2793011" y="3139459"/>
              <a:ext cx="472952" cy="472952"/>
            </a:xfrm>
            <a:prstGeom prst="corner">
              <a:avLst>
                <a:gd name="adj1" fmla="val 5658"/>
                <a:gd name="adj2" fmla="val 5658"/>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L 字 111">
              <a:extLst>
                <a:ext uri="{FF2B5EF4-FFF2-40B4-BE49-F238E27FC236}">
                  <a16:creationId xmlns:a16="http://schemas.microsoft.com/office/drawing/2014/main" id="{131E1377-46D9-F66E-7BAB-782DAAE22410}"/>
                </a:ext>
              </a:extLst>
            </p:cNvPr>
            <p:cNvSpPr/>
            <p:nvPr/>
          </p:nvSpPr>
          <p:spPr>
            <a:xfrm rot="13500000">
              <a:off x="3166128" y="3139458"/>
              <a:ext cx="472952" cy="472952"/>
            </a:xfrm>
            <a:prstGeom prst="corner">
              <a:avLst>
                <a:gd name="adj1" fmla="val 5658"/>
                <a:gd name="adj2" fmla="val 5658"/>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3" name="グループ化 42">
            <a:extLst>
              <a:ext uri="{FF2B5EF4-FFF2-40B4-BE49-F238E27FC236}">
                <a16:creationId xmlns:a16="http://schemas.microsoft.com/office/drawing/2014/main" id="{F2AAC6B5-F25B-78D3-90F8-75F1A45A9DC5}"/>
              </a:ext>
            </a:extLst>
          </p:cNvPr>
          <p:cNvGrpSpPr/>
          <p:nvPr/>
        </p:nvGrpSpPr>
        <p:grpSpPr>
          <a:xfrm>
            <a:off x="588752" y="4589919"/>
            <a:ext cx="1172667" cy="472952"/>
            <a:chOff x="588752" y="4456917"/>
            <a:chExt cx="1172667" cy="472952"/>
          </a:xfrm>
        </p:grpSpPr>
        <p:sp>
          <p:nvSpPr>
            <p:cNvPr id="114" name="L 字 113">
              <a:extLst>
                <a:ext uri="{FF2B5EF4-FFF2-40B4-BE49-F238E27FC236}">
                  <a16:creationId xmlns:a16="http://schemas.microsoft.com/office/drawing/2014/main" id="{C2318F4E-39A6-93D4-DAE5-30C00DE963C7}"/>
                </a:ext>
              </a:extLst>
            </p:cNvPr>
            <p:cNvSpPr/>
            <p:nvPr/>
          </p:nvSpPr>
          <p:spPr>
            <a:xfrm rot="13500000">
              <a:off x="1288467" y="4456917"/>
              <a:ext cx="472952" cy="472952"/>
            </a:xfrm>
            <a:prstGeom prst="corner">
              <a:avLst>
                <a:gd name="adj1" fmla="val 0"/>
                <a:gd name="adj2" fmla="val 0"/>
              </a:avLst>
            </a:prstGeom>
            <a:solidFill>
              <a:schemeClr val="tx1">
                <a:lumMod val="75000"/>
                <a:lumOff val="25000"/>
              </a:schemeClr>
            </a:solidFill>
            <a:ln w="76200">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L 字 114">
              <a:extLst>
                <a:ext uri="{FF2B5EF4-FFF2-40B4-BE49-F238E27FC236}">
                  <a16:creationId xmlns:a16="http://schemas.microsoft.com/office/drawing/2014/main" id="{E359B682-E693-DA4A-5091-5F06183D2542}"/>
                </a:ext>
              </a:extLst>
            </p:cNvPr>
            <p:cNvSpPr/>
            <p:nvPr/>
          </p:nvSpPr>
          <p:spPr>
            <a:xfrm rot="13500000">
              <a:off x="938609" y="4456917"/>
              <a:ext cx="472952" cy="472952"/>
            </a:xfrm>
            <a:prstGeom prst="corner">
              <a:avLst>
                <a:gd name="adj1" fmla="val 0"/>
                <a:gd name="adj2" fmla="val 0"/>
              </a:avLst>
            </a:prstGeom>
            <a:solidFill>
              <a:schemeClr val="tx1">
                <a:lumMod val="75000"/>
                <a:lumOff val="25000"/>
              </a:schemeClr>
            </a:solidFill>
            <a:ln w="76200">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6" name="L 字 115">
              <a:extLst>
                <a:ext uri="{FF2B5EF4-FFF2-40B4-BE49-F238E27FC236}">
                  <a16:creationId xmlns:a16="http://schemas.microsoft.com/office/drawing/2014/main" id="{3710641D-084B-9E3D-7D3E-BA766F01DE02}"/>
                </a:ext>
              </a:extLst>
            </p:cNvPr>
            <p:cNvSpPr/>
            <p:nvPr/>
          </p:nvSpPr>
          <p:spPr>
            <a:xfrm rot="13500000">
              <a:off x="588752" y="4456917"/>
              <a:ext cx="472952" cy="472952"/>
            </a:xfrm>
            <a:prstGeom prst="corner">
              <a:avLst>
                <a:gd name="adj1" fmla="val 0"/>
                <a:gd name="adj2" fmla="val 0"/>
              </a:avLst>
            </a:prstGeom>
            <a:solidFill>
              <a:schemeClr val="tx1">
                <a:lumMod val="75000"/>
                <a:lumOff val="25000"/>
              </a:schemeClr>
            </a:solidFill>
            <a:ln w="76200">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4" name="グループ化 43">
            <a:extLst>
              <a:ext uri="{FF2B5EF4-FFF2-40B4-BE49-F238E27FC236}">
                <a16:creationId xmlns:a16="http://schemas.microsoft.com/office/drawing/2014/main" id="{17B55C41-809B-3C98-1C20-281AC16753D5}"/>
              </a:ext>
            </a:extLst>
          </p:cNvPr>
          <p:cNvGrpSpPr/>
          <p:nvPr/>
        </p:nvGrpSpPr>
        <p:grpSpPr>
          <a:xfrm>
            <a:off x="2482866" y="4589919"/>
            <a:ext cx="1172667" cy="472952"/>
            <a:chOff x="2482866" y="4456917"/>
            <a:chExt cx="1172667" cy="472952"/>
          </a:xfrm>
        </p:grpSpPr>
        <p:sp>
          <p:nvSpPr>
            <p:cNvPr id="117" name="L 字 116">
              <a:extLst>
                <a:ext uri="{FF2B5EF4-FFF2-40B4-BE49-F238E27FC236}">
                  <a16:creationId xmlns:a16="http://schemas.microsoft.com/office/drawing/2014/main" id="{2025FA14-1405-24F7-A9BD-B1C85B821B7A}"/>
                </a:ext>
              </a:extLst>
            </p:cNvPr>
            <p:cNvSpPr/>
            <p:nvPr/>
          </p:nvSpPr>
          <p:spPr>
            <a:xfrm rot="13500000">
              <a:off x="3182581" y="4456917"/>
              <a:ext cx="472952" cy="472952"/>
            </a:xfrm>
            <a:prstGeom prst="corner">
              <a:avLst>
                <a:gd name="adj1" fmla="val 0"/>
                <a:gd name="adj2" fmla="val 0"/>
              </a:avLst>
            </a:prstGeom>
            <a:solidFill>
              <a:schemeClr val="tx1">
                <a:lumMod val="75000"/>
                <a:lumOff val="25000"/>
              </a:schemeClr>
            </a:solidFill>
            <a:ln w="76200">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8" name="L 字 117">
              <a:extLst>
                <a:ext uri="{FF2B5EF4-FFF2-40B4-BE49-F238E27FC236}">
                  <a16:creationId xmlns:a16="http://schemas.microsoft.com/office/drawing/2014/main" id="{888B4436-6D22-66F4-D018-3A37CC365695}"/>
                </a:ext>
              </a:extLst>
            </p:cNvPr>
            <p:cNvSpPr/>
            <p:nvPr/>
          </p:nvSpPr>
          <p:spPr>
            <a:xfrm rot="13500000">
              <a:off x="2832723" y="4456917"/>
              <a:ext cx="472952" cy="472952"/>
            </a:xfrm>
            <a:prstGeom prst="corner">
              <a:avLst>
                <a:gd name="adj1" fmla="val 0"/>
                <a:gd name="adj2" fmla="val 0"/>
              </a:avLst>
            </a:prstGeom>
            <a:solidFill>
              <a:schemeClr val="tx1">
                <a:lumMod val="75000"/>
                <a:lumOff val="25000"/>
              </a:schemeClr>
            </a:solidFill>
            <a:ln w="76200">
              <a:solidFill>
                <a:schemeClr val="bg1">
                  <a:lumMod val="50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9" name="L 字 118">
              <a:extLst>
                <a:ext uri="{FF2B5EF4-FFF2-40B4-BE49-F238E27FC236}">
                  <a16:creationId xmlns:a16="http://schemas.microsoft.com/office/drawing/2014/main" id="{3AD3FEF7-D029-A01E-4F09-F0ABFD5792BC}"/>
                </a:ext>
              </a:extLst>
            </p:cNvPr>
            <p:cNvSpPr/>
            <p:nvPr/>
          </p:nvSpPr>
          <p:spPr>
            <a:xfrm rot="13500000">
              <a:off x="2482866" y="4456917"/>
              <a:ext cx="472952" cy="472952"/>
            </a:xfrm>
            <a:prstGeom prst="corner">
              <a:avLst>
                <a:gd name="adj1" fmla="val 0"/>
                <a:gd name="adj2" fmla="val 0"/>
              </a:avLst>
            </a:prstGeom>
            <a:solidFill>
              <a:schemeClr val="tx1">
                <a:lumMod val="75000"/>
                <a:lumOff val="25000"/>
              </a:schemeClr>
            </a:solidFill>
            <a:ln w="76200">
              <a:solidFill>
                <a:schemeClr val="bg1">
                  <a:lumMod val="8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0" name="グループ化 49">
            <a:extLst>
              <a:ext uri="{FF2B5EF4-FFF2-40B4-BE49-F238E27FC236}">
                <a16:creationId xmlns:a16="http://schemas.microsoft.com/office/drawing/2014/main" id="{73308C90-C185-8A74-2E1B-FBD4805D3D01}"/>
              </a:ext>
            </a:extLst>
          </p:cNvPr>
          <p:cNvGrpSpPr/>
          <p:nvPr/>
        </p:nvGrpSpPr>
        <p:grpSpPr>
          <a:xfrm>
            <a:off x="732555" y="5615119"/>
            <a:ext cx="1279506" cy="782543"/>
            <a:chOff x="732555" y="5548617"/>
            <a:chExt cx="1279506" cy="782543"/>
          </a:xfrm>
        </p:grpSpPr>
        <p:sp>
          <p:nvSpPr>
            <p:cNvPr id="120" name="右矢印 119">
              <a:extLst>
                <a:ext uri="{FF2B5EF4-FFF2-40B4-BE49-F238E27FC236}">
                  <a16:creationId xmlns:a16="http://schemas.microsoft.com/office/drawing/2014/main" id="{184AD11F-FD05-E082-31A6-7C4184442791}"/>
                </a:ext>
              </a:extLst>
            </p:cNvPr>
            <p:cNvSpPr/>
            <p:nvPr/>
          </p:nvSpPr>
          <p:spPr>
            <a:xfrm>
              <a:off x="732555" y="5548617"/>
              <a:ext cx="1278456" cy="782543"/>
            </a:xfrm>
            <a:prstGeom prst="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フリーフォーム 32">
              <a:extLst>
                <a:ext uri="{FF2B5EF4-FFF2-40B4-BE49-F238E27FC236}">
                  <a16:creationId xmlns:a16="http://schemas.microsoft.com/office/drawing/2014/main" id="{F26AAE23-C288-F1F1-01D9-ABEE1382B8FF}"/>
                </a:ext>
              </a:extLst>
            </p:cNvPr>
            <p:cNvSpPr/>
            <p:nvPr/>
          </p:nvSpPr>
          <p:spPr>
            <a:xfrm>
              <a:off x="732555" y="5938177"/>
              <a:ext cx="1279506" cy="391271"/>
            </a:xfrm>
            <a:custGeom>
              <a:avLst/>
              <a:gdLst>
                <a:gd name="connsiteX0" fmla="*/ 884610 w 1279506"/>
                <a:gd name="connsiteY0" fmla="*/ 0 h 391271"/>
                <a:gd name="connsiteX1" fmla="*/ 1279506 w 1279506"/>
                <a:gd name="connsiteY1" fmla="*/ 0 h 391271"/>
                <a:gd name="connsiteX2" fmla="*/ 884610 w 1279506"/>
                <a:gd name="connsiteY2" fmla="*/ 391271 h 391271"/>
                <a:gd name="connsiteX3" fmla="*/ 884610 w 1279506"/>
                <a:gd name="connsiteY3" fmla="*/ 193843 h 391271"/>
                <a:gd name="connsiteX4" fmla="*/ 0 w 1279506"/>
                <a:gd name="connsiteY4" fmla="*/ 193843 h 391271"/>
                <a:gd name="connsiteX5" fmla="*/ 0 w 1279506"/>
                <a:gd name="connsiteY5" fmla="*/ 1 h 391271"/>
                <a:gd name="connsiteX6" fmla="*/ 884610 w 1279506"/>
                <a:gd name="connsiteY6" fmla="*/ 1 h 391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9506" h="391271">
                  <a:moveTo>
                    <a:pt x="884610" y="0"/>
                  </a:moveTo>
                  <a:lnTo>
                    <a:pt x="1279506" y="0"/>
                  </a:lnTo>
                  <a:lnTo>
                    <a:pt x="884610" y="391271"/>
                  </a:lnTo>
                  <a:lnTo>
                    <a:pt x="884610" y="193843"/>
                  </a:lnTo>
                  <a:lnTo>
                    <a:pt x="0" y="193843"/>
                  </a:lnTo>
                  <a:lnTo>
                    <a:pt x="0" y="1"/>
                  </a:lnTo>
                  <a:lnTo>
                    <a:pt x="884610" y="1"/>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49" name="グループ化 48">
            <a:extLst>
              <a:ext uri="{FF2B5EF4-FFF2-40B4-BE49-F238E27FC236}">
                <a16:creationId xmlns:a16="http://schemas.microsoft.com/office/drawing/2014/main" id="{C0C6E1A9-E793-36F8-E07D-94D1BD7A4A6F}"/>
              </a:ext>
            </a:extLst>
          </p:cNvPr>
          <p:cNvGrpSpPr/>
          <p:nvPr/>
        </p:nvGrpSpPr>
        <p:grpSpPr>
          <a:xfrm>
            <a:off x="2608489" y="5615118"/>
            <a:ext cx="1278456" cy="782544"/>
            <a:chOff x="2608489" y="5548616"/>
            <a:chExt cx="1278456" cy="782544"/>
          </a:xfrm>
        </p:grpSpPr>
        <p:sp>
          <p:nvSpPr>
            <p:cNvPr id="123" name="右矢印 122">
              <a:extLst>
                <a:ext uri="{FF2B5EF4-FFF2-40B4-BE49-F238E27FC236}">
                  <a16:creationId xmlns:a16="http://schemas.microsoft.com/office/drawing/2014/main" id="{947EA9B7-7439-0AA0-03A5-DBC4F2EC9B4D}"/>
                </a:ext>
              </a:extLst>
            </p:cNvPr>
            <p:cNvSpPr/>
            <p:nvPr/>
          </p:nvSpPr>
          <p:spPr>
            <a:xfrm>
              <a:off x="2608489" y="5548617"/>
              <a:ext cx="1278456" cy="782543"/>
            </a:xfrm>
            <a:prstGeom prst="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4" name="右矢印 238">
              <a:extLst>
                <a:ext uri="{FF2B5EF4-FFF2-40B4-BE49-F238E27FC236}">
                  <a16:creationId xmlns:a16="http://schemas.microsoft.com/office/drawing/2014/main" id="{986A3E45-DC64-9790-D512-DE487851A24D}"/>
                </a:ext>
              </a:extLst>
            </p:cNvPr>
            <p:cNvSpPr/>
            <p:nvPr/>
          </p:nvSpPr>
          <p:spPr>
            <a:xfrm>
              <a:off x="3152378" y="5548616"/>
              <a:ext cx="734567" cy="782543"/>
            </a:xfrm>
            <a:custGeom>
              <a:avLst/>
              <a:gdLst>
                <a:gd name="connsiteX0" fmla="*/ 0 w 1278456"/>
                <a:gd name="connsiteY0" fmla="*/ 195636 h 782543"/>
                <a:gd name="connsiteX1" fmla="*/ 887185 w 1278456"/>
                <a:gd name="connsiteY1" fmla="*/ 195636 h 782543"/>
                <a:gd name="connsiteX2" fmla="*/ 887185 w 1278456"/>
                <a:gd name="connsiteY2" fmla="*/ 0 h 782543"/>
                <a:gd name="connsiteX3" fmla="*/ 1278456 w 1278456"/>
                <a:gd name="connsiteY3" fmla="*/ 391272 h 782543"/>
                <a:gd name="connsiteX4" fmla="*/ 887185 w 1278456"/>
                <a:gd name="connsiteY4" fmla="*/ 782543 h 782543"/>
                <a:gd name="connsiteX5" fmla="*/ 887185 w 1278456"/>
                <a:gd name="connsiteY5" fmla="*/ 586907 h 782543"/>
                <a:gd name="connsiteX6" fmla="*/ 0 w 1278456"/>
                <a:gd name="connsiteY6" fmla="*/ 586907 h 782543"/>
                <a:gd name="connsiteX7" fmla="*/ 0 w 1278456"/>
                <a:gd name="connsiteY7" fmla="*/ 195636 h 782543"/>
                <a:gd name="connsiteX0" fmla="*/ 0 w 1278456"/>
                <a:gd name="connsiteY0" fmla="*/ 195636 h 782543"/>
                <a:gd name="connsiteX1" fmla="*/ 633943 w 1278456"/>
                <a:gd name="connsiteY1" fmla="*/ 190830 h 782543"/>
                <a:gd name="connsiteX2" fmla="*/ 887185 w 1278456"/>
                <a:gd name="connsiteY2" fmla="*/ 195636 h 782543"/>
                <a:gd name="connsiteX3" fmla="*/ 887185 w 1278456"/>
                <a:gd name="connsiteY3" fmla="*/ 0 h 782543"/>
                <a:gd name="connsiteX4" fmla="*/ 1278456 w 1278456"/>
                <a:gd name="connsiteY4" fmla="*/ 391272 h 782543"/>
                <a:gd name="connsiteX5" fmla="*/ 887185 w 1278456"/>
                <a:gd name="connsiteY5" fmla="*/ 782543 h 782543"/>
                <a:gd name="connsiteX6" fmla="*/ 887185 w 1278456"/>
                <a:gd name="connsiteY6" fmla="*/ 586907 h 782543"/>
                <a:gd name="connsiteX7" fmla="*/ 0 w 1278456"/>
                <a:gd name="connsiteY7" fmla="*/ 586907 h 782543"/>
                <a:gd name="connsiteX8" fmla="*/ 0 w 1278456"/>
                <a:gd name="connsiteY8" fmla="*/ 195636 h 782543"/>
                <a:gd name="connsiteX0" fmla="*/ 0 w 1278456"/>
                <a:gd name="connsiteY0" fmla="*/ 195636 h 782543"/>
                <a:gd name="connsiteX1" fmla="*/ 633943 w 1278456"/>
                <a:gd name="connsiteY1" fmla="*/ 190830 h 782543"/>
                <a:gd name="connsiteX2" fmla="*/ 887185 w 1278456"/>
                <a:gd name="connsiteY2" fmla="*/ 195636 h 782543"/>
                <a:gd name="connsiteX3" fmla="*/ 887185 w 1278456"/>
                <a:gd name="connsiteY3" fmla="*/ 0 h 782543"/>
                <a:gd name="connsiteX4" fmla="*/ 1278456 w 1278456"/>
                <a:gd name="connsiteY4" fmla="*/ 391272 h 782543"/>
                <a:gd name="connsiteX5" fmla="*/ 887185 w 1278456"/>
                <a:gd name="connsiteY5" fmla="*/ 782543 h 782543"/>
                <a:gd name="connsiteX6" fmla="*/ 887185 w 1278456"/>
                <a:gd name="connsiteY6" fmla="*/ 586907 h 782543"/>
                <a:gd name="connsiteX7" fmla="*/ 543889 w 1278456"/>
                <a:gd name="connsiteY7" fmla="*/ 585684 h 782543"/>
                <a:gd name="connsiteX8" fmla="*/ 0 w 1278456"/>
                <a:gd name="connsiteY8" fmla="*/ 586907 h 782543"/>
                <a:gd name="connsiteX9" fmla="*/ 0 w 1278456"/>
                <a:gd name="connsiteY9" fmla="*/ 195636 h 782543"/>
                <a:gd name="connsiteX0" fmla="*/ 0 w 1278456"/>
                <a:gd name="connsiteY0" fmla="*/ 195636 h 782543"/>
                <a:gd name="connsiteX1" fmla="*/ 633943 w 1278456"/>
                <a:gd name="connsiteY1" fmla="*/ 190830 h 782543"/>
                <a:gd name="connsiteX2" fmla="*/ 887185 w 1278456"/>
                <a:gd name="connsiteY2" fmla="*/ 195636 h 782543"/>
                <a:gd name="connsiteX3" fmla="*/ 887185 w 1278456"/>
                <a:gd name="connsiteY3" fmla="*/ 0 h 782543"/>
                <a:gd name="connsiteX4" fmla="*/ 1278456 w 1278456"/>
                <a:gd name="connsiteY4" fmla="*/ 391272 h 782543"/>
                <a:gd name="connsiteX5" fmla="*/ 887185 w 1278456"/>
                <a:gd name="connsiteY5" fmla="*/ 782543 h 782543"/>
                <a:gd name="connsiteX6" fmla="*/ 887185 w 1278456"/>
                <a:gd name="connsiteY6" fmla="*/ 586907 h 782543"/>
                <a:gd name="connsiteX7" fmla="*/ 543889 w 1278456"/>
                <a:gd name="connsiteY7" fmla="*/ 585684 h 782543"/>
                <a:gd name="connsiteX8" fmla="*/ 0 w 1278456"/>
                <a:gd name="connsiteY8" fmla="*/ 586907 h 782543"/>
                <a:gd name="connsiteX9" fmla="*/ 91440 w 1278456"/>
                <a:gd name="connsiteY9" fmla="*/ 287076 h 782543"/>
                <a:gd name="connsiteX0" fmla="*/ 0 w 1278456"/>
                <a:gd name="connsiteY0" fmla="*/ 195636 h 782543"/>
                <a:gd name="connsiteX1" fmla="*/ 633943 w 1278456"/>
                <a:gd name="connsiteY1" fmla="*/ 190830 h 782543"/>
                <a:gd name="connsiteX2" fmla="*/ 887185 w 1278456"/>
                <a:gd name="connsiteY2" fmla="*/ 195636 h 782543"/>
                <a:gd name="connsiteX3" fmla="*/ 887185 w 1278456"/>
                <a:gd name="connsiteY3" fmla="*/ 0 h 782543"/>
                <a:gd name="connsiteX4" fmla="*/ 1278456 w 1278456"/>
                <a:gd name="connsiteY4" fmla="*/ 391272 h 782543"/>
                <a:gd name="connsiteX5" fmla="*/ 887185 w 1278456"/>
                <a:gd name="connsiteY5" fmla="*/ 782543 h 782543"/>
                <a:gd name="connsiteX6" fmla="*/ 887185 w 1278456"/>
                <a:gd name="connsiteY6" fmla="*/ 586907 h 782543"/>
                <a:gd name="connsiteX7" fmla="*/ 543889 w 1278456"/>
                <a:gd name="connsiteY7" fmla="*/ 585684 h 782543"/>
                <a:gd name="connsiteX8" fmla="*/ 0 w 1278456"/>
                <a:gd name="connsiteY8" fmla="*/ 586907 h 782543"/>
                <a:gd name="connsiteX0" fmla="*/ 0 w 1278456"/>
                <a:gd name="connsiteY0" fmla="*/ 195636 h 782543"/>
                <a:gd name="connsiteX1" fmla="*/ 633943 w 1278456"/>
                <a:gd name="connsiteY1" fmla="*/ 190830 h 782543"/>
                <a:gd name="connsiteX2" fmla="*/ 887185 w 1278456"/>
                <a:gd name="connsiteY2" fmla="*/ 195636 h 782543"/>
                <a:gd name="connsiteX3" fmla="*/ 887185 w 1278456"/>
                <a:gd name="connsiteY3" fmla="*/ 0 h 782543"/>
                <a:gd name="connsiteX4" fmla="*/ 1278456 w 1278456"/>
                <a:gd name="connsiteY4" fmla="*/ 391272 h 782543"/>
                <a:gd name="connsiteX5" fmla="*/ 887185 w 1278456"/>
                <a:gd name="connsiteY5" fmla="*/ 782543 h 782543"/>
                <a:gd name="connsiteX6" fmla="*/ 887185 w 1278456"/>
                <a:gd name="connsiteY6" fmla="*/ 586907 h 782543"/>
                <a:gd name="connsiteX7" fmla="*/ 543889 w 1278456"/>
                <a:gd name="connsiteY7" fmla="*/ 585684 h 782543"/>
                <a:gd name="connsiteX0" fmla="*/ 90054 w 734567"/>
                <a:gd name="connsiteY0" fmla="*/ 190830 h 782543"/>
                <a:gd name="connsiteX1" fmla="*/ 343296 w 734567"/>
                <a:gd name="connsiteY1" fmla="*/ 195636 h 782543"/>
                <a:gd name="connsiteX2" fmla="*/ 343296 w 734567"/>
                <a:gd name="connsiteY2" fmla="*/ 0 h 782543"/>
                <a:gd name="connsiteX3" fmla="*/ 734567 w 734567"/>
                <a:gd name="connsiteY3" fmla="*/ 391272 h 782543"/>
                <a:gd name="connsiteX4" fmla="*/ 343296 w 734567"/>
                <a:gd name="connsiteY4" fmla="*/ 782543 h 782543"/>
                <a:gd name="connsiteX5" fmla="*/ 343296 w 734567"/>
                <a:gd name="connsiteY5" fmla="*/ 586907 h 782543"/>
                <a:gd name="connsiteX6" fmla="*/ 0 w 734567"/>
                <a:gd name="connsiteY6" fmla="*/ 585684 h 782543"/>
                <a:gd name="connsiteX0" fmla="*/ 68789 w 734567"/>
                <a:gd name="connsiteY0" fmla="*/ 194375 h 782543"/>
                <a:gd name="connsiteX1" fmla="*/ 343296 w 734567"/>
                <a:gd name="connsiteY1" fmla="*/ 195636 h 782543"/>
                <a:gd name="connsiteX2" fmla="*/ 343296 w 734567"/>
                <a:gd name="connsiteY2" fmla="*/ 0 h 782543"/>
                <a:gd name="connsiteX3" fmla="*/ 734567 w 734567"/>
                <a:gd name="connsiteY3" fmla="*/ 391272 h 782543"/>
                <a:gd name="connsiteX4" fmla="*/ 343296 w 734567"/>
                <a:gd name="connsiteY4" fmla="*/ 782543 h 782543"/>
                <a:gd name="connsiteX5" fmla="*/ 343296 w 734567"/>
                <a:gd name="connsiteY5" fmla="*/ 586907 h 782543"/>
                <a:gd name="connsiteX6" fmla="*/ 0 w 734567"/>
                <a:gd name="connsiteY6" fmla="*/ 585684 h 782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4567" h="782543">
                  <a:moveTo>
                    <a:pt x="68789" y="194375"/>
                  </a:moveTo>
                  <a:lnTo>
                    <a:pt x="343296" y="195636"/>
                  </a:lnTo>
                  <a:lnTo>
                    <a:pt x="343296" y="0"/>
                  </a:lnTo>
                  <a:lnTo>
                    <a:pt x="734567" y="391272"/>
                  </a:lnTo>
                  <a:lnTo>
                    <a:pt x="343296" y="782543"/>
                  </a:lnTo>
                  <a:lnTo>
                    <a:pt x="343296" y="586907"/>
                  </a:lnTo>
                  <a:lnTo>
                    <a:pt x="0" y="585684"/>
                  </a:lnTo>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0" name="フリーフォーム 19">
            <a:extLst>
              <a:ext uri="{FF2B5EF4-FFF2-40B4-BE49-F238E27FC236}">
                <a16:creationId xmlns:a16="http://schemas.microsoft.com/office/drawing/2014/main" id="{B2A9439F-5A15-B150-22BC-014A03907E18}"/>
              </a:ext>
            </a:extLst>
          </p:cNvPr>
          <p:cNvSpPr/>
          <p:nvPr/>
        </p:nvSpPr>
        <p:spPr>
          <a:xfrm>
            <a:off x="4779298" y="1116549"/>
            <a:ext cx="1195479" cy="701040"/>
          </a:xfrm>
          <a:custGeom>
            <a:avLst/>
            <a:gdLst>
              <a:gd name="connsiteX0" fmla="*/ 802640 w 1195479"/>
              <a:gd name="connsiteY0" fmla="*/ 0 h 701040"/>
              <a:gd name="connsiteX1" fmla="*/ 999060 w 1195479"/>
              <a:gd name="connsiteY1" fmla="*/ 0 h 701040"/>
              <a:gd name="connsiteX2" fmla="*/ 1195479 w 1195479"/>
              <a:gd name="connsiteY2" fmla="*/ 350520 h 701040"/>
              <a:gd name="connsiteX3" fmla="*/ 999060 w 1195479"/>
              <a:gd name="connsiteY3" fmla="*/ 701040 h 701040"/>
              <a:gd name="connsiteX4" fmla="*/ 802640 w 1195479"/>
              <a:gd name="connsiteY4" fmla="*/ 701040 h 701040"/>
              <a:gd name="connsiteX5" fmla="*/ 999060 w 1195479"/>
              <a:gd name="connsiteY5" fmla="*/ 350520 h 701040"/>
              <a:gd name="connsiteX6" fmla="*/ 401320 w 1195479"/>
              <a:gd name="connsiteY6" fmla="*/ 0 h 701040"/>
              <a:gd name="connsiteX7" fmla="*/ 597740 w 1195479"/>
              <a:gd name="connsiteY7" fmla="*/ 0 h 701040"/>
              <a:gd name="connsiteX8" fmla="*/ 794159 w 1195479"/>
              <a:gd name="connsiteY8" fmla="*/ 350520 h 701040"/>
              <a:gd name="connsiteX9" fmla="*/ 597740 w 1195479"/>
              <a:gd name="connsiteY9" fmla="*/ 701040 h 701040"/>
              <a:gd name="connsiteX10" fmla="*/ 401320 w 1195479"/>
              <a:gd name="connsiteY10" fmla="*/ 701040 h 701040"/>
              <a:gd name="connsiteX11" fmla="*/ 597740 w 1195479"/>
              <a:gd name="connsiteY11" fmla="*/ 350520 h 701040"/>
              <a:gd name="connsiteX12" fmla="*/ 0 w 1195479"/>
              <a:gd name="connsiteY12" fmla="*/ 0 h 701040"/>
              <a:gd name="connsiteX13" fmla="*/ 196420 w 1195479"/>
              <a:gd name="connsiteY13" fmla="*/ 0 h 701040"/>
              <a:gd name="connsiteX14" fmla="*/ 392839 w 1195479"/>
              <a:gd name="connsiteY14" fmla="*/ 350520 h 701040"/>
              <a:gd name="connsiteX15" fmla="*/ 196420 w 1195479"/>
              <a:gd name="connsiteY15" fmla="*/ 701040 h 701040"/>
              <a:gd name="connsiteX16" fmla="*/ 0 w 1195479"/>
              <a:gd name="connsiteY16" fmla="*/ 701040 h 701040"/>
              <a:gd name="connsiteX17" fmla="*/ 196420 w 1195479"/>
              <a:gd name="connsiteY17" fmla="*/ 350520 h 70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95479" h="701040">
                <a:moveTo>
                  <a:pt x="802640" y="0"/>
                </a:moveTo>
                <a:lnTo>
                  <a:pt x="999060" y="0"/>
                </a:lnTo>
                <a:lnTo>
                  <a:pt x="1195479" y="350520"/>
                </a:lnTo>
                <a:lnTo>
                  <a:pt x="999060" y="701040"/>
                </a:lnTo>
                <a:lnTo>
                  <a:pt x="802640" y="701040"/>
                </a:lnTo>
                <a:lnTo>
                  <a:pt x="999060" y="350520"/>
                </a:lnTo>
                <a:close/>
                <a:moveTo>
                  <a:pt x="401320" y="0"/>
                </a:moveTo>
                <a:lnTo>
                  <a:pt x="597740" y="0"/>
                </a:lnTo>
                <a:lnTo>
                  <a:pt x="794159" y="350520"/>
                </a:lnTo>
                <a:lnTo>
                  <a:pt x="597740" y="701040"/>
                </a:lnTo>
                <a:lnTo>
                  <a:pt x="401320" y="701040"/>
                </a:lnTo>
                <a:lnTo>
                  <a:pt x="597740" y="350520"/>
                </a:lnTo>
                <a:close/>
                <a:moveTo>
                  <a:pt x="0" y="0"/>
                </a:moveTo>
                <a:lnTo>
                  <a:pt x="196420" y="0"/>
                </a:lnTo>
                <a:lnTo>
                  <a:pt x="392839" y="350520"/>
                </a:lnTo>
                <a:lnTo>
                  <a:pt x="196420" y="701040"/>
                </a:lnTo>
                <a:lnTo>
                  <a:pt x="0" y="701040"/>
                </a:lnTo>
                <a:lnTo>
                  <a:pt x="196420" y="350520"/>
                </a:lnTo>
                <a:close/>
              </a:path>
            </a:pathLst>
          </a:custGeom>
          <a:gradFill>
            <a:gsLst>
              <a:gs pos="0">
                <a:srgbClr val="00B4DB"/>
              </a:gs>
              <a:gs pos="100000">
                <a:srgbClr val="0083B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solidFill>
                <a:schemeClr val="tx1"/>
              </a:solidFill>
            </a:endParaRPr>
          </a:p>
        </p:txBody>
      </p:sp>
      <p:sp>
        <p:nvSpPr>
          <p:cNvPr id="21" name="フリーフォーム 20">
            <a:extLst>
              <a:ext uri="{FF2B5EF4-FFF2-40B4-BE49-F238E27FC236}">
                <a16:creationId xmlns:a16="http://schemas.microsoft.com/office/drawing/2014/main" id="{07F2DBED-2391-153B-8F8E-2A4D47EC0872}"/>
              </a:ext>
            </a:extLst>
          </p:cNvPr>
          <p:cNvSpPr/>
          <p:nvPr/>
        </p:nvSpPr>
        <p:spPr>
          <a:xfrm rot="5400000">
            <a:off x="5098753" y="1821051"/>
            <a:ext cx="521956" cy="1223033"/>
          </a:xfrm>
          <a:custGeom>
            <a:avLst/>
            <a:gdLst>
              <a:gd name="connsiteX0" fmla="*/ 2 w 521956"/>
              <a:gd name="connsiteY0" fmla="*/ 319921 h 1223033"/>
              <a:gd name="connsiteX1" fmla="*/ 260979 w 521956"/>
              <a:gd name="connsiteY1" fmla="*/ 0 h 1223033"/>
              <a:gd name="connsiteX2" fmla="*/ 521956 w 521956"/>
              <a:gd name="connsiteY2" fmla="*/ 319921 h 1223033"/>
              <a:gd name="connsiteX3" fmla="*/ 1 w 521956"/>
              <a:gd name="connsiteY3" fmla="*/ 771477 h 1223033"/>
              <a:gd name="connsiteX4" fmla="*/ 260978 w 521956"/>
              <a:gd name="connsiteY4" fmla="*/ 451556 h 1223033"/>
              <a:gd name="connsiteX5" fmla="*/ 521955 w 521956"/>
              <a:gd name="connsiteY5" fmla="*/ 771477 h 1223033"/>
              <a:gd name="connsiteX6" fmla="*/ 0 w 521956"/>
              <a:gd name="connsiteY6" fmla="*/ 1223033 h 1223033"/>
              <a:gd name="connsiteX7" fmla="*/ 260977 w 521956"/>
              <a:gd name="connsiteY7" fmla="*/ 903112 h 1223033"/>
              <a:gd name="connsiteX8" fmla="*/ 521954 w 521956"/>
              <a:gd name="connsiteY8" fmla="*/ 1223033 h 1223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1956" h="1223033">
                <a:moveTo>
                  <a:pt x="2" y="319921"/>
                </a:moveTo>
                <a:lnTo>
                  <a:pt x="260979" y="0"/>
                </a:lnTo>
                <a:lnTo>
                  <a:pt x="521956" y="319921"/>
                </a:lnTo>
                <a:close/>
                <a:moveTo>
                  <a:pt x="1" y="771477"/>
                </a:moveTo>
                <a:lnTo>
                  <a:pt x="260978" y="451556"/>
                </a:lnTo>
                <a:lnTo>
                  <a:pt x="521955" y="771477"/>
                </a:lnTo>
                <a:close/>
                <a:moveTo>
                  <a:pt x="0" y="1223033"/>
                </a:moveTo>
                <a:lnTo>
                  <a:pt x="260977" y="903112"/>
                </a:lnTo>
                <a:lnTo>
                  <a:pt x="521954" y="1223033"/>
                </a:lnTo>
                <a:close/>
              </a:path>
            </a:pathLst>
          </a:custGeom>
          <a:gradFill>
            <a:gsLst>
              <a:gs pos="0">
                <a:srgbClr val="00B4DB"/>
              </a:gs>
              <a:gs pos="100000">
                <a:srgbClr val="0083B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22" name="フリーフォーム 21">
            <a:extLst>
              <a:ext uri="{FF2B5EF4-FFF2-40B4-BE49-F238E27FC236}">
                <a16:creationId xmlns:a16="http://schemas.microsoft.com/office/drawing/2014/main" id="{9317F552-AB17-49EE-376A-1562D176F666}"/>
              </a:ext>
            </a:extLst>
          </p:cNvPr>
          <p:cNvSpPr/>
          <p:nvPr/>
        </p:nvSpPr>
        <p:spPr>
          <a:xfrm rot="13500000">
            <a:off x="4671876" y="2992001"/>
            <a:ext cx="1000618" cy="1000621"/>
          </a:xfrm>
          <a:custGeom>
            <a:avLst/>
            <a:gdLst>
              <a:gd name="connsiteX0" fmla="*/ 1000618 w 1000618"/>
              <a:gd name="connsiteY0" fmla="*/ 472952 h 1000621"/>
              <a:gd name="connsiteX1" fmla="*/ 527666 w 1000618"/>
              <a:gd name="connsiteY1" fmla="*/ 472952 h 1000621"/>
              <a:gd name="connsiteX2" fmla="*/ 527666 w 1000618"/>
              <a:gd name="connsiteY2" fmla="*/ 0 h 1000621"/>
              <a:gd name="connsiteX3" fmla="*/ 554426 w 1000618"/>
              <a:gd name="connsiteY3" fmla="*/ 0 h 1000621"/>
              <a:gd name="connsiteX4" fmla="*/ 554427 w 1000618"/>
              <a:gd name="connsiteY4" fmla="*/ 446192 h 1000621"/>
              <a:gd name="connsiteX5" fmla="*/ 1000618 w 1000618"/>
              <a:gd name="connsiteY5" fmla="*/ 446192 h 1000621"/>
              <a:gd name="connsiteX6" fmla="*/ 736785 w 1000618"/>
              <a:gd name="connsiteY6" fmla="*/ 736787 h 1000621"/>
              <a:gd name="connsiteX7" fmla="*/ 263833 w 1000618"/>
              <a:gd name="connsiteY7" fmla="*/ 736787 h 1000621"/>
              <a:gd name="connsiteX8" fmla="*/ 263833 w 1000618"/>
              <a:gd name="connsiteY8" fmla="*/ 263835 h 1000621"/>
              <a:gd name="connsiteX9" fmla="*/ 290593 w 1000618"/>
              <a:gd name="connsiteY9" fmla="*/ 263835 h 1000621"/>
              <a:gd name="connsiteX10" fmla="*/ 290593 w 1000618"/>
              <a:gd name="connsiteY10" fmla="*/ 710027 h 1000621"/>
              <a:gd name="connsiteX11" fmla="*/ 736785 w 1000618"/>
              <a:gd name="connsiteY11" fmla="*/ 710027 h 1000621"/>
              <a:gd name="connsiteX12" fmla="*/ 472952 w 1000618"/>
              <a:gd name="connsiteY12" fmla="*/ 1000621 h 1000621"/>
              <a:gd name="connsiteX13" fmla="*/ 0 w 1000618"/>
              <a:gd name="connsiteY13" fmla="*/ 1000621 h 1000621"/>
              <a:gd name="connsiteX14" fmla="*/ 0 w 1000618"/>
              <a:gd name="connsiteY14" fmla="*/ 527669 h 1000621"/>
              <a:gd name="connsiteX15" fmla="*/ 26760 w 1000618"/>
              <a:gd name="connsiteY15" fmla="*/ 527669 h 1000621"/>
              <a:gd name="connsiteX16" fmla="*/ 26760 w 1000618"/>
              <a:gd name="connsiteY16" fmla="*/ 973861 h 1000621"/>
              <a:gd name="connsiteX17" fmla="*/ 472952 w 1000618"/>
              <a:gd name="connsiteY17" fmla="*/ 973861 h 1000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00618" h="1000621">
                <a:moveTo>
                  <a:pt x="1000618" y="472952"/>
                </a:moveTo>
                <a:lnTo>
                  <a:pt x="527666" y="472952"/>
                </a:lnTo>
                <a:lnTo>
                  <a:pt x="527666" y="0"/>
                </a:lnTo>
                <a:lnTo>
                  <a:pt x="554426" y="0"/>
                </a:lnTo>
                <a:lnTo>
                  <a:pt x="554427" y="446192"/>
                </a:lnTo>
                <a:lnTo>
                  <a:pt x="1000618" y="446192"/>
                </a:lnTo>
                <a:close/>
                <a:moveTo>
                  <a:pt x="736785" y="736787"/>
                </a:moveTo>
                <a:lnTo>
                  <a:pt x="263833" y="736787"/>
                </a:lnTo>
                <a:lnTo>
                  <a:pt x="263833" y="263835"/>
                </a:lnTo>
                <a:lnTo>
                  <a:pt x="290593" y="263835"/>
                </a:lnTo>
                <a:lnTo>
                  <a:pt x="290593" y="710027"/>
                </a:lnTo>
                <a:lnTo>
                  <a:pt x="736785" y="710027"/>
                </a:lnTo>
                <a:close/>
                <a:moveTo>
                  <a:pt x="472952" y="1000621"/>
                </a:moveTo>
                <a:lnTo>
                  <a:pt x="0" y="1000621"/>
                </a:lnTo>
                <a:lnTo>
                  <a:pt x="0" y="527669"/>
                </a:lnTo>
                <a:lnTo>
                  <a:pt x="26760" y="527669"/>
                </a:lnTo>
                <a:lnTo>
                  <a:pt x="26760" y="973861"/>
                </a:lnTo>
                <a:lnTo>
                  <a:pt x="472952" y="973861"/>
                </a:lnTo>
                <a:close/>
              </a:path>
            </a:pathLst>
          </a:custGeom>
          <a:gradFill>
            <a:gsLst>
              <a:gs pos="0">
                <a:srgbClr val="00B4DB"/>
              </a:gs>
              <a:gs pos="100000">
                <a:srgbClr val="0083B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nvGrpSpPr>
          <p:cNvPr id="48" name="グループ化 47">
            <a:extLst>
              <a:ext uri="{FF2B5EF4-FFF2-40B4-BE49-F238E27FC236}">
                <a16:creationId xmlns:a16="http://schemas.microsoft.com/office/drawing/2014/main" id="{44FAD89D-8571-22BC-0CDE-6B388139BBAF}"/>
              </a:ext>
            </a:extLst>
          </p:cNvPr>
          <p:cNvGrpSpPr/>
          <p:nvPr/>
        </p:nvGrpSpPr>
        <p:grpSpPr>
          <a:xfrm>
            <a:off x="4751187" y="5615118"/>
            <a:ext cx="1278456" cy="782544"/>
            <a:chOff x="4751187" y="5548616"/>
            <a:chExt cx="1278456" cy="782544"/>
          </a:xfrm>
        </p:grpSpPr>
        <p:sp>
          <p:nvSpPr>
            <p:cNvPr id="18" name="右矢印 17">
              <a:extLst>
                <a:ext uri="{FF2B5EF4-FFF2-40B4-BE49-F238E27FC236}">
                  <a16:creationId xmlns:a16="http://schemas.microsoft.com/office/drawing/2014/main" id="{4468B7D1-856A-D32E-FCBA-8FB5FD941942}"/>
                </a:ext>
              </a:extLst>
            </p:cNvPr>
            <p:cNvSpPr/>
            <p:nvPr/>
          </p:nvSpPr>
          <p:spPr>
            <a:xfrm>
              <a:off x="4751187" y="5548617"/>
              <a:ext cx="1278456" cy="782543"/>
            </a:xfrm>
            <a:prstGeom prst="rightArrow">
              <a:avLst/>
            </a:prstGeom>
            <a:solidFill>
              <a:srgbClr val="00B4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右矢印 238">
              <a:extLst>
                <a:ext uri="{FF2B5EF4-FFF2-40B4-BE49-F238E27FC236}">
                  <a16:creationId xmlns:a16="http://schemas.microsoft.com/office/drawing/2014/main" id="{88A4037D-5297-FFDB-97EF-33E386F8765F}"/>
                </a:ext>
              </a:extLst>
            </p:cNvPr>
            <p:cNvSpPr/>
            <p:nvPr/>
          </p:nvSpPr>
          <p:spPr>
            <a:xfrm>
              <a:off x="5295076" y="5548616"/>
              <a:ext cx="734567" cy="782543"/>
            </a:xfrm>
            <a:custGeom>
              <a:avLst/>
              <a:gdLst>
                <a:gd name="connsiteX0" fmla="*/ 0 w 1278456"/>
                <a:gd name="connsiteY0" fmla="*/ 195636 h 782543"/>
                <a:gd name="connsiteX1" fmla="*/ 887185 w 1278456"/>
                <a:gd name="connsiteY1" fmla="*/ 195636 h 782543"/>
                <a:gd name="connsiteX2" fmla="*/ 887185 w 1278456"/>
                <a:gd name="connsiteY2" fmla="*/ 0 h 782543"/>
                <a:gd name="connsiteX3" fmla="*/ 1278456 w 1278456"/>
                <a:gd name="connsiteY3" fmla="*/ 391272 h 782543"/>
                <a:gd name="connsiteX4" fmla="*/ 887185 w 1278456"/>
                <a:gd name="connsiteY4" fmla="*/ 782543 h 782543"/>
                <a:gd name="connsiteX5" fmla="*/ 887185 w 1278456"/>
                <a:gd name="connsiteY5" fmla="*/ 586907 h 782543"/>
                <a:gd name="connsiteX6" fmla="*/ 0 w 1278456"/>
                <a:gd name="connsiteY6" fmla="*/ 586907 h 782543"/>
                <a:gd name="connsiteX7" fmla="*/ 0 w 1278456"/>
                <a:gd name="connsiteY7" fmla="*/ 195636 h 782543"/>
                <a:gd name="connsiteX0" fmla="*/ 0 w 1278456"/>
                <a:gd name="connsiteY0" fmla="*/ 195636 h 782543"/>
                <a:gd name="connsiteX1" fmla="*/ 633943 w 1278456"/>
                <a:gd name="connsiteY1" fmla="*/ 190830 h 782543"/>
                <a:gd name="connsiteX2" fmla="*/ 887185 w 1278456"/>
                <a:gd name="connsiteY2" fmla="*/ 195636 h 782543"/>
                <a:gd name="connsiteX3" fmla="*/ 887185 w 1278456"/>
                <a:gd name="connsiteY3" fmla="*/ 0 h 782543"/>
                <a:gd name="connsiteX4" fmla="*/ 1278456 w 1278456"/>
                <a:gd name="connsiteY4" fmla="*/ 391272 h 782543"/>
                <a:gd name="connsiteX5" fmla="*/ 887185 w 1278456"/>
                <a:gd name="connsiteY5" fmla="*/ 782543 h 782543"/>
                <a:gd name="connsiteX6" fmla="*/ 887185 w 1278456"/>
                <a:gd name="connsiteY6" fmla="*/ 586907 h 782543"/>
                <a:gd name="connsiteX7" fmla="*/ 0 w 1278456"/>
                <a:gd name="connsiteY7" fmla="*/ 586907 h 782543"/>
                <a:gd name="connsiteX8" fmla="*/ 0 w 1278456"/>
                <a:gd name="connsiteY8" fmla="*/ 195636 h 782543"/>
                <a:gd name="connsiteX0" fmla="*/ 0 w 1278456"/>
                <a:gd name="connsiteY0" fmla="*/ 195636 h 782543"/>
                <a:gd name="connsiteX1" fmla="*/ 633943 w 1278456"/>
                <a:gd name="connsiteY1" fmla="*/ 190830 h 782543"/>
                <a:gd name="connsiteX2" fmla="*/ 887185 w 1278456"/>
                <a:gd name="connsiteY2" fmla="*/ 195636 h 782543"/>
                <a:gd name="connsiteX3" fmla="*/ 887185 w 1278456"/>
                <a:gd name="connsiteY3" fmla="*/ 0 h 782543"/>
                <a:gd name="connsiteX4" fmla="*/ 1278456 w 1278456"/>
                <a:gd name="connsiteY4" fmla="*/ 391272 h 782543"/>
                <a:gd name="connsiteX5" fmla="*/ 887185 w 1278456"/>
                <a:gd name="connsiteY5" fmla="*/ 782543 h 782543"/>
                <a:gd name="connsiteX6" fmla="*/ 887185 w 1278456"/>
                <a:gd name="connsiteY6" fmla="*/ 586907 h 782543"/>
                <a:gd name="connsiteX7" fmla="*/ 543889 w 1278456"/>
                <a:gd name="connsiteY7" fmla="*/ 585684 h 782543"/>
                <a:gd name="connsiteX8" fmla="*/ 0 w 1278456"/>
                <a:gd name="connsiteY8" fmla="*/ 586907 h 782543"/>
                <a:gd name="connsiteX9" fmla="*/ 0 w 1278456"/>
                <a:gd name="connsiteY9" fmla="*/ 195636 h 782543"/>
                <a:gd name="connsiteX0" fmla="*/ 0 w 1278456"/>
                <a:gd name="connsiteY0" fmla="*/ 195636 h 782543"/>
                <a:gd name="connsiteX1" fmla="*/ 633943 w 1278456"/>
                <a:gd name="connsiteY1" fmla="*/ 190830 h 782543"/>
                <a:gd name="connsiteX2" fmla="*/ 887185 w 1278456"/>
                <a:gd name="connsiteY2" fmla="*/ 195636 h 782543"/>
                <a:gd name="connsiteX3" fmla="*/ 887185 w 1278456"/>
                <a:gd name="connsiteY3" fmla="*/ 0 h 782543"/>
                <a:gd name="connsiteX4" fmla="*/ 1278456 w 1278456"/>
                <a:gd name="connsiteY4" fmla="*/ 391272 h 782543"/>
                <a:gd name="connsiteX5" fmla="*/ 887185 w 1278456"/>
                <a:gd name="connsiteY5" fmla="*/ 782543 h 782543"/>
                <a:gd name="connsiteX6" fmla="*/ 887185 w 1278456"/>
                <a:gd name="connsiteY6" fmla="*/ 586907 h 782543"/>
                <a:gd name="connsiteX7" fmla="*/ 543889 w 1278456"/>
                <a:gd name="connsiteY7" fmla="*/ 585684 h 782543"/>
                <a:gd name="connsiteX8" fmla="*/ 0 w 1278456"/>
                <a:gd name="connsiteY8" fmla="*/ 586907 h 782543"/>
                <a:gd name="connsiteX9" fmla="*/ 91440 w 1278456"/>
                <a:gd name="connsiteY9" fmla="*/ 287076 h 782543"/>
                <a:gd name="connsiteX0" fmla="*/ 0 w 1278456"/>
                <a:gd name="connsiteY0" fmla="*/ 195636 h 782543"/>
                <a:gd name="connsiteX1" fmla="*/ 633943 w 1278456"/>
                <a:gd name="connsiteY1" fmla="*/ 190830 h 782543"/>
                <a:gd name="connsiteX2" fmla="*/ 887185 w 1278456"/>
                <a:gd name="connsiteY2" fmla="*/ 195636 h 782543"/>
                <a:gd name="connsiteX3" fmla="*/ 887185 w 1278456"/>
                <a:gd name="connsiteY3" fmla="*/ 0 h 782543"/>
                <a:gd name="connsiteX4" fmla="*/ 1278456 w 1278456"/>
                <a:gd name="connsiteY4" fmla="*/ 391272 h 782543"/>
                <a:gd name="connsiteX5" fmla="*/ 887185 w 1278456"/>
                <a:gd name="connsiteY5" fmla="*/ 782543 h 782543"/>
                <a:gd name="connsiteX6" fmla="*/ 887185 w 1278456"/>
                <a:gd name="connsiteY6" fmla="*/ 586907 h 782543"/>
                <a:gd name="connsiteX7" fmla="*/ 543889 w 1278456"/>
                <a:gd name="connsiteY7" fmla="*/ 585684 h 782543"/>
                <a:gd name="connsiteX8" fmla="*/ 0 w 1278456"/>
                <a:gd name="connsiteY8" fmla="*/ 586907 h 782543"/>
                <a:gd name="connsiteX0" fmla="*/ 0 w 1278456"/>
                <a:gd name="connsiteY0" fmla="*/ 195636 h 782543"/>
                <a:gd name="connsiteX1" fmla="*/ 633943 w 1278456"/>
                <a:gd name="connsiteY1" fmla="*/ 190830 h 782543"/>
                <a:gd name="connsiteX2" fmla="*/ 887185 w 1278456"/>
                <a:gd name="connsiteY2" fmla="*/ 195636 h 782543"/>
                <a:gd name="connsiteX3" fmla="*/ 887185 w 1278456"/>
                <a:gd name="connsiteY3" fmla="*/ 0 h 782543"/>
                <a:gd name="connsiteX4" fmla="*/ 1278456 w 1278456"/>
                <a:gd name="connsiteY4" fmla="*/ 391272 h 782543"/>
                <a:gd name="connsiteX5" fmla="*/ 887185 w 1278456"/>
                <a:gd name="connsiteY5" fmla="*/ 782543 h 782543"/>
                <a:gd name="connsiteX6" fmla="*/ 887185 w 1278456"/>
                <a:gd name="connsiteY6" fmla="*/ 586907 h 782543"/>
                <a:gd name="connsiteX7" fmla="*/ 543889 w 1278456"/>
                <a:gd name="connsiteY7" fmla="*/ 585684 h 782543"/>
                <a:gd name="connsiteX0" fmla="*/ 90054 w 734567"/>
                <a:gd name="connsiteY0" fmla="*/ 190830 h 782543"/>
                <a:gd name="connsiteX1" fmla="*/ 343296 w 734567"/>
                <a:gd name="connsiteY1" fmla="*/ 195636 h 782543"/>
                <a:gd name="connsiteX2" fmla="*/ 343296 w 734567"/>
                <a:gd name="connsiteY2" fmla="*/ 0 h 782543"/>
                <a:gd name="connsiteX3" fmla="*/ 734567 w 734567"/>
                <a:gd name="connsiteY3" fmla="*/ 391272 h 782543"/>
                <a:gd name="connsiteX4" fmla="*/ 343296 w 734567"/>
                <a:gd name="connsiteY4" fmla="*/ 782543 h 782543"/>
                <a:gd name="connsiteX5" fmla="*/ 343296 w 734567"/>
                <a:gd name="connsiteY5" fmla="*/ 586907 h 782543"/>
                <a:gd name="connsiteX6" fmla="*/ 0 w 734567"/>
                <a:gd name="connsiteY6" fmla="*/ 585684 h 782543"/>
                <a:gd name="connsiteX0" fmla="*/ 68789 w 734567"/>
                <a:gd name="connsiteY0" fmla="*/ 194375 h 782543"/>
                <a:gd name="connsiteX1" fmla="*/ 343296 w 734567"/>
                <a:gd name="connsiteY1" fmla="*/ 195636 h 782543"/>
                <a:gd name="connsiteX2" fmla="*/ 343296 w 734567"/>
                <a:gd name="connsiteY2" fmla="*/ 0 h 782543"/>
                <a:gd name="connsiteX3" fmla="*/ 734567 w 734567"/>
                <a:gd name="connsiteY3" fmla="*/ 391272 h 782543"/>
                <a:gd name="connsiteX4" fmla="*/ 343296 w 734567"/>
                <a:gd name="connsiteY4" fmla="*/ 782543 h 782543"/>
                <a:gd name="connsiteX5" fmla="*/ 343296 w 734567"/>
                <a:gd name="connsiteY5" fmla="*/ 586907 h 782543"/>
                <a:gd name="connsiteX6" fmla="*/ 0 w 734567"/>
                <a:gd name="connsiteY6" fmla="*/ 585684 h 782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4567" h="782543">
                  <a:moveTo>
                    <a:pt x="68789" y="194375"/>
                  </a:moveTo>
                  <a:lnTo>
                    <a:pt x="343296" y="195636"/>
                  </a:lnTo>
                  <a:lnTo>
                    <a:pt x="343296" y="0"/>
                  </a:lnTo>
                  <a:lnTo>
                    <a:pt x="734567" y="391272"/>
                  </a:lnTo>
                  <a:lnTo>
                    <a:pt x="343296" y="782543"/>
                  </a:lnTo>
                  <a:lnTo>
                    <a:pt x="343296" y="586907"/>
                  </a:lnTo>
                  <a:lnTo>
                    <a:pt x="0" y="585684"/>
                  </a:lnTo>
                </a:path>
              </a:pathLst>
            </a:custGeom>
            <a:solidFill>
              <a:srgbClr val="0083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5" name="グループ化 44">
            <a:extLst>
              <a:ext uri="{FF2B5EF4-FFF2-40B4-BE49-F238E27FC236}">
                <a16:creationId xmlns:a16="http://schemas.microsoft.com/office/drawing/2014/main" id="{589DD9C8-381A-3587-3BF7-1ADB80495867}"/>
              </a:ext>
            </a:extLst>
          </p:cNvPr>
          <p:cNvGrpSpPr/>
          <p:nvPr/>
        </p:nvGrpSpPr>
        <p:grpSpPr>
          <a:xfrm>
            <a:off x="4739163" y="4369351"/>
            <a:ext cx="1279506" cy="782543"/>
            <a:chOff x="4739163" y="4236349"/>
            <a:chExt cx="1279506" cy="782543"/>
          </a:xfrm>
        </p:grpSpPr>
        <p:sp>
          <p:nvSpPr>
            <p:cNvPr id="28" name="右矢印 27">
              <a:extLst>
                <a:ext uri="{FF2B5EF4-FFF2-40B4-BE49-F238E27FC236}">
                  <a16:creationId xmlns:a16="http://schemas.microsoft.com/office/drawing/2014/main" id="{B677BBEB-78F1-9885-B020-4051DDFE153F}"/>
                </a:ext>
              </a:extLst>
            </p:cNvPr>
            <p:cNvSpPr/>
            <p:nvPr/>
          </p:nvSpPr>
          <p:spPr>
            <a:xfrm>
              <a:off x="4739163" y="4236349"/>
              <a:ext cx="1278456" cy="782543"/>
            </a:xfrm>
            <a:prstGeom prst="rightArrow">
              <a:avLst/>
            </a:prstGeom>
            <a:solidFill>
              <a:srgbClr val="00B4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フリーフォーム 33">
              <a:extLst>
                <a:ext uri="{FF2B5EF4-FFF2-40B4-BE49-F238E27FC236}">
                  <a16:creationId xmlns:a16="http://schemas.microsoft.com/office/drawing/2014/main" id="{809D0085-A5C8-2E14-4662-5D1FE09E1859}"/>
                </a:ext>
              </a:extLst>
            </p:cNvPr>
            <p:cNvSpPr/>
            <p:nvPr/>
          </p:nvSpPr>
          <p:spPr>
            <a:xfrm flipV="1">
              <a:off x="4739163" y="4625909"/>
              <a:ext cx="1279506" cy="391271"/>
            </a:xfrm>
            <a:custGeom>
              <a:avLst/>
              <a:gdLst>
                <a:gd name="connsiteX0" fmla="*/ 884610 w 1279506"/>
                <a:gd name="connsiteY0" fmla="*/ 391271 h 391271"/>
                <a:gd name="connsiteX1" fmla="*/ 1279506 w 1279506"/>
                <a:gd name="connsiteY1" fmla="*/ 391271 h 391271"/>
                <a:gd name="connsiteX2" fmla="*/ 884610 w 1279506"/>
                <a:gd name="connsiteY2" fmla="*/ 0 h 391271"/>
                <a:gd name="connsiteX3" fmla="*/ 884610 w 1279506"/>
                <a:gd name="connsiteY3" fmla="*/ 197428 h 391271"/>
                <a:gd name="connsiteX4" fmla="*/ 0 w 1279506"/>
                <a:gd name="connsiteY4" fmla="*/ 197428 h 391271"/>
                <a:gd name="connsiteX5" fmla="*/ 0 w 1279506"/>
                <a:gd name="connsiteY5" fmla="*/ 391270 h 391271"/>
                <a:gd name="connsiteX6" fmla="*/ 884610 w 1279506"/>
                <a:gd name="connsiteY6" fmla="*/ 391270 h 391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9506" h="391271">
                  <a:moveTo>
                    <a:pt x="884610" y="391271"/>
                  </a:moveTo>
                  <a:lnTo>
                    <a:pt x="1279506" y="391271"/>
                  </a:lnTo>
                  <a:lnTo>
                    <a:pt x="884610" y="0"/>
                  </a:lnTo>
                  <a:lnTo>
                    <a:pt x="884610" y="197428"/>
                  </a:lnTo>
                  <a:lnTo>
                    <a:pt x="0" y="197428"/>
                  </a:lnTo>
                  <a:lnTo>
                    <a:pt x="0" y="391270"/>
                  </a:lnTo>
                  <a:lnTo>
                    <a:pt x="884610" y="391270"/>
                  </a:lnTo>
                  <a:close/>
                </a:path>
              </a:pathLst>
            </a:custGeom>
            <a:solidFill>
              <a:srgbClr val="0083B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grpSp>
        <p:nvGrpSpPr>
          <p:cNvPr id="39" name="グループ化 38">
            <a:extLst>
              <a:ext uri="{FF2B5EF4-FFF2-40B4-BE49-F238E27FC236}">
                <a16:creationId xmlns:a16="http://schemas.microsoft.com/office/drawing/2014/main" id="{7FC91864-B508-6CDE-E4D9-B11C6B2C98D4}"/>
              </a:ext>
            </a:extLst>
          </p:cNvPr>
          <p:cNvGrpSpPr/>
          <p:nvPr/>
        </p:nvGrpSpPr>
        <p:grpSpPr>
          <a:xfrm>
            <a:off x="6853756" y="1228149"/>
            <a:ext cx="1466371" cy="472952"/>
            <a:chOff x="6853756" y="746014"/>
            <a:chExt cx="1466371" cy="472952"/>
          </a:xfrm>
        </p:grpSpPr>
        <p:sp>
          <p:nvSpPr>
            <p:cNvPr id="3" name="L 字 2">
              <a:extLst>
                <a:ext uri="{FF2B5EF4-FFF2-40B4-BE49-F238E27FC236}">
                  <a16:creationId xmlns:a16="http://schemas.microsoft.com/office/drawing/2014/main" id="{7A2F246F-1146-E548-7681-FEF56FC5DD42}"/>
                </a:ext>
              </a:extLst>
            </p:cNvPr>
            <p:cNvSpPr/>
            <p:nvPr/>
          </p:nvSpPr>
          <p:spPr>
            <a:xfrm rot="13500000">
              <a:off x="7847175" y="746014"/>
              <a:ext cx="472952" cy="472952"/>
            </a:xfrm>
            <a:prstGeom prst="corner">
              <a:avLst>
                <a:gd name="adj1" fmla="val 0"/>
                <a:gd name="adj2" fmla="val 0"/>
              </a:avLst>
            </a:prstGeom>
            <a:solidFill>
              <a:schemeClr val="tx1">
                <a:lumMod val="75000"/>
                <a:lumOff val="25000"/>
              </a:schemeClr>
            </a:solidFill>
            <a:ln w="76200">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92614324-7CFC-15BC-BA57-8D29127C39D4}"/>
                </a:ext>
              </a:extLst>
            </p:cNvPr>
            <p:cNvCxnSpPr/>
            <p:nvPr/>
          </p:nvCxnSpPr>
          <p:spPr>
            <a:xfrm>
              <a:off x="6853756" y="979960"/>
              <a:ext cx="1334141" cy="0"/>
            </a:xfrm>
            <a:prstGeom prst="line">
              <a:avLst/>
            </a:prstGeom>
            <a:ln w="79375" cap="rnd">
              <a:solidFill>
                <a:schemeClr val="tx1">
                  <a:lumMod val="75000"/>
                  <a:lumOff val="25000"/>
                </a:schemeClr>
              </a:solidFill>
              <a:bevel/>
            </a:ln>
          </p:spPr>
          <p:style>
            <a:lnRef idx="1">
              <a:schemeClr val="accent1"/>
            </a:lnRef>
            <a:fillRef idx="0">
              <a:schemeClr val="accent1"/>
            </a:fillRef>
            <a:effectRef idx="0">
              <a:schemeClr val="accent1"/>
            </a:effectRef>
            <a:fontRef idx="minor">
              <a:schemeClr val="tx1"/>
            </a:fontRef>
          </p:style>
        </p:cxnSp>
      </p:grpSp>
      <p:grpSp>
        <p:nvGrpSpPr>
          <p:cNvPr id="40" name="グループ化 39">
            <a:extLst>
              <a:ext uri="{FF2B5EF4-FFF2-40B4-BE49-F238E27FC236}">
                <a16:creationId xmlns:a16="http://schemas.microsoft.com/office/drawing/2014/main" id="{547CA46D-7745-7AB6-AD3E-8605531D3768}"/>
              </a:ext>
            </a:extLst>
          </p:cNvPr>
          <p:cNvGrpSpPr/>
          <p:nvPr/>
        </p:nvGrpSpPr>
        <p:grpSpPr>
          <a:xfrm>
            <a:off x="9675676" y="1228149"/>
            <a:ext cx="1466371" cy="472952"/>
            <a:chOff x="9675676" y="746014"/>
            <a:chExt cx="1466371" cy="472952"/>
          </a:xfrm>
        </p:grpSpPr>
        <p:sp>
          <p:nvSpPr>
            <p:cNvPr id="6" name="L 字 5">
              <a:extLst>
                <a:ext uri="{FF2B5EF4-FFF2-40B4-BE49-F238E27FC236}">
                  <a16:creationId xmlns:a16="http://schemas.microsoft.com/office/drawing/2014/main" id="{6AD64EE7-9F00-510B-B139-20224CC64E9E}"/>
                </a:ext>
              </a:extLst>
            </p:cNvPr>
            <p:cNvSpPr/>
            <p:nvPr/>
          </p:nvSpPr>
          <p:spPr>
            <a:xfrm rot="13500000">
              <a:off x="10669095" y="746014"/>
              <a:ext cx="472952" cy="472952"/>
            </a:xfrm>
            <a:prstGeom prst="corner">
              <a:avLst>
                <a:gd name="adj1" fmla="val 0"/>
                <a:gd name="adj2" fmla="val 0"/>
              </a:avLst>
            </a:prstGeom>
            <a:solidFill>
              <a:schemeClr val="tx1">
                <a:lumMod val="75000"/>
                <a:lumOff val="25000"/>
              </a:schemeClr>
            </a:solidFill>
            <a:ln w="76200">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30EE1EE6-D5F8-50B0-9E8F-4E90A0521B59}"/>
                </a:ext>
              </a:extLst>
            </p:cNvPr>
            <p:cNvCxnSpPr/>
            <p:nvPr/>
          </p:nvCxnSpPr>
          <p:spPr>
            <a:xfrm>
              <a:off x="9675676" y="979960"/>
              <a:ext cx="1334141" cy="0"/>
            </a:xfrm>
            <a:prstGeom prst="line">
              <a:avLst/>
            </a:prstGeom>
            <a:ln w="79375" cap="rnd">
              <a:solidFill>
                <a:schemeClr val="tx1">
                  <a:lumMod val="75000"/>
                  <a:lumOff val="25000"/>
                </a:schemeClr>
              </a:solidFill>
              <a:prstDash val="sysDot"/>
              <a:bevel/>
            </a:ln>
          </p:spPr>
          <p:style>
            <a:lnRef idx="1">
              <a:schemeClr val="accent1"/>
            </a:lnRef>
            <a:fillRef idx="0">
              <a:schemeClr val="accent1"/>
            </a:fillRef>
            <a:effectRef idx="0">
              <a:schemeClr val="accent1"/>
            </a:effectRef>
            <a:fontRef idx="minor">
              <a:schemeClr val="tx1"/>
            </a:fontRef>
          </p:style>
        </p:cxnSp>
      </p:grpSp>
      <p:sp>
        <p:nvSpPr>
          <p:cNvPr id="8" name="三角形 7">
            <a:extLst>
              <a:ext uri="{FF2B5EF4-FFF2-40B4-BE49-F238E27FC236}">
                <a16:creationId xmlns:a16="http://schemas.microsoft.com/office/drawing/2014/main" id="{48A6B70F-0D22-7E67-5321-4CC707B9994E}"/>
              </a:ext>
            </a:extLst>
          </p:cNvPr>
          <p:cNvSpPr/>
          <p:nvPr/>
        </p:nvSpPr>
        <p:spPr>
          <a:xfrm rot="5400000">
            <a:off x="6834669" y="2320575"/>
            <a:ext cx="431367" cy="218510"/>
          </a:xfrm>
          <a:prstGeom prst="triangle">
            <a:avLst/>
          </a:prstGeom>
          <a:solidFill>
            <a:schemeClr val="tx1">
              <a:lumMod val="75000"/>
              <a:lumOff val="25000"/>
            </a:schemeClr>
          </a:solidFill>
          <a:ln w="152400">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三角形 8">
            <a:extLst>
              <a:ext uri="{FF2B5EF4-FFF2-40B4-BE49-F238E27FC236}">
                <a16:creationId xmlns:a16="http://schemas.microsoft.com/office/drawing/2014/main" id="{F7733F6D-967A-A06D-9673-0C7BC98DDBC5}"/>
              </a:ext>
            </a:extLst>
          </p:cNvPr>
          <p:cNvSpPr/>
          <p:nvPr/>
        </p:nvSpPr>
        <p:spPr>
          <a:xfrm rot="5400000">
            <a:off x="7440311" y="2320576"/>
            <a:ext cx="431367" cy="218510"/>
          </a:xfrm>
          <a:prstGeom prst="triangle">
            <a:avLst/>
          </a:prstGeom>
          <a:solidFill>
            <a:schemeClr val="tx1">
              <a:lumMod val="75000"/>
              <a:lumOff val="25000"/>
            </a:schemeClr>
          </a:solidFill>
          <a:ln w="152400">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三角形 9">
            <a:extLst>
              <a:ext uri="{FF2B5EF4-FFF2-40B4-BE49-F238E27FC236}">
                <a16:creationId xmlns:a16="http://schemas.microsoft.com/office/drawing/2014/main" id="{C724F8A7-BDD9-2A80-00ED-3D77D470D429}"/>
              </a:ext>
            </a:extLst>
          </p:cNvPr>
          <p:cNvSpPr/>
          <p:nvPr/>
        </p:nvSpPr>
        <p:spPr>
          <a:xfrm rot="5400000">
            <a:off x="8045952" y="2320578"/>
            <a:ext cx="431367" cy="218510"/>
          </a:xfrm>
          <a:prstGeom prst="triangle">
            <a:avLst/>
          </a:prstGeom>
          <a:solidFill>
            <a:schemeClr val="tx1">
              <a:lumMod val="75000"/>
              <a:lumOff val="25000"/>
            </a:schemeClr>
          </a:solidFill>
          <a:ln w="152400">
            <a:solidFill>
              <a:schemeClr val="tx1">
                <a:lumMod val="75000"/>
                <a:lumOff val="2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三角形 10">
            <a:extLst>
              <a:ext uri="{FF2B5EF4-FFF2-40B4-BE49-F238E27FC236}">
                <a16:creationId xmlns:a16="http://schemas.microsoft.com/office/drawing/2014/main" id="{726362EE-4049-6FFA-4895-5253D553B75E}"/>
              </a:ext>
            </a:extLst>
          </p:cNvPr>
          <p:cNvSpPr/>
          <p:nvPr/>
        </p:nvSpPr>
        <p:spPr>
          <a:xfrm rot="5400000">
            <a:off x="9627194" y="2320576"/>
            <a:ext cx="431367" cy="218510"/>
          </a:xfrm>
          <a:prstGeom prst="triangle">
            <a:avLst/>
          </a:prstGeom>
          <a:gradFill>
            <a:gsLst>
              <a:gs pos="0">
                <a:srgbClr val="0083B0"/>
              </a:gs>
              <a:gs pos="100000">
                <a:srgbClr val="00B4DB"/>
              </a:gs>
            </a:gsLst>
            <a:lin ang="5400000" scaled="1"/>
          </a:gradFill>
          <a:ln w="152400">
            <a:gradFill>
              <a:gsLst>
                <a:gs pos="0">
                  <a:srgbClr val="0083B0"/>
                </a:gs>
                <a:gs pos="100000">
                  <a:srgbClr val="00B4DB"/>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三角形 11">
            <a:extLst>
              <a:ext uri="{FF2B5EF4-FFF2-40B4-BE49-F238E27FC236}">
                <a16:creationId xmlns:a16="http://schemas.microsoft.com/office/drawing/2014/main" id="{0C90A012-D245-E0C2-FB72-11E729BFBE5C}"/>
              </a:ext>
            </a:extLst>
          </p:cNvPr>
          <p:cNvSpPr/>
          <p:nvPr/>
        </p:nvSpPr>
        <p:spPr>
          <a:xfrm rot="5400000">
            <a:off x="10232836" y="2320577"/>
            <a:ext cx="431367" cy="218510"/>
          </a:xfrm>
          <a:prstGeom prst="triangle">
            <a:avLst/>
          </a:prstGeom>
          <a:gradFill>
            <a:gsLst>
              <a:gs pos="0">
                <a:srgbClr val="0083B0"/>
              </a:gs>
              <a:gs pos="100000">
                <a:srgbClr val="00B4DB"/>
              </a:gs>
            </a:gsLst>
            <a:lin ang="5400000" scaled="1"/>
          </a:gradFill>
          <a:ln w="152400">
            <a:gradFill>
              <a:gsLst>
                <a:gs pos="0">
                  <a:srgbClr val="0083B0"/>
                </a:gs>
                <a:gs pos="100000">
                  <a:srgbClr val="00B4DB"/>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三角形 12">
            <a:extLst>
              <a:ext uri="{FF2B5EF4-FFF2-40B4-BE49-F238E27FC236}">
                <a16:creationId xmlns:a16="http://schemas.microsoft.com/office/drawing/2014/main" id="{84203663-FD3C-8F58-D9D4-0DF1D28B2B91}"/>
              </a:ext>
            </a:extLst>
          </p:cNvPr>
          <p:cNvSpPr/>
          <p:nvPr/>
        </p:nvSpPr>
        <p:spPr>
          <a:xfrm rot="5400000">
            <a:off x="10838477" y="2320579"/>
            <a:ext cx="431367" cy="218510"/>
          </a:xfrm>
          <a:prstGeom prst="triangle">
            <a:avLst/>
          </a:prstGeom>
          <a:gradFill>
            <a:gsLst>
              <a:gs pos="0">
                <a:srgbClr val="0083B0"/>
              </a:gs>
              <a:gs pos="100000">
                <a:srgbClr val="00B4DB"/>
              </a:gs>
            </a:gsLst>
            <a:lin ang="5400000" scaled="1"/>
          </a:gradFill>
          <a:ln w="152400">
            <a:gradFill>
              <a:gsLst>
                <a:gs pos="0">
                  <a:srgbClr val="0083B0"/>
                </a:gs>
                <a:gs pos="100000">
                  <a:srgbClr val="00B4DB"/>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8" name="グループ化 37">
            <a:extLst>
              <a:ext uri="{FF2B5EF4-FFF2-40B4-BE49-F238E27FC236}">
                <a16:creationId xmlns:a16="http://schemas.microsoft.com/office/drawing/2014/main" id="{B0643E29-53C7-DB28-E01A-E544D164F801}"/>
              </a:ext>
            </a:extLst>
          </p:cNvPr>
          <p:cNvGrpSpPr/>
          <p:nvPr/>
        </p:nvGrpSpPr>
        <p:grpSpPr>
          <a:xfrm>
            <a:off x="6829150" y="3226865"/>
            <a:ext cx="1143079" cy="629499"/>
            <a:chOff x="6829150" y="3110489"/>
            <a:chExt cx="1143079" cy="629499"/>
          </a:xfrm>
        </p:grpSpPr>
        <p:cxnSp>
          <p:nvCxnSpPr>
            <p:cNvPr id="15" name="直線矢印コネクタ 14">
              <a:extLst>
                <a:ext uri="{FF2B5EF4-FFF2-40B4-BE49-F238E27FC236}">
                  <a16:creationId xmlns:a16="http://schemas.microsoft.com/office/drawing/2014/main" id="{96280186-E169-9B45-3907-3EE2174CA202}"/>
                </a:ext>
              </a:extLst>
            </p:cNvPr>
            <p:cNvCxnSpPr/>
            <p:nvPr/>
          </p:nvCxnSpPr>
          <p:spPr>
            <a:xfrm>
              <a:off x="6829150" y="3205595"/>
              <a:ext cx="885359"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5EF3790D-39F4-0E08-70D7-FA5A6257C180}"/>
                </a:ext>
              </a:extLst>
            </p:cNvPr>
            <p:cNvCxnSpPr/>
            <p:nvPr/>
          </p:nvCxnSpPr>
          <p:spPr>
            <a:xfrm>
              <a:off x="6829150" y="3650911"/>
              <a:ext cx="885359"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17" name="L 字 16">
              <a:extLst>
                <a:ext uri="{FF2B5EF4-FFF2-40B4-BE49-F238E27FC236}">
                  <a16:creationId xmlns:a16="http://schemas.microsoft.com/office/drawing/2014/main" id="{37BED5D2-5E11-1AD5-546A-30F7FA8CA188}"/>
                </a:ext>
              </a:extLst>
            </p:cNvPr>
            <p:cNvSpPr/>
            <p:nvPr/>
          </p:nvSpPr>
          <p:spPr>
            <a:xfrm rot="13500000">
              <a:off x="7342730" y="3110489"/>
              <a:ext cx="629499" cy="629499"/>
            </a:xfrm>
            <a:prstGeom prst="corner">
              <a:avLst>
                <a:gd name="adj1" fmla="val 3061"/>
                <a:gd name="adj2" fmla="val 3061"/>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 name="グループ化 13">
            <a:extLst>
              <a:ext uri="{FF2B5EF4-FFF2-40B4-BE49-F238E27FC236}">
                <a16:creationId xmlns:a16="http://schemas.microsoft.com/office/drawing/2014/main" id="{79797A6D-F775-A867-D0BF-BF981B9EA095}"/>
              </a:ext>
            </a:extLst>
          </p:cNvPr>
          <p:cNvGrpSpPr/>
          <p:nvPr/>
        </p:nvGrpSpPr>
        <p:grpSpPr>
          <a:xfrm>
            <a:off x="8642233" y="3226865"/>
            <a:ext cx="1002810" cy="629499"/>
            <a:chOff x="8642233" y="3110489"/>
            <a:chExt cx="1002810" cy="629499"/>
          </a:xfrm>
        </p:grpSpPr>
        <p:cxnSp>
          <p:nvCxnSpPr>
            <p:cNvPr id="23" name="直線矢印コネクタ 22">
              <a:extLst>
                <a:ext uri="{FF2B5EF4-FFF2-40B4-BE49-F238E27FC236}">
                  <a16:creationId xmlns:a16="http://schemas.microsoft.com/office/drawing/2014/main" id="{623DBF93-CBF4-29A5-7DAC-975B95C4BAA1}"/>
                </a:ext>
              </a:extLst>
            </p:cNvPr>
            <p:cNvCxnSpPr/>
            <p:nvPr/>
          </p:nvCxnSpPr>
          <p:spPr>
            <a:xfrm>
              <a:off x="8642233" y="3199036"/>
              <a:ext cx="885359"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2F22FA71-74D1-D222-F41A-28A4F0C1CFBB}"/>
                </a:ext>
              </a:extLst>
            </p:cNvPr>
            <p:cNvCxnSpPr/>
            <p:nvPr/>
          </p:nvCxnSpPr>
          <p:spPr>
            <a:xfrm>
              <a:off x="8642234" y="3650911"/>
              <a:ext cx="885359"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25" name="L 字 24">
              <a:extLst>
                <a:ext uri="{FF2B5EF4-FFF2-40B4-BE49-F238E27FC236}">
                  <a16:creationId xmlns:a16="http://schemas.microsoft.com/office/drawing/2014/main" id="{22336878-B184-A9F9-C52B-8F02E7FA6C51}"/>
                </a:ext>
              </a:extLst>
            </p:cNvPr>
            <p:cNvSpPr/>
            <p:nvPr/>
          </p:nvSpPr>
          <p:spPr>
            <a:xfrm rot="13500000">
              <a:off x="9015544" y="3110489"/>
              <a:ext cx="629499" cy="629499"/>
            </a:xfrm>
            <a:prstGeom prst="corner">
              <a:avLst>
                <a:gd name="adj1" fmla="val 3061"/>
                <a:gd name="adj2" fmla="val 3061"/>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 name="グループ化 1">
            <a:extLst>
              <a:ext uri="{FF2B5EF4-FFF2-40B4-BE49-F238E27FC236}">
                <a16:creationId xmlns:a16="http://schemas.microsoft.com/office/drawing/2014/main" id="{6D08A212-0D5D-22DF-085F-51E109D8C05F}"/>
              </a:ext>
            </a:extLst>
          </p:cNvPr>
          <p:cNvGrpSpPr/>
          <p:nvPr/>
        </p:nvGrpSpPr>
        <p:grpSpPr>
          <a:xfrm>
            <a:off x="6829150" y="4464927"/>
            <a:ext cx="1258866" cy="629499"/>
            <a:chOff x="6829150" y="4331925"/>
            <a:chExt cx="1258866" cy="629499"/>
          </a:xfrm>
        </p:grpSpPr>
        <p:sp>
          <p:nvSpPr>
            <p:cNvPr id="26" name="ホームベース 50">
              <a:extLst>
                <a:ext uri="{FF2B5EF4-FFF2-40B4-BE49-F238E27FC236}">
                  <a16:creationId xmlns:a16="http://schemas.microsoft.com/office/drawing/2014/main" id="{D7B8FE05-841E-E2A0-A5FD-609E9CE671A9}"/>
                </a:ext>
              </a:extLst>
            </p:cNvPr>
            <p:cNvSpPr/>
            <p:nvPr/>
          </p:nvSpPr>
          <p:spPr>
            <a:xfrm>
              <a:off x="6829150" y="4436054"/>
              <a:ext cx="1258866" cy="418653"/>
            </a:xfrm>
            <a:custGeom>
              <a:avLst/>
              <a:gdLst>
                <a:gd name="connsiteX0" fmla="*/ 0 w 1258866"/>
                <a:gd name="connsiteY0" fmla="*/ 0 h 418653"/>
                <a:gd name="connsiteX1" fmla="*/ 1049540 w 1258866"/>
                <a:gd name="connsiteY1" fmla="*/ 0 h 418653"/>
                <a:gd name="connsiteX2" fmla="*/ 1258866 w 1258866"/>
                <a:gd name="connsiteY2" fmla="*/ 209327 h 418653"/>
                <a:gd name="connsiteX3" fmla="*/ 1049540 w 1258866"/>
                <a:gd name="connsiteY3" fmla="*/ 418653 h 418653"/>
                <a:gd name="connsiteX4" fmla="*/ 0 w 1258866"/>
                <a:gd name="connsiteY4" fmla="*/ 418653 h 418653"/>
                <a:gd name="connsiteX5" fmla="*/ 0 w 1258866"/>
                <a:gd name="connsiteY5" fmla="*/ 0 h 418653"/>
                <a:gd name="connsiteX0" fmla="*/ 0 w 1258866"/>
                <a:gd name="connsiteY0" fmla="*/ 0 h 418653"/>
                <a:gd name="connsiteX1" fmla="*/ 1049540 w 1258866"/>
                <a:gd name="connsiteY1" fmla="*/ 0 h 418653"/>
                <a:gd name="connsiteX2" fmla="*/ 1258866 w 1258866"/>
                <a:gd name="connsiteY2" fmla="*/ 209327 h 418653"/>
                <a:gd name="connsiteX3" fmla="*/ 1049540 w 1258866"/>
                <a:gd name="connsiteY3" fmla="*/ 418653 h 418653"/>
                <a:gd name="connsiteX4" fmla="*/ 0 w 1258866"/>
                <a:gd name="connsiteY4" fmla="*/ 418653 h 418653"/>
                <a:gd name="connsiteX5" fmla="*/ 91440 w 1258866"/>
                <a:gd name="connsiteY5" fmla="*/ 91440 h 418653"/>
                <a:gd name="connsiteX0" fmla="*/ 0 w 1258866"/>
                <a:gd name="connsiteY0" fmla="*/ 0 h 418653"/>
                <a:gd name="connsiteX1" fmla="*/ 1049540 w 1258866"/>
                <a:gd name="connsiteY1" fmla="*/ 0 h 418653"/>
                <a:gd name="connsiteX2" fmla="*/ 1258866 w 1258866"/>
                <a:gd name="connsiteY2" fmla="*/ 209327 h 418653"/>
                <a:gd name="connsiteX3" fmla="*/ 1049540 w 1258866"/>
                <a:gd name="connsiteY3" fmla="*/ 418653 h 418653"/>
                <a:gd name="connsiteX4" fmla="*/ 0 w 1258866"/>
                <a:gd name="connsiteY4" fmla="*/ 418653 h 418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8866" h="418653">
                  <a:moveTo>
                    <a:pt x="0" y="0"/>
                  </a:moveTo>
                  <a:lnTo>
                    <a:pt x="1049540" y="0"/>
                  </a:lnTo>
                  <a:lnTo>
                    <a:pt x="1258866" y="209327"/>
                  </a:lnTo>
                  <a:lnTo>
                    <a:pt x="1049540" y="418653"/>
                  </a:lnTo>
                  <a:lnTo>
                    <a:pt x="0" y="418653"/>
                  </a:lnTo>
                </a:path>
              </a:pathLst>
            </a:custGeom>
            <a:solidFill>
              <a:schemeClr val="bg1">
                <a:lumMod val="9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L 字 26">
              <a:extLst>
                <a:ext uri="{FF2B5EF4-FFF2-40B4-BE49-F238E27FC236}">
                  <a16:creationId xmlns:a16="http://schemas.microsoft.com/office/drawing/2014/main" id="{6F3EA7A2-1AD3-EA06-B7C3-0EFC34F0D3C0}"/>
                </a:ext>
              </a:extLst>
            </p:cNvPr>
            <p:cNvSpPr/>
            <p:nvPr/>
          </p:nvSpPr>
          <p:spPr>
            <a:xfrm rot="13500000">
              <a:off x="7342730" y="4331925"/>
              <a:ext cx="629499" cy="629499"/>
            </a:xfrm>
            <a:prstGeom prst="corner">
              <a:avLst>
                <a:gd name="adj1" fmla="val 3061"/>
                <a:gd name="adj2" fmla="val 3061"/>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 name="グループ化 3">
            <a:extLst>
              <a:ext uri="{FF2B5EF4-FFF2-40B4-BE49-F238E27FC236}">
                <a16:creationId xmlns:a16="http://schemas.microsoft.com/office/drawing/2014/main" id="{910EEBFC-237E-CFAB-640E-85F898EEE5F7}"/>
              </a:ext>
            </a:extLst>
          </p:cNvPr>
          <p:cNvGrpSpPr/>
          <p:nvPr/>
        </p:nvGrpSpPr>
        <p:grpSpPr>
          <a:xfrm>
            <a:off x="8733139" y="4432212"/>
            <a:ext cx="911904" cy="629499"/>
            <a:chOff x="8733139" y="4299210"/>
            <a:chExt cx="911904" cy="629499"/>
          </a:xfrm>
        </p:grpSpPr>
        <p:cxnSp>
          <p:nvCxnSpPr>
            <p:cNvPr id="29" name="直線矢印コネクタ 28">
              <a:extLst>
                <a:ext uri="{FF2B5EF4-FFF2-40B4-BE49-F238E27FC236}">
                  <a16:creationId xmlns:a16="http://schemas.microsoft.com/office/drawing/2014/main" id="{FFBE4E76-952F-9741-C76E-D98AD177A206}"/>
                </a:ext>
              </a:extLst>
            </p:cNvPr>
            <p:cNvCxnSpPr/>
            <p:nvPr/>
          </p:nvCxnSpPr>
          <p:spPr>
            <a:xfrm>
              <a:off x="9025822" y="4394316"/>
              <a:ext cx="454330"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89A1B3A8-C5BF-F4C5-E464-7CAE928D806C}"/>
                </a:ext>
              </a:extLst>
            </p:cNvPr>
            <p:cNvCxnSpPr/>
            <p:nvPr/>
          </p:nvCxnSpPr>
          <p:spPr>
            <a:xfrm>
              <a:off x="9025822" y="4839632"/>
              <a:ext cx="454330"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31" name="L 字 30">
              <a:extLst>
                <a:ext uri="{FF2B5EF4-FFF2-40B4-BE49-F238E27FC236}">
                  <a16:creationId xmlns:a16="http://schemas.microsoft.com/office/drawing/2014/main" id="{2FD84DB3-C3DB-663D-94C6-6870F097137B}"/>
                </a:ext>
              </a:extLst>
            </p:cNvPr>
            <p:cNvSpPr/>
            <p:nvPr/>
          </p:nvSpPr>
          <p:spPr>
            <a:xfrm rot="13500000">
              <a:off x="9015544" y="4299210"/>
              <a:ext cx="629499" cy="629499"/>
            </a:xfrm>
            <a:prstGeom prst="corner">
              <a:avLst>
                <a:gd name="adj1" fmla="val 3061"/>
                <a:gd name="adj2" fmla="val 3061"/>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矢印コネクタ 31">
              <a:extLst>
                <a:ext uri="{FF2B5EF4-FFF2-40B4-BE49-F238E27FC236}">
                  <a16:creationId xmlns:a16="http://schemas.microsoft.com/office/drawing/2014/main" id="{4142618A-A0FD-CD28-B634-F581B2D93440}"/>
                </a:ext>
              </a:extLst>
            </p:cNvPr>
            <p:cNvCxnSpPr/>
            <p:nvPr/>
          </p:nvCxnSpPr>
          <p:spPr>
            <a:xfrm>
              <a:off x="8881995" y="4394316"/>
              <a:ext cx="108765"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1D9DB1C4-F08A-B044-7C85-FB5C1186B8F5}"/>
                </a:ext>
              </a:extLst>
            </p:cNvPr>
            <p:cNvCxnSpPr/>
            <p:nvPr/>
          </p:nvCxnSpPr>
          <p:spPr>
            <a:xfrm>
              <a:off x="8881995" y="4839632"/>
              <a:ext cx="108765"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7269BAA8-BF5F-A5CB-778E-6AC4C5EE1287}"/>
                </a:ext>
              </a:extLst>
            </p:cNvPr>
            <p:cNvCxnSpPr/>
            <p:nvPr/>
          </p:nvCxnSpPr>
          <p:spPr>
            <a:xfrm>
              <a:off x="8733139" y="4394316"/>
              <a:ext cx="108765"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A6D2ACD4-EA04-FDAE-3615-21157A30687B}"/>
                </a:ext>
              </a:extLst>
            </p:cNvPr>
            <p:cNvCxnSpPr/>
            <p:nvPr/>
          </p:nvCxnSpPr>
          <p:spPr>
            <a:xfrm>
              <a:off x="8733139" y="4839632"/>
              <a:ext cx="108765" cy="0"/>
            </a:xfrm>
            <a:prstGeom prst="straightConnector1">
              <a:avLst/>
            </a:prstGeom>
            <a:ln w="19050">
              <a:solidFill>
                <a:schemeClr val="tx1">
                  <a:lumMod val="75000"/>
                  <a:lumOff val="25000"/>
                </a:schemeClr>
              </a:solidFill>
              <a:tailEnd type="none" w="lg" len="lg"/>
            </a:ln>
          </p:spPr>
          <p:style>
            <a:lnRef idx="1">
              <a:schemeClr val="accent1"/>
            </a:lnRef>
            <a:fillRef idx="0">
              <a:schemeClr val="accent1"/>
            </a:fillRef>
            <a:effectRef idx="0">
              <a:schemeClr val="accent1"/>
            </a:effectRef>
            <a:fontRef idx="minor">
              <a:schemeClr val="tx1"/>
            </a:fontRef>
          </p:style>
        </p:cxnSp>
      </p:grpSp>
      <p:sp>
        <p:nvSpPr>
          <p:cNvPr id="46" name="フリーフォーム 45">
            <a:extLst>
              <a:ext uri="{FF2B5EF4-FFF2-40B4-BE49-F238E27FC236}">
                <a16:creationId xmlns:a16="http://schemas.microsoft.com/office/drawing/2014/main" id="{3CEF3E97-E237-0269-F010-E2ADF9CF1603}"/>
              </a:ext>
            </a:extLst>
          </p:cNvPr>
          <p:cNvSpPr/>
          <p:nvPr/>
        </p:nvSpPr>
        <p:spPr>
          <a:xfrm rot="13500000">
            <a:off x="10293568" y="3043815"/>
            <a:ext cx="995579" cy="995645"/>
          </a:xfrm>
          <a:custGeom>
            <a:avLst/>
            <a:gdLst>
              <a:gd name="connsiteX0" fmla="*/ 629499 w 995579"/>
              <a:gd name="connsiteY0" fmla="*/ 995645 h 995645"/>
              <a:gd name="connsiteX1" fmla="*/ 0 w 995579"/>
              <a:gd name="connsiteY1" fmla="*/ 995645 h 995645"/>
              <a:gd name="connsiteX2" fmla="*/ 0 w 995579"/>
              <a:gd name="connsiteY2" fmla="*/ 366146 h 995645"/>
              <a:gd name="connsiteX3" fmla="*/ 45500 w 995579"/>
              <a:gd name="connsiteY3" fmla="*/ 366146 h 995645"/>
              <a:gd name="connsiteX4" fmla="*/ 45500 w 995579"/>
              <a:gd name="connsiteY4" fmla="*/ 592508 h 995645"/>
              <a:gd name="connsiteX5" fmla="*/ 638008 w 995579"/>
              <a:gd name="connsiteY5" fmla="*/ 0 h 995645"/>
              <a:gd name="connsiteX6" fmla="*/ 670337 w 995579"/>
              <a:gd name="connsiteY6" fmla="*/ 32328 h 995645"/>
              <a:gd name="connsiteX7" fmla="*/ 45500 w 995579"/>
              <a:gd name="connsiteY7" fmla="*/ 657165 h 995645"/>
              <a:gd name="connsiteX8" fmla="*/ 45500 w 995579"/>
              <a:gd name="connsiteY8" fmla="*/ 952392 h 995645"/>
              <a:gd name="connsiteX9" fmla="*/ 336102 w 995579"/>
              <a:gd name="connsiteY9" fmla="*/ 952392 h 995645"/>
              <a:gd name="connsiteX10" fmla="*/ 963251 w 995579"/>
              <a:gd name="connsiteY10" fmla="*/ 325243 h 995645"/>
              <a:gd name="connsiteX11" fmla="*/ 995579 w 995579"/>
              <a:gd name="connsiteY11" fmla="*/ 357571 h 995645"/>
              <a:gd name="connsiteX12" fmla="*/ 400758 w 995579"/>
              <a:gd name="connsiteY12" fmla="*/ 952392 h 995645"/>
              <a:gd name="connsiteX13" fmla="*/ 629499 w 995579"/>
              <a:gd name="connsiteY13" fmla="*/ 952392 h 99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5579" h="995645">
                <a:moveTo>
                  <a:pt x="629499" y="995645"/>
                </a:moveTo>
                <a:lnTo>
                  <a:pt x="0" y="995645"/>
                </a:lnTo>
                <a:lnTo>
                  <a:pt x="0" y="366146"/>
                </a:lnTo>
                <a:lnTo>
                  <a:pt x="45500" y="366146"/>
                </a:lnTo>
                <a:lnTo>
                  <a:pt x="45500" y="592508"/>
                </a:lnTo>
                <a:lnTo>
                  <a:pt x="638008" y="0"/>
                </a:lnTo>
                <a:lnTo>
                  <a:pt x="670337" y="32328"/>
                </a:lnTo>
                <a:lnTo>
                  <a:pt x="45500" y="657165"/>
                </a:lnTo>
                <a:lnTo>
                  <a:pt x="45500" y="952392"/>
                </a:lnTo>
                <a:lnTo>
                  <a:pt x="336102" y="952392"/>
                </a:lnTo>
                <a:lnTo>
                  <a:pt x="963251" y="325243"/>
                </a:lnTo>
                <a:lnTo>
                  <a:pt x="995579" y="357571"/>
                </a:lnTo>
                <a:lnTo>
                  <a:pt x="400758" y="952392"/>
                </a:lnTo>
                <a:lnTo>
                  <a:pt x="629499" y="952392"/>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47" name="フリーフォーム 46">
            <a:extLst>
              <a:ext uri="{FF2B5EF4-FFF2-40B4-BE49-F238E27FC236}">
                <a16:creationId xmlns:a16="http://schemas.microsoft.com/office/drawing/2014/main" id="{1E5708C4-D2C8-90CE-7E48-4A8A6AE7F075}"/>
              </a:ext>
            </a:extLst>
          </p:cNvPr>
          <p:cNvSpPr/>
          <p:nvPr/>
        </p:nvSpPr>
        <p:spPr>
          <a:xfrm rot="13500000">
            <a:off x="10293568" y="4260981"/>
            <a:ext cx="995579" cy="995645"/>
          </a:xfrm>
          <a:custGeom>
            <a:avLst/>
            <a:gdLst>
              <a:gd name="connsiteX0" fmla="*/ 629499 w 995579"/>
              <a:gd name="connsiteY0" fmla="*/ 995645 h 995645"/>
              <a:gd name="connsiteX1" fmla="*/ 0 w 995579"/>
              <a:gd name="connsiteY1" fmla="*/ 995645 h 995645"/>
              <a:gd name="connsiteX2" fmla="*/ 0 w 995579"/>
              <a:gd name="connsiteY2" fmla="*/ 366146 h 995645"/>
              <a:gd name="connsiteX3" fmla="*/ 45500 w 995579"/>
              <a:gd name="connsiteY3" fmla="*/ 366146 h 995645"/>
              <a:gd name="connsiteX4" fmla="*/ 45500 w 995579"/>
              <a:gd name="connsiteY4" fmla="*/ 592508 h 995645"/>
              <a:gd name="connsiteX5" fmla="*/ 638008 w 995579"/>
              <a:gd name="connsiteY5" fmla="*/ 0 h 995645"/>
              <a:gd name="connsiteX6" fmla="*/ 670337 w 995579"/>
              <a:gd name="connsiteY6" fmla="*/ 32328 h 995645"/>
              <a:gd name="connsiteX7" fmla="*/ 45500 w 995579"/>
              <a:gd name="connsiteY7" fmla="*/ 657165 h 995645"/>
              <a:gd name="connsiteX8" fmla="*/ 45500 w 995579"/>
              <a:gd name="connsiteY8" fmla="*/ 952392 h 995645"/>
              <a:gd name="connsiteX9" fmla="*/ 336102 w 995579"/>
              <a:gd name="connsiteY9" fmla="*/ 952392 h 995645"/>
              <a:gd name="connsiteX10" fmla="*/ 963251 w 995579"/>
              <a:gd name="connsiteY10" fmla="*/ 325243 h 995645"/>
              <a:gd name="connsiteX11" fmla="*/ 995579 w 995579"/>
              <a:gd name="connsiteY11" fmla="*/ 357571 h 995645"/>
              <a:gd name="connsiteX12" fmla="*/ 400758 w 995579"/>
              <a:gd name="connsiteY12" fmla="*/ 952392 h 995645"/>
              <a:gd name="connsiteX13" fmla="*/ 629499 w 995579"/>
              <a:gd name="connsiteY13" fmla="*/ 952392 h 99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5579" h="995645">
                <a:moveTo>
                  <a:pt x="629499" y="995645"/>
                </a:moveTo>
                <a:lnTo>
                  <a:pt x="0" y="995645"/>
                </a:lnTo>
                <a:lnTo>
                  <a:pt x="0" y="366146"/>
                </a:lnTo>
                <a:lnTo>
                  <a:pt x="45500" y="366146"/>
                </a:lnTo>
                <a:lnTo>
                  <a:pt x="45500" y="592508"/>
                </a:lnTo>
                <a:lnTo>
                  <a:pt x="638008" y="0"/>
                </a:lnTo>
                <a:lnTo>
                  <a:pt x="670337" y="32328"/>
                </a:lnTo>
                <a:lnTo>
                  <a:pt x="45500" y="657165"/>
                </a:lnTo>
                <a:lnTo>
                  <a:pt x="45500" y="952392"/>
                </a:lnTo>
                <a:lnTo>
                  <a:pt x="336102" y="952392"/>
                </a:lnTo>
                <a:lnTo>
                  <a:pt x="963251" y="325243"/>
                </a:lnTo>
                <a:lnTo>
                  <a:pt x="995579" y="357571"/>
                </a:lnTo>
                <a:lnTo>
                  <a:pt x="400758" y="952392"/>
                </a:lnTo>
                <a:lnTo>
                  <a:pt x="629499" y="952392"/>
                </a:lnTo>
                <a:close/>
              </a:path>
            </a:pathLst>
          </a:custGeom>
          <a:gradFill>
            <a:gsLst>
              <a:gs pos="0">
                <a:srgbClr val="0083B0"/>
              </a:gs>
              <a:gs pos="100000">
                <a:srgbClr val="00B4D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31" name="フリーフォーム 130">
            <a:extLst>
              <a:ext uri="{FF2B5EF4-FFF2-40B4-BE49-F238E27FC236}">
                <a16:creationId xmlns:a16="http://schemas.microsoft.com/office/drawing/2014/main" id="{991A6943-3657-8C07-9DF2-CEB76EFB7AC8}"/>
              </a:ext>
            </a:extLst>
          </p:cNvPr>
          <p:cNvSpPr/>
          <p:nvPr/>
        </p:nvSpPr>
        <p:spPr>
          <a:xfrm flipV="1">
            <a:off x="6824885" y="5668100"/>
            <a:ext cx="673480" cy="668295"/>
          </a:xfrm>
          <a:custGeom>
            <a:avLst/>
            <a:gdLst>
              <a:gd name="connsiteX0" fmla="*/ 318711 w 673480"/>
              <a:gd name="connsiteY0" fmla="*/ 10942 h 668295"/>
              <a:gd name="connsiteX1" fmla="*/ 318711 w 673480"/>
              <a:gd name="connsiteY1" fmla="*/ 10942 h 668295"/>
              <a:gd name="connsiteX2" fmla="*/ 318712 w 673480"/>
              <a:gd name="connsiteY2" fmla="*/ 10941 h 668295"/>
              <a:gd name="connsiteX3" fmla="*/ 36000 w 673480"/>
              <a:gd name="connsiteY3" fmla="*/ 367716 h 668295"/>
              <a:gd name="connsiteX4" fmla="*/ 454355 w 673480"/>
              <a:gd name="connsiteY4" fmla="*/ 367716 h 668295"/>
              <a:gd name="connsiteX5" fmla="*/ 490355 w 673480"/>
              <a:gd name="connsiteY5" fmla="*/ 331716 h 668295"/>
              <a:gd name="connsiteX6" fmla="*/ 454355 w 673480"/>
              <a:gd name="connsiteY6" fmla="*/ 295716 h 668295"/>
              <a:gd name="connsiteX7" fmla="*/ 36000 w 673480"/>
              <a:gd name="connsiteY7" fmla="*/ 295716 h 668295"/>
              <a:gd name="connsiteX8" fmla="*/ 0 w 673480"/>
              <a:gd name="connsiteY8" fmla="*/ 331716 h 668295"/>
              <a:gd name="connsiteX9" fmla="*/ 36000 w 673480"/>
              <a:gd name="connsiteY9" fmla="*/ 367716 h 668295"/>
              <a:gd name="connsiteX10" fmla="*/ 345883 w 673480"/>
              <a:gd name="connsiteY10" fmla="*/ 668295 h 668295"/>
              <a:gd name="connsiteX11" fmla="*/ 372834 w 673480"/>
              <a:gd name="connsiteY11" fmla="*/ 656819 h 668295"/>
              <a:gd name="connsiteX12" fmla="*/ 662536 w 673480"/>
              <a:gd name="connsiteY12" fmla="*/ 361334 h 668295"/>
              <a:gd name="connsiteX13" fmla="*/ 673478 w 673480"/>
              <a:gd name="connsiteY13" fmla="*/ 334162 h 668295"/>
              <a:gd name="connsiteX14" fmla="*/ 673473 w 673480"/>
              <a:gd name="connsiteY14" fmla="*/ 334149 h 668295"/>
              <a:gd name="connsiteX15" fmla="*/ 673479 w 673480"/>
              <a:gd name="connsiteY15" fmla="*/ 334134 h 668295"/>
              <a:gd name="connsiteX16" fmla="*/ 662537 w 673480"/>
              <a:gd name="connsiteY16" fmla="*/ 306961 h 668295"/>
              <a:gd name="connsiteX17" fmla="*/ 372835 w 673480"/>
              <a:gd name="connsiteY17" fmla="*/ 11476 h 668295"/>
              <a:gd name="connsiteX18" fmla="*/ 345884 w 673480"/>
              <a:gd name="connsiteY18" fmla="*/ 0 h 668295"/>
              <a:gd name="connsiteX19" fmla="*/ 318711 w 673480"/>
              <a:gd name="connsiteY19" fmla="*/ 10942 h 668295"/>
              <a:gd name="connsiteX20" fmla="*/ 307235 w 673480"/>
              <a:gd name="connsiteY20" fmla="*/ 37892 h 668295"/>
              <a:gd name="connsiteX21" fmla="*/ 318177 w 673480"/>
              <a:gd name="connsiteY21" fmla="*/ 65064 h 668295"/>
              <a:gd name="connsiteX22" fmla="*/ 581993 w 673480"/>
              <a:gd name="connsiteY22" fmla="*/ 334147 h 668295"/>
              <a:gd name="connsiteX23" fmla="*/ 318176 w 673480"/>
              <a:gd name="connsiteY23" fmla="*/ 603231 h 668295"/>
              <a:gd name="connsiteX24" fmla="*/ 307234 w 673480"/>
              <a:gd name="connsiteY24" fmla="*/ 630403 h 668295"/>
              <a:gd name="connsiteX25" fmla="*/ 318710 w 673480"/>
              <a:gd name="connsiteY25" fmla="*/ 657353 h 668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73480" h="668295">
                <a:moveTo>
                  <a:pt x="318711" y="10942"/>
                </a:moveTo>
                <a:lnTo>
                  <a:pt x="318711" y="10942"/>
                </a:lnTo>
                <a:lnTo>
                  <a:pt x="318712" y="10941"/>
                </a:lnTo>
                <a:close/>
                <a:moveTo>
                  <a:pt x="36000" y="367716"/>
                </a:moveTo>
                <a:lnTo>
                  <a:pt x="454355" y="367716"/>
                </a:lnTo>
                <a:cubicBezTo>
                  <a:pt x="474237" y="367716"/>
                  <a:pt x="490355" y="351598"/>
                  <a:pt x="490355" y="331716"/>
                </a:cubicBezTo>
                <a:cubicBezTo>
                  <a:pt x="490355" y="311834"/>
                  <a:pt x="474237" y="295716"/>
                  <a:pt x="454355" y="295716"/>
                </a:cubicBezTo>
                <a:lnTo>
                  <a:pt x="36000" y="295716"/>
                </a:lnTo>
                <a:cubicBezTo>
                  <a:pt x="16118" y="295716"/>
                  <a:pt x="0" y="311834"/>
                  <a:pt x="0" y="331716"/>
                </a:cubicBezTo>
                <a:cubicBezTo>
                  <a:pt x="0" y="351598"/>
                  <a:pt x="16118" y="367716"/>
                  <a:pt x="36000" y="367716"/>
                </a:cubicBezTo>
                <a:close/>
                <a:moveTo>
                  <a:pt x="345883" y="668295"/>
                </a:moveTo>
                <a:cubicBezTo>
                  <a:pt x="355677" y="668199"/>
                  <a:pt x="365435" y="664365"/>
                  <a:pt x="372834" y="656819"/>
                </a:cubicBezTo>
                <a:lnTo>
                  <a:pt x="662536" y="361334"/>
                </a:lnTo>
                <a:cubicBezTo>
                  <a:pt x="669936" y="353787"/>
                  <a:pt x="673575" y="343956"/>
                  <a:pt x="673478" y="334162"/>
                </a:cubicBezTo>
                <a:lnTo>
                  <a:pt x="673473" y="334149"/>
                </a:lnTo>
                <a:lnTo>
                  <a:pt x="673479" y="334134"/>
                </a:lnTo>
                <a:cubicBezTo>
                  <a:pt x="673576" y="324339"/>
                  <a:pt x="669936" y="314508"/>
                  <a:pt x="662537" y="306961"/>
                </a:cubicBezTo>
                <a:lnTo>
                  <a:pt x="372835" y="11476"/>
                </a:lnTo>
                <a:cubicBezTo>
                  <a:pt x="365435" y="3930"/>
                  <a:pt x="355678" y="96"/>
                  <a:pt x="345884" y="0"/>
                </a:cubicBezTo>
                <a:lnTo>
                  <a:pt x="318711" y="10942"/>
                </a:lnTo>
                <a:lnTo>
                  <a:pt x="307235" y="37892"/>
                </a:lnTo>
                <a:cubicBezTo>
                  <a:pt x="307138" y="47686"/>
                  <a:pt x="310778" y="57518"/>
                  <a:pt x="318177" y="65064"/>
                </a:cubicBezTo>
                <a:lnTo>
                  <a:pt x="581993" y="334147"/>
                </a:lnTo>
                <a:lnTo>
                  <a:pt x="318176" y="603231"/>
                </a:lnTo>
                <a:cubicBezTo>
                  <a:pt x="310777" y="610777"/>
                  <a:pt x="307137" y="620609"/>
                  <a:pt x="307234" y="630403"/>
                </a:cubicBezTo>
                <a:lnTo>
                  <a:pt x="318710" y="657353"/>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30" name="フリーフォーム 129">
            <a:extLst>
              <a:ext uri="{FF2B5EF4-FFF2-40B4-BE49-F238E27FC236}">
                <a16:creationId xmlns:a16="http://schemas.microsoft.com/office/drawing/2014/main" id="{9D83A0DD-80A2-E7A1-22D5-80B947B76A59}"/>
              </a:ext>
            </a:extLst>
          </p:cNvPr>
          <p:cNvSpPr/>
          <p:nvPr/>
        </p:nvSpPr>
        <p:spPr>
          <a:xfrm flipV="1">
            <a:off x="8008821" y="5668100"/>
            <a:ext cx="571775" cy="668295"/>
          </a:xfrm>
          <a:custGeom>
            <a:avLst/>
            <a:gdLst>
              <a:gd name="connsiteX0" fmla="*/ 217006 w 571775"/>
              <a:gd name="connsiteY0" fmla="*/ 10942 h 668295"/>
              <a:gd name="connsiteX1" fmla="*/ 217006 w 571775"/>
              <a:gd name="connsiteY1" fmla="*/ 10942 h 668295"/>
              <a:gd name="connsiteX2" fmla="*/ 217007 w 571775"/>
              <a:gd name="connsiteY2" fmla="*/ 10941 h 668295"/>
              <a:gd name="connsiteX3" fmla="*/ 244178 w 571775"/>
              <a:gd name="connsiteY3" fmla="*/ 668295 h 668295"/>
              <a:gd name="connsiteX4" fmla="*/ 271129 w 571775"/>
              <a:gd name="connsiteY4" fmla="*/ 656819 h 668295"/>
              <a:gd name="connsiteX5" fmla="*/ 560831 w 571775"/>
              <a:gd name="connsiteY5" fmla="*/ 361334 h 668295"/>
              <a:gd name="connsiteX6" fmla="*/ 571773 w 571775"/>
              <a:gd name="connsiteY6" fmla="*/ 334162 h 668295"/>
              <a:gd name="connsiteX7" fmla="*/ 571768 w 571775"/>
              <a:gd name="connsiteY7" fmla="*/ 334149 h 668295"/>
              <a:gd name="connsiteX8" fmla="*/ 571774 w 571775"/>
              <a:gd name="connsiteY8" fmla="*/ 334134 h 668295"/>
              <a:gd name="connsiteX9" fmla="*/ 560832 w 571775"/>
              <a:gd name="connsiteY9" fmla="*/ 306961 h 668295"/>
              <a:gd name="connsiteX10" fmla="*/ 271130 w 571775"/>
              <a:gd name="connsiteY10" fmla="*/ 11476 h 668295"/>
              <a:gd name="connsiteX11" fmla="*/ 244179 w 571775"/>
              <a:gd name="connsiteY11" fmla="*/ 0 h 668295"/>
              <a:gd name="connsiteX12" fmla="*/ 217006 w 571775"/>
              <a:gd name="connsiteY12" fmla="*/ 10942 h 668295"/>
              <a:gd name="connsiteX13" fmla="*/ 205530 w 571775"/>
              <a:gd name="connsiteY13" fmla="*/ 37892 h 668295"/>
              <a:gd name="connsiteX14" fmla="*/ 216472 w 571775"/>
              <a:gd name="connsiteY14" fmla="*/ 65064 h 668295"/>
              <a:gd name="connsiteX15" fmla="*/ 442609 w 571775"/>
              <a:gd name="connsiteY15" fmla="*/ 295716 h 668295"/>
              <a:gd name="connsiteX16" fmla="*/ 36000 w 571775"/>
              <a:gd name="connsiteY16" fmla="*/ 295716 h 668295"/>
              <a:gd name="connsiteX17" fmla="*/ 0 w 571775"/>
              <a:gd name="connsiteY17" fmla="*/ 331716 h 668295"/>
              <a:gd name="connsiteX18" fmla="*/ 36000 w 571775"/>
              <a:gd name="connsiteY18" fmla="*/ 367716 h 668295"/>
              <a:gd name="connsiteX19" fmla="*/ 447376 w 571775"/>
              <a:gd name="connsiteY19" fmla="*/ 367716 h 668295"/>
              <a:gd name="connsiteX20" fmla="*/ 216471 w 571775"/>
              <a:gd name="connsiteY20" fmla="*/ 603231 h 668295"/>
              <a:gd name="connsiteX21" fmla="*/ 205529 w 571775"/>
              <a:gd name="connsiteY21" fmla="*/ 630403 h 668295"/>
              <a:gd name="connsiteX22" fmla="*/ 217005 w 571775"/>
              <a:gd name="connsiteY22" fmla="*/ 657353 h 668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71775" h="668295">
                <a:moveTo>
                  <a:pt x="217006" y="10942"/>
                </a:moveTo>
                <a:lnTo>
                  <a:pt x="217006" y="10942"/>
                </a:lnTo>
                <a:lnTo>
                  <a:pt x="217007" y="10941"/>
                </a:lnTo>
                <a:close/>
                <a:moveTo>
                  <a:pt x="244178" y="668295"/>
                </a:moveTo>
                <a:cubicBezTo>
                  <a:pt x="253972" y="668199"/>
                  <a:pt x="263730" y="664365"/>
                  <a:pt x="271129" y="656819"/>
                </a:cubicBezTo>
                <a:lnTo>
                  <a:pt x="560831" y="361334"/>
                </a:lnTo>
                <a:cubicBezTo>
                  <a:pt x="568230" y="353787"/>
                  <a:pt x="571870" y="343956"/>
                  <a:pt x="571773" y="334162"/>
                </a:cubicBezTo>
                <a:lnTo>
                  <a:pt x="571768" y="334149"/>
                </a:lnTo>
                <a:lnTo>
                  <a:pt x="571774" y="334134"/>
                </a:lnTo>
                <a:cubicBezTo>
                  <a:pt x="571871" y="324339"/>
                  <a:pt x="568231" y="314508"/>
                  <a:pt x="560832" y="306961"/>
                </a:cubicBezTo>
                <a:lnTo>
                  <a:pt x="271130" y="11476"/>
                </a:lnTo>
                <a:cubicBezTo>
                  <a:pt x="263731" y="3930"/>
                  <a:pt x="253973" y="96"/>
                  <a:pt x="244179" y="0"/>
                </a:cubicBezTo>
                <a:lnTo>
                  <a:pt x="217006" y="10942"/>
                </a:lnTo>
                <a:lnTo>
                  <a:pt x="205530" y="37892"/>
                </a:lnTo>
                <a:cubicBezTo>
                  <a:pt x="205433" y="47686"/>
                  <a:pt x="209073" y="57518"/>
                  <a:pt x="216472" y="65064"/>
                </a:cubicBezTo>
                <a:lnTo>
                  <a:pt x="442609" y="295716"/>
                </a:lnTo>
                <a:lnTo>
                  <a:pt x="36000" y="295716"/>
                </a:lnTo>
                <a:cubicBezTo>
                  <a:pt x="16118" y="295716"/>
                  <a:pt x="0" y="311834"/>
                  <a:pt x="0" y="331716"/>
                </a:cubicBezTo>
                <a:cubicBezTo>
                  <a:pt x="0" y="351598"/>
                  <a:pt x="16118" y="367716"/>
                  <a:pt x="36000" y="367716"/>
                </a:cubicBezTo>
                <a:lnTo>
                  <a:pt x="447376" y="367716"/>
                </a:lnTo>
                <a:lnTo>
                  <a:pt x="216471" y="603231"/>
                </a:lnTo>
                <a:cubicBezTo>
                  <a:pt x="209072" y="610777"/>
                  <a:pt x="205432" y="620609"/>
                  <a:pt x="205529" y="630403"/>
                </a:cubicBezTo>
                <a:lnTo>
                  <a:pt x="217005" y="657353"/>
                </a:lnTo>
                <a:close/>
              </a:path>
            </a:pathLst>
          </a:custGeom>
          <a:gradFill>
            <a:gsLst>
              <a:gs pos="0">
                <a:srgbClr val="0083B0"/>
              </a:gs>
              <a:gs pos="100000">
                <a:srgbClr val="00B4D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29" name="フリーフォーム 128">
            <a:extLst>
              <a:ext uri="{FF2B5EF4-FFF2-40B4-BE49-F238E27FC236}">
                <a16:creationId xmlns:a16="http://schemas.microsoft.com/office/drawing/2014/main" id="{2A61480C-37BC-D4DA-8D52-08B4485FC681}"/>
              </a:ext>
            </a:extLst>
          </p:cNvPr>
          <p:cNvSpPr/>
          <p:nvPr/>
        </p:nvSpPr>
        <p:spPr>
          <a:xfrm flipV="1">
            <a:off x="9072895" y="5668100"/>
            <a:ext cx="814659" cy="672736"/>
          </a:xfrm>
          <a:custGeom>
            <a:avLst/>
            <a:gdLst>
              <a:gd name="connsiteX0" fmla="*/ 670865 w 814659"/>
              <a:gd name="connsiteY0" fmla="*/ 268832 h 672736"/>
              <a:gd name="connsiteX1" fmla="*/ 701234 w 814659"/>
              <a:gd name="connsiteY1" fmla="*/ 256603 h 672736"/>
              <a:gd name="connsiteX2" fmla="*/ 701832 w 814659"/>
              <a:gd name="connsiteY2" fmla="*/ 196112 h 672736"/>
              <a:gd name="connsiteX3" fmla="*/ 522135 w 814659"/>
              <a:gd name="connsiteY3" fmla="*/ 12829 h 672736"/>
              <a:gd name="connsiteX4" fmla="*/ 461645 w 814659"/>
              <a:gd name="connsiteY4" fmla="*/ 12231 h 672736"/>
              <a:gd name="connsiteX5" fmla="*/ 461047 w 814659"/>
              <a:gd name="connsiteY5" fmla="*/ 72721 h 672736"/>
              <a:gd name="connsiteX6" fmla="*/ 640744 w 814659"/>
              <a:gd name="connsiteY6" fmla="*/ 256005 h 672736"/>
              <a:gd name="connsiteX7" fmla="*/ 670865 w 814659"/>
              <a:gd name="connsiteY7" fmla="*/ 268832 h 672736"/>
              <a:gd name="connsiteX8" fmla="*/ 458430 w 814659"/>
              <a:gd name="connsiteY8" fmla="*/ 661795 h 672736"/>
              <a:gd name="connsiteX9" fmla="*/ 458430 w 814659"/>
              <a:gd name="connsiteY9" fmla="*/ 661795 h 672736"/>
              <a:gd name="connsiteX10" fmla="*/ 458429 w 814659"/>
              <a:gd name="connsiteY10" fmla="*/ 661794 h 672736"/>
              <a:gd name="connsiteX11" fmla="*/ 485601 w 814659"/>
              <a:gd name="connsiteY11" fmla="*/ 672736 h 672736"/>
              <a:gd name="connsiteX12" fmla="*/ 512552 w 814659"/>
              <a:gd name="connsiteY12" fmla="*/ 661260 h 672736"/>
              <a:gd name="connsiteX13" fmla="*/ 802255 w 814659"/>
              <a:gd name="connsiteY13" fmla="*/ 365775 h 672736"/>
              <a:gd name="connsiteX14" fmla="*/ 803894 w 814659"/>
              <a:gd name="connsiteY14" fmla="*/ 361704 h 672736"/>
              <a:gd name="connsiteX15" fmla="*/ 804115 w 814659"/>
              <a:gd name="connsiteY15" fmla="*/ 361613 h 672736"/>
              <a:gd name="connsiteX16" fmla="*/ 814659 w 814659"/>
              <a:gd name="connsiteY16" fmla="*/ 336157 h 672736"/>
              <a:gd name="connsiteX17" fmla="*/ 778659 w 814659"/>
              <a:gd name="connsiteY17" fmla="*/ 300157 h 672736"/>
              <a:gd name="connsiteX18" fmla="*/ 36000 w 814659"/>
              <a:gd name="connsiteY18" fmla="*/ 300157 h 672736"/>
              <a:gd name="connsiteX19" fmla="*/ 0 w 814659"/>
              <a:gd name="connsiteY19" fmla="*/ 336157 h 672736"/>
              <a:gd name="connsiteX20" fmla="*/ 36000 w 814659"/>
              <a:gd name="connsiteY20" fmla="*/ 372157 h 672736"/>
              <a:gd name="connsiteX21" fmla="*/ 688800 w 814659"/>
              <a:gd name="connsiteY21" fmla="*/ 372157 h 672736"/>
              <a:gd name="connsiteX22" fmla="*/ 457895 w 814659"/>
              <a:gd name="connsiteY22" fmla="*/ 607672 h 672736"/>
              <a:gd name="connsiteX23" fmla="*/ 446953 w 814659"/>
              <a:gd name="connsiteY23" fmla="*/ 634844 h 672736"/>
              <a:gd name="connsiteX24" fmla="*/ 458430 w 814659"/>
              <a:gd name="connsiteY24" fmla="*/ 661795 h 67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14659" h="672736">
                <a:moveTo>
                  <a:pt x="670865" y="268832"/>
                </a:moveTo>
                <a:cubicBezTo>
                  <a:pt x="681812" y="268940"/>
                  <a:pt x="692800" y="264872"/>
                  <a:pt x="701234" y="256603"/>
                </a:cubicBezTo>
                <a:cubicBezTo>
                  <a:pt x="718103" y="240064"/>
                  <a:pt x="718371" y="212981"/>
                  <a:pt x="701832" y="196112"/>
                </a:cubicBezTo>
                <a:lnTo>
                  <a:pt x="522135" y="12829"/>
                </a:lnTo>
                <a:cubicBezTo>
                  <a:pt x="505596" y="-4040"/>
                  <a:pt x="478514" y="-4308"/>
                  <a:pt x="461645" y="12231"/>
                </a:cubicBezTo>
                <a:cubicBezTo>
                  <a:pt x="444776" y="28770"/>
                  <a:pt x="444508" y="55852"/>
                  <a:pt x="461047" y="72721"/>
                </a:cubicBezTo>
                <a:lnTo>
                  <a:pt x="640744" y="256005"/>
                </a:lnTo>
                <a:cubicBezTo>
                  <a:pt x="649014" y="264439"/>
                  <a:pt x="659919" y="268723"/>
                  <a:pt x="670865" y="268832"/>
                </a:cubicBezTo>
                <a:close/>
                <a:moveTo>
                  <a:pt x="458430" y="661795"/>
                </a:moveTo>
                <a:lnTo>
                  <a:pt x="458430" y="661795"/>
                </a:lnTo>
                <a:lnTo>
                  <a:pt x="458429" y="661794"/>
                </a:lnTo>
                <a:close/>
                <a:moveTo>
                  <a:pt x="485601" y="672736"/>
                </a:moveTo>
                <a:cubicBezTo>
                  <a:pt x="495396" y="672640"/>
                  <a:pt x="505153" y="668806"/>
                  <a:pt x="512552" y="661260"/>
                </a:cubicBezTo>
                <a:lnTo>
                  <a:pt x="802255" y="365775"/>
                </a:lnTo>
                <a:lnTo>
                  <a:pt x="803894" y="361704"/>
                </a:lnTo>
                <a:lnTo>
                  <a:pt x="804115" y="361613"/>
                </a:lnTo>
                <a:cubicBezTo>
                  <a:pt x="810629" y="355098"/>
                  <a:pt x="814659" y="346098"/>
                  <a:pt x="814659" y="336157"/>
                </a:cubicBezTo>
                <a:cubicBezTo>
                  <a:pt x="814659" y="316275"/>
                  <a:pt x="798541" y="300157"/>
                  <a:pt x="778659" y="300157"/>
                </a:cubicBezTo>
                <a:lnTo>
                  <a:pt x="36000" y="300157"/>
                </a:lnTo>
                <a:cubicBezTo>
                  <a:pt x="16118" y="300157"/>
                  <a:pt x="0" y="316275"/>
                  <a:pt x="0" y="336157"/>
                </a:cubicBezTo>
                <a:cubicBezTo>
                  <a:pt x="0" y="356039"/>
                  <a:pt x="16118" y="372157"/>
                  <a:pt x="36000" y="372157"/>
                </a:cubicBezTo>
                <a:lnTo>
                  <a:pt x="688800" y="372157"/>
                </a:lnTo>
                <a:lnTo>
                  <a:pt x="457895" y="607672"/>
                </a:lnTo>
                <a:cubicBezTo>
                  <a:pt x="450495" y="615218"/>
                  <a:pt x="446856" y="625050"/>
                  <a:pt x="446953" y="634844"/>
                </a:cubicBezTo>
                <a:lnTo>
                  <a:pt x="458430" y="661795"/>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28" name="フリーフォーム 127">
            <a:extLst>
              <a:ext uri="{FF2B5EF4-FFF2-40B4-BE49-F238E27FC236}">
                <a16:creationId xmlns:a16="http://schemas.microsoft.com/office/drawing/2014/main" id="{11B612B5-A90A-5788-6A77-C7514CCB08D2}"/>
              </a:ext>
            </a:extLst>
          </p:cNvPr>
          <p:cNvSpPr/>
          <p:nvPr/>
        </p:nvSpPr>
        <p:spPr>
          <a:xfrm rot="18866034" flipV="1">
            <a:off x="10669811" y="5674941"/>
            <a:ext cx="607219" cy="603885"/>
          </a:xfrm>
          <a:custGeom>
            <a:avLst/>
            <a:gdLst>
              <a:gd name="connsiteX0" fmla="*/ 99212 w 607219"/>
              <a:gd name="connsiteY0" fmla="*/ 38273 h 603885"/>
              <a:gd name="connsiteX1" fmla="*/ 99213 w 607219"/>
              <a:gd name="connsiteY1" fmla="*/ 38272 h 603885"/>
              <a:gd name="connsiteX2" fmla="*/ 99212 w 607219"/>
              <a:gd name="connsiteY2" fmla="*/ 38272 h 603885"/>
              <a:gd name="connsiteX3" fmla="*/ 61706 w 607219"/>
              <a:gd name="connsiteY3" fmla="*/ 593089 h 603885"/>
              <a:gd name="connsiteX4" fmla="*/ 581631 w 607219"/>
              <a:gd name="connsiteY4" fmla="*/ 62787 h 603885"/>
              <a:gd name="connsiteX5" fmla="*/ 581128 w 607219"/>
              <a:gd name="connsiteY5" fmla="*/ 11878 h 603885"/>
              <a:gd name="connsiteX6" fmla="*/ 555569 w 607219"/>
              <a:gd name="connsiteY6" fmla="*/ 1586 h 603885"/>
              <a:gd name="connsiteX7" fmla="*/ 555349 w 607219"/>
              <a:gd name="connsiteY7" fmla="*/ 1680 h 603885"/>
              <a:gd name="connsiteX8" fmla="*/ 551295 w 607219"/>
              <a:gd name="connsiteY8" fmla="*/ 0 h 603885"/>
              <a:gd name="connsiteX9" fmla="*/ 137485 w 607219"/>
              <a:gd name="connsiteY9" fmla="*/ 0 h 603885"/>
              <a:gd name="connsiteX10" fmla="*/ 110423 w 607219"/>
              <a:gd name="connsiteY10" fmla="*/ 11210 h 603885"/>
              <a:gd name="connsiteX11" fmla="*/ 99213 w 607219"/>
              <a:gd name="connsiteY11" fmla="*/ 38272 h 603885"/>
              <a:gd name="connsiteX12" fmla="*/ 110422 w 607219"/>
              <a:gd name="connsiteY12" fmla="*/ 65335 h 603885"/>
              <a:gd name="connsiteX13" fmla="*/ 137485 w 607219"/>
              <a:gd name="connsiteY13" fmla="*/ 76545 h 603885"/>
              <a:gd name="connsiteX14" fmla="*/ 467310 w 607219"/>
              <a:gd name="connsiteY14" fmla="*/ 76545 h 603885"/>
              <a:gd name="connsiteX15" fmla="*/ 10293 w 607219"/>
              <a:gd name="connsiteY15" fmla="*/ 542683 h 603885"/>
              <a:gd name="connsiteX16" fmla="*/ 10796 w 607219"/>
              <a:gd name="connsiteY16" fmla="*/ 593592 h 603885"/>
              <a:gd name="connsiteX17" fmla="*/ 61706 w 607219"/>
              <a:gd name="connsiteY17" fmla="*/ 593089 h 603885"/>
              <a:gd name="connsiteX18" fmla="*/ 595283 w 607219"/>
              <a:gd name="connsiteY18" fmla="*/ 477603 h 603885"/>
              <a:gd name="connsiteX19" fmla="*/ 607211 w 607219"/>
              <a:gd name="connsiteY19" fmla="*/ 447115 h 603885"/>
              <a:gd name="connsiteX20" fmla="*/ 602139 w 607219"/>
              <a:gd name="connsiteY20" fmla="*/ 190486 h 603885"/>
              <a:gd name="connsiteX21" fmla="*/ 558527 w 607219"/>
              <a:gd name="connsiteY21" fmla="*/ 148565 h 603885"/>
              <a:gd name="connsiteX22" fmla="*/ 516606 w 607219"/>
              <a:gd name="connsiteY22" fmla="*/ 192177 h 603885"/>
              <a:gd name="connsiteX23" fmla="*/ 521677 w 607219"/>
              <a:gd name="connsiteY23" fmla="*/ 448805 h 603885"/>
              <a:gd name="connsiteX24" fmla="*/ 565290 w 607219"/>
              <a:gd name="connsiteY24" fmla="*/ 490727 h 603885"/>
              <a:gd name="connsiteX25" fmla="*/ 595283 w 607219"/>
              <a:gd name="connsiteY25" fmla="*/ 477603 h 603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7219" h="603885">
                <a:moveTo>
                  <a:pt x="99212" y="38273"/>
                </a:moveTo>
                <a:lnTo>
                  <a:pt x="99213" y="38272"/>
                </a:lnTo>
                <a:lnTo>
                  <a:pt x="99212" y="38272"/>
                </a:lnTo>
                <a:close/>
                <a:moveTo>
                  <a:pt x="61706" y="593089"/>
                </a:moveTo>
                <a:lnTo>
                  <a:pt x="581631" y="62787"/>
                </a:lnTo>
                <a:cubicBezTo>
                  <a:pt x="595550" y="48590"/>
                  <a:pt x="595325" y="25797"/>
                  <a:pt x="581128" y="11878"/>
                </a:cubicBezTo>
                <a:cubicBezTo>
                  <a:pt x="574029" y="4918"/>
                  <a:pt x="564781" y="1495"/>
                  <a:pt x="555569" y="1586"/>
                </a:cubicBezTo>
                <a:lnTo>
                  <a:pt x="555349" y="1680"/>
                </a:lnTo>
                <a:lnTo>
                  <a:pt x="551295" y="0"/>
                </a:lnTo>
                <a:lnTo>
                  <a:pt x="137485" y="0"/>
                </a:lnTo>
                <a:cubicBezTo>
                  <a:pt x="126916" y="0"/>
                  <a:pt x="117348" y="4284"/>
                  <a:pt x="110423" y="11210"/>
                </a:cubicBezTo>
                <a:lnTo>
                  <a:pt x="99213" y="38272"/>
                </a:lnTo>
                <a:lnTo>
                  <a:pt x="110422" y="65335"/>
                </a:lnTo>
                <a:cubicBezTo>
                  <a:pt x="117348" y="72261"/>
                  <a:pt x="126917" y="76545"/>
                  <a:pt x="137485" y="76545"/>
                </a:cubicBezTo>
                <a:lnTo>
                  <a:pt x="467310" y="76545"/>
                </a:lnTo>
                <a:lnTo>
                  <a:pt x="10293" y="542683"/>
                </a:lnTo>
                <a:cubicBezTo>
                  <a:pt x="-3626" y="556880"/>
                  <a:pt x="-3400" y="579673"/>
                  <a:pt x="10796" y="593592"/>
                </a:cubicBezTo>
                <a:cubicBezTo>
                  <a:pt x="24993" y="607511"/>
                  <a:pt x="47787" y="607286"/>
                  <a:pt x="61706" y="593089"/>
                </a:cubicBezTo>
                <a:close/>
                <a:moveTo>
                  <a:pt x="595283" y="477603"/>
                </a:moveTo>
                <a:cubicBezTo>
                  <a:pt x="602869" y="469711"/>
                  <a:pt x="607445" y="458924"/>
                  <a:pt x="607211" y="447115"/>
                </a:cubicBezTo>
                <a:lnTo>
                  <a:pt x="602139" y="190486"/>
                </a:lnTo>
                <a:cubicBezTo>
                  <a:pt x="601672" y="166867"/>
                  <a:pt x="582146" y="148098"/>
                  <a:pt x="558527" y="148565"/>
                </a:cubicBezTo>
                <a:cubicBezTo>
                  <a:pt x="534908" y="149032"/>
                  <a:pt x="516139" y="168557"/>
                  <a:pt x="516606" y="192177"/>
                </a:cubicBezTo>
                <a:lnTo>
                  <a:pt x="521677" y="448805"/>
                </a:lnTo>
                <a:cubicBezTo>
                  <a:pt x="522144" y="472425"/>
                  <a:pt x="541670" y="491193"/>
                  <a:pt x="565290" y="490727"/>
                </a:cubicBezTo>
                <a:cubicBezTo>
                  <a:pt x="577100" y="490492"/>
                  <a:pt x="587696" y="485495"/>
                  <a:pt x="595283" y="477603"/>
                </a:cubicBezTo>
                <a:close/>
              </a:path>
            </a:pathLst>
          </a:custGeom>
          <a:gradFill>
            <a:gsLst>
              <a:gs pos="0">
                <a:srgbClr val="0083B0"/>
              </a:gs>
              <a:gs pos="100000">
                <a:srgbClr val="00B4D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51" name="テキスト ボックス 50">
            <a:extLst>
              <a:ext uri="{FF2B5EF4-FFF2-40B4-BE49-F238E27FC236}">
                <a16:creationId xmlns:a16="http://schemas.microsoft.com/office/drawing/2014/main" id="{DDD3F31D-C722-7F0E-0A7D-0E4AE4D4F206}"/>
              </a:ext>
            </a:extLst>
          </p:cNvPr>
          <p:cNvSpPr txBox="1"/>
          <p:nvPr/>
        </p:nvSpPr>
        <p:spPr>
          <a:xfrm>
            <a:off x="263203" y="339936"/>
            <a:ext cx="1620957"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線・矢印</a:t>
            </a:r>
          </a:p>
        </p:txBody>
      </p:sp>
    </p:spTree>
    <p:extLst>
      <p:ext uri="{BB962C8B-B14F-4D97-AF65-F5344CB8AC3E}">
        <p14:creationId xmlns:p14="http://schemas.microsoft.com/office/powerpoint/2010/main" val="1660164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右矢印 1">
            <a:extLst>
              <a:ext uri="{FF2B5EF4-FFF2-40B4-BE49-F238E27FC236}">
                <a16:creationId xmlns:a16="http://schemas.microsoft.com/office/drawing/2014/main" id="{63B23F28-C8C7-606C-7946-0A209AEFE954}"/>
              </a:ext>
            </a:extLst>
          </p:cNvPr>
          <p:cNvSpPr/>
          <p:nvPr/>
        </p:nvSpPr>
        <p:spPr>
          <a:xfrm>
            <a:off x="725120" y="1162150"/>
            <a:ext cx="2743200" cy="1635617"/>
          </a:xfrm>
          <a:custGeom>
            <a:avLst/>
            <a:gdLst>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 name="connsiteX7" fmla="*/ 0 w 2743200"/>
              <a:gd name="connsiteY7" fmla="*/ 408904 h 1635617"/>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 name="connsiteX7" fmla="*/ 91440 w 2743200"/>
              <a:gd name="connsiteY7" fmla="*/ 500344 h 1635617"/>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3200" h="1635617">
                <a:moveTo>
                  <a:pt x="0" y="408904"/>
                </a:moveTo>
                <a:lnTo>
                  <a:pt x="1789096" y="408904"/>
                </a:lnTo>
                <a:lnTo>
                  <a:pt x="1789096" y="0"/>
                </a:lnTo>
                <a:lnTo>
                  <a:pt x="2743200" y="817809"/>
                </a:lnTo>
                <a:lnTo>
                  <a:pt x="1789096" y="1635617"/>
                </a:lnTo>
                <a:lnTo>
                  <a:pt x="1789096" y="1226713"/>
                </a:lnTo>
                <a:lnTo>
                  <a:pt x="0" y="1226713"/>
                </a:lnTo>
              </a:path>
            </a:pathLst>
          </a:custGeom>
          <a:solidFill>
            <a:schemeClr val="bg1">
              <a:lumMod val="9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右矢印 1">
            <a:extLst>
              <a:ext uri="{FF2B5EF4-FFF2-40B4-BE49-F238E27FC236}">
                <a16:creationId xmlns:a16="http://schemas.microsoft.com/office/drawing/2014/main" id="{F98ED48C-F7B3-7AD7-4153-14A2E937E4DC}"/>
              </a:ext>
            </a:extLst>
          </p:cNvPr>
          <p:cNvSpPr/>
          <p:nvPr/>
        </p:nvSpPr>
        <p:spPr>
          <a:xfrm>
            <a:off x="725120" y="3067225"/>
            <a:ext cx="2743200" cy="1635617"/>
          </a:xfrm>
          <a:custGeom>
            <a:avLst/>
            <a:gdLst>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 name="connsiteX7" fmla="*/ 0 w 2743200"/>
              <a:gd name="connsiteY7" fmla="*/ 408904 h 1635617"/>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 name="connsiteX7" fmla="*/ 91440 w 2743200"/>
              <a:gd name="connsiteY7" fmla="*/ 500344 h 1635617"/>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3200" h="1635617">
                <a:moveTo>
                  <a:pt x="0" y="408904"/>
                </a:moveTo>
                <a:lnTo>
                  <a:pt x="1789096" y="408904"/>
                </a:lnTo>
                <a:lnTo>
                  <a:pt x="1789096" y="0"/>
                </a:lnTo>
                <a:lnTo>
                  <a:pt x="2743200" y="817809"/>
                </a:lnTo>
                <a:lnTo>
                  <a:pt x="1789096" y="1635617"/>
                </a:lnTo>
                <a:lnTo>
                  <a:pt x="1789096" y="1226713"/>
                </a:lnTo>
                <a:lnTo>
                  <a:pt x="0" y="1226713"/>
                </a:lnTo>
              </a:path>
            </a:pathLst>
          </a:custGeom>
          <a:solidFill>
            <a:schemeClr val="bg1">
              <a:lumMod val="9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65A4BAE0-6B1D-4A60-D126-9EC540C4F674}"/>
              </a:ext>
            </a:extLst>
          </p:cNvPr>
          <p:cNvSpPr txBox="1"/>
          <p:nvPr/>
        </p:nvSpPr>
        <p:spPr>
          <a:xfrm>
            <a:off x="780660" y="3832781"/>
            <a:ext cx="979114" cy="400110"/>
          </a:xfrm>
          <a:prstGeom prst="rect">
            <a:avLst/>
          </a:prstGeom>
          <a:noFill/>
        </p:spPr>
        <p:txBody>
          <a:bodyPr wrap="none" rtlCol="0">
            <a:spAutoFit/>
          </a:bodyPr>
          <a:lstStyle/>
          <a:p>
            <a:r>
              <a:rPr lang="en-US" altLang="ja-JP" sz="2000" b="1" spc="300" dirty="0">
                <a:solidFill>
                  <a:srgbClr val="333333"/>
                </a:solidFill>
                <a:latin typeface="Avenir Next Demi Bold" panose="020B0503020202020204" pitchFamily="34" charset="0"/>
              </a:rPr>
              <a:t>Point</a:t>
            </a:r>
            <a:endParaRPr kumimoji="1" lang="ja-JP" altLang="en-US" sz="2000" b="1" spc="300">
              <a:solidFill>
                <a:srgbClr val="333333"/>
              </a:solidFill>
              <a:latin typeface="Avenir Next Demi Bold" panose="020B0503020202020204" pitchFamily="34" charset="0"/>
            </a:endParaRPr>
          </a:p>
        </p:txBody>
      </p:sp>
      <p:sp>
        <p:nvSpPr>
          <p:cNvPr id="5" name="テキスト ボックス 4">
            <a:extLst>
              <a:ext uri="{FF2B5EF4-FFF2-40B4-BE49-F238E27FC236}">
                <a16:creationId xmlns:a16="http://schemas.microsoft.com/office/drawing/2014/main" id="{ECA79A98-6F2D-D0FF-FA8E-740948277C81}"/>
              </a:ext>
            </a:extLst>
          </p:cNvPr>
          <p:cNvSpPr txBox="1"/>
          <p:nvPr/>
        </p:nvSpPr>
        <p:spPr>
          <a:xfrm>
            <a:off x="1651985" y="3497485"/>
            <a:ext cx="1107996" cy="923330"/>
          </a:xfrm>
          <a:prstGeom prst="rect">
            <a:avLst/>
          </a:prstGeom>
          <a:noFill/>
        </p:spPr>
        <p:txBody>
          <a:bodyPr wrap="none" rtlCol="0">
            <a:spAutoFit/>
          </a:bodyPr>
          <a:lstStyle/>
          <a:p>
            <a:r>
              <a:rPr lang="en-US" altLang="ja-JP" sz="5400" b="1" spc="300" dirty="0">
                <a:solidFill>
                  <a:srgbClr val="333333"/>
                </a:solidFill>
                <a:latin typeface="Avenir Next Demi Bold" panose="020B0503020202020204" pitchFamily="34" charset="0"/>
              </a:rPr>
              <a:t>03</a:t>
            </a:r>
            <a:endParaRPr kumimoji="1" lang="ja-JP" altLang="en-US" sz="5400" b="1" spc="300">
              <a:solidFill>
                <a:srgbClr val="333333"/>
              </a:solidFill>
              <a:latin typeface="Avenir Next Demi Bold" panose="020B0503020202020204" pitchFamily="34" charset="0"/>
            </a:endParaRPr>
          </a:p>
        </p:txBody>
      </p:sp>
      <p:sp>
        <p:nvSpPr>
          <p:cNvPr id="6" name="右矢印 1">
            <a:extLst>
              <a:ext uri="{FF2B5EF4-FFF2-40B4-BE49-F238E27FC236}">
                <a16:creationId xmlns:a16="http://schemas.microsoft.com/office/drawing/2014/main" id="{32B51E48-ACC8-E91B-81EA-80CDCDE94935}"/>
              </a:ext>
            </a:extLst>
          </p:cNvPr>
          <p:cNvSpPr/>
          <p:nvPr/>
        </p:nvSpPr>
        <p:spPr>
          <a:xfrm>
            <a:off x="3878905" y="1162150"/>
            <a:ext cx="2743200" cy="1635617"/>
          </a:xfrm>
          <a:custGeom>
            <a:avLst/>
            <a:gdLst>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 name="connsiteX7" fmla="*/ 0 w 2743200"/>
              <a:gd name="connsiteY7" fmla="*/ 408904 h 1635617"/>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 name="connsiteX7" fmla="*/ 91440 w 2743200"/>
              <a:gd name="connsiteY7" fmla="*/ 500344 h 1635617"/>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3200" h="1635617">
                <a:moveTo>
                  <a:pt x="0" y="408904"/>
                </a:moveTo>
                <a:lnTo>
                  <a:pt x="1789096" y="408904"/>
                </a:lnTo>
                <a:lnTo>
                  <a:pt x="1789096" y="0"/>
                </a:lnTo>
                <a:lnTo>
                  <a:pt x="2743200" y="817809"/>
                </a:lnTo>
                <a:lnTo>
                  <a:pt x="1789096" y="1635617"/>
                </a:lnTo>
                <a:lnTo>
                  <a:pt x="1789096" y="1226713"/>
                </a:lnTo>
                <a:lnTo>
                  <a:pt x="0" y="1226713"/>
                </a:lnTo>
              </a:path>
            </a:pathLst>
          </a:custGeom>
          <a:gradFill>
            <a:gsLst>
              <a:gs pos="0">
                <a:srgbClr val="0083B0"/>
              </a:gs>
              <a:gs pos="100000">
                <a:srgbClr val="00B4DB"/>
              </a:gs>
            </a:gsLst>
            <a:lin ang="5400000" scaled="1"/>
          </a:gradFill>
          <a:ln w="349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右矢印 1">
            <a:extLst>
              <a:ext uri="{FF2B5EF4-FFF2-40B4-BE49-F238E27FC236}">
                <a16:creationId xmlns:a16="http://schemas.microsoft.com/office/drawing/2014/main" id="{AEEF61BD-0D68-41E3-08A9-990DE237808E}"/>
              </a:ext>
            </a:extLst>
          </p:cNvPr>
          <p:cNvSpPr/>
          <p:nvPr/>
        </p:nvSpPr>
        <p:spPr>
          <a:xfrm>
            <a:off x="3878905" y="3033156"/>
            <a:ext cx="2743200" cy="1635617"/>
          </a:xfrm>
          <a:custGeom>
            <a:avLst/>
            <a:gdLst>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 name="connsiteX7" fmla="*/ 0 w 2743200"/>
              <a:gd name="connsiteY7" fmla="*/ 408904 h 1635617"/>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 name="connsiteX7" fmla="*/ 91440 w 2743200"/>
              <a:gd name="connsiteY7" fmla="*/ 500344 h 1635617"/>
              <a:gd name="connsiteX0" fmla="*/ 0 w 2743200"/>
              <a:gd name="connsiteY0" fmla="*/ 408904 h 1635617"/>
              <a:gd name="connsiteX1" fmla="*/ 1789096 w 2743200"/>
              <a:gd name="connsiteY1" fmla="*/ 408904 h 1635617"/>
              <a:gd name="connsiteX2" fmla="*/ 1789096 w 2743200"/>
              <a:gd name="connsiteY2" fmla="*/ 0 h 1635617"/>
              <a:gd name="connsiteX3" fmla="*/ 2743200 w 2743200"/>
              <a:gd name="connsiteY3" fmla="*/ 817809 h 1635617"/>
              <a:gd name="connsiteX4" fmla="*/ 1789096 w 2743200"/>
              <a:gd name="connsiteY4" fmla="*/ 1635617 h 1635617"/>
              <a:gd name="connsiteX5" fmla="*/ 1789096 w 2743200"/>
              <a:gd name="connsiteY5" fmla="*/ 1226713 h 1635617"/>
              <a:gd name="connsiteX6" fmla="*/ 0 w 2743200"/>
              <a:gd name="connsiteY6" fmla="*/ 1226713 h 1635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3200" h="1635617">
                <a:moveTo>
                  <a:pt x="0" y="408904"/>
                </a:moveTo>
                <a:lnTo>
                  <a:pt x="1789096" y="408904"/>
                </a:lnTo>
                <a:lnTo>
                  <a:pt x="1789096" y="0"/>
                </a:lnTo>
                <a:lnTo>
                  <a:pt x="2743200" y="817809"/>
                </a:lnTo>
                <a:lnTo>
                  <a:pt x="1789096" y="1635617"/>
                </a:lnTo>
                <a:lnTo>
                  <a:pt x="1789096" y="1226713"/>
                </a:lnTo>
                <a:lnTo>
                  <a:pt x="0" y="1226713"/>
                </a:lnTo>
              </a:path>
            </a:pathLst>
          </a:custGeom>
          <a:gradFill>
            <a:gsLst>
              <a:gs pos="0">
                <a:srgbClr val="0083B0"/>
              </a:gs>
              <a:gs pos="100000">
                <a:srgbClr val="00B4DB"/>
              </a:gs>
            </a:gsLst>
            <a:lin ang="5400000" scaled="1"/>
          </a:gradFill>
          <a:ln w="349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602581B-8C2E-D208-5CA7-09B11A5AE628}"/>
              </a:ext>
            </a:extLst>
          </p:cNvPr>
          <p:cNvSpPr txBox="1"/>
          <p:nvPr/>
        </p:nvSpPr>
        <p:spPr>
          <a:xfrm>
            <a:off x="3919454" y="3802801"/>
            <a:ext cx="979114" cy="400110"/>
          </a:xfrm>
          <a:prstGeom prst="rect">
            <a:avLst/>
          </a:prstGeom>
          <a:noFill/>
        </p:spPr>
        <p:txBody>
          <a:bodyPr wrap="none" rtlCol="0">
            <a:spAutoFit/>
          </a:bodyPr>
          <a:lstStyle/>
          <a:p>
            <a:r>
              <a:rPr lang="en-US" altLang="ja-JP" sz="2000" b="1" spc="300" dirty="0">
                <a:solidFill>
                  <a:schemeClr val="bg1"/>
                </a:solidFill>
                <a:latin typeface="Avenir Next Demi Bold" panose="020B0503020202020204" pitchFamily="34" charset="0"/>
              </a:rPr>
              <a:t>Point</a:t>
            </a:r>
            <a:endParaRPr kumimoji="1" lang="ja-JP" altLang="en-US" sz="2000" b="1" spc="300">
              <a:solidFill>
                <a:schemeClr val="bg1"/>
              </a:solidFill>
              <a:latin typeface="Avenir Next Demi Bold" panose="020B0503020202020204" pitchFamily="34" charset="0"/>
            </a:endParaRPr>
          </a:p>
        </p:txBody>
      </p:sp>
      <p:sp>
        <p:nvSpPr>
          <p:cNvPr id="9" name="テキスト ボックス 8">
            <a:extLst>
              <a:ext uri="{FF2B5EF4-FFF2-40B4-BE49-F238E27FC236}">
                <a16:creationId xmlns:a16="http://schemas.microsoft.com/office/drawing/2014/main" id="{6EF01F55-4F5D-4353-622F-3D090671F29F}"/>
              </a:ext>
            </a:extLst>
          </p:cNvPr>
          <p:cNvSpPr txBox="1"/>
          <p:nvPr/>
        </p:nvSpPr>
        <p:spPr>
          <a:xfrm>
            <a:off x="4790779" y="3467505"/>
            <a:ext cx="1107996" cy="923330"/>
          </a:xfrm>
          <a:prstGeom prst="rect">
            <a:avLst/>
          </a:prstGeom>
          <a:noFill/>
        </p:spPr>
        <p:txBody>
          <a:bodyPr wrap="none" rtlCol="0">
            <a:spAutoFit/>
          </a:bodyPr>
          <a:lstStyle/>
          <a:p>
            <a:r>
              <a:rPr lang="en-US" altLang="ja-JP" sz="5400" b="1" spc="300" dirty="0">
                <a:solidFill>
                  <a:schemeClr val="bg1"/>
                </a:solidFill>
                <a:latin typeface="Avenir Next Demi Bold" panose="020B0503020202020204" pitchFamily="34" charset="0"/>
              </a:rPr>
              <a:t>03</a:t>
            </a:r>
            <a:endParaRPr kumimoji="1" lang="ja-JP" altLang="en-US" sz="5400" b="1" spc="300">
              <a:solidFill>
                <a:schemeClr val="bg1"/>
              </a:solidFill>
              <a:latin typeface="Avenir Next Demi Bold" panose="020B0503020202020204" pitchFamily="34" charset="0"/>
            </a:endParaRPr>
          </a:p>
        </p:txBody>
      </p:sp>
      <p:sp>
        <p:nvSpPr>
          <p:cNvPr id="11" name="右矢印 10">
            <a:extLst>
              <a:ext uri="{FF2B5EF4-FFF2-40B4-BE49-F238E27FC236}">
                <a16:creationId xmlns:a16="http://schemas.microsoft.com/office/drawing/2014/main" id="{CBA6B9FE-F85D-1F00-C064-9FDFCC6031D1}"/>
              </a:ext>
            </a:extLst>
          </p:cNvPr>
          <p:cNvSpPr/>
          <p:nvPr/>
        </p:nvSpPr>
        <p:spPr>
          <a:xfrm>
            <a:off x="7230421" y="1362289"/>
            <a:ext cx="4457329" cy="1235337"/>
          </a:xfrm>
          <a:custGeom>
            <a:avLst/>
            <a:gdLst>
              <a:gd name="connsiteX0" fmla="*/ 0 w 2501660"/>
              <a:gd name="connsiteY0" fmla="*/ 349477 h 1235337"/>
              <a:gd name="connsiteX1" fmla="*/ 1883992 w 2501660"/>
              <a:gd name="connsiteY1" fmla="*/ 349477 h 1235337"/>
              <a:gd name="connsiteX2" fmla="*/ 1883992 w 2501660"/>
              <a:gd name="connsiteY2" fmla="*/ 0 h 1235337"/>
              <a:gd name="connsiteX3" fmla="*/ 2501660 w 2501660"/>
              <a:gd name="connsiteY3" fmla="*/ 617669 h 1235337"/>
              <a:gd name="connsiteX4" fmla="*/ 1883992 w 2501660"/>
              <a:gd name="connsiteY4" fmla="*/ 1235337 h 1235337"/>
              <a:gd name="connsiteX5" fmla="*/ 1883992 w 2501660"/>
              <a:gd name="connsiteY5" fmla="*/ 885860 h 1235337"/>
              <a:gd name="connsiteX6" fmla="*/ 0 w 2501660"/>
              <a:gd name="connsiteY6" fmla="*/ 885860 h 1235337"/>
              <a:gd name="connsiteX7" fmla="*/ 0 w 2501660"/>
              <a:gd name="connsiteY7" fmla="*/ 349477 h 1235337"/>
              <a:gd name="connsiteX0" fmla="*/ 0 w 2501660"/>
              <a:gd name="connsiteY0" fmla="*/ 885860 h 1235337"/>
              <a:gd name="connsiteX1" fmla="*/ 1883992 w 2501660"/>
              <a:gd name="connsiteY1" fmla="*/ 349477 h 1235337"/>
              <a:gd name="connsiteX2" fmla="*/ 1883992 w 2501660"/>
              <a:gd name="connsiteY2" fmla="*/ 0 h 1235337"/>
              <a:gd name="connsiteX3" fmla="*/ 2501660 w 2501660"/>
              <a:gd name="connsiteY3" fmla="*/ 617669 h 1235337"/>
              <a:gd name="connsiteX4" fmla="*/ 1883992 w 2501660"/>
              <a:gd name="connsiteY4" fmla="*/ 1235337 h 1235337"/>
              <a:gd name="connsiteX5" fmla="*/ 1883992 w 2501660"/>
              <a:gd name="connsiteY5" fmla="*/ 885860 h 1235337"/>
              <a:gd name="connsiteX6" fmla="*/ 0 w 2501660"/>
              <a:gd name="connsiteY6" fmla="*/ 885860 h 1235337"/>
              <a:gd name="connsiteX0" fmla="*/ 0 w 2521980"/>
              <a:gd name="connsiteY0" fmla="*/ 591220 h 1235337"/>
              <a:gd name="connsiteX1" fmla="*/ 1904312 w 2521980"/>
              <a:gd name="connsiteY1" fmla="*/ 349477 h 1235337"/>
              <a:gd name="connsiteX2" fmla="*/ 1904312 w 2521980"/>
              <a:gd name="connsiteY2" fmla="*/ 0 h 1235337"/>
              <a:gd name="connsiteX3" fmla="*/ 2521980 w 2521980"/>
              <a:gd name="connsiteY3" fmla="*/ 617669 h 1235337"/>
              <a:gd name="connsiteX4" fmla="*/ 1904312 w 2521980"/>
              <a:gd name="connsiteY4" fmla="*/ 1235337 h 1235337"/>
              <a:gd name="connsiteX5" fmla="*/ 1904312 w 2521980"/>
              <a:gd name="connsiteY5" fmla="*/ 885860 h 1235337"/>
              <a:gd name="connsiteX6" fmla="*/ 0 w 2521980"/>
              <a:gd name="connsiteY6" fmla="*/ 591220 h 1235337"/>
              <a:gd name="connsiteX0" fmla="*/ 0 w 2491500"/>
              <a:gd name="connsiteY0" fmla="*/ 631860 h 1235337"/>
              <a:gd name="connsiteX1" fmla="*/ 1873832 w 2491500"/>
              <a:gd name="connsiteY1" fmla="*/ 349477 h 1235337"/>
              <a:gd name="connsiteX2" fmla="*/ 1873832 w 2491500"/>
              <a:gd name="connsiteY2" fmla="*/ 0 h 1235337"/>
              <a:gd name="connsiteX3" fmla="*/ 2491500 w 2491500"/>
              <a:gd name="connsiteY3" fmla="*/ 617669 h 1235337"/>
              <a:gd name="connsiteX4" fmla="*/ 1873832 w 2491500"/>
              <a:gd name="connsiteY4" fmla="*/ 1235337 h 1235337"/>
              <a:gd name="connsiteX5" fmla="*/ 1873832 w 2491500"/>
              <a:gd name="connsiteY5" fmla="*/ 885860 h 1235337"/>
              <a:gd name="connsiteX6" fmla="*/ 0 w 2491500"/>
              <a:gd name="connsiteY6" fmla="*/ 631860 h 1235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1500" h="1235337">
                <a:moveTo>
                  <a:pt x="0" y="631860"/>
                </a:moveTo>
                <a:lnTo>
                  <a:pt x="1873832" y="349477"/>
                </a:lnTo>
                <a:lnTo>
                  <a:pt x="1873832" y="0"/>
                </a:lnTo>
                <a:lnTo>
                  <a:pt x="2491500" y="617669"/>
                </a:lnTo>
                <a:lnTo>
                  <a:pt x="1873832" y="1235337"/>
                </a:lnTo>
                <a:lnTo>
                  <a:pt x="1873832" y="885860"/>
                </a:lnTo>
                <a:lnTo>
                  <a:pt x="0" y="63186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図形 13">
            <a:extLst>
              <a:ext uri="{FF2B5EF4-FFF2-40B4-BE49-F238E27FC236}">
                <a16:creationId xmlns:a16="http://schemas.microsoft.com/office/drawing/2014/main" id="{2E804342-A4D7-4CC0-5814-67BA9EC5E6E5}"/>
              </a:ext>
            </a:extLst>
          </p:cNvPr>
          <p:cNvSpPr/>
          <p:nvPr/>
        </p:nvSpPr>
        <p:spPr>
          <a:xfrm rot="18000000" flipV="1">
            <a:off x="7155140" y="2901066"/>
            <a:ext cx="2559989" cy="1599995"/>
          </a:xfrm>
          <a:prstGeom prst="swooshArrow">
            <a:avLst>
              <a:gd name="adj1" fmla="val 24003"/>
              <a:gd name="adj2" fmla="val 42245"/>
            </a:avLst>
          </a:prstGeom>
          <a:solidFill>
            <a:srgbClr val="444444"/>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ja-JP" altLang="en-US"/>
          </a:p>
        </p:txBody>
      </p:sp>
      <p:sp>
        <p:nvSpPr>
          <p:cNvPr id="22" name="U ターン矢印 21">
            <a:extLst>
              <a:ext uri="{FF2B5EF4-FFF2-40B4-BE49-F238E27FC236}">
                <a16:creationId xmlns:a16="http://schemas.microsoft.com/office/drawing/2014/main" id="{D5E8C98F-4FA8-2BC2-5D9B-21FA9EBEC5D5}"/>
              </a:ext>
            </a:extLst>
          </p:cNvPr>
          <p:cNvSpPr/>
          <p:nvPr/>
        </p:nvSpPr>
        <p:spPr>
          <a:xfrm>
            <a:off x="807028" y="5185768"/>
            <a:ext cx="851496" cy="879231"/>
          </a:xfrm>
          <a:prstGeom prst="uturnArrow">
            <a:avLst>
              <a:gd name="adj1" fmla="val 5922"/>
              <a:gd name="adj2" fmla="val 10922"/>
              <a:gd name="adj3" fmla="val 17844"/>
              <a:gd name="adj4" fmla="val 57173"/>
              <a:gd name="adj5" fmla="val 10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nvGrpSpPr>
          <p:cNvPr id="40" name="グループ化 39">
            <a:extLst>
              <a:ext uri="{FF2B5EF4-FFF2-40B4-BE49-F238E27FC236}">
                <a16:creationId xmlns:a16="http://schemas.microsoft.com/office/drawing/2014/main" id="{2A5AB926-29A8-733E-C152-563991850908}"/>
              </a:ext>
            </a:extLst>
          </p:cNvPr>
          <p:cNvGrpSpPr/>
          <p:nvPr/>
        </p:nvGrpSpPr>
        <p:grpSpPr>
          <a:xfrm>
            <a:off x="2311979" y="5260500"/>
            <a:ext cx="686091" cy="758735"/>
            <a:chOff x="2311979" y="5260500"/>
            <a:chExt cx="686091" cy="758735"/>
          </a:xfrm>
        </p:grpSpPr>
        <p:sp>
          <p:nvSpPr>
            <p:cNvPr id="25" name="三角形 24">
              <a:extLst>
                <a:ext uri="{FF2B5EF4-FFF2-40B4-BE49-F238E27FC236}">
                  <a16:creationId xmlns:a16="http://schemas.microsoft.com/office/drawing/2014/main" id="{A68F8A31-45D3-30CB-2853-BDD359CBDA4C}"/>
                </a:ext>
              </a:extLst>
            </p:cNvPr>
            <p:cNvSpPr/>
            <p:nvPr/>
          </p:nvSpPr>
          <p:spPr>
            <a:xfrm rot="16200000">
              <a:off x="2536901" y="5883967"/>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円弧 25">
              <a:extLst>
                <a:ext uri="{FF2B5EF4-FFF2-40B4-BE49-F238E27FC236}">
                  <a16:creationId xmlns:a16="http://schemas.microsoft.com/office/drawing/2014/main" id="{3E1BC4D3-3A86-5185-BB6B-39A7D901CBE9}"/>
                </a:ext>
              </a:extLst>
            </p:cNvPr>
            <p:cNvSpPr/>
            <p:nvPr/>
          </p:nvSpPr>
          <p:spPr>
            <a:xfrm>
              <a:off x="2311979" y="5260500"/>
              <a:ext cx="686091" cy="686091"/>
            </a:xfrm>
            <a:prstGeom prst="arc">
              <a:avLst>
                <a:gd name="adj1" fmla="val 10910486"/>
                <a:gd name="adj2" fmla="val 5289873"/>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42" name="グループ化 41">
            <a:extLst>
              <a:ext uri="{FF2B5EF4-FFF2-40B4-BE49-F238E27FC236}">
                <a16:creationId xmlns:a16="http://schemas.microsoft.com/office/drawing/2014/main" id="{C4AE362C-601D-DCDB-5F1D-C4B583E55F35}"/>
              </a:ext>
            </a:extLst>
          </p:cNvPr>
          <p:cNvGrpSpPr/>
          <p:nvPr/>
        </p:nvGrpSpPr>
        <p:grpSpPr>
          <a:xfrm>
            <a:off x="4979859" y="5272344"/>
            <a:ext cx="756940" cy="686091"/>
            <a:chOff x="4979859" y="5272344"/>
            <a:chExt cx="756940" cy="686091"/>
          </a:xfrm>
        </p:grpSpPr>
        <p:sp>
          <p:nvSpPr>
            <p:cNvPr id="28" name="三角形 27">
              <a:extLst>
                <a:ext uri="{FF2B5EF4-FFF2-40B4-BE49-F238E27FC236}">
                  <a16:creationId xmlns:a16="http://schemas.microsoft.com/office/drawing/2014/main" id="{CC76F189-9494-31A5-646A-AAD4004D837A}"/>
                </a:ext>
              </a:extLst>
            </p:cNvPr>
            <p:cNvSpPr/>
            <p:nvPr/>
          </p:nvSpPr>
          <p:spPr>
            <a:xfrm rot="10800000">
              <a:off x="5591511" y="5615389"/>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弧 28">
              <a:extLst>
                <a:ext uri="{FF2B5EF4-FFF2-40B4-BE49-F238E27FC236}">
                  <a16:creationId xmlns:a16="http://schemas.microsoft.com/office/drawing/2014/main" id="{D0567DCB-8D71-E18A-1692-A1AF60DEE11C}"/>
                </a:ext>
              </a:extLst>
            </p:cNvPr>
            <p:cNvSpPr/>
            <p:nvPr/>
          </p:nvSpPr>
          <p:spPr>
            <a:xfrm>
              <a:off x="4979859" y="5272344"/>
              <a:ext cx="686091" cy="686091"/>
            </a:xfrm>
            <a:prstGeom prst="arc">
              <a:avLst>
                <a:gd name="adj1" fmla="val 10910486"/>
                <a:gd name="adj2" fmla="val 94069"/>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44" name="グループ化 43">
            <a:extLst>
              <a:ext uri="{FF2B5EF4-FFF2-40B4-BE49-F238E27FC236}">
                <a16:creationId xmlns:a16="http://schemas.microsoft.com/office/drawing/2014/main" id="{6B42FB1F-4BE6-2388-787D-478789AFC83F}"/>
              </a:ext>
            </a:extLst>
          </p:cNvPr>
          <p:cNvGrpSpPr/>
          <p:nvPr/>
        </p:nvGrpSpPr>
        <p:grpSpPr>
          <a:xfrm>
            <a:off x="6289036" y="5185768"/>
            <a:ext cx="686091" cy="760823"/>
            <a:chOff x="6373120" y="5185768"/>
            <a:chExt cx="686091" cy="760823"/>
          </a:xfrm>
        </p:grpSpPr>
        <p:sp>
          <p:nvSpPr>
            <p:cNvPr id="30" name="三角形 29">
              <a:extLst>
                <a:ext uri="{FF2B5EF4-FFF2-40B4-BE49-F238E27FC236}">
                  <a16:creationId xmlns:a16="http://schemas.microsoft.com/office/drawing/2014/main" id="{60749750-46F7-9AFF-34F7-FEC126BBFA92}"/>
                </a:ext>
              </a:extLst>
            </p:cNvPr>
            <p:cNvSpPr/>
            <p:nvPr/>
          </p:nvSpPr>
          <p:spPr>
            <a:xfrm rot="5400000">
              <a:off x="6707109" y="5195788"/>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弧 30">
              <a:extLst>
                <a:ext uri="{FF2B5EF4-FFF2-40B4-BE49-F238E27FC236}">
                  <a16:creationId xmlns:a16="http://schemas.microsoft.com/office/drawing/2014/main" id="{B33E2FF5-A355-E784-5A13-DD7FAC221E6C}"/>
                </a:ext>
              </a:extLst>
            </p:cNvPr>
            <p:cNvSpPr/>
            <p:nvPr/>
          </p:nvSpPr>
          <p:spPr>
            <a:xfrm>
              <a:off x="6373120" y="5260500"/>
              <a:ext cx="686091" cy="686091"/>
            </a:xfrm>
            <a:prstGeom prst="arc">
              <a:avLst>
                <a:gd name="adj1" fmla="val 10910486"/>
                <a:gd name="adj2" fmla="val 16296275"/>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45" name="グループ化 44">
            <a:extLst>
              <a:ext uri="{FF2B5EF4-FFF2-40B4-BE49-F238E27FC236}">
                <a16:creationId xmlns:a16="http://schemas.microsoft.com/office/drawing/2014/main" id="{0FEA7918-5558-F886-E433-7F3CB47D51B9}"/>
              </a:ext>
            </a:extLst>
          </p:cNvPr>
          <p:cNvGrpSpPr/>
          <p:nvPr/>
        </p:nvGrpSpPr>
        <p:grpSpPr>
          <a:xfrm>
            <a:off x="7994704" y="5241110"/>
            <a:ext cx="686091" cy="705698"/>
            <a:chOff x="6499331" y="5709187"/>
            <a:chExt cx="686091" cy="705698"/>
          </a:xfrm>
        </p:grpSpPr>
        <p:sp>
          <p:nvSpPr>
            <p:cNvPr id="32" name="三角形 31">
              <a:extLst>
                <a:ext uri="{FF2B5EF4-FFF2-40B4-BE49-F238E27FC236}">
                  <a16:creationId xmlns:a16="http://schemas.microsoft.com/office/drawing/2014/main" id="{AEA5818E-C5C9-EEF9-09F0-BDC541D9A72C}"/>
                </a:ext>
              </a:extLst>
            </p:cNvPr>
            <p:cNvSpPr/>
            <p:nvPr/>
          </p:nvSpPr>
          <p:spPr>
            <a:xfrm rot="2801233">
              <a:off x="6577930" y="5719207"/>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円弧 32">
              <a:extLst>
                <a:ext uri="{FF2B5EF4-FFF2-40B4-BE49-F238E27FC236}">
                  <a16:creationId xmlns:a16="http://schemas.microsoft.com/office/drawing/2014/main" id="{43D2E2A1-541E-268C-487A-BE10BEDDC8FC}"/>
                </a:ext>
              </a:extLst>
            </p:cNvPr>
            <p:cNvSpPr/>
            <p:nvPr/>
          </p:nvSpPr>
          <p:spPr>
            <a:xfrm>
              <a:off x="6499331" y="5728794"/>
              <a:ext cx="686091" cy="686091"/>
            </a:xfrm>
            <a:prstGeom prst="arc">
              <a:avLst>
                <a:gd name="adj1" fmla="val 10910486"/>
                <a:gd name="adj2" fmla="val 13610394"/>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B31ED789-5374-5140-4F89-50F2DAACD6D8}"/>
              </a:ext>
            </a:extLst>
          </p:cNvPr>
          <p:cNvGrpSpPr/>
          <p:nvPr/>
        </p:nvGrpSpPr>
        <p:grpSpPr>
          <a:xfrm>
            <a:off x="3502949" y="5260499"/>
            <a:ext cx="686091" cy="686091"/>
            <a:chOff x="3618358" y="5260499"/>
            <a:chExt cx="686091" cy="686091"/>
          </a:xfrm>
        </p:grpSpPr>
        <p:sp>
          <p:nvSpPr>
            <p:cNvPr id="35" name="三角形 34">
              <a:extLst>
                <a:ext uri="{FF2B5EF4-FFF2-40B4-BE49-F238E27FC236}">
                  <a16:creationId xmlns:a16="http://schemas.microsoft.com/office/drawing/2014/main" id="{1920A1FD-160A-D8CB-2626-6FBAE6B5E33E}"/>
                </a:ext>
              </a:extLst>
            </p:cNvPr>
            <p:cNvSpPr/>
            <p:nvPr/>
          </p:nvSpPr>
          <p:spPr>
            <a:xfrm rot="13162229">
              <a:off x="4123805" y="5790013"/>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円弧 35">
              <a:extLst>
                <a:ext uri="{FF2B5EF4-FFF2-40B4-BE49-F238E27FC236}">
                  <a16:creationId xmlns:a16="http://schemas.microsoft.com/office/drawing/2014/main" id="{687B9D5D-57F3-5604-86DD-348F933AF1CA}"/>
                </a:ext>
              </a:extLst>
            </p:cNvPr>
            <p:cNvSpPr/>
            <p:nvPr/>
          </p:nvSpPr>
          <p:spPr>
            <a:xfrm>
              <a:off x="3618358" y="5260499"/>
              <a:ext cx="686091" cy="686091"/>
            </a:xfrm>
            <a:prstGeom prst="arc">
              <a:avLst>
                <a:gd name="adj1" fmla="val 10910486"/>
                <a:gd name="adj2" fmla="val 2292417"/>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46" name="グループ化 45">
            <a:extLst>
              <a:ext uri="{FF2B5EF4-FFF2-40B4-BE49-F238E27FC236}">
                <a16:creationId xmlns:a16="http://schemas.microsoft.com/office/drawing/2014/main" id="{99F97A4A-D063-8958-8E00-127625FA7A5D}"/>
              </a:ext>
            </a:extLst>
          </p:cNvPr>
          <p:cNvGrpSpPr/>
          <p:nvPr/>
        </p:nvGrpSpPr>
        <p:grpSpPr>
          <a:xfrm rot="10800000">
            <a:off x="4924942" y="5570451"/>
            <a:ext cx="756940" cy="686091"/>
            <a:chOff x="4979859" y="5272344"/>
            <a:chExt cx="756940" cy="686091"/>
          </a:xfrm>
        </p:grpSpPr>
        <p:sp>
          <p:nvSpPr>
            <p:cNvPr id="47" name="三角形 46">
              <a:extLst>
                <a:ext uri="{FF2B5EF4-FFF2-40B4-BE49-F238E27FC236}">
                  <a16:creationId xmlns:a16="http://schemas.microsoft.com/office/drawing/2014/main" id="{38C15F0E-17A2-3474-30C7-0CEFBB7720AB}"/>
                </a:ext>
              </a:extLst>
            </p:cNvPr>
            <p:cNvSpPr/>
            <p:nvPr/>
          </p:nvSpPr>
          <p:spPr>
            <a:xfrm rot="10800000">
              <a:off x="5591511" y="5615389"/>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円弧 47">
              <a:extLst>
                <a:ext uri="{FF2B5EF4-FFF2-40B4-BE49-F238E27FC236}">
                  <a16:creationId xmlns:a16="http://schemas.microsoft.com/office/drawing/2014/main" id="{95958140-FF80-4C75-7C87-D54CDC16EE4F}"/>
                </a:ext>
              </a:extLst>
            </p:cNvPr>
            <p:cNvSpPr/>
            <p:nvPr/>
          </p:nvSpPr>
          <p:spPr>
            <a:xfrm>
              <a:off x="4979859" y="5272344"/>
              <a:ext cx="686091" cy="686091"/>
            </a:xfrm>
            <a:prstGeom prst="arc">
              <a:avLst>
                <a:gd name="adj1" fmla="val 10910486"/>
                <a:gd name="adj2" fmla="val 94069"/>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49" name="グループ化 48">
            <a:extLst>
              <a:ext uri="{FF2B5EF4-FFF2-40B4-BE49-F238E27FC236}">
                <a16:creationId xmlns:a16="http://schemas.microsoft.com/office/drawing/2014/main" id="{477BAE2F-9B92-3746-AC17-BAA61B2AD7CC}"/>
              </a:ext>
            </a:extLst>
          </p:cNvPr>
          <p:cNvGrpSpPr/>
          <p:nvPr/>
        </p:nvGrpSpPr>
        <p:grpSpPr>
          <a:xfrm rot="10800000">
            <a:off x="3689547" y="5569964"/>
            <a:ext cx="686091" cy="686091"/>
            <a:chOff x="3618358" y="5260499"/>
            <a:chExt cx="686091" cy="686091"/>
          </a:xfrm>
        </p:grpSpPr>
        <p:sp>
          <p:nvSpPr>
            <p:cNvPr id="50" name="三角形 49">
              <a:extLst>
                <a:ext uri="{FF2B5EF4-FFF2-40B4-BE49-F238E27FC236}">
                  <a16:creationId xmlns:a16="http://schemas.microsoft.com/office/drawing/2014/main" id="{902FE16C-2B9E-E982-8D72-9A18F18BC854}"/>
                </a:ext>
              </a:extLst>
            </p:cNvPr>
            <p:cNvSpPr/>
            <p:nvPr/>
          </p:nvSpPr>
          <p:spPr>
            <a:xfrm rot="13162229">
              <a:off x="4123805" y="5790013"/>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弧 50">
              <a:extLst>
                <a:ext uri="{FF2B5EF4-FFF2-40B4-BE49-F238E27FC236}">
                  <a16:creationId xmlns:a16="http://schemas.microsoft.com/office/drawing/2014/main" id="{02071D26-7540-9501-870C-48EA6ABC65DE}"/>
                </a:ext>
              </a:extLst>
            </p:cNvPr>
            <p:cNvSpPr/>
            <p:nvPr/>
          </p:nvSpPr>
          <p:spPr>
            <a:xfrm>
              <a:off x="3618358" y="5260499"/>
              <a:ext cx="686091" cy="686091"/>
            </a:xfrm>
            <a:prstGeom prst="arc">
              <a:avLst>
                <a:gd name="adj1" fmla="val 10910486"/>
                <a:gd name="adj2" fmla="val 2292417"/>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52" name="グループ化 51">
            <a:extLst>
              <a:ext uri="{FF2B5EF4-FFF2-40B4-BE49-F238E27FC236}">
                <a16:creationId xmlns:a16="http://schemas.microsoft.com/office/drawing/2014/main" id="{C284BDA1-F5C5-BE9D-89D9-94F2D37AC625}"/>
              </a:ext>
            </a:extLst>
          </p:cNvPr>
          <p:cNvGrpSpPr/>
          <p:nvPr/>
        </p:nvGrpSpPr>
        <p:grpSpPr>
          <a:xfrm rot="10800000">
            <a:off x="2311979" y="5569424"/>
            <a:ext cx="686091" cy="758735"/>
            <a:chOff x="2311979" y="5260500"/>
            <a:chExt cx="686091" cy="758735"/>
          </a:xfrm>
        </p:grpSpPr>
        <p:sp>
          <p:nvSpPr>
            <p:cNvPr id="55" name="三角形 54">
              <a:extLst>
                <a:ext uri="{FF2B5EF4-FFF2-40B4-BE49-F238E27FC236}">
                  <a16:creationId xmlns:a16="http://schemas.microsoft.com/office/drawing/2014/main" id="{A739C9A5-84AD-D62E-C652-A93BD4F87741}"/>
                </a:ext>
              </a:extLst>
            </p:cNvPr>
            <p:cNvSpPr/>
            <p:nvPr/>
          </p:nvSpPr>
          <p:spPr>
            <a:xfrm rot="16200000">
              <a:off x="2536901" y="5883967"/>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円弧 55">
              <a:extLst>
                <a:ext uri="{FF2B5EF4-FFF2-40B4-BE49-F238E27FC236}">
                  <a16:creationId xmlns:a16="http://schemas.microsoft.com/office/drawing/2014/main" id="{7F705A77-6E91-8634-323C-B71A20F2701D}"/>
                </a:ext>
              </a:extLst>
            </p:cNvPr>
            <p:cNvSpPr/>
            <p:nvPr/>
          </p:nvSpPr>
          <p:spPr>
            <a:xfrm>
              <a:off x="2311979" y="5260500"/>
              <a:ext cx="686091" cy="686091"/>
            </a:xfrm>
            <a:prstGeom prst="arc">
              <a:avLst>
                <a:gd name="adj1" fmla="val 10910486"/>
                <a:gd name="adj2" fmla="val 5289873"/>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57" name="グループ化 56">
            <a:extLst>
              <a:ext uri="{FF2B5EF4-FFF2-40B4-BE49-F238E27FC236}">
                <a16:creationId xmlns:a16="http://schemas.microsoft.com/office/drawing/2014/main" id="{8A4FCC1B-56C4-7D65-0346-78068137BF29}"/>
              </a:ext>
            </a:extLst>
          </p:cNvPr>
          <p:cNvGrpSpPr/>
          <p:nvPr/>
        </p:nvGrpSpPr>
        <p:grpSpPr>
          <a:xfrm rot="5400000">
            <a:off x="6581696" y="5210935"/>
            <a:ext cx="686091" cy="760823"/>
            <a:chOff x="6373120" y="5185768"/>
            <a:chExt cx="686091" cy="760823"/>
          </a:xfrm>
        </p:grpSpPr>
        <p:sp>
          <p:nvSpPr>
            <p:cNvPr id="58" name="三角形 57">
              <a:extLst>
                <a:ext uri="{FF2B5EF4-FFF2-40B4-BE49-F238E27FC236}">
                  <a16:creationId xmlns:a16="http://schemas.microsoft.com/office/drawing/2014/main" id="{62453ECE-E405-2071-689A-A5CAB2A0F94D}"/>
                </a:ext>
              </a:extLst>
            </p:cNvPr>
            <p:cNvSpPr/>
            <p:nvPr/>
          </p:nvSpPr>
          <p:spPr>
            <a:xfrm rot="5400000">
              <a:off x="6707109" y="5195788"/>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円弧 58">
              <a:extLst>
                <a:ext uri="{FF2B5EF4-FFF2-40B4-BE49-F238E27FC236}">
                  <a16:creationId xmlns:a16="http://schemas.microsoft.com/office/drawing/2014/main" id="{7919ED66-FCEE-45FE-ACD5-E393B837171F}"/>
                </a:ext>
              </a:extLst>
            </p:cNvPr>
            <p:cNvSpPr/>
            <p:nvPr/>
          </p:nvSpPr>
          <p:spPr>
            <a:xfrm>
              <a:off x="6373120" y="5260500"/>
              <a:ext cx="686091" cy="686091"/>
            </a:xfrm>
            <a:prstGeom prst="arc">
              <a:avLst>
                <a:gd name="adj1" fmla="val 10910486"/>
                <a:gd name="adj2" fmla="val 16296275"/>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60" name="グループ化 59">
            <a:extLst>
              <a:ext uri="{FF2B5EF4-FFF2-40B4-BE49-F238E27FC236}">
                <a16:creationId xmlns:a16="http://schemas.microsoft.com/office/drawing/2014/main" id="{CFDB81A7-9C12-1A91-6D23-04AA67CF64F5}"/>
              </a:ext>
            </a:extLst>
          </p:cNvPr>
          <p:cNvGrpSpPr/>
          <p:nvPr/>
        </p:nvGrpSpPr>
        <p:grpSpPr>
          <a:xfrm rot="10800000">
            <a:off x="6562644" y="5493534"/>
            <a:ext cx="686091" cy="760823"/>
            <a:chOff x="6373120" y="5185768"/>
            <a:chExt cx="686091" cy="760823"/>
          </a:xfrm>
        </p:grpSpPr>
        <p:sp>
          <p:nvSpPr>
            <p:cNvPr id="61" name="三角形 60">
              <a:extLst>
                <a:ext uri="{FF2B5EF4-FFF2-40B4-BE49-F238E27FC236}">
                  <a16:creationId xmlns:a16="http://schemas.microsoft.com/office/drawing/2014/main" id="{21B663D8-C02A-D371-BEF2-35952704D6D7}"/>
                </a:ext>
              </a:extLst>
            </p:cNvPr>
            <p:cNvSpPr/>
            <p:nvPr/>
          </p:nvSpPr>
          <p:spPr>
            <a:xfrm rot="5400000">
              <a:off x="6707109" y="5195788"/>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円弧 68">
              <a:extLst>
                <a:ext uri="{FF2B5EF4-FFF2-40B4-BE49-F238E27FC236}">
                  <a16:creationId xmlns:a16="http://schemas.microsoft.com/office/drawing/2014/main" id="{ABF14124-D3D1-CBAC-60B7-BFF34513BA0A}"/>
                </a:ext>
              </a:extLst>
            </p:cNvPr>
            <p:cNvSpPr/>
            <p:nvPr/>
          </p:nvSpPr>
          <p:spPr>
            <a:xfrm>
              <a:off x="6373120" y="5260500"/>
              <a:ext cx="686091" cy="686091"/>
            </a:xfrm>
            <a:prstGeom prst="arc">
              <a:avLst>
                <a:gd name="adj1" fmla="val 10910486"/>
                <a:gd name="adj2" fmla="val 16296275"/>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70" name="グループ化 69">
            <a:extLst>
              <a:ext uri="{FF2B5EF4-FFF2-40B4-BE49-F238E27FC236}">
                <a16:creationId xmlns:a16="http://schemas.microsoft.com/office/drawing/2014/main" id="{223F31E2-1187-D7C0-C43F-ADEBEE99EF9D}"/>
              </a:ext>
            </a:extLst>
          </p:cNvPr>
          <p:cNvGrpSpPr/>
          <p:nvPr/>
        </p:nvGrpSpPr>
        <p:grpSpPr>
          <a:xfrm rot="16200000">
            <a:off x="6260408" y="5493534"/>
            <a:ext cx="686091" cy="760823"/>
            <a:chOff x="6373120" y="5185768"/>
            <a:chExt cx="686091" cy="760823"/>
          </a:xfrm>
        </p:grpSpPr>
        <p:sp>
          <p:nvSpPr>
            <p:cNvPr id="71" name="三角形 70">
              <a:extLst>
                <a:ext uri="{FF2B5EF4-FFF2-40B4-BE49-F238E27FC236}">
                  <a16:creationId xmlns:a16="http://schemas.microsoft.com/office/drawing/2014/main" id="{08FD711F-99C3-4C93-9592-3CB45DAFE8E1}"/>
                </a:ext>
              </a:extLst>
            </p:cNvPr>
            <p:cNvSpPr/>
            <p:nvPr/>
          </p:nvSpPr>
          <p:spPr>
            <a:xfrm rot="5400000">
              <a:off x="6707109" y="5195788"/>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弧 71">
              <a:extLst>
                <a:ext uri="{FF2B5EF4-FFF2-40B4-BE49-F238E27FC236}">
                  <a16:creationId xmlns:a16="http://schemas.microsoft.com/office/drawing/2014/main" id="{C63E7D36-9AB8-5FC4-5E0A-4D6A06DA2C0A}"/>
                </a:ext>
              </a:extLst>
            </p:cNvPr>
            <p:cNvSpPr/>
            <p:nvPr/>
          </p:nvSpPr>
          <p:spPr>
            <a:xfrm>
              <a:off x="6373120" y="5260500"/>
              <a:ext cx="686091" cy="686091"/>
            </a:xfrm>
            <a:prstGeom prst="arc">
              <a:avLst>
                <a:gd name="adj1" fmla="val 10910486"/>
                <a:gd name="adj2" fmla="val 16296275"/>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73" name="グループ化 72">
            <a:extLst>
              <a:ext uri="{FF2B5EF4-FFF2-40B4-BE49-F238E27FC236}">
                <a16:creationId xmlns:a16="http://schemas.microsoft.com/office/drawing/2014/main" id="{451303D3-9D18-107E-8D95-E3235735DBB4}"/>
              </a:ext>
            </a:extLst>
          </p:cNvPr>
          <p:cNvGrpSpPr/>
          <p:nvPr/>
        </p:nvGrpSpPr>
        <p:grpSpPr>
          <a:xfrm rot="10800000">
            <a:off x="7530036" y="5510059"/>
            <a:ext cx="686091" cy="705698"/>
            <a:chOff x="6499331" y="5709187"/>
            <a:chExt cx="686091" cy="705698"/>
          </a:xfrm>
        </p:grpSpPr>
        <p:sp>
          <p:nvSpPr>
            <p:cNvPr id="74" name="三角形 73">
              <a:extLst>
                <a:ext uri="{FF2B5EF4-FFF2-40B4-BE49-F238E27FC236}">
                  <a16:creationId xmlns:a16="http://schemas.microsoft.com/office/drawing/2014/main" id="{64E7C6FC-6FD6-5AC7-356D-C93859848965}"/>
                </a:ext>
              </a:extLst>
            </p:cNvPr>
            <p:cNvSpPr/>
            <p:nvPr/>
          </p:nvSpPr>
          <p:spPr>
            <a:xfrm rot="2801233">
              <a:off x="6577930" y="5719207"/>
              <a:ext cx="145288" cy="125248"/>
            </a:xfrm>
            <a:prstGeom prst="triangl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円弧 74">
              <a:extLst>
                <a:ext uri="{FF2B5EF4-FFF2-40B4-BE49-F238E27FC236}">
                  <a16:creationId xmlns:a16="http://schemas.microsoft.com/office/drawing/2014/main" id="{030A17EE-C351-C814-EFE6-17A00D75E45C}"/>
                </a:ext>
              </a:extLst>
            </p:cNvPr>
            <p:cNvSpPr/>
            <p:nvPr/>
          </p:nvSpPr>
          <p:spPr>
            <a:xfrm>
              <a:off x="6499331" y="5728794"/>
              <a:ext cx="686091" cy="686091"/>
            </a:xfrm>
            <a:prstGeom prst="arc">
              <a:avLst>
                <a:gd name="adj1" fmla="val 10910486"/>
                <a:gd name="adj2" fmla="val 13610394"/>
              </a:avLst>
            </a:prstGeom>
            <a:ln w="317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76" name="曲折矢印 75">
            <a:extLst>
              <a:ext uri="{FF2B5EF4-FFF2-40B4-BE49-F238E27FC236}">
                <a16:creationId xmlns:a16="http://schemas.microsoft.com/office/drawing/2014/main" id="{90D88F97-DCC1-3126-4195-A9A7C3914F50}"/>
              </a:ext>
            </a:extLst>
          </p:cNvPr>
          <p:cNvSpPr/>
          <p:nvPr/>
        </p:nvSpPr>
        <p:spPr>
          <a:xfrm>
            <a:off x="9159112" y="5164782"/>
            <a:ext cx="703355" cy="686091"/>
          </a:xfrm>
          <a:prstGeom prst="bentArrow">
            <a:avLst>
              <a:gd name="adj1" fmla="val 4617"/>
              <a:gd name="adj2" fmla="val 14373"/>
              <a:gd name="adj3" fmla="val 18470"/>
              <a:gd name="adj4" fmla="val 10914"/>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曲折矢印 11">
            <a:extLst>
              <a:ext uri="{FF2B5EF4-FFF2-40B4-BE49-F238E27FC236}">
                <a16:creationId xmlns:a16="http://schemas.microsoft.com/office/drawing/2014/main" id="{68487538-2972-48AC-9569-319571114C33}"/>
              </a:ext>
            </a:extLst>
          </p:cNvPr>
          <p:cNvSpPr/>
          <p:nvPr/>
        </p:nvSpPr>
        <p:spPr>
          <a:xfrm rot="10800000">
            <a:off x="9164226" y="5630291"/>
            <a:ext cx="703355" cy="686091"/>
          </a:xfrm>
          <a:prstGeom prst="bentArrow">
            <a:avLst>
              <a:gd name="adj1" fmla="val 4617"/>
              <a:gd name="adj2" fmla="val 14373"/>
              <a:gd name="adj3" fmla="val 18470"/>
              <a:gd name="adj4" fmla="val 10914"/>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曲折矢印 12">
            <a:extLst>
              <a:ext uri="{FF2B5EF4-FFF2-40B4-BE49-F238E27FC236}">
                <a16:creationId xmlns:a16="http://schemas.microsoft.com/office/drawing/2014/main" id="{EA6DB9E0-13E4-6A71-5C64-13FDFFCB9C59}"/>
              </a:ext>
            </a:extLst>
          </p:cNvPr>
          <p:cNvSpPr/>
          <p:nvPr/>
        </p:nvSpPr>
        <p:spPr>
          <a:xfrm>
            <a:off x="10737839" y="5164782"/>
            <a:ext cx="703355" cy="686091"/>
          </a:xfrm>
          <a:prstGeom prst="bentArrow">
            <a:avLst>
              <a:gd name="adj1" fmla="val 4617"/>
              <a:gd name="adj2" fmla="val 14373"/>
              <a:gd name="adj3" fmla="val 18470"/>
              <a:gd name="adj4" fmla="val 29761"/>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曲折矢印 14">
            <a:extLst>
              <a:ext uri="{FF2B5EF4-FFF2-40B4-BE49-F238E27FC236}">
                <a16:creationId xmlns:a16="http://schemas.microsoft.com/office/drawing/2014/main" id="{5206D4A0-9603-D1FE-CDB8-3AD794FA2ABF}"/>
              </a:ext>
            </a:extLst>
          </p:cNvPr>
          <p:cNvSpPr/>
          <p:nvPr/>
        </p:nvSpPr>
        <p:spPr>
          <a:xfrm rot="10800000">
            <a:off x="10742953" y="5630291"/>
            <a:ext cx="703355" cy="686091"/>
          </a:xfrm>
          <a:prstGeom prst="bentArrow">
            <a:avLst>
              <a:gd name="adj1" fmla="val 4617"/>
              <a:gd name="adj2" fmla="val 14373"/>
              <a:gd name="adj3" fmla="val 18470"/>
              <a:gd name="adj4" fmla="val 3649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図形 15">
            <a:extLst>
              <a:ext uri="{FF2B5EF4-FFF2-40B4-BE49-F238E27FC236}">
                <a16:creationId xmlns:a16="http://schemas.microsoft.com/office/drawing/2014/main" id="{AD67A88F-BF5D-C1C6-666F-7029A5F5A0F3}"/>
              </a:ext>
            </a:extLst>
          </p:cNvPr>
          <p:cNvSpPr/>
          <p:nvPr/>
        </p:nvSpPr>
        <p:spPr>
          <a:xfrm rot="18000000" flipV="1">
            <a:off x="9527162" y="3005670"/>
            <a:ext cx="2025705" cy="1690588"/>
          </a:xfrm>
          <a:custGeom>
            <a:avLst/>
            <a:gdLst>
              <a:gd name="connsiteX0" fmla="*/ 0 w 2559989"/>
              <a:gd name="connsiteY0" fmla="*/ 1599995 h 1599995"/>
              <a:gd name="connsiteX1" fmla="*/ 1884071 w 2559989"/>
              <a:gd name="connsiteY1" fmla="*/ 199999 h 1599995"/>
              <a:gd name="connsiteX2" fmla="*/ 1861537 w 2559989"/>
              <a:gd name="connsiteY2" fmla="*/ 0 h 1599995"/>
              <a:gd name="connsiteX3" fmla="*/ 2559989 w 2559989"/>
              <a:gd name="connsiteY3" fmla="*/ 312023 h 1599995"/>
              <a:gd name="connsiteX4" fmla="*/ 1949877 w 2559989"/>
              <a:gd name="connsiteY4" fmla="*/ 784046 h 1599995"/>
              <a:gd name="connsiteX5" fmla="*/ 1927343 w 2559989"/>
              <a:gd name="connsiteY5" fmla="*/ 584046 h 1599995"/>
              <a:gd name="connsiteX6" fmla="*/ 0 w 2559989"/>
              <a:gd name="connsiteY6" fmla="*/ 1599995 h 1599995"/>
              <a:gd name="connsiteX0" fmla="*/ 0 w 2025705"/>
              <a:gd name="connsiteY0" fmla="*/ 1690588 h 1690588"/>
              <a:gd name="connsiteX1" fmla="*/ 1349787 w 2025705"/>
              <a:gd name="connsiteY1" fmla="*/ 199999 h 1690588"/>
              <a:gd name="connsiteX2" fmla="*/ 1327253 w 2025705"/>
              <a:gd name="connsiteY2" fmla="*/ 0 h 1690588"/>
              <a:gd name="connsiteX3" fmla="*/ 2025705 w 2025705"/>
              <a:gd name="connsiteY3" fmla="*/ 312023 h 1690588"/>
              <a:gd name="connsiteX4" fmla="*/ 1415593 w 2025705"/>
              <a:gd name="connsiteY4" fmla="*/ 784046 h 1690588"/>
              <a:gd name="connsiteX5" fmla="*/ 1393059 w 2025705"/>
              <a:gd name="connsiteY5" fmla="*/ 584046 h 1690588"/>
              <a:gd name="connsiteX6" fmla="*/ 0 w 2025705"/>
              <a:gd name="connsiteY6" fmla="*/ 1690588 h 1690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5705" h="1690588">
                <a:moveTo>
                  <a:pt x="0" y="1690588"/>
                </a:moveTo>
                <a:cubicBezTo>
                  <a:pt x="284443" y="979479"/>
                  <a:pt x="378183" y="422221"/>
                  <a:pt x="1349787" y="199999"/>
                </a:cubicBezTo>
                <a:lnTo>
                  <a:pt x="1327253" y="0"/>
                </a:lnTo>
                <a:lnTo>
                  <a:pt x="2025705" y="312023"/>
                </a:lnTo>
                <a:lnTo>
                  <a:pt x="1415593" y="784046"/>
                </a:lnTo>
                <a:lnTo>
                  <a:pt x="1393059" y="584046"/>
                </a:lnTo>
                <a:cubicBezTo>
                  <a:pt x="534828" y="672935"/>
                  <a:pt x="426665" y="1102177"/>
                  <a:pt x="0" y="1690588"/>
                </a:cubicBezTo>
                <a:close/>
              </a:path>
            </a:pathLst>
          </a:custGeom>
          <a:solidFill>
            <a:srgbClr val="444444"/>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ja-JP" altLang="en-US"/>
          </a:p>
        </p:txBody>
      </p:sp>
      <p:sp>
        <p:nvSpPr>
          <p:cNvPr id="10" name="テキスト ボックス 9">
            <a:extLst>
              <a:ext uri="{FF2B5EF4-FFF2-40B4-BE49-F238E27FC236}">
                <a16:creationId xmlns:a16="http://schemas.microsoft.com/office/drawing/2014/main" id="{29BDDA34-A967-EBD2-63CA-D8CDE275533A}"/>
              </a:ext>
            </a:extLst>
          </p:cNvPr>
          <p:cNvSpPr txBox="1"/>
          <p:nvPr/>
        </p:nvSpPr>
        <p:spPr>
          <a:xfrm>
            <a:off x="263203" y="339936"/>
            <a:ext cx="1620957"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線・矢印</a:t>
            </a:r>
          </a:p>
        </p:txBody>
      </p:sp>
    </p:spTree>
    <p:extLst>
      <p:ext uri="{BB962C8B-B14F-4D97-AF65-F5344CB8AC3E}">
        <p14:creationId xmlns:p14="http://schemas.microsoft.com/office/powerpoint/2010/main" val="2125629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2D2FD20E-72DF-C8CA-06B7-47695785D243}"/>
              </a:ext>
            </a:extLst>
          </p:cNvPr>
          <p:cNvSpPr txBox="1"/>
          <p:nvPr/>
        </p:nvSpPr>
        <p:spPr>
          <a:xfrm>
            <a:off x="263203" y="339936"/>
            <a:ext cx="3057247"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見出しとテキスト</a:t>
            </a:r>
          </a:p>
        </p:txBody>
      </p:sp>
      <p:sp>
        <p:nvSpPr>
          <p:cNvPr id="2" name="AutoShape 3">
            <a:extLst>
              <a:ext uri="{FF2B5EF4-FFF2-40B4-BE49-F238E27FC236}">
                <a16:creationId xmlns:a16="http://schemas.microsoft.com/office/drawing/2014/main" id="{7AD33377-6622-2461-FF53-9AD48032BEAE}"/>
              </a:ext>
            </a:extLst>
          </p:cNvPr>
          <p:cNvSpPr>
            <a:spLocks noChangeArrowheads="1"/>
          </p:cNvSpPr>
          <p:nvPr/>
        </p:nvSpPr>
        <p:spPr bwMode="auto">
          <a:xfrm>
            <a:off x="420255" y="1743860"/>
            <a:ext cx="5053652" cy="1497205"/>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nSpc>
                <a:spcPct val="110000"/>
              </a:lnSpc>
              <a:spcBef>
                <a:spcPts val="2400"/>
              </a:spcBef>
              <a:spcAft>
                <a:spcPts val="1200"/>
              </a:spcAft>
            </a:pPr>
            <a:r>
              <a:rPr lang="ja-JP" altLang="en-US" sz="2400" b="1">
                <a:solidFill>
                  <a:srgbClr val="0083B0"/>
                </a:solidFill>
                <a:latin typeface="Yu Gothic" panose="020B0400000000000000" pitchFamily="34" charset="-128"/>
                <a:ea typeface="Yu Gothic" panose="020B0400000000000000" pitchFamily="34" charset="-128"/>
                <a:cs typeface="メイリオ" pitchFamily="50" charset="-128"/>
              </a:rPr>
              <a:t>見出し</a:t>
            </a:r>
            <a:endParaRPr lang="en-US" altLang="ja-JP" sz="2400" b="1" dirty="0">
              <a:solidFill>
                <a:srgbClr val="0083B0"/>
              </a:solidFill>
              <a:latin typeface="Yu Gothic" panose="020B0400000000000000" pitchFamily="34" charset="-128"/>
              <a:ea typeface="Yu Gothic" panose="020B0400000000000000" pitchFamily="34" charset="-128"/>
              <a:cs typeface="メイリオ" pitchFamily="50" charset="-128"/>
            </a:endParaRPr>
          </a:p>
          <a:p>
            <a:pPr algn="just">
              <a:lnSpc>
                <a:spcPct val="130000"/>
              </a:lnSpc>
              <a:spcAft>
                <a:spcPts val="1200"/>
              </a:spcAft>
            </a:pPr>
            <a:r>
              <a:rPr lang="ja-JP" altLang="en-US" sz="1600">
                <a:solidFill>
                  <a:schemeClr val="tx1">
                    <a:lumMod val="75000"/>
                    <a:lumOff val="25000"/>
                  </a:schemeClr>
                </a:solidFill>
                <a:latin typeface="Yu Gothic Medium" panose="020B0400000000000000" pitchFamily="34" charset="-128"/>
                <a:ea typeface="Yu Gothic Medium" panose="020B0400000000000000" pitchFamily="34" charset="-128"/>
                <a:cs typeface="メイリオ" pitchFamily="50" charset="-128"/>
              </a:rPr>
              <a:t>テキストテキストテキストテキストテキストテキストテキストテキストテキストテキストテキストテキストテキストテキストテキストテキスト。</a:t>
            </a:r>
            <a:endParaRPr lang="en-US" altLang="ja-JP" sz="1600" dirty="0">
              <a:solidFill>
                <a:schemeClr val="tx1">
                  <a:lumMod val="75000"/>
                  <a:lumOff val="25000"/>
                </a:schemeClr>
              </a:solidFill>
              <a:latin typeface="Yu Gothic Medium" panose="020B0400000000000000" pitchFamily="34" charset="-128"/>
              <a:ea typeface="Yu Gothic Medium" panose="020B0400000000000000" pitchFamily="34" charset="-128"/>
              <a:cs typeface="メイリオ" pitchFamily="50" charset="-128"/>
            </a:endParaRPr>
          </a:p>
        </p:txBody>
      </p:sp>
      <p:sp>
        <p:nvSpPr>
          <p:cNvPr id="3" name="AutoShape 3">
            <a:extLst>
              <a:ext uri="{FF2B5EF4-FFF2-40B4-BE49-F238E27FC236}">
                <a16:creationId xmlns:a16="http://schemas.microsoft.com/office/drawing/2014/main" id="{4E83D1DF-29C8-FAF2-598B-00D70F725170}"/>
              </a:ext>
            </a:extLst>
          </p:cNvPr>
          <p:cNvSpPr>
            <a:spLocks noChangeArrowheads="1"/>
          </p:cNvSpPr>
          <p:nvPr/>
        </p:nvSpPr>
        <p:spPr bwMode="auto">
          <a:xfrm>
            <a:off x="420255" y="4127299"/>
            <a:ext cx="5053652" cy="1497205"/>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nSpc>
                <a:spcPct val="110000"/>
              </a:lnSpc>
              <a:spcBef>
                <a:spcPts val="2400"/>
              </a:spcBef>
              <a:spcAft>
                <a:spcPts val="1200"/>
              </a:spcAft>
            </a:pPr>
            <a:r>
              <a:rPr lang="ja-JP" altLang="en-US" sz="2400" b="1">
                <a:solidFill>
                  <a:srgbClr val="0083B0"/>
                </a:solidFill>
                <a:latin typeface="+mj-ea"/>
                <a:ea typeface="+mj-ea"/>
                <a:cs typeface="メイリオ" pitchFamily="50" charset="-128"/>
              </a:rPr>
              <a:t>▍</a:t>
            </a:r>
            <a:r>
              <a:rPr lang="ja-JP" altLang="en-US" sz="24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見出し</a:t>
            </a:r>
            <a:endParaRPr lang="en-US" altLang="ja-JP" sz="24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a:p>
            <a:pPr algn="just">
              <a:lnSpc>
                <a:spcPct val="130000"/>
              </a:lnSpc>
              <a:spcAft>
                <a:spcPts val="1200"/>
              </a:spcAft>
            </a:pPr>
            <a:r>
              <a:rPr lang="ja-JP" altLang="en-US" sz="1600">
                <a:solidFill>
                  <a:schemeClr val="tx1">
                    <a:lumMod val="75000"/>
                    <a:lumOff val="25000"/>
                  </a:schemeClr>
                </a:solidFill>
                <a:latin typeface="Yu Gothic Medium" panose="020B0400000000000000" pitchFamily="34" charset="-128"/>
                <a:ea typeface="Yu Gothic Medium" panose="020B0400000000000000" pitchFamily="34" charset="-128"/>
                <a:cs typeface="メイリオ" pitchFamily="50" charset="-128"/>
              </a:rPr>
              <a:t>テキストテキストテキストテキストテキストテキストテキストテキストテキストテキストテキストテキストテキストテキストテキストテキスト。</a:t>
            </a:r>
            <a:endParaRPr lang="en-US" altLang="ja-JP" sz="1600" dirty="0">
              <a:solidFill>
                <a:schemeClr val="tx1">
                  <a:lumMod val="75000"/>
                  <a:lumOff val="25000"/>
                </a:schemeClr>
              </a:solidFill>
              <a:latin typeface="Yu Gothic Medium" panose="020B0400000000000000" pitchFamily="34" charset="-128"/>
              <a:ea typeface="Yu Gothic Medium" panose="020B0400000000000000" pitchFamily="34" charset="-128"/>
              <a:cs typeface="メイリオ" pitchFamily="50" charset="-128"/>
            </a:endParaRPr>
          </a:p>
        </p:txBody>
      </p:sp>
      <p:graphicFrame>
        <p:nvGraphicFramePr>
          <p:cNvPr id="6" name="表 6">
            <a:extLst>
              <a:ext uri="{FF2B5EF4-FFF2-40B4-BE49-F238E27FC236}">
                <a16:creationId xmlns:a16="http://schemas.microsoft.com/office/drawing/2014/main" id="{81048878-CC1A-E0B6-4A81-511750124E95}"/>
              </a:ext>
            </a:extLst>
          </p:cNvPr>
          <p:cNvGraphicFramePr>
            <a:graphicFrameLocks noGrp="1"/>
          </p:cNvGraphicFramePr>
          <p:nvPr/>
        </p:nvGraphicFramePr>
        <p:xfrm>
          <a:off x="6240881" y="1743858"/>
          <a:ext cx="5053652" cy="1626145"/>
        </p:xfrm>
        <a:graphic>
          <a:graphicData uri="http://schemas.openxmlformats.org/drawingml/2006/table">
            <a:tbl>
              <a:tblPr firstRow="1" bandRow="1">
                <a:tableStyleId>{5C22544A-7EE6-4342-B048-85BDC9FD1C3A}</a:tableStyleId>
              </a:tblPr>
              <a:tblGrid>
                <a:gridCol w="5053652">
                  <a:extLst>
                    <a:ext uri="{9D8B030D-6E8A-4147-A177-3AD203B41FA5}">
                      <a16:colId xmlns:a16="http://schemas.microsoft.com/office/drawing/2014/main" val="614315202"/>
                    </a:ext>
                  </a:extLst>
                </a:gridCol>
              </a:tblGrid>
              <a:tr h="534716">
                <a:tc>
                  <a:txBody>
                    <a:bodyPr/>
                    <a:lstStyle/>
                    <a:p>
                      <a:r>
                        <a:rPr kumimoji="1" lang="ja-JP" altLang="en-US" sz="2400"/>
                        <a:t>見出し</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263804693"/>
                  </a:ext>
                </a:extLst>
              </a:tr>
              <a:tr h="962489">
                <a:tc>
                  <a:txBody>
                    <a:bodyPr/>
                    <a:lstStyle/>
                    <a:p>
                      <a:pPr>
                        <a:lnSpc>
                          <a:spcPct val="130000"/>
                        </a:lnSpc>
                      </a:pPr>
                      <a:r>
                        <a:rPr kumimoji="1" lang="ja-JP" altLang="en-US" sz="1600" b="0" i="0">
                          <a:solidFill>
                            <a:schemeClr val="tx1">
                              <a:lumMod val="75000"/>
                              <a:lumOff val="25000"/>
                            </a:schemeClr>
                          </a:solidFill>
                          <a:latin typeface="Yu Gothic Medium" panose="020B0400000000000000" pitchFamily="34" charset="-128"/>
                          <a:ea typeface="Yu Gothic Medium" panose="020B0400000000000000" pitchFamily="34" charset="-128"/>
                        </a:rPr>
                        <a:t>テキストテキストテキストテキストテキストテキストテキストテキストテキストテキストテキストテキスト。ストテキスト。</a:t>
                      </a:r>
                    </a:p>
                  </a:txBody>
                  <a:tcPr marR="0" marT="11772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24138392"/>
                  </a:ext>
                </a:extLst>
              </a:tr>
            </a:tbl>
          </a:graphicData>
        </a:graphic>
      </p:graphicFrame>
      <p:graphicFrame>
        <p:nvGraphicFramePr>
          <p:cNvPr id="8" name="表 6">
            <a:extLst>
              <a:ext uri="{FF2B5EF4-FFF2-40B4-BE49-F238E27FC236}">
                <a16:creationId xmlns:a16="http://schemas.microsoft.com/office/drawing/2014/main" id="{EC47C845-FBBC-D9D5-3D9F-D8D213F57682}"/>
              </a:ext>
            </a:extLst>
          </p:cNvPr>
          <p:cNvGraphicFramePr>
            <a:graphicFrameLocks noGrp="1"/>
          </p:cNvGraphicFramePr>
          <p:nvPr/>
        </p:nvGraphicFramePr>
        <p:xfrm>
          <a:off x="6240881" y="4029858"/>
          <a:ext cx="5053652" cy="1626145"/>
        </p:xfrm>
        <a:graphic>
          <a:graphicData uri="http://schemas.openxmlformats.org/drawingml/2006/table">
            <a:tbl>
              <a:tblPr firstRow="1" bandRow="1">
                <a:tableStyleId>{5C22544A-7EE6-4342-B048-85BDC9FD1C3A}</a:tableStyleId>
              </a:tblPr>
              <a:tblGrid>
                <a:gridCol w="5053652">
                  <a:extLst>
                    <a:ext uri="{9D8B030D-6E8A-4147-A177-3AD203B41FA5}">
                      <a16:colId xmlns:a16="http://schemas.microsoft.com/office/drawing/2014/main" val="614315202"/>
                    </a:ext>
                  </a:extLst>
                </a:gridCol>
              </a:tblGrid>
              <a:tr h="534716">
                <a:tc>
                  <a:txBody>
                    <a:bodyPr/>
                    <a:lstStyle/>
                    <a:p>
                      <a:r>
                        <a:rPr kumimoji="1" lang="ja-JP" altLang="en-US" sz="2400"/>
                        <a:t>見出し</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rgbClr val="00B4DB"/>
                        </a:gs>
                        <a:gs pos="100000">
                          <a:srgbClr val="0083B0"/>
                        </a:gs>
                      </a:gsLst>
                      <a:lin ang="0" scaled="1"/>
                    </a:gradFill>
                  </a:tcPr>
                </a:tc>
                <a:extLst>
                  <a:ext uri="{0D108BD9-81ED-4DB2-BD59-A6C34878D82A}">
                    <a16:rowId xmlns:a16="http://schemas.microsoft.com/office/drawing/2014/main" val="263804693"/>
                  </a:ext>
                </a:extLst>
              </a:tr>
              <a:tr h="962489">
                <a:tc>
                  <a:txBody>
                    <a:bodyPr/>
                    <a:lstStyle/>
                    <a:p>
                      <a:pPr>
                        <a:lnSpc>
                          <a:spcPct val="130000"/>
                        </a:lnSpc>
                      </a:pPr>
                      <a:r>
                        <a:rPr kumimoji="1" lang="ja-JP" altLang="en-US" sz="1600" b="0" i="0">
                          <a:solidFill>
                            <a:schemeClr val="tx1">
                              <a:lumMod val="75000"/>
                              <a:lumOff val="25000"/>
                            </a:schemeClr>
                          </a:solidFill>
                          <a:latin typeface="Yu Gothic Medium" panose="020B0400000000000000" pitchFamily="34" charset="-128"/>
                          <a:ea typeface="Yu Gothic Medium" panose="020B0400000000000000" pitchFamily="34" charset="-128"/>
                        </a:rPr>
                        <a:t>テキストテキストテキストテキストテキストテキストテキストテキストテキストテキストテキストテキスト。ストテキスト。</a:t>
                      </a:r>
                    </a:p>
                  </a:txBody>
                  <a:tcPr marR="0" marT="11772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24138392"/>
                  </a:ext>
                </a:extLst>
              </a:tr>
            </a:tbl>
          </a:graphicData>
        </a:graphic>
      </p:graphicFrame>
    </p:spTree>
    <p:extLst>
      <p:ext uri="{BB962C8B-B14F-4D97-AF65-F5344CB8AC3E}">
        <p14:creationId xmlns:p14="http://schemas.microsoft.com/office/powerpoint/2010/main" val="2279979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2D2FD20E-72DF-C8CA-06B7-47695785D243}"/>
              </a:ext>
            </a:extLst>
          </p:cNvPr>
          <p:cNvSpPr txBox="1"/>
          <p:nvPr/>
        </p:nvSpPr>
        <p:spPr>
          <a:xfrm>
            <a:off x="263203" y="339936"/>
            <a:ext cx="3416320"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見出しとテキスト❷</a:t>
            </a:r>
          </a:p>
        </p:txBody>
      </p:sp>
      <p:graphicFrame>
        <p:nvGraphicFramePr>
          <p:cNvPr id="6" name="表 6">
            <a:extLst>
              <a:ext uri="{FF2B5EF4-FFF2-40B4-BE49-F238E27FC236}">
                <a16:creationId xmlns:a16="http://schemas.microsoft.com/office/drawing/2014/main" id="{81048878-CC1A-E0B6-4A81-511750124E95}"/>
              </a:ext>
            </a:extLst>
          </p:cNvPr>
          <p:cNvGraphicFramePr>
            <a:graphicFrameLocks noGrp="1"/>
          </p:cNvGraphicFramePr>
          <p:nvPr/>
        </p:nvGraphicFramePr>
        <p:xfrm>
          <a:off x="395893" y="1546635"/>
          <a:ext cx="5053652" cy="1642705"/>
        </p:xfrm>
        <a:graphic>
          <a:graphicData uri="http://schemas.openxmlformats.org/drawingml/2006/table">
            <a:tbl>
              <a:tblPr firstRow="1" bandRow="1">
                <a:tableStyleId>{5C22544A-7EE6-4342-B048-85BDC9FD1C3A}</a:tableStyleId>
              </a:tblPr>
              <a:tblGrid>
                <a:gridCol w="5053652">
                  <a:extLst>
                    <a:ext uri="{9D8B030D-6E8A-4147-A177-3AD203B41FA5}">
                      <a16:colId xmlns:a16="http://schemas.microsoft.com/office/drawing/2014/main" val="614315202"/>
                    </a:ext>
                  </a:extLst>
                </a:gridCol>
              </a:tblGrid>
              <a:tr h="534716">
                <a:tc>
                  <a:txBody>
                    <a:bodyPr/>
                    <a:lstStyle/>
                    <a:p>
                      <a:r>
                        <a:rPr kumimoji="1" lang="ja-JP" altLang="en-US" sz="2400">
                          <a:solidFill>
                            <a:srgbClr val="0083B0"/>
                          </a:solidFill>
                        </a:rPr>
                        <a:t>見出し</a:t>
                      </a:r>
                    </a:p>
                  </a:txBody>
                  <a:tcPr anchor="ctr">
                    <a:lnL w="12700" cmpd="sng">
                      <a:noFill/>
                    </a:lnL>
                    <a:lnR w="12700" cmpd="sng">
                      <a:noFill/>
                    </a:lnR>
                    <a:lnT w="12700" cmpd="sng">
                      <a:noFill/>
                    </a:lnT>
                    <a:lnB w="19050" cap="flat" cmpd="sng" algn="ctr">
                      <a:solidFill>
                        <a:srgbClr val="0083B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804693"/>
                  </a:ext>
                </a:extLst>
              </a:tr>
              <a:tr h="962489">
                <a:tc>
                  <a:txBody>
                    <a:bodyPr/>
                    <a:lstStyle/>
                    <a:p>
                      <a:pPr>
                        <a:lnSpc>
                          <a:spcPct val="130000"/>
                        </a:lnSpc>
                      </a:pPr>
                      <a:r>
                        <a:rPr kumimoji="1" lang="ja-JP" altLang="en-US" sz="1600" b="0" i="0">
                          <a:solidFill>
                            <a:schemeClr val="tx1">
                              <a:lumMod val="75000"/>
                              <a:lumOff val="25000"/>
                            </a:schemeClr>
                          </a:solidFill>
                          <a:latin typeface="Yu Gothic Medium" panose="020B0400000000000000" pitchFamily="34" charset="-128"/>
                          <a:ea typeface="Yu Gothic Medium" panose="020B0400000000000000" pitchFamily="34" charset="-128"/>
                        </a:rPr>
                        <a:t>テキストテキストテキストテキストテキストテキストテキストテキストテキストテキストテキストテキスト。ストテキスト。</a:t>
                      </a:r>
                    </a:p>
                  </a:txBody>
                  <a:tcPr marL="0" marR="0" marT="180000" marB="0" anchor="ctr">
                    <a:lnL w="12700" cmpd="sng">
                      <a:noFill/>
                    </a:lnL>
                    <a:lnR w="12700" cmpd="sng">
                      <a:noFill/>
                    </a:lnR>
                    <a:lnT w="19050" cap="flat" cmpd="sng" algn="ctr">
                      <a:solidFill>
                        <a:srgbClr val="0083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24138392"/>
                  </a:ext>
                </a:extLst>
              </a:tr>
            </a:tbl>
          </a:graphicData>
        </a:graphic>
      </p:graphicFrame>
      <p:graphicFrame>
        <p:nvGraphicFramePr>
          <p:cNvPr id="8" name="表 7">
            <a:extLst>
              <a:ext uri="{FF2B5EF4-FFF2-40B4-BE49-F238E27FC236}">
                <a16:creationId xmlns:a16="http://schemas.microsoft.com/office/drawing/2014/main" id="{B73DBBBB-51F6-B6C2-552B-09B574EB2C0C}"/>
              </a:ext>
            </a:extLst>
          </p:cNvPr>
          <p:cNvGraphicFramePr>
            <a:graphicFrameLocks noGrp="1"/>
          </p:cNvGraphicFramePr>
          <p:nvPr/>
        </p:nvGraphicFramePr>
        <p:xfrm>
          <a:off x="6398536" y="4121297"/>
          <a:ext cx="5053652" cy="1554145"/>
        </p:xfrm>
        <a:graphic>
          <a:graphicData uri="http://schemas.openxmlformats.org/drawingml/2006/table">
            <a:tbl>
              <a:tblPr firstRow="1" bandRow="1">
                <a:tableStyleId>{5C22544A-7EE6-4342-B048-85BDC9FD1C3A}</a:tableStyleId>
              </a:tblPr>
              <a:tblGrid>
                <a:gridCol w="5053652">
                  <a:extLst>
                    <a:ext uri="{9D8B030D-6E8A-4147-A177-3AD203B41FA5}">
                      <a16:colId xmlns:a16="http://schemas.microsoft.com/office/drawing/2014/main" val="614315202"/>
                    </a:ext>
                  </a:extLst>
                </a:gridCol>
              </a:tblGrid>
              <a:tr h="534716">
                <a:tc>
                  <a:txBody>
                    <a:bodyPr/>
                    <a:lstStyle/>
                    <a:p>
                      <a:r>
                        <a:rPr kumimoji="1" lang="ja-JP" altLang="en-US" sz="2400">
                          <a:solidFill>
                            <a:schemeClr val="tx1">
                              <a:lumMod val="75000"/>
                              <a:lumOff val="25000"/>
                            </a:schemeClr>
                          </a:solidFill>
                        </a:rPr>
                        <a:t>見出し</a:t>
                      </a:r>
                    </a:p>
                  </a:txBody>
                  <a:tcPr marL="0" marR="0" marT="0" marB="0" anchor="ctr">
                    <a:lnL w="190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804693"/>
                  </a:ext>
                </a:extLst>
              </a:tr>
              <a:tr h="962489">
                <a:tc>
                  <a:txBody>
                    <a:bodyPr/>
                    <a:lstStyle/>
                    <a:p>
                      <a:pPr>
                        <a:lnSpc>
                          <a:spcPct val="130000"/>
                        </a:lnSpc>
                      </a:pPr>
                      <a:r>
                        <a:rPr kumimoji="1" lang="ja-JP" altLang="en-US" sz="1600" b="0" i="0">
                          <a:solidFill>
                            <a:schemeClr val="tx1">
                              <a:lumMod val="75000"/>
                              <a:lumOff val="25000"/>
                            </a:schemeClr>
                          </a:solidFill>
                          <a:latin typeface="Yu Gothic Medium" panose="020B0400000000000000" pitchFamily="34" charset="-128"/>
                          <a:ea typeface="Yu Gothic Medium" panose="020B0400000000000000" pitchFamily="34" charset="-128"/>
                        </a:rPr>
                        <a:t>テキストテキストテキストテキストテキストテキストテキストテキストテキストテキストテキストテキスト。ストテキスト。</a:t>
                      </a:r>
                    </a:p>
                  </a:txBody>
                  <a:tcPr marL="163440" anchor="ctr">
                    <a:lnL w="19050" cap="flat" cmpd="sng" algn="ctr">
                      <a:solidFill>
                        <a:schemeClr val="bg1">
                          <a:lumMod val="65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24138392"/>
                  </a:ext>
                </a:extLst>
              </a:tr>
            </a:tbl>
          </a:graphicData>
        </a:graphic>
      </p:graphicFrame>
      <p:graphicFrame>
        <p:nvGraphicFramePr>
          <p:cNvPr id="9" name="表 8">
            <a:extLst>
              <a:ext uri="{FF2B5EF4-FFF2-40B4-BE49-F238E27FC236}">
                <a16:creationId xmlns:a16="http://schemas.microsoft.com/office/drawing/2014/main" id="{94BC5902-D4FA-2386-D276-B90EB0AFF4A8}"/>
              </a:ext>
            </a:extLst>
          </p:cNvPr>
          <p:cNvGraphicFramePr>
            <a:graphicFrameLocks noGrp="1"/>
          </p:cNvGraphicFramePr>
          <p:nvPr/>
        </p:nvGraphicFramePr>
        <p:xfrm>
          <a:off x="407640" y="4121298"/>
          <a:ext cx="5053652" cy="1554145"/>
        </p:xfrm>
        <a:graphic>
          <a:graphicData uri="http://schemas.openxmlformats.org/drawingml/2006/table">
            <a:tbl>
              <a:tblPr firstRow="1" bandRow="1">
                <a:tableStyleId>{5C22544A-7EE6-4342-B048-85BDC9FD1C3A}</a:tableStyleId>
              </a:tblPr>
              <a:tblGrid>
                <a:gridCol w="5053652">
                  <a:extLst>
                    <a:ext uri="{9D8B030D-6E8A-4147-A177-3AD203B41FA5}">
                      <a16:colId xmlns:a16="http://schemas.microsoft.com/office/drawing/2014/main" val="614315202"/>
                    </a:ext>
                  </a:extLst>
                </a:gridCol>
              </a:tblGrid>
              <a:tr h="534716">
                <a:tc>
                  <a:txBody>
                    <a:bodyPr/>
                    <a:lstStyle/>
                    <a:p>
                      <a:r>
                        <a:rPr kumimoji="1" lang="ja-JP" altLang="en-US" sz="2400">
                          <a:solidFill>
                            <a:srgbClr val="0083B0"/>
                          </a:solidFill>
                        </a:rPr>
                        <a:t>見出し</a:t>
                      </a:r>
                    </a:p>
                  </a:txBody>
                  <a:tcPr marL="163440" anchor="ctr">
                    <a:lnL w="19050" cap="flat" cmpd="sng" algn="ctr">
                      <a:solidFill>
                        <a:srgbClr val="0083B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804693"/>
                  </a:ext>
                </a:extLst>
              </a:tr>
              <a:tr h="962489">
                <a:tc>
                  <a:txBody>
                    <a:bodyPr/>
                    <a:lstStyle/>
                    <a:p>
                      <a:pPr>
                        <a:lnSpc>
                          <a:spcPct val="130000"/>
                        </a:lnSpc>
                      </a:pPr>
                      <a:r>
                        <a:rPr kumimoji="1" lang="ja-JP" altLang="en-US" sz="1600" b="0" i="0">
                          <a:solidFill>
                            <a:schemeClr val="tx1">
                              <a:lumMod val="75000"/>
                              <a:lumOff val="25000"/>
                            </a:schemeClr>
                          </a:solidFill>
                          <a:latin typeface="Yu Gothic Medium" panose="020B0400000000000000" pitchFamily="34" charset="-128"/>
                          <a:ea typeface="Yu Gothic Medium" panose="020B0400000000000000" pitchFamily="34" charset="-128"/>
                        </a:rPr>
                        <a:t>テキストテキストテキストテキストテキストテキストテキストテキストテキストテキストテキストテキスト。ストテキスト。</a:t>
                      </a:r>
                    </a:p>
                  </a:txBody>
                  <a:tcPr marL="163440" anchor="ctr">
                    <a:lnL w="19050" cap="flat" cmpd="sng" algn="ctr">
                      <a:solidFill>
                        <a:srgbClr val="0083B0"/>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24138392"/>
                  </a:ext>
                </a:extLst>
              </a:tr>
            </a:tbl>
          </a:graphicData>
        </a:graphic>
      </p:graphicFrame>
      <p:graphicFrame>
        <p:nvGraphicFramePr>
          <p:cNvPr id="10" name="表 6">
            <a:extLst>
              <a:ext uri="{FF2B5EF4-FFF2-40B4-BE49-F238E27FC236}">
                <a16:creationId xmlns:a16="http://schemas.microsoft.com/office/drawing/2014/main" id="{BE723F8A-255A-156A-2BC9-7A8F2E4DC000}"/>
              </a:ext>
            </a:extLst>
          </p:cNvPr>
          <p:cNvGraphicFramePr>
            <a:graphicFrameLocks noGrp="1"/>
          </p:cNvGraphicFramePr>
          <p:nvPr/>
        </p:nvGraphicFramePr>
        <p:xfrm>
          <a:off x="6355258" y="1546635"/>
          <a:ext cx="5053652" cy="1642705"/>
        </p:xfrm>
        <a:graphic>
          <a:graphicData uri="http://schemas.openxmlformats.org/drawingml/2006/table">
            <a:tbl>
              <a:tblPr firstRow="1" bandRow="1">
                <a:tableStyleId>{5C22544A-7EE6-4342-B048-85BDC9FD1C3A}</a:tableStyleId>
              </a:tblPr>
              <a:tblGrid>
                <a:gridCol w="5053652">
                  <a:extLst>
                    <a:ext uri="{9D8B030D-6E8A-4147-A177-3AD203B41FA5}">
                      <a16:colId xmlns:a16="http://schemas.microsoft.com/office/drawing/2014/main" val="614315202"/>
                    </a:ext>
                  </a:extLst>
                </a:gridCol>
              </a:tblGrid>
              <a:tr h="534716">
                <a:tc>
                  <a:txBody>
                    <a:bodyPr/>
                    <a:lstStyle/>
                    <a:p>
                      <a:r>
                        <a:rPr kumimoji="1" lang="ja-JP" altLang="en-US" sz="2400">
                          <a:solidFill>
                            <a:srgbClr val="0083B0"/>
                          </a:solidFill>
                        </a:rPr>
                        <a:t>見出し</a:t>
                      </a:r>
                    </a:p>
                  </a:txBody>
                  <a:tcPr anchor="ctr">
                    <a:lnL w="12700" cmpd="sng">
                      <a:noFill/>
                    </a:lnL>
                    <a:lnR w="12700" cmpd="sng">
                      <a:noFill/>
                    </a:lnR>
                    <a:lnT w="12700" cmpd="sng">
                      <a:noFill/>
                    </a:lnT>
                    <a:lnB w="19050" cap="flat" cmpd="sng" algn="ctr">
                      <a:solidFill>
                        <a:srgbClr val="0083B0"/>
                      </a:solidFill>
                      <a:prstDash val="solid"/>
                      <a:round/>
                      <a:headEnd type="none" w="med" len="med"/>
                      <a:tailEnd type="none" w="med" len="med"/>
                    </a:lnB>
                    <a:lnTlToBr w="12700" cmpd="sng">
                      <a:noFill/>
                      <a:prstDash val="solid"/>
                    </a:lnTlToBr>
                    <a:lnBlToTr w="12700" cmpd="sng">
                      <a:noFill/>
                      <a:prstDash val="solid"/>
                    </a:lnBlToTr>
                    <a:solidFill>
                      <a:srgbClr val="DDEBF0"/>
                    </a:solidFill>
                  </a:tcPr>
                </a:tc>
                <a:extLst>
                  <a:ext uri="{0D108BD9-81ED-4DB2-BD59-A6C34878D82A}">
                    <a16:rowId xmlns:a16="http://schemas.microsoft.com/office/drawing/2014/main" val="263804693"/>
                  </a:ext>
                </a:extLst>
              </a:tr>
              <a:tr h="962489">
                <a:tc>
                  <a:txBody>
                    <a:bodyPr/>
                    <a:lstStyle/>
                    <a:p>
                      <a:pPr>
                        <a:lnSpc>
                          <a:spcPct val="130000"/>
                        </a:lnSpc>
                      </a:pPr>
                      <a:r>
                        <a:rPr kumimoji="1" lang="ja-JP" altLang="en-US" sz="1600" b="0" i="0">
                          <a:solidFill>
                            <a:schemeClr val="tx1">
                              <a:lumMod val="75000"/>
                              <a:lumOff val="25000"/>
                            </a:schemeClr>
                          </a:solidFill>
                          <a:latin typeface="Yu Gothic Medium" panose="020B0400000000000000" pitchFamily="34" charset="-128"/>
                          <a:ea typeface="Yu Gothic Medium" panose="020B0400000000000000" pitchFamily="34" charset="-128"/>
                        </a:rPr>
                        <a:t>テキストテキストテキストテキストテキストテキストテキストテキストテキストテキストテキストテキスト。ストテキスト。</a:t>
                      </a:r>
                    </a:p>
                  </a:txBody>
                  <a:tcPr marL="0" marR="0" marT="180000" marB="0" anchor="ctr">
                    <a:lnL w="12700" cmpd="sng">
                      <a:noFill/>
                    </a:lnL>
                    <a:lnR w="12700" cmpd="sng">
                      <a:noFill/>
                    </a:lnR>
                    <a:lnT w="19050" cap="flat" cmpd="sng" algn="ctr">
                      <a:solidFill>
                        <a:srgbClr val="0083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24138392"/>
                  </a:ext>
                </a:extLst>
              </a:tr>
            </a:tbl>
          </a:graphicData>
        </a:graphic>
      </p:graphicFrame>
    </p:spTree>
    <p:extLst>
      <p:ext uri="{BB962C8B-B14F-4D97-AF65-F5344CB8AC3E}">
        <p14:creationId xmlns:p14="http://schemas.microsoft.com/office/powerpoint/2010/main" val="665390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2D2FD20E-72DF-C8CA-06B7-47695785D243}"/>
              </a:ext>
            </a:extLst>
          </p:cNvPr>
          <p:cNvSpPr txBox="1"/>
          <p:nvPr/>
        </p:nvSpPr>
        <p:spPr>
          <a:xfrm>
            <a:off x="263203" y="339936"/>
            <a:ext cx="3416320"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見出しとテキスト❸</a:t>
            </a:r>
          </a:p>
        </p:txBody>
      </p:sp>
      <p:sp>
        <p:nvSpPr>
          <p:cNvPr id="2" name="AutoShape 3">
            <a:extLst>
              <a:ext uri="{FF2B5EF4-FFF2-40B4-BE49-F238E27FC236}">
                <a16:creationId xmlns:a16="http://schemas.microsoft.com/office/drawing/2014/main" id="{68825C66-BBC6-3FC6-1FD2-616C874E6D24}"/>
              </a:ext>
            </a:extLst>
          </p:cNvPr>
          <p:cNvSpPr>
            <a:spLocks noChangeArrowheads="1"/>
          </p:cNvSpPr>
          <p:nvPr/>
        </p:nvSpPr>
        <p:spPr bwMode="auto">
          <a:xfrm>
            <a:off x="459478" y="1741677"/>
            <a:ext cx="4617022" cy="1687323"/>
          </a:xfrm>
          <a:prstGeom prst="roundRect">
            <a:avLst>
              <a:gd name="adj" fmla="val 0"/>
            </a:avLst>
          </a:prstGeom>
          <a:solidFill>
            <a:schemeClr val="bg1"/>
          </a:solidFill>
          <a:ln w="6350">
            <a:solidFill>
              <a:schemeClr val="tx1">
                <a:lumMod val="60000"/>
                <a:lumOff val="40000"/>
              </a:schemeClr>
            </a:solidFill>
          </a:ln>
          <a:effectLst/>
        </p:spPr>
        <p:txBody>
          <a:bodyPr wrap="square" lIns="180000" tIns="144000" rIns="180000" bIns="125999" anchor="t" anchorCtr="0">
            <a:spAutoFit/>
          </a:bodyPr>
          <a:lstStyle/>
          <a:p>
            <a:pPr lvl="0" algn="just">
              <a:lnSpc>
                <a:spcPct val="120000"/>
              </a:lnSpc>
              <a:spcAft>
                <a:spcPts val="300"/>
              </a:spcAft>
              <a:defRPr/>
            </a:pPr>
            <a:r>
              <a:rPr lang="ja-JP" altLang="en-US" sz="2400" b="1">
                <a:solidFill>
                  <a:schemeClr val="tx1">
                    <a:lumMod val="75000"/>
                    <a:lumOff val="25000"/>
                  </a:schemeClr>
                </a:solidFill>
                <a:latin typeface="+mj-ea"/>
                <a:cs typeface="メイリオ" pitchFamily="50" charset="-128"/>
              </a:rPr>
              <a:t>見出し</a:t>
            </a:r>
            <a:endParaRPr lang="en-US" altLang="ja-JP" sz="2400" b="1" dirty="0">
              <a:solidFill>
                <a:schemeClr val="tx1">
                  <a:lumMod val="75000"/>
                  <a:lumOff val="25000"/>
                </a:schemeClr>
              </a:solidFill>
              <a:latin typeface="+mj-ea"/>
              <a:cs typeface="メイリオ" pitchFamily="50" charset="-128"/>
            </a:endParaRPr>
          </a:p>
          <a:p>
            <a:pPr lvl="0" algn="just">
              <a:lnSpc>
                <a:spcPct val="120000"/>
              </a:lnSpc>
              <a:spcAft>
                <a:spcPts val="300"/>
              </a:spcAft>
              <a:defRPr/>
            </a:pPr>
            <a:r>
              <a:rPr lang="ja-JP" altLang="en-US" sz="1600">
                <a:solidFill>
                  <a:schemeClr val="tx1">
                    <a:lumMod val="75000"/>
                    <a:lumOff val="25000"/>
                  </a:schemeClr>
                </a:solidFill>
                <a:latin typeface="+mj-ea"/>
                <a:cs typeface="メイリオ" pitchFamily="50" charset="-128"/>
              </a:rPr>
              <a:t>テキストテキストテキストテキストテキストテキストテキストテキストテキストテキストテキストテキストテキストテキストテキスト。</a:t>
            </a:r>
            <a:endParaRPr lang="en-US" altLang="ja-JP" sz="1600" dirty="0">
              <a:solidFill>
                <a:schemeClr val="tx1">
                  <a:lumMod val="75000"/>
                  <a:lumOff val="25000"/>
                </a:schemeClr>
              </a:solidFill>
              <a:latin typeface="+mj-ea"/>
              <a:cs typeface="メイリオ" pitchFamily="50" charset="-128"/>
            </a:endParaRPr>
          </a:p>
        </p:txBody>
      </p:sp>
      <p:graphicFrame>
        <p:nvGraphicFramePr>
          <p:cNvPr id="3" name="Group 55">
            <a:extLst>
              <a:ext uri="{FF2B5EF4-FFF2-40B4-BE49-F238E27FC236}">
                <a16:creationId xmlns:a16="http://schemas.microsoft.com/office/drawing/2014/main" id="{EE25B315-34AB-683F-164B-1C9BA4CFA20F}"/>
              </a:ext>
            </a:extLst>
          </p:cNvPr>
          <p:cNvGraphicFramePr>
            <a:graphicFrameLocks noGrp="1"/>
          </p:cNvGraphicFramePr>
          <p:nvPr/>
        </p:nvGraphicFramePr>
        <p:xfrm>
          <a:off x="459479" y="4128532"/>
          <a:ext cx="4617021" cy="1608770"/>
        </p:xfrm>
        <a:graphic>
          <a:graphicData uri="http://schemas.openxmlformats.org/drawingml/2006/table">
            <a:tbl>
              <a:tblPr/>
              <a:tblGrid>
                <a:gridCol w="4617021">
                  <a:extLst>
                    <a:ext uri="{9D8B030D-6E8A-4147-A177-3AD203B41FA5}">
                      <a16:colId xmlns:a16="http://schemas.microsoft.com/office/drawing/2014/main" val="20000"/>
                    </a:ext>
                  </a:extLst>
                </a:gridCol>
              </a:tblGrid>
              <a:tr h="633899">
                <a:tc>
                  <a:txBody>
                    <a:bodyPr/>
                    <a:lstStyle/>
                    <a:p>
                      <a:pPr marL="0" marR="0" lvl="0" indent="0" algn="l" defTabSz="914400" rtl="0" eaLnBrk="1" fontAlgn="auto" latinLnBrk="0" hangingPunct="1">
                        <a:lnSpc>
                          <a:spcPct val="120000"/>
                        </a:lnSpc>
                        <a:spcBef>
                          <a:spcPts val="0"/>
                        </a:spcBef>
                        <a:spcAft>
                          <a:spcPts val="300"/>
                        </a:spcAft>
                        <a:buClrTx/>
                        <a:buSzTx/>
                        <a:buFontTx/>
                        <a:buNone/>
                        <a:tabLst/>
                        <a:defRPr/>
                      </a:pPr>
                      <a:r>
                        <a:rPr kumimoji="1" lang="ja-JP" altLang="en-US" sz="2400" b="1" i="0" u="none" strike="noStrike" kern="1200" cap="none" spc="0" normalizeH="0" baseline="0" noProof="0">
                          <a:ln>
                            <a:noFill/>
                          </a:ln>
                          <a:solidFill>
                            <a:schemeClr val="tx1">
                              <a:lumMod val="75000"/>
                              <a:lumOff val="25000"/>
                            </a:schemeClr>
                          </a:solidFill>
                          <a:effectLst/>
                          <a:uLnTx/>
                          <a:uFillTx/>
                          <a:latin typeface="+mn-lt"/>
                          <a:ea typeface="+mn-ea"/>
                          <a:cs typeface="メイリオ" pitchFamily="50" charset="-128"/>
                        </a:rPr>
                        <a:t>見出し</a:t>
                      </a:r>
                      <a:endParaRPr kumimoji="1" lang="en-US" altLang="ja-JP" sz="2400" b="1" i="0" u="none" strike="noStrike" kern="1200" cap="none" spc="0" normalizeH="0" baseline="0" noProof="0" dirty="0">
                        <a:ln>
                          <a:noFill/>
                        </a:ln>
                        <a:solidFill>
                          <a:schemeClr val="tx1">
                            <a:lumMod val="75000"/>
                            <a:lumOff val="25000"/>
                          </a:schemeClr>
                        </a:solidFill>
                        <a:effectLst/>
                        <a:uLnTx/>
                        <a:uFillTx/>
                        <a:latin typeface="+mn-lt"/>
                        <a:ea typeface="+mn-ea"/>
                        <a:cs typeface="メイリオ" pitchFamily="50" charset="-128"/>
                      </a:endParaRPr>
                    </a:p>
                    <a:p>
                      <a:pPr marL="0" marR="0" lvl="0" indent="0" algn="l" defTabSz="914400" rtl="0" eaLnBrk="1" fontAlgn="auto" latinLnBrk="0" hangingPunct="1">
                        <a:lnSpc>
                          <a:spcPct val="120000"/>
                        </a:lnSpc>
                        <a:spcBef>
                          <a:spcPts val="0"/>
                        </a:spcBef>
                        <a:spcAft>
                          <a:spcPts val="300"/>
                        </a:spcAft>
                        <a:buClrTx/>
                        <a:buSzTx/>
                        <a:buFontTx/>
                        <a:buNone/>
                        <a:tabLst/>
                        <a:defRPr/>
                      </a:pPr>
                      <a:r>
                        <a:rPr lang="ja-JP" altLang="en-US" sz="1600">
                          <a:solidFill>
                            <a:schemeClr val="tx1">
                              <a:lumMod val="75000"/>
                              <a:lumOff val="25000"/>
                            </a:schemeClr>
                          </a:solidFill>
                          <a:latin typeface="+mj-ea"/>
                          <a:cs typeface="メイリオ" pitchFamily="50" charset="-128"/>
                        </a:rPr>
                        <a:t>テキストテキストテキストテキストテキストテキストテキストテキストテキストテキストテキストテキストテキストテキストテキスト。</a:t>
                      </a:r>
                      <a:endParaRPr lang="en-US" altLang="ja-JP" sz="1600" dirty="0">
                        <a:solidFill>
                          <a:schemeClr val="tx1">
                            <a:lumMod val="75000"/>
                            <a:lumOff val="25000"/>
                          </a:schemeClr>
                        </a:solidFill>
                        <a:latin typeface="+mj-ea"/>
                        <a:cs typeface="メイリオ" pitchFamily="50" charset="-128"/>
                      </a:endParaRPr>
                    </a:p>
                  </a:txBody>
                  <a:tcPr marL="288000" marR="180000" marT="144000" marB="125999" anchor="ctr" horzOverflow="overflow">
                    <a:lnL w="38100" cap="flat" cmpd="sng" algn="ctr">
                      <a:solidFill>
                        <a:schemeClr val="tx1">
                          <a:lumMod val="75000"/>
                          <a:lumOff val="25000"/>
                        </a:schemeClr>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bl>
          </a:graphicData>
        </a:graphic>
      </p:graphicFrame>
      <p:sp>
        <p:nvSpPr>
          <p:cNvPr id="4" name="AutoShape 3">
            <a:extLst>
              <a:ext uri="{FF2B5EF4-FFF2-40B4-BE49-F238E27FC236}">
                <a16:creationId xmlns:a16="http://schemas.microsoft.com/office/drawing/2014/main" id="{774F2951-53CA-F686-9411-C2193B614A84}"/>
              </a:ext>
            </a:extLst>
          </p:cNvPr>
          <p:cNvSpPr>
            <a:spLocks noChangeArrowheads="1"/>
          </p:cNvSpPr>
          <p:nvPr/>
        </p:nvSpPr>
        <p:spPr bwMode="auto">
          <a:xfrm>
            <a:off x="6198126" y="1741677"/>
            <a:ext cx="4617022" cy="1687323"/>
          </a:xfrm>
          <a:prstGeom prst="roundRect">
            <a:avLst>
              <a:gd name="adj" fmla="val 7132"/>
            </a:avLst>
          </a:prstGeom>
          <a:solidFill>
            <a:schemeClr val="bg1">
              <a:lumMod val="95000"/>
            </a:schemeClr>
          </a:solidFill>
          <a:ln w="6350">
            <a:solidFill>
              <a:schemeClr val="tx1">
                <a:lumMod val="60000"/>
                <a:lumOff val="40000"/>
              </a:schemeClr>
            </a:solidFill>
          </a:ln>
          <a:effectLst/>
        </p:spPr>
        <p:txBody>
          <a:bodyPr wrap="square" lIns="180000" tIns="144000" rIns="180000" bIns="125999" anchor="t" anchorCtr="0">
            <a:spAutoFit/>
          </a:bodyPr>
          <a:lstStyle/>
          <a:p>
            <a:pPr lvl="0" algn="just">
              <a:lnSpc>
                <a:spcPct val="120000"/>
              </a:lnSpc>
              <a:spcAft>
                <a:spcPts val="300"/>
              </a:spcAft>
              <a:defRPr/>
            </a:pPr>
            <a:r>
              <a:rPr lang="ja-JP" altLang="en-US" sz="2400" b="1">
                <a:solidFill>
                  <a:schemeClr val="tx1">
                    <a:lumMod val="75000"/>
                    <a:lumOff val="25000"/>
                  </a:schemeClr>
                </a:solidFill>
                <a:latin typeface="+mj-ea"/>
                <a:cs typeface="メイリオ" pitchFamily="50" charset="-128"/>
              </a:rPr>
              <a:t>見出し</a:t>
            </a:r>
            <a:endParaRPr lang="en-US" altLang="ja-JP" sz="2400" b="1" dirty="0">
              <a:solidFill>
                <a:schemeClr val="tx1">
                  <a:lumMod val="75000"/>
                  <a:lumOff val="25000"/>
                </a:schemeClr>
              </a:solidFill>
              <a:latin typeface="+mj-ea"/>
              <a:cs typeface="メイリオ" pitchFamily="50" charset="-128"/>
            </a:endParaRPr>
          </a:p>
          <a:p>
            <a:pPr lvl="0" algn="just">
              <a:lnSpc>
                <a:spcPct val="120000"/>
              </a:lnSpc>
              <a:spcAft>
                <a:spcPts val="300"/>
              </a:spcAft>
              <a:defRPr/>
            </a:pPr>
            <a:r>
              <a:rPr lang="ja-JP" altLang="en-US" sz="1600">
                <a:solidFill>
                  <a:schemeClr val="tx1">
                    <a:lumMod val="75000"/>
                    <a:lumOff val="25000"/>
                  </a:schemeClr>
                </a:solidFill>
                <a:latin typeface="+mj-ea"/>
                <a:cs typeface="メイリオ" pitchFamily="50" charset="-128"/>
              </a:rPr>
              <a:t>テキストテキストテキストテキストテキストテキストテキストテキストテキストテキストテキストテキストテキストテキストテキスト。</a:t>
            </a:r>
            <a:endParaRPr lang="en-US" altLang="ja-JP" sz="1600" dirty="0">
              <a:solidFill>
                <a:schemeClr val="tx1">
                  <a:lumMod val="75000"/>
                  <a:lumOff val="25000"/>
                </a:schemeClr>
              </a:solidFill>
              <a:latin typeface="+mj-ea"/>
              <a:cs typeface="メイリオ" pitchFamily="50" charset="-128"/>
            </a:endParaRPr>
          </a:p>
        </p:txBody>
      </p:sp>
      <p:graphicFrame>
        <p:nvGraphicFramePr>
          <p:cNvPr id="5" name="Group 55">
            <a:extLst>
              <a:ext uri="{FF2B5EF4-FFF2-40B4-BE49-F238E27FC236}">
                <a16:creationId xmlns:a16="http://schemas.microsoft.com/office/drawing/2014/main" id="{9986E7D9-CE4A-3A60-EB71-107E67C940EF}"/>
              </a:ext>
            </a:extLst>
          </p:cNvPr>
          <p:cNvGraphicFramePr>
            <a:graphicFrameLocks noGrp="1"/>
          </p:cNvGraphicFramePr>
          <p:nvPr/>
        </p:nvGraphicFramePr>
        <p:xfrm>
          <a:off x="6198127" y="4128532"/>
          <a:ext cx="4617021" cy="1608770"/>
        </p:xfrm>
        <a:graphic>
          <a:graphicData uri="http://schemas.openxmlformats.org/drawingml/2006/table">
            <a:tbl>
              <a:tblPr/>
              <a:tblGrid>
                <a:gridCol w="4617021">
                  <a:extLst>
                    <a:ext uri="{9D8B030D-6E8A-4147-A177-3AD203B41FA5}">
                      <a16:colId xmlns:a16="http://schemas.microsoft.com/office/drawing/2014/main" val="20000"/>
                    </a:ext>
                  </a:extLst>
                </a:gridCol>
              </a:tblGrid>
              <a:tr h="633899">
                <a:tc>
                  <a:txBody>
                    <a:bodyPr/>
                    <a:lstStyle/>
                    <a:p>
                      <a:pPr marL="0" marR="0" lvl="0" indent="0" algn="l" defTabSz="914400" rtl="0" eaLnBrk="1" fontAlgn="auto" latinLnBrk="0" hangingPunct="1">
                        <a:lnSpc>
                          <a:spcPct val="120000"/>
                        </a:lnSpc>
                        <a:spcBef>
                          <a:spcPts val="0"/>
                        </a:spcBef>
                        <a:spcAft>
                          <a:spcPts val="300"/>
                        </a:spcAft>
                        <a:buClrTx/>
                        <a:buSzTx/>
                        <a:buFontTx/>
                        <a:buNone/>
                        <a:tabLst/>
                        <a:defRPr/>
                      </a:pPr>
                      <a:r>
                        <a:rPr kumimoji="1" lang="ja-JP" altLang="en-US" sz="2400" b="1" i="0" u="none" strike="noStrike" kern="1200" cap="none" spc="0" normalizeH="0" baseline="0" noProof="0">
                          <a:ln>
                            <a:noFill/>
                          </a:ln>
                          <a:solidFill>
                            <a:srgbClr val="0083B0"/>
                          </a:solidFill>
                          <a:effectLst/>
                          <a:uLnTx/>
                          <a:uFillTx/>
                          <a:latin typeface="+mn-lt"/>
                          <a:ea typeface="+mn-ea"/>
                          <a:cs typeface="メイリオ" pitchFamily="50" charset="-128"/>
                        </a:rPr>
                        <a:t>見出し</a:t>
                      </a:r>
                      <a:endParaRPr kumimoji="1" lang="en-US" altLang="ja-JP" sz="2400" b="1" i="0" u="none" strike="noStrike" kern="1200" cap="none" spc="0" normalizeH="0" baseline="0" noProof="0" dirty="0">
                        <a:ln>
                          <a:noFill/>
                        </a:ln>
                        <a:solidFill>
                          <a:srgbClr val="0083B0"/>
                        </a:solidFill>
                        <a:effectLst/>
                        <a:uLnTx/>
                        <a:uFillTx/>
                        <a:latin typeface="+mn-lt"/>
                        <a:ea typeface="+mn-ea"/>
                        <a:cs typeface="メイリオ" pitchFamily="50" charset="-128"/>
                      </a:endParaRPr>
                    </a:p>
                    <a:p>
                      <a:pPr marL="0" marR="0" lvl="0" indent="0" algn="l" defTabSz="914400" rtl="0" eaLnBrk="1" fontAlgn="auto" latinLnBrk="0" hangingPunct="1">
                        <a:lnSpc>
                          <a:spcPct val="120000"/>
                        </a:lnSpc>
                        <a:spcBef>
                          <a:spcPts val="0"/>
                        </a:spcBef>
                        <a:spcAft>
                          <a:spcPts val="300"/>
                        </a:spcAft>
                        <a:buClrTx/>
                        <a:buSzTx/>
                        <a:buFontTx/>
                        <a:buNone/>
                        <a:tabLst/>
                        <a:defRPr/>
                      </a:pPr>
                      <a:r>
                        <a:rPr lang="ja-JP" altLang="en-US" sz="1600">
                          <a:solidFill>
                            <a:schemeClr val="tx1">
                              <a:lumMod val="75000"/>
                              <a:lumOff val="25000"/>
                            </a:schemeClr>
                          </a:solidFill>
                          <a:latin typeface="+mj-ea"/>
                          <a:cs typeface="メイリオ" pitchFamily="50" charset="-128"/>
                        </a:rPr>
                        <a:t>テキストテキストテキストテキストテキストテキストテキストテキストテキストテキストテキストテキストテキストテキストテキスト。</a:t>
                      </a:r>
                      <a:endParaRPr lang="en-US" altLang="ja-JP" sz="1600" dirty="0">
                        <a:solidFill>
                          <a:schemeClr val="tx1">
                            <a:lumMod val="75000"/>
                            <a:lumOff val="25000"/>
                          </a:schemeClr>
                        </a:solidFill>
                        <a:latin typeface="+mj-ea"/>
                        <a:cs typeface="メイリオ" pitchFamily="50" charset="-128"/>
                      </a:endParaRPr>
                    </a:p>
                  </a:txBody>
                  <a:tcPr marL="288000" marR="180000" marT="144000" marB="125999" anchor="ctr" horzOverflow="overflow">
                    <a:lnL w="38100" cap="flat" cmpd="sng" algn="ctr">
                      <a:solidFill>
                        <a:srgbClr val="0083B0"/>
                      </a:solid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lnTlToBr>
                      <a:noFill/>
                    </a:lnTlToBr>
                    <a:lnBlToTr>
                      <a:noFill/>
                    </a:lnBlToTr>
                    <a:solidFill>
                      <a:srgbClr val="DDEBF0"/>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71473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2D2FD20E-72DF-C8CA-06B7-47695785D243}"/>
              </a:ext>
            </a:extLst>
          </p:cNvPr>
          <p:cNvSpPr txBox="1"/>
          <p:nvPr/>
        </p:nvSpPr>
        <p:spPr>
          <a:xfrm>
            <a:off x="263203" y="339936"/>
            <a:ext cx="3057247" cy="523220"/>
          </a:xfrm>
          <a:prstGeom prst="rect">
            <a:avLst/>
          </a:prstGeom>
          <a:noFill/>
        </p:spPr>
        <p:txBody>
          <a:bodyPr wrap="none" rtlCol="0">
            <a:spAutoFit/>
          </a:bodyPr>
          <a:lstStyle/>
          <a:p>
            <a:r>
              <a:rPr kumimoji="1" lang="ja-JP" altLang="en-US" sz="2800" b="1">
                <a:solidFill>
                  <a:schemeClr val="tx1">
                    <a:lumMod val="75000"/>
                    <a:lumOff val="25000"/>
                  </a:schemeClr>
                </a:solidFill>
                <a:latin typeface="Yu Gothic" panose="020B0400000000000000" pitchFamily="34" charset="-128"/>
                <a:ea typeface="Yu Gothic" panose="020B0400000000000000" pitchFamily="34" charset="-128"/>
              </a:rPr>
              <a:t>箇条書き・その他</a:t>
            </a:r>
          </a:p>
        </p:txBody>
      </p:sp>
      <p:sp>
        <p:nvSpPr>
          <p:cNvPr id="8" name="AutoShape 3">
            <a:extLst>
              <a:ext uri="{FF2B5EF4-FFF2-40B4-BE49-F238E27FC236}">
                <a16:creationId xmlns:a16="http://schemas.microsoft.com/office/drawing/2014/main" id="{BC4FF12D-E11D-F5E7-9CBC-3587535C6128}"/>
              </a:ext>
            </a:extLst>
          </p:cNvPr>
          <p:cNvSpPr>
            <a:spLocks noChangeArrowheads="1"/>
          </p:cNvSpPr>
          <p:nvPr/>
        </p:nvSpPr>
        <p:spPr bwMode="auto">
          <a:xfrm>
            <a:off x="443831" y="1514935"/>
            <a:ext cx="4684295" cy="4503156"/>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285750" lvl="0" indent="-285750" algn="just">
              <a:lnSpc>
                <a:spcPct val="120000"/>
              </a:lnSpc>
              <a:spcAft>
                <a:spcPts val="600"/>
              </a:spcAft>
              <a:buFont typeface="Wingdings" pitchFamily="2" charset="2"/>
              <a:buChar char="l"/>
            </a:pPr>
            <a:r>
              <a:rPr lang="ja-JP" altLang="en-US" sz="20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テキストテキストテキストテキストテキストテキストテキスト</a:t>
            </a:r>
            <a:endParaRPr lang="en-US" altLang="ja-JP" sz="20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a:p>
            <a:pPr marL="582613" lvl="1" indent="-285750" algn="just">
              <a:lnSpc>
                <a:spcPct val="120000"/>
              </a:lnSpc>
              <a:spcAft>
                <a:spcPts val="600"/>
              </a:spcAft>
              <a:buFont typeface="メイリオ" panose="020B0604030504040204" pitchFamily="50" charset="-128"/>
              <a:buChar char="–"/>
            </a:pPr>
            <a:r>
              <a:rPr lang="ja-JP" altLang="en-US">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テキストテキストテキストテキストテキストテキスト</a:t>
            </a:r>
            <a:endParaRPr lang="en-US" altLang="ja-JP"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a:p>
            <a:pPr marL="582613" lvl="1" indent="-285750" algn="just">
              <a:lnSpc>
                <a:spcPct val="120000"/>
              </a:lnSpc>
              <a:spcAft>
                <a:spcPts val="600"/>
              </a:spcAft>
              <a:buFont typeface="メイリオ" panose="020B0604030504040204" pitchFamily="50" charset="-128"/>
              <a:buChar char="–"/>
            </a:pPr>
            <a:r>
              <a:rPr lang="ja-JP" altLang="en-US">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テキストテキストテキストテキストテキストテキスト</a:t>
            </a:r>
            <a:endParaRPr lang="en-US" altLang="ja-JP"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a:p>
            <a:pPr marL="285750" lvl="0" indent="-285750" algn="just">
              <a:lnSpc>
                <a:spcPct val="120000"/>
              </a:lnSpc>
              <a:spcAft>
                <a:spcPts val="600"/>
              </a:spcAft>
              <a:buFont typeface="Wingdings" pitchFamily="2" charset="2"/>
              <a:buChar char="l"/>
            </a:pPr>
            <a:r>
              <a:rPr lang="ja-JP" altLang="en-US" sz="2000" b="1">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テキストテキストテキストテキストテキストテキストテキスト</a:t>
            </a:r>
            <a:endParaRPr lang="en-US" altLang="ja-JP" sz="2000" b="1"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a:p>
            <a:pPr marL="582613" lvl="1" indent="-285750" algn="just">
              <a:lnSpc>
                <a:spcPct val="120000"/>
              </a:lnSpc>
              <a:spcAft>
                <a:spcPts val="600"/>
              </a:spcAft>
              <a:buFont typeface="メイリオ" panose="020B0604030504040204" pitchFamily="50" charset="-128"/>
              <a:buChar char="–"/>
            </a:pPr>
            <a:r>
              <a:rPr lang="ja-JP" altLang="en-US">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テキストテキストテキストテキストテキストテキスト</a:t>
            </a:r>
            <a:endParaRPr lang="en-US" altLang="ja-JP"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a:p>
            <a:pPr marL="582613" lvl="1" indent="-285750" algn="just">
              <a:lnSpc>
                <a:spcPct val="120000"/>
              </a:lnSpc>
              <a:spcAft>
                <a:spcPts val="600"/>
              </a:spcAft>
              <a:buFont typeface="メイリオ" panose="020B0604030504040204" pitchFamily="50" charset="-128"/>
              <a:buChar char="–"/>
            </a:pPr>
            <a:r>
              <a:rPr lang="ja-JP" altLang="en-US">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rPr>
              <a:t>テキストテキストテキストテキストテキストテキスト</a:t>
            </a:r>
            <a:endParaRPr lang="en-US" altLang="ja-JP" dirty="0">
              <a:solidFill>
                <a:schemeClr val="tx1">
                  <a:lumMod val="75000"/>
                  <a:lumOff val="25000"/>
                </a:schemeClr>
              </a:solidFill>
              <a:latin typeface="Yu Gothic" panose="020B0400000000000000" pitchFamily="34" charset="-128"/>
              <a:ea typeface="Yu Gothic" panose="020B0400000000000000" pitchFamily="34" charset="-128"/>
              <a:cs typeface="メイリオ" pitchFamily="50" charset="-128"/>
            </a:endParaRPr>
          </a:p>
        </p:txBody>
      </p:sp>
      <p:sp>
        <p:nvSpPr>
          <p:cNvPr id="2" name="テキスト ボックス 1">
            <a:extLst>
              <a:ext uri="{FF2B5EF4-FFF2-40B4-BE49-F238E27FC236}">
                <a16:creationId xmlns:a16="http://schemas.microsoft.com/office/drawing/2014/main" id="{BC764AFC-0151-B4D7-463E-02C9DF0AA6AE}"/>
              </a:ext>
            </a:extLst>
          </p:cNvPr>
          <p:cNvSpPr txBox="1"/>
          <p:nvPr/>
        </p:nvSpPr>
        <p:spPr>
          <a:xfrm>
            <a:off x="6510786" y="1514935"/>
            <a:ext cx="4308872" cy="369332"/>
          </a:xfrm>
          <a:prstGeom prst="rect">
            <a:avLst/>
          </a:prstGeom>
          <a:solidFill>
            <a:srgbClr val="DAEBF9"/>
          </a:solidFill>
          <a:scene3d>
            <a:camera prst="orthographicFront">
              <a:rot lat="4500000" lon="0" rev="0"/>
            </a:camera>
            <a:lightRig rig="flat" dir="t"/>
          </a:scene3d>
          <a:sp3d z="133350" prstMaterial="matte"/>
        </p:spPr>
        <p:txBody>
          <a:bodyPr wrap="none" lIns="0" tIns="0" rIns="0" bIns="0" rtlCol="0">
            <a:spAutoFit/>
            <a:flatTx/>
          </a:bodyPr>
          <a:lstStyle/>
          <a:p>
            <a:r>
              <a:rPr kumimoji="1" lang="ja-JP" altLang="en-US" sz="2400" b="1">
                <a:solidFill>
                  <a:srgbClr val="3498DB"/>
                </a:solidFill>
                <a:latin typeface="Yu Gothic" panose="020B0400000000000000" pitchFamily="34" charset="-128"/>
                <a:ea typeface="Yu Gothic" panose="020B0400000000000000" pitchFamily="34" charset="-128"/>
              </a:rPr>
              <a:t>マーカーが自動で調整されます</a:t>
            </a:r>
          </a:p>
        </p:txBody>
      </p:sp>
      <p:sp>
        <p:nvSpPr>
          <p:cNvPr id="4" name="テキスト ボックス 3">
            <a:extLst>
              <a:ext uri="{FF2B5EF4-FFF2-40B4-BE49-F238E27FC236}">
                <a16:creationId xmlns:a16="http://schemas.microsoft.com/office/drawing/2014/main" id="{47B50E50-4107-B61A-C450-DF2CD8828674}"/>
              </a:ext>
            </a:extLst>
          </p:cNvPr>
          <p:cNvSpPr txBox="1"/>
          <p:nvPr/>
        </p:nvSpPr>
        <p:spPr>
          <a:xfrm>
            <a:off x="6510786" y="2429335"/>
            <a:ext cx="4308872" cy="369332"/>
          </a:xfrm>
          <a:prstGeom prst="rect">
            <a:avLst/>
          </a:prstGeom>
          <a:solidFill>
            <a:schemeClr val="bg1">
              <a:lumMod val="95000"/>
            </a:schemeClr>
          </a:solidFill>
          <a:scene3d>
            <a:camera prst="orthographicFront">
              <a:rot lat="4500000" lon="0" rev="0"/>
            </a:camera>
            <a:lightRig rig="flat" dir="t"/>
          </a:scene3d>
          <a:sp3d z="133350" prstMaterial="matte"/>
        </p:spPr>
        <p:txBody>
          <a:bodyPr wrap="none" lIns="0" tIns="0" rIns="0" bIns="0" rtlCol="0">
            <a:spAutoFit/>
            <a:flatTx/>
          </a:bodyPr>
          <a:lstStyle/>
          <a:p>
            <a:r>
              <a:rPr kumimoji="1" lang="ja-JP" altLang="en-US" sz="2400" b="1">
                <a:solidFill>
                  <a:schemeClr val="tx1">
                    <a:lumMod val="75000"/>
                    <a:lumOff val="25000"/>
                  </a:schemeClr>
                </a:solidFill>
                <a:latin typeface="Yu Gothic" panose="020B0400000000000000" pitchFamily="34" charset="-128"/>
                <a:ea typeface="Yu Gothic" panose="020B0400000000000000" pitchFamily="34" charset="-128"/>
              </a:rPr>
              <a:t>マーカーが自動で調整されます</a:t>
            </a:r>
          </a:p>
        </p:txBody>
      </p:sp>
    </p:spTree>
    <p:extLst>
      <p:ext uri="{BB962C8B-B14F-4D97-AF65-F5344CB8AC3E}">
        <p14:creationId xmlns:p14="http://schemas.microsoft.com/office/powerpoint/2010/main" val="18650607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429</Words>
  <Application>Microsoft Macintosh PowerPoint</Application>
  <PresentationFormat>ワイド画面</PresentationFormat>
  <Paragraphs>231</Paragraphs>
  <Slides>16</Slides>
  <Notes>3</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16</vt:i4>
      </vt:variant>
    </vt:vector>
  </HeadingPairs>
  <TitlesOfParts>
    <vt:vector size="25" baseType="lpstr">
      <vt:lpstr>メイリオ</vt:lpstr>
      <vt:lpstr>Yu Gothic</vt:lpstr>
      <vt:lpstr>Yu Gothic</vt:lpstr>
      <vt:lpstr>游ゴシック Light</vt:lpstr>
      <vt:lpstr>Yu Gothic Medium</vt:lpstr>
      <vt:lpstr>Arial</vt:lpstr>
      <vt:lpstr>Avenir Next Demi Bold</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test テスト</dc:creator>
  <cp:lastModifiedBy>test テスト</cp:lastModifiedBy>
  <cp:revision>10</cp:revision>
  <dcterms:created xsi:type="dcterms:W3CDTF">2025-01-05T06:49:21Z</dcterms:created>
  <dcterms:modified xsi:type="dcterms:W3CDTF">2025-01-08T22:33:04Z</dcterms:modified>
</cp:coreProperties>
</file>